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commencer par les chiffres. Demander d'abord combien d'heures de préparation une séance leur coûte aujourd'hui, et laisser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les trois temps et leur durée. Une salle qui sait combien il reste écoute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Laisser deux secondes de silence avant de passer : c'est la phrase que la salle doit emporter.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points, quatre minutes. Le reste de la séance est du détail sur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à laisser à l'écran pendant les questions. Si une seule idée doit rester, c'est celle-là.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le tableau. Le laisser à l'écran et donner la dernière ligne : c'est la seule que quelqu'un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les voix : c'est ce qui permet à l'élève d'écouter quinze fois sans user la patience de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chiffre des notes est celui qui compte pour un remplaçant : la séance se donne sans avoir été écrite par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 réelle, entendue en salle. Ne pas la balayer : montrer le bouton « Remplacer l'officiel » dans le dépôt de matériel.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silence. C'est la question qui fait passer la rencontre de « joli produit » à « combien on économise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PRÉSENTATION  ·  1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qui vient toujours après la démonstration : « et qui va préparer tout ça ? ». La réponse est que c'est déjà préparé — 1 264 séances de cours, chacune avec sa fiche et son diaporama.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PREMIER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Une séance de cours, c'est une fiche pour l'élève et un diaporama pour vous. 1 264 fois.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voir ce qu'un enseignant reçoit, sans rien préparer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la fiche et le diaporama ne peuvent pas diverger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le matériel couvre, niveau par niveau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avec un ordre de grandeur, pas une impression.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QUI TIENT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séance, c'est une fiche pour l'élève et un diaporama pour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sortent du même fichier de contenu. Corriger une règle la corrige des deux côtés : il n'existe pas de version à jour et de version oubliée. C'est 1 264 fois la même promesse.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COMPTE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existe aujourd'hui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NIVEAUX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 et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 et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496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5 et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7 et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272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Tous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1 264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Chaque séance a sa fiche : 1 264 fiches pour 1 264 séances.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DANS UN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 que l'élève trouve, et ce qu'il ne trouve pas ailleurs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Des voix, pas une lecture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Chaque dialogue est enregistré par des voix différentes, au débit qu'on choisit. 21 403 pistes audio produites.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Sept familles d'exercices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Vrai ou faux, association, cases à écrire, texte à trous, images, question ouverte, tableau. Pas une de plus : l'élève apprend une fois comment on répond.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règle avec ses exemples, ouverte au moment où l'élève se trompe, pas au début du chapitre.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Des images produites pour la scène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1 502 images, cadrées pour la situation du module — jamais une banque d'images décorative.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diaporama d'une séance, bloc par bloc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règle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énoncé, gros, seul : la diapositive que les élèves photographient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L'exercice projeté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même que dans le module, suivi de son corrigé, à la même place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piège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entend souvent, à côté de ce qu'il faut dire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billet de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dernière diapositive, celle qui ferme la séance — 12 524 notes de présentateur en tout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Du matériel tout fait, mes enseignants n'en voudront pas.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« Le matériel est ouvert : on prend une séance, on la change, on la dépose.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dépôt accepte la version d'un enseignant à côté de l'officielle, sans jamais l'écraser. Ce n'est pas un manuel fermé : c'est un point de départ qui existe le lundi matin.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 i="0">
                <a:solidFill>
                  <a:srgbClr val="FFFFFF"/>
                </a:solidFill>
                <a:latin typeface="Verdana"/>
              </a:rPr>
              <a:t>Une question, avant de passer à la suite : combien d'heures par semaine vos enseignants passent-ils à fabriquer du matériel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1 518 heures de classe sont déjà préparées.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ne remplacent personne : elles se donnent.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