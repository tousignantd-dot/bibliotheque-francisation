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 Deux usages : la relire seul avant la rencontre, ou la projeter si la salle part dans les questions plus tôt que prévu.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projeter les sept d'affilée : c'est une réserve, pas un chapitre. On y va chercher celle qui vient de tomber.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C'est un réglage, pas une négociation. Le centre le pose une fois sur l'arbre des organisations et les 87 modules se replient : plus de rail d'outils, plus de correction avant l'envoi, la réponse attendue après deux essais. Les dialogues, les exercices, les mini-leçons ne bougent pas — ils ne dépendent d'aucun modèle. Le montrer plutôt que le dire : c'est la paire d'écrans 07 et 08 des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projeter juste après la réponse, sans commenter. Une objection tombe mieux devant un écran que devant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Non, et il y a trois conditions — elles sont écrites dans le guide pour la direction. Dire aussi ce qui n'est jamais gardé : les corrections de l'assistant s'affichent et ne s'écrivent nulle part, et le registre des appels compte des jetons sans jamais garder un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projeter juste après la réponse, sans commenter. Une objection tombe mieux devant un écran que devant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Pas nécessairement. Le mode séance ouvre une classe avec une feuille photocopiée et un code de six caractères : aucun compte, aucun pseudonyme, aucune donnée identifiante — et l'enseignant a quand même son tableau, participant par participant.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projeter juste après la réponse, sans commenter. Une objection tombe mieux devant un écran que devant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Le coût réel par élève et par module est dans « Le prix d'un module », avec la part qui vient des appels aux modèles. Un centre qui ferme l'assistant ne paie plus rien à l'usage : les voix sont enregistrées d'avance et les exercices se corrigent sur l'appareil.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Non, et le matériel le prouve mieux qu'un discours : 1 264 diaporamas de séance avec 12 524 notes de présentateur, c'est-à-dire 1 518 heures de classe à donner. L'outil prépare, il ne fait pas le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Nous. Chaque module part du programme d'études, avec sa situation de vie, ses intentions de communication et ses savoirs — rien n'est recopié d'un manuel. C'est ce qui permet d'y toucher : un module qui ne convient pas se réécrit.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complète, telle qu'elle est dans la trousse :</a:t>
            </a:r>
          </a:p>
          <a:p/>
          <a:p>
            <a:r>
              <a:t>Ils ont un téléphone, et c'est le cas d'usage principal, pas une adaptation : barre d'outils en bas de l'écran, banc de réponses sous le pouce, glisser-déposer au doigt. Aucune application à installer, aucun compte d'App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projeter juste après la réponse, sans commenter. Une objection tombe mieux devant un écran que devant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vraie question de fin. Une salle silencieuse n'est pas une salle convaincue.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ANNEXE  ·  LES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sept objections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Celles qui viennent vraiment, dans l'ordre où elles viennent. Elles ne sont pas à désamorcer d'avance : les poser soi-même, avant que la salle les pose, est ce qui fait qu'on y répond calmement.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COMMENT S'EN SERVIR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l'objection avant que la salle la 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objection qu'on formule soi-même se répond ; une objection qu'on subit se défend. Les sept qui suivent ont toutes été entendues en salle — aucune n'est inventée pour la forme.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Nous ne voulons pas d'intelligence artificielle avec nos élèves.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Alors ne l'ouvrez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 réglage, pas une négociation : le centre le pose une fois, et les 87 modules se replient. Le même fichier, sans l'assistant.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module, assistance fermée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Alors ne l'ouvrez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3657" y="2064257"/>
            <a:ext cx="3524379" cy="4107942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8-module-sans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945" y="2082545"/>
            <a:ext cx="3487803" cy="4071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Où sont hébergées les données ? Faut-il que ce soit au Québec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Rien d'identifiant n'a besoin d'exister.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mode séance, l'élève n'a ni compte, ni pseudonyme, ni trace qui lui survive à la soirée. La question de l'hébergement se pose alors sur du 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classe entière, sans un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Rien d'identifiant n'a besoin d'exister.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7939" y="2064257"/>
            <a:ext cx="3035815" cy="4107942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4-suivi-se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227" y="2082545"/>
            <a:ext cx="2999239" cy="4071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faut créer des comptes pour tous nos élèves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Non. Une feuille photocopiée suffit.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code à six caractères, un code QR, et la classe travaille. Le suivi de l'enseignant est exactement le même écran.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photocopie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Non. Une feuille photocopiée suffit.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8869" y="2064257"/>
            <a:ext cx="3233955" cy="4107942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5-feuille-se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157" y="2082545"/>
            <a:ext cx="3197379" cy="40713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Combien ça coûte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qu'on mesure, pas ce qu'on estime.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Chaque appel à un modèle est inscrit dans un registre, avec ses jetons. Un centre qui ferme l'assistant ne paie plus rien à l'usage.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Est-ce que ça remplace l'enseignant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n'y a pas de cours sans lui.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l'enseignant qui ouvre un module, qui décide de la séance, qui lit les productions. Rien ne s'ouvre tout seul à un élève.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Qui a écrit le contenu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enseignant de francisation.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contenu est écrit à partir du programme du Ministère, situation par situation — jamais recopié d'un manuel existant.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Nos élèves n'ont pas d'ordinateur.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cours entier se fait sur un téléphone.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sept familles d'exercices, l'enregistrement de la voix, le dépôt d'un texte. Et la fiche papier existe pour ceux qui n'ont rien.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cours entier, sur un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cours entier se fait sur un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8013" y="2064257"/>
            <a:ext cx="1915668" cy="4107942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el-02-portail-c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301" y="2082545"/>
            <a:ext cx="1879092" cy="40713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1" i="0">
                <a:solidFill>
                  <a:srgbClr val="FFFFFF"/>
                </a:solidFill>
                <a:latin typeface="Verdana"/>
              </a:rPr>
              <a:t>Une objection qui ne vient pas est une objection qui n'a pas été dite. Demander : « qu'est-ce qui vous ferait dire non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sept réponses complètes sont dans la trousse.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se relisent en cinq minutes, avant d'entrer.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A5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