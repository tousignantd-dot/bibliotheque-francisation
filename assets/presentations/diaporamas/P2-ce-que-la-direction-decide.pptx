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d'entrée que rien ici n'est à négocier avec nous : ce sont des champs, déjà construits, que la direction pose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où l'on en est : le matériel est vu, on parle maintenant de ce que le centre décide.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Jalon. C'est le moment où la direction cesse d'être spectatrice : les quatre décisions sont les siennes.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une seule diapositive doit être projetée devant un comité, c'est celle-ci. Laisser le temps de la lire. Préciser que le réglage vit sur l'organisation, jamais sur un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qui vient toujours : « et si un centre veut l'inverse du CSS ? ». Réponse : il le pose sur lui-même, et c'est lui qui gagne.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vendre le mode sans IA comme équivalent. Dire le coût : le travail de correction revient à l'enseignant.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ici qu'on ouvre le bac à sable si quelqu'un doute. Deux clics suffisent à montrer la même page dans les deux états.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Utile pour les groupes qui changent chaque semaine et pour les remplaçants : aucun compte à créer avant la première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en proposant un groupe pilote avec le réglage le plus prudent. C'est plus facile à accorder qu'un accord de principe.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PRÉSENTATION  ·  2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direction décide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réglages appartiennent au centre, et un seul geste les pose. Ils ne changent pas le cours : ils changent ce que le cours a le droit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vingt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331720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55117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Ce qu'il y a dans la boîte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260603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79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383279"/>
            <a:ext cx="54864" cy="86868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363931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7734A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602735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Ce que la direction décide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365759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4434840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65429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Les questions de conformité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470915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82">
                <a:solidFill>
                  <a:srgbClr val="0A8F5B"/>
                </a:solidFill>
                <a:latin typeface="Verdana"/>
              </a:rPr>
              <a:t>DEUXIÈME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050919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Verdana"/>
              </a:rPr>
              <a:t>Ce que la direction décide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343400"/>
            <a:ext cx="1005840" cy="4572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4617720"/>
            <a:ext cx="86803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D6D6D2"/>
                </a:solidFill>
                <a:latin typeface="Verdana"/>
              </a:rPr>
              <a:t>Quatre réglages, posés une fois, qui descendent sur tous les groupes du centre.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quelles décisions appartiennent au centre, et lesquelles à l'enseignant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voir ce que chaque réglage change, concrètement, chez l'élève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comment un refus descend sur tous les groupes d'un coup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repartir en sachant quoi trancher, et quand.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INTERRUPTEURS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se pose une fois, sur l'arbre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RÉGLAGE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LE 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L'assistant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direction du centre ou du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dix routes, d'un coup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 micro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direction du centre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qui sort de l'appareil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 dépôt de la voix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direction du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garde d'un enregistrement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114800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Les séances sans compte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114800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direction autorise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114800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l'ouverture d'une classe anonyme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Sans réglage, les quatre restent ouverts : une mise en service n'éteint rien au passage.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L'HÉRITAGE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premier réglage explicite tranche, et il descend.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Interdit » posé sur un centre de services ferme ses douze centres. Celui qui a négocié une exception la porte écrite sur lui-même. Et un réglage absent ne ferme rien : une mise en service n'éteint jamais rien au passage.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SANS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tombe, et ce qui ne bouge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Ce qui tombe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barre d'outils de l'élève en entier — traduire, simplifier, demander. La correction avant l'envoi. « Pourquoi je me trompe ?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Ce qui reste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dialogues enregistrés, les sept familles d' exercices corrigés sur l'appareil, les mini-leçons, le vocabulaire, la production orale et écrite.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Ce qui change pour l'élève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réponse attendue s'affiche après deux essais : il n'est jamais laissé devant un mur.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Ce qui change pour l'enseignant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textes arrivent non corrigés. C'est lui qui corrige — c'est le vrai coût du refus, et il se voit.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MALENTENDU LE PLUS FRÉQUENT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Fermer l'assistant, c'est perdre le cours.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« Fermer l'assistant, c'est perdre l'aide immédiate, pas le cours.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21 403 pistes audio sont enregistrées d'avance et les exercices à réponse connue se corrigent sur l'appareil : un centre sans assistant garde le matériel entier et ne paie plus rien à l'usage.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TROISIÈME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classe sans compte d'élève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84832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L'ÉLÈVE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L'ENSEIGNANT VOIT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GARDÉ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: un code à six caractères, scanné sur une feuille photocopiée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tableau de classe, participant par participant, question par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nom, aucun pseudonyme, aucune voix ; une séance qui expire le soir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33087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" y="438912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direction autorise le mode ; l'enseignant décide de s'en servir un mardi matin. Les deux gestes sont distincts.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 décision à prendre aujourd'hui n'est pas « oui ou non » : c'est « lesquels des quatre, et par qui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centre peut ouvrir avec l'assistant fermé et le rouvrir plus tard.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Aucun réglage ne demande de développement : ce sont des champs.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P2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