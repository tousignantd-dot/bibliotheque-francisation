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Annexe. Elle sert surtout devant une direction qui connaît son public : demander d'abord combien de leurs élèves ont un ordinateur chez eux, et laisser la salle répondre.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diapositive à laisser pendant les questions. Un cours illisible sur téléphone n'est pas un cours qu'on donne à moitié : c'est un cours que la moitié de la classe ne fait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que la première chose visible est « votre prochaine étape » : l'élève ne choisit pas dans un catalogue, on lui dit où reprendre.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point qui rassure les enseignants : on n'a pas fait un traducteur. La traduction s'ajoute sous la phrase, elle ne la remplace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une seule famille doit être montrée, c'est celle-là : elle dit la règle d'accessibilité que toutes suivent.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geste : un appui simple suffit — choisir l'étiquette, puis toucher la case. Le glisser au doigt reste possible, il n'est pas obligatoire.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Précision utile si on la demande : ces cases-là se corrigent sans aucun modèle. C'est de la comparaison de chaînes.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Différence avec un exercice papier : le trou est dans une phrase qu'on vient d'entendre dans le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« aucun texte dans l'image » est une règle du projet : un modèle écrit du charabia dès qu'un panneau porte une inscription, et l'élève le lit comme du français.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Sans assistance, la réponse attendue s'affiche après deux essais. L'exercice reste faisable, il perd sa relecture.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Détail d'artisan, mais c'est celui que les enseignants remarquent : personne ne remplit un tableau qui déborde de l'écran.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la correction est privée, l'envoi est un geste. C'est ce qui fait qu'un élève ose recommencer douze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 ordinateur c'est un rail vertical à droite ; sur téléphone une barre en bas. Mêmes sept outils, même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question qui transforme « joli » en « utile ». Laisser répondre avant d'enchaîner.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ANNEXE  ·  LE TÉLÉPHONE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cours sur un téléphone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Beaucoup d'élèves en francisation n'ont pas d'ordinateur à la maison — ils ont un téléphone. Le cours entier s'y fait : les sept familles d'exercices, l'enregistrement de la voix, le dépôt d'un texte.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 minutes  ·  francis · présentation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CE QUI A ÉTÉ REFAIT, ET CE QUI NE L'A PAS ÉTÉ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Rien n'est rapetissé pour faire entrer plus de choses.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texte garde ses 17 pixels, les boutons leurs 44. Ce qui change, c'est la disposition : les colonnes s'empilent, le banc de réponses vient sous le pouce, et le glisser-déposer se fait au doigt.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ENTRER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portail de l'élève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Il entre avec son code à six caractères. Le bilan et les modules s'empilent, dans l'ordre où l'enseignant les a ouverts.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09231" y="2372868"/>
            <a:ext cx="1773232" cy="3799332"/>
          </a:xfrm>
          <a:prstGeom prst="roundRect">
            <a:avLst>
              <a:gd name="adj" fmla="val 5156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el-01-por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519" y="2391156"/>
            <a:ext cx="1736656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ENTRER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Sa langue, s'il en a besoin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L'élève choisit sa langue une fois. Elle sert à traduire un mot sous le français — jamais à remplacer le français.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09231" y="2372868"/>
            <a:ext cx="1773232" cy="3799332"/>
          </a:xfrm>
          <a:prstGeom prst="roundRect">
            <a:avLst>
              <a:gd name="adj" fmla="val 5156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el-03-lan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519" y="2391156"/>
            <a:ext cx="1736656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FAMILLE 1 SUR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Des tuiles à toucher, larges. La rétroaction porte un mot autant qu'une couleur : jamais l'information par la couleur seule.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09231" y="2372868"/>
            <a:ext cx="1773232" cy="3799332"/>
          </a:xfrm>
          <a:prstGeom prst="roundRect">
            <a:avLst>
              <a:gd name="adj" fmla="val 5156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el-07-vrai-fau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519" y="2391156"/>
            <a:ext cx="1736656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FAMILLE 2 SUR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Associer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banc de réponses devient un bandeau collant, juste au-dessus des outils. La réponse reste sous le pouce pendant qu'on fait défiler.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09231" y="2372868"/>
            <a:ext cx="1773232" cy="3799332"/>
          </a:xfrm>
          <a:prstGeom prst="roundRect">
            <a:avLst>
              <a:gd name="adj" fmla="val 5156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el-08-assoc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519" y="2391156"/>
            <a:ext cx="1736656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FAMILLE 3 SUR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Des cases à écrire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case par réponse, avec le clavier du téléphone. La correction accepte plusieurs formulations, pas une seule chaîne exacte.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09231" y="2372868"/>
            <a:ext cx="1773232" cy="3799332"/>
          </a:xfrm>
          <a:prstGeom prst="roundRect">
            <a:avLst>
              <a:gd name="adj" fmla="val 5156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el-09-cases-ecr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519" y="2391156"/>
            <a:ext cx="1736656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FAMILLE 4 SUR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texte à trous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phrase reste entière autour du trou : l'élève lit ce qu'il complète, il ne remplit pas une grille.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09231" y="2372868"/>
            <a:ext cx="1773232" cy="3799332"/>
          </a:xfrm>
          <a:prstGeom prst="roundRect">
            <a:avLst>
              <a:gd name="adj" fmla="val 5156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el-10-texte-a-tr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519" y="2391156"/>
            <a:ext cx="1736656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FAMILLE 5 SUR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Des 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Les images sont produites pour la scène du module — jamais une banque d'images décorative, et aucun texte dedans.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09231" y="2372868"/>
            <a:ext cx="1773232" cy="3799332"/>
          </a:xfrm>
          <a:prstGeom prst="roundRect">
            <a:avLst>
              <a:gd name="adj" fmla="val 5156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el-11-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519" y="2391156"/>
            <a:ext cx="1736656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FAMILLE 6 SUR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question ouverte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L'élève écrit sa réponse. C'est la seule famille qui demande une relecture — et donc la seule que le mode sans assistance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09231" y="2372868"/>
            <a:ext cx="1773232" cy="3799332"/>
          </a:xfrm>
          <a:prstGeom prst="roundRect">
            <a:avLst>
              <a:gd name="adj" fmla="val 5156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el-17-question-ouve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519" y="2391156"/>
            <a:ext cx="1736656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FAMILLE 7 SUR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tableau à remplir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Sur téléphone, le tableau se déplie en rangées empilées : on ne fait jamais défiler un tableau latéralement.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09231" y="2372868"/>
            <a:ext cx="1773232" cy="3799332"/>
          </a:xfrm>
          <a:prstGeom prst="roundRect">
            <a:avLst>
              <a:gd name="adj" fmla="val 5156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el-18-table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519" y="2391156"/>
            <a:ext cx="1736656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PRODUIRE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Sa voix, puis son 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L'élève s'enregistre, se réécoute, recommence autant qu'il veut. Rien ne part avant qu'il appuie sur envoyer.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09231" y="2372868"/>
            <a:ext cx="1773232" cy="3799332"/>
          </a:xfrm>
          <a:prstGeom prst="roundRect">
            <a:avLst>
              <a:gd name="adj" fmla="val 5156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el-12-production-or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519" y="2391156"/>
            <a:ext cx="1736656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SES OUTILS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Sept, au bas de l'écran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Traduire, lire, simplifier, prononcer, demander, son carnet, réviser. Une barre repliable d'un geste.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09231" y="2372868"/>
            <a:ext cx="1773232" cy="3799332"/>
          </a:xfrm>
          <a:prstGeom prst="roundRect">
            <a:avLst>
              <a:gd name="adj" fmla="val 5156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el-14-out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519" y="2391156"/>
            <a:ext cx="1736656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La question à poser à la salle : combien de vos élèves feraient leurs exercices ce soir, s'il fallait un ordinateur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Les dix-huit captures sont dans le document papier.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tient sur douze pages, en couleur.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francis · présentation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