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Annexe. Devant des enseignants, c'est souvent elle qu'il faut projeter en premier : elle répond à « qu'est-ce que je fais lundi matin ? », qui passe avant toutes les questions de gouvernance.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dire une seule fois, et sans y insister : la salle le remarque seule si on lui laisse deux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séance dure quatre heures. Sans objectif annoncé, elle se raconte au lieu de se dérouler.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Détail qui fait sourire, mais il est mesuré : une règle qui tient dans une photo de téléphone se retrouve dans les notes de l'élève.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n'est pas une capture d'écran de l'exercice : c'est l'exercice recomposé. Une image projetée ne se lit pas de la dernière rangée.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ce qui permet à un remplaçant de donner la séance. Le dire : les directions y pensent avant les enseignants.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bloc que les enseignants d'expérience apprécient le plus : il dit ce que quinze ans de classe apprennent.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seul bloc noir de la séance, et c'est voulu : un seul bloc foncé par document, sinon plus rien ne ressort.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la planche quelques secondes seulement. Ce qu'elle dit tient en un coup d'œil : c'est déjà fait, et c'est cohérent.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Même question que dans P1, et c'est voulu — la trousse répète trois fois ce qui doit rester. Rappeler que rien n'est verrouillé : le dépôt accepte une version d'enseignant sans écraser l'officielle.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ANNEXE  ·  LA SÉANCE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diaporamas de séance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1 264 diaporamas, un par séance, 15 154 diapositives en tout, et 12 524 notes de présentateur qui disent quoi faire à chaque page. Douze types de diapositives, pas un de plus.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 minutes  ·  francis · présentation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QUE CE DIAPORAMA-CI DÉMONTRE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êtes en train de regarder le produit se présenter lui-même.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Cette diapositive sort du même thème que les 1 264 diaporamas de séance : mêmes gabarits, même typographie, mêmes règles de couleur. Ce que vous voyez ici, l'enseignant l'a en classe.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UNE SÉANCE, BLOC PAR BLOC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s'ouvre sur son objectif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Quatre points, pas plus. L'enseignant sait ce qu'il vise ; les élèves savent où ils vont.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0863" y="2064257"/>
            <a:ext cx="7269967" cy="4107942"/>
          </a:xfrm>
          <a:prstGeom prst="roundRect">
            <a:avLst>
              <a:gd name="adj" fmla="val 2225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mat-11-diapo-objecti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151" y="2082545"/>
            <a:ext cx="7233391" cy="40713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UNE SÉANCE, BLOC PAR BLOC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règle, seule et grosse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énoncé par diapositive. C'est celle que les élèves photographient — elle est composée pour ça.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35009" y="2372868"/>
            <a:ext cx="6721675" cy="3799332"/>
          </a:xfrm>
          <a:prstGeom prst="roundRect">
            <a:avLst>
              <a:gd name="adj" fmla="val 2406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mat-12-diapo-re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297" y="2391156"/>
            <a:ext cx="6685099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UNE SÉANCE, BLOC PAR BLOC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L'exercice projeté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même exercice que dans le module interactif, en texte composé pour être lu du fond de la salle.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35009" y="2372868"/>
            <a:ext cx="6721675" cy="3799332"/>
          </a:xfrm>
          <a:prstGeom prst="roundRect">
            <a:avLst>
              <a:gd name="adj" fmla="val 2406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mat-13-diapo-exerc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297" y="2391156"/>
            <a:ext cx="6685099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UNE SÉANCE, BLOC PAR BLOC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Puis son corrigé, à la même 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diapositive suivante porte les réponses. L'enseignant n'a rien à chercher, rien à préparer, rien à improviser.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35009" y="2372868"/>
            <a:ext cx="6721675" cy="3799332"/>
          </a:xfrm>
          <a:prstGeom prst="roundRect">
            <a:avLst>
              <a:gd name="adj" fmla="val 2406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mat-14-diapo-corri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297" y="2391156"/>
            <a:ext cx="6685099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UNE SÉANCE, BLOC PAR BLOC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piège, avant qu'il tombe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Ce qu'on entend souvent, à côté de ce qu'il faut dire. L'erreur fréquente est traitée avant qu'un élève la commette.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35009" y="2372868"/>
            <a:ext cx="6721675" cy="3799332"/>
          </a:xfrm>
          <a:prstGeom prst="roundRect">
            <a:avLst>
              <a:gd name="adj" fmla="val 2406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mat-15-diapo-pie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297" y="2391156"/>
            <a:ext cx="6685099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UNE SÉANCE, BLOC PAR BLOC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dernière diapositive ferme la séance sur une question. Elle dit à l'enseignant si ce qu'il vient de faire a pris.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35009" y="2372868"/>
            <a:ext cx="6721675" cy="3799332"/>
          </a:xfrm>
          <a:prstGeom prst="roundRect">
            <a:avLst>
              <a:gd name="adj" fmla="val 2406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mat-16-diapo-bil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297" y="2391156"/>
            <a:ext cx="6685099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TOUTES 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Seize séances d'un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 choisit sa séance en la voyant, pas en lisant un nom de fichier.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7761" y="2064257"/>
            <a:ext cx="7056172" cy="4107942"/>
          </a:xfrm>
          <a:prstGeom prst="roundRect">
            <a:avLst>
              <a:gd name="adj" fmla="val 2225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mat-17-planche-vignet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049" y="2082545"/>
            <a:ext cx="7019596" cy="40713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300" b="1" i="0">
                <a:solidFill>
                  <a:srgbClr val="FFFFFF"/>
                </a:solidFill>
                <a:latin typeface="Verdana"/>
              </a:rPr>
              <a:t>La question à poser : combien d'heures par semaine vos enseignants passent-ils à fabriquer ce que vous venez de voir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1 518 heures de classe sont déjà préparées.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matériel s'ouvre : un enseignant dépose sa version à côté.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francis · présentation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