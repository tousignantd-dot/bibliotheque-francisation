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en disant que cette partie n'attend pas la question : c'est nous qui la posons. Une direction qui découvre un flux après coup ne revient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temps, le plus court. Annoncer qu'on va au-devant des questions plutôt que de les attendre.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Jalon. Le ton change ici : on ne vend plus, on rend des comptes.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phrase désamorce la moitié des inquiétudes. La dire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cacher la première ligne : c'est elle qui rend le reste crédible. L'inventaire complet est dans la page Loi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celle qui intéresse un conseiller juridique : la transcription ferme le passif sans coûter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Hors Québec » comprend l'Ontario : un hébergement à Toronto est une sortie au même titre qu'en Virginie. Le dire avant qu'on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la personne insiste, proposer le mode sans assistant : plus aucun texte d'élève ne quitte le serveur, et la question tombe.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là-dessus : ce sont des décisions d'organisme, pas des fonctionnalités à attendre.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le guide en partant. C'est le document qui fait avancer le dossier entre deux rencontres.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PRÉSENTATION  ·  3 SUR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questions de conformité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poser soi-même plutôt que les subir. Ce qui sort du serveur, ce qui n'en sort jamais, et les trois choses que la loi demande avant de communiquer hors Québec.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 minutes  ·  francis · présentation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PARCOURS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vingt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1057839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331720"/>
            <a:ext cx="54864" cy="868680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6E7175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551176"/>
            <a:ext cx="8131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4B4F52"/>
                </a:solidFill>
                <a:latin typeface="Verdana"/>
              </a:rPr>
              <a:t>Ce qu'il y a dans la boîte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95967" y="260603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8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83279"/>
            <a:ext cx="11057839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383279"/>
            <a:ext cx="54864" cy="868680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3639311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602735"/>
            <a:ext cx="8131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4B4F52"/>
                </a:solidFill>
                <a:latin typeface="Verdana"/>
              </a:rPr>
              <a:t>Ce que la direction décide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365759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8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57839" cy="868680"/>
          </a:xfrm>
          <a:prstGeom prst="roundRect">
            <a:avLst>
              <a:gd name="adj" fmla="val 1684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66928" y="4434840"/>
            <a:ext cx="54864" cy="868680"/>
          </a:xfrm>
          <a:prstGeom prst="rect">
            <a:avLst/>
          </a:prstGeom>
          <a:solidFill>
            <a:srgbClr val="0A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" y="46908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07734A"/>
                </a:solidFill>
                <a:latin typeface="Verdan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654296"/>
            <a:ext cx="8131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Les questions de conformité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470915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82">
                <a:solidFill>
                  <a:srgbClr val="0A8F5B"/>
                </a:solidFill>
                <a:latin typeface="Verdana"/>
              </a:rPr>
              <a:t>TROISIÈME TEMPS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10509199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FFFFFF"/>
                </a:solidFill>
                <a:latin typeface="Verdana"/>
              </a:rPr>
              <a:t>Les questions de conformité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343400"/>
            <a:ext cx="1005840" cy="45720"/>
          </a:xfrm>
          <a:prstGeom prst="rect">
            <a:avLst/>
          </a:prstGeom>
          <a:solidFill>
            <a:srgbClr val="0A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4617720"/>
            <a:ext cx="86803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D6D6D2"/>
                </a:solidFill>
                <a:latin typeface="Verdana"/>
              </a:rPr>
              <a:t>Ce qui sort du serveur, ce qui n'en sort jamais, et les trois choses que la loi demande.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quitte le serveur, et vers où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n'en sort jamais, et pourquoi c'est écrit dans le code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trois exigences de l'article 70.1 avant une sortie du Québec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repartir avec la liste de ce que le centre doit décider lui-même.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PRINCIPE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Rien n'atteint l'enseignant sans un geste de l'élève.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corrections de l'assistant s'affichent à l'écran et ne s'écrivent nulle part. Ce qui remonte, c'est ce que l'élève a choisi d'envoyer — un enregistrement, un texte — jamais ce qu'il a essayé.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L'INVENTAIRE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franchit la frontière, et ce qui reste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FLUX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routes d'assistance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textes et les réponses de l'élève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Anthropic, États-Unis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reconnaissance vocale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voix de l'élève, en continu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Google ou Apple, selon le navigateur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198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0999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synthèse des voix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80999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texte de module, jamais d'élève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80999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Azure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28243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Tout le reste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28243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rien ne sort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28243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serveur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4748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0352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reconnaissance vocale se ferme par le réglage du micro ; les routes d'assistance, par celui de l'assistant.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NE SORT JAMAIS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Écrit dans le code, pas dans une promesse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vrai 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portail ne connaît que des pseudonymes. L'enseignant refait le lien, hors de l'outil.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Les corrections de l'assistant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Affichées, jamais enregistrées. Le registre des appels compte des jetons et ne garde aucun texte.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texte des réponses ouvertes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tableau de classe reçoit juste ou faux et le nombre d'essais ; le serveur jette le reste.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La voix, si le centre le décide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états : l'enregistrement gardé, la transcription seule, ou rien du tout.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DE L'ARTICLE 70.1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Hors Québec est permis, à trois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évaluation des facteurs relatifs à la vie privée faite avant la communication ; une conclusion de protection adéquate ; une entente écrite qui en tient compte. Sans évaluation, ce qui est en défaut, c'est le flux — pas l'emplacement du disque.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L'IDÉE REÇUE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faut héberger au Québec.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faut avoir fait l'évaluation, et l'avoir écrite.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une condition à la sortie, pas une frontière fermée. L'inventaire des flux existe justement pour alimenter cette évaluation.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QUE LE CENTRE DÉCIDE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décisions qui ne sont pas techniques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DÉCISION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durée de conservation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combien de temps on garde les traces d'un élève après son départ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communication hors Québec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l'évaluation, la conclusion, l'entente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Qui a accès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comptes de direction, et ce qu'ils voient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responsable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personne qui répond d'une demande d'accès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Aucune ne demande de développement : trois interrupteurs sont déjà construits, celles-ci s'écrivent.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P3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La question à emporter : qui, chez vous, signe l'évaluation des facteurs relatifs à la vie privée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guide pour la direction contient le modèle et les articles.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groupe pilote sans assistant n'attend aucune de ces réponses.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P3 · francis · présentation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