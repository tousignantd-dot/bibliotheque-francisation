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On ne la projette pas d'office : on l'ouvre quand la salle demande à voir. Si personne ne demande, c'est que la démonstration en direct a suffi.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une fois, au début. Ensuite les images parlent seules.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mode ordinaire. Insister sur un mot : pseudonyme, jamais le vrai nom — le champ s'appelle « pseudo » dans l'interface, et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 réglage d'affichage, pas une permission — l'enseignant a déjà accès aux dossiers. Le bouton sert à montrer un texte au tableau sans nommer son 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qui répond à la Loi 25 sans en parler. Le suivi n'est pas dégradé pour autant : c'est le même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code QR est fabriqué par le serveur, pas par un service en ligne. Personne d'extérieur ne voit l'adresse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s'attarder : c'est la diapositive suivante qui porte l'argument.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à faire passer : ce n'est pas une version amputée qu'on installe ailleurs, c'est le même fichier qui se replie. Un centre qui change d'avis n'a rien à redéployer.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ici à « qu'est-ce qu'on perd ? ». On perd la relecture immédiate, pas l'exercice — une réponse honnête rassure plus qu'un « rien du tout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que le badge dit d'où vient la décision — « hérité de CSS X ». Un centre qui a négocié une exception la porte écrite sur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Fermer ici. Le document papier « Les écrans, cas par cas » reprend les treize captures, celles-ci comprises.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ANNEXE  ·  LES ÉCRANS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écrans, cas par 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décisions d'établissement, et ce qu'elles changent à l'écran. Chaque image est une capture du portail en marche, avec une classe de démonstration — rien n'est dessiné pour la circonstance.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 minutes  ·  francis ·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CETTE ANNEXE PROUVE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 ce qui suit existe et tourne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captures sont prises sur le portail en marche, avec des élèves fictifs. Une maquette montre ce qu'on aimerait livrer ; une capture montre ce qui est livré.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SUIVRE UNE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des comptes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élève a un pseudonyme et un code. L'enseignant voit qui a fait quoi, et retrouve un dossier individuel.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3307" y="2372868"/>
            <a:ext cx="2545080" cy="3799332"/>
          </a:xfrm>
          <a:prstGeom prst="roundRect">
            <a:avLst>
              <a:gd name="adj" fmla="val 3592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1-suivi-comp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595" y="2391156"/>
            <a:ext cx="2508504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SUIVRE UNE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tableau, projeté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interrupteur remplace les pseudonymes par des rangs stables : on projette le travail de la classe sans exposer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6181" y="2372868"/>
            <a:ext cx="3799332" cy="3799332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2-suivi-anony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469" y="2391156"/>
            <a:ext cx="376275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SUIVRE UNE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Sans aucun compte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tableau, mêmes chiffres. Les élèves s'appellent « Participant 3 » : il n'existe aucune donnée pour les nommer.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1611" y="2372868"/>
            <a:ext cx="2808472" cy="3799332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4-suivi-se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899" y="2391156"/>
            <a:ext cx="277189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SANS AUCUN COMPTE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photocopie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code à six caractères, un code QR, l'adresse en toutes lettres. Noir et blanc : c'est la photocopieuse de l'école qui la tire.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0050" y="2372868"/>
            <a:ext cx="2991593" cy="3799332"/>
          </a:xfrm>
          <a:prstGeom prst="roundRect">
            <a:avLst>
              <a:gd name="adj" fmla="val 3056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5-feuille-se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38" y="2391156"/>
            <a:ext cx="2955017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Assistance ouverte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L'élève peut faire traduire un mot, simplifier une consigne, poser une question. Sept outils dans le rail de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5845" y="2372868"/>
            <a:ext cx="3260003" cy="37993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7-module-avec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133" y="2391156"/>
            <a:ext cx="3223427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Assistance fermée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même fichier. Ce qui dépend d'un modèle disparaît ; l'écoute, la prononciation, le carnet et la révision restent.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5845" y="2372868"/>
            <a:ext cx="3260003" cy="37993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08-module-sans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133" y="2391156"/>
            <a:ext cx="3223427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ASSISTANCE FERMÉE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perd, ce qu'on garde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Plus de relecture avant l'envoi : l'enseignant reçoit le texte tel quel. La tâche, elle, ne bouge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25008" y="2372868"/>
            <a:ext cx="1541678" cy="3799332"/>
          </a:xfrm>
          <a:prstGeom prst="roundRect">
            <a:avLst>
              <a:gd name="adj" fmla="val 5931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10-production-sans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296" y="2391156"/>
            <a:ext cx="1505102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se pose sur l'arbre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un centre, ou sur une commission scolaire entière. Le premier réglage explicite tranche, et il s'hérite vers le bas.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0386" y="2372868"/>
            <a:ext cx="3530922" cy="3799332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s-12-arbre-ref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674" y="2391156"/>
            <a:ext cx="3494346" cy="37627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 dernier écran, si la question vient : l'espace direction, où l'on ouvre les comptes et où l'on regarde la dépense.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treize captures sont dans le document papier.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se laisse sur la table à la fin de la rencontre.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francis · 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