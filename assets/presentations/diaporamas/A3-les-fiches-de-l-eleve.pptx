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Annexe. Elle sert surtout devant une direction qui doute que le numérique convienne à son public : la réponse est qu'on n'a jamais retiré le papier.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même diapositive que dans P1. La répéter est voulu : c'est la seule idée que la salle doit emporter des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noir et blanc n'est pas une économie de style : c'est la seule façon qu'une fiche sorte juste d'une photocopieuse d'école.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à faire : l'audio est dans le module, le texte est sur la fiche. Un élève sans données mobiles travaille quand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Seize séances par module aux niveaux 3 à 8 ; huit aux niveaux 1 et 2. Le dire seulement si on le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document qui impressionne le plus en salle, et c'est le moins cher à produire : il est assemblé à partir des fiches qui existent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quatre-là viennent de vraies objections. Ne pas les inventer en salle : les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Fermer là-dessus. C'est la phrase qui désamorce l'objection du tout-numérique.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ANNEXE  ·  LE PAPIER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fiches de l'élève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fiche par séance, format lettre, en noir et blanc — 1 264 fiches. Elles s'impriment sur la photocopieuse de l'école, elles se rangent dans un cartable, et elles ne demandent aucun appareil.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 minutes  ·  francis · présentation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QUI TIENT TOUT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séance, c'est une fiche pour l'élève et un diaporama pour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sortent du même fichier de contenu. Corriger une règle la corrige des deux côtés : il n'existe pas de version à jour et de version oubliée.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fiche que l'élève reçoit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Nom, date, l'objectif de la séance, les exercices. Noir et blanc : la hiérarchie passe par la graisse et les filets, jamais par la couleur.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5884" y="2372868"/>
            <a:ext cx="2499926" cy="3799332"/>
          </a:xfrm>
          <a:prstGeom prst="roundRect">
            <a:avLst>
              <a:gd name="adj" fmla="val 3657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t-01-fiche-se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172" y="2391156"/>
            <a:ext cx="2463350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dialogue, écrit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Ce que l'élève a entendu dans le module, il le retrouve écrit. Il peut le relire chez lui sans rouvrir un écran.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5884" y="2372868"/>
            <a:ext cx="2499926" cy="3799332"/>
          </a:xfrm>
          <a:prstGeom prst="roundRect">
            <a:avLst>
              <a:gd name="adj" fmla="val 3657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t-02-fiche-dialo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172" y="2391156"/>
            <a:ext cx="2463350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sommaire de ses séances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Les seize séances d'un module en une page. C'est ce que l'enseignant imprime en premier, pour savoir où il 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8778" y="2372868"/>
            <a:ext cx="2794138" cy="3799332"/>
          </a:xfrm>
          <a:prstGeom prst="roundRect">
            <a:avLst>
              <a:gd name="adj" fmla="val 3272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t-03-sommaire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066" y="2391156"/>
            <a:ext cx="2757562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TOUTES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manuel de l'élève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Les 288 séances d'un niveau reliées en un manuel, avec sa table des matières. Il se fabrique en une commande.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5135" y="2372868"/>
            <a:ext cx="2941423" cy="3799332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t-06-manuel-couver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23" y="2391156"/>
            <a:ext cx="2904847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QUE LE PAPIER PERMET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situations, toutes réelles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 élève sans appareil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fait la séance sur sa fiche, et rattrape l'écoute en classe. Rien ne l'exclut du cours.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Une panne de réseau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séance se donne quand même : l'enseignant a son diaporama, l'élève a sa fiche.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 cartable qui reste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fin du niveau, l'élève repart avec un manuel. C'est ce qu'il montre chez lui.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Une correction à la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L'enseignant qui préfère corriger sur papier le peut. Le module n'oblige personne.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Le papier n'est pas la version dégradée du cours. C'est la moitié qui reste quand tout le reste tombe.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1 264 fiches, une par séance.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document « Les fiches de l'élève » tient sur neuf pages.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francis · présentation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