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648C1A-F783-A164-D03E-D021BF1A932D}" v="15" dt="2026-07-01T23:07:55.1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6742" y="0"/>
            <a:ext cx="915821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rcRect l="-113" r="-60"/>
          <a:stretch>
            <a:fillRect/>
          </a:stretch>
        </p:blipFill>
        <p:spPr>
          <a:xfrm>
            <a:off x="1626346" y="0"/>
            <a:ext cx="893251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0" y="0"/>
            <a:ext cx="9143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3143" y="0"/>
            <a:ext cx="8352667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486" y="0"/>
            <a:ext cx="86719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029" y="0"/>
            <a:ext cx="80768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Grand écran</PresentationFormat>
  <Paragraphs>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12</cp:revision>
  <dcterms:created xsi:type="dcterms:W3CDTF">2013-01-27T09:14:16Z</dcterms:created>
  <dcterms:modified xsi:type="dcterms:W3CDTF">2026-07-01T23:08:15Z</dcterms:modified>
  <cp:category/>
</cp:coreProperties>
</file>