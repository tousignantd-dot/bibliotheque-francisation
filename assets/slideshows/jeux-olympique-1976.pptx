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6e7a886e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36e7a886e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6e7a886e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6e7a886e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36e7a886e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36e7a886e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36e7a886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36e7a886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36e7a886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36e7a886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36e7a886e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36e7a886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6e7a886e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6e7a886e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36e7a886e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36e7a886e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36e7a886e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36e7a886e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6e7a886e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6e7a886e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36e7a886e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36e7a886e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s 50 ans des Jeux olympiques de Montréal à l'honneur dans la programmation de nombreux partenaires du LHPM ce printemps! - Laboratoire d'histoire et de patrimoine de Montréal - UQAM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100" y="909263"/>
            <a:ext cx="702945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1976 Summer Olympics - Wikipedia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79550"/>
            <a:ext cx="228600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ubmatique et Robert Charlebois fêteront les 50 ans des JO de Montréal | Radio-Canada"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600075"/>
            <a:ext cx="70294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🔥 À 50 ans des Jeux olympiques de Montréal, tout le monde parle encore des moments marquants de cet événement, mais connaissez-vous l'histoire derrière leur obtention? Découvrez ici le long chemin parcouru"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763" y="185738"/>
            <a:ext cx="38004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Stade olympique de Montréal | l'Encyclopédie Canadienne"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388" y="1127125"/>
            <a:ext cx="522922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s Jeux olympiques de Montréal, toute une histoire! | Encyclopédie du MEM"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863" y="1136650"/>
            <a:ext cx="52482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50e anniversaire des Jeux olympiques de Montréal | Deux chansons, une saga"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225" y="419100"/>
            <a:ext cx="64579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40e anniversaire des Jeux olympiques de Montréal de 1976"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952600"/>
            <a:ext cx="702945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s controverses marquantes des Jeux de Montréal: était-ce du dopage ou beaucoup de yogourt? | JDM | QUB info"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5425" y="288925"/>
            <a:ext cx="2819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s Jeux olympiques de 1976 : des compétitions largement déployées | Encyclopédie du MEM"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00" y="1122363"/>
            <a:ext cx="52101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es Jeux olympiques de 1976 : une aventure tout en souvenirs | MEM – Centre  des mémoires montréalaises"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138" y="709613"/>
            <a:ext cx="5239735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ne exposition sans complaisance pour le 50e anniversaire des Jeux olympiques de Montréal | JDM"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763" y="1392050"/>
            <a:ext cx="38004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