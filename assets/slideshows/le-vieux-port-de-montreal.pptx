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325595f8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325595f8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325595f8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325595f8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325595f8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325595f8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325595f8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325595f8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325595f8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325595f8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325595f8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325595f8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325595f8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325595f8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325595f8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325595f8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325595f8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325595f8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325595f8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325595f8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325595f8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325595f8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a Grande Roue de Montréal | Vieux Port de Montréal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3" y="924975"/>
            <a:ext cx="521017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Inaugurée en 1992, la patinoire du Vieux-Port de Montréal ferme définitivement, pour des raisons financières et environnementales | Le Devoir"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9950" y="967325"/>
            <a:ext cx="521017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 meilleur de Vieux-Port de Montréal Sorties de nuit 2026 - Annulation gratuite | GetYourGuide"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275" y="914425"/>
            <a:ext cx="601980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Nouveau souffle sur le Vieux-Port | La Presse"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838200"/>
            <a:ext cx="64579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Vieux-Montréal et Vieux-Port | Protégez-Vous.ca"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5025" y="733425"/>
            <a:ext cx="49339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Cette plage de sable fin gratuite ouvre pour l'été au Vieux-Port de Montréal"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838200"/>
            <a:ext cx="64579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 Vieux-Port de Montréal : plus vivant, audacieux et festif que jamais cet été! — Quoi faire au Québec"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013" y="1771650"/>
            <a:ext cx="284797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Centre des sciences de Montréal » Montreal self-guided audio tour app » VoiceMap"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263" y="985838"/>
            <a:ext cx="5705475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Revitaliser le Vieux-Port de Montréal | Voir vert - Le portail du bâtiment durable au Québec"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3" y="1017725"/>
            <a:ext cx="521017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Bonjour Montréal : le Grand Quai accueille en beauté les visiteurs"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163" y="885825"/>
            <a:ext cx="4257675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Vieux-Port de Montréal | Encyclopédie du patrimoine culturel de l'Amérique française"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275" y="971550"/>
            <a:ext cx="565785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