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schemas.openxmlformats.org/officeDocument/2006/relationships/slide" Target="slides/slide19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1f4e096da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f1f4e096da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1f4e096da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1f4e096d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1f4e096da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f1f4e096da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f1f4e096da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f1f4e096da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1f4e096da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f1f4e096da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f1f4e096da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f1f4e096da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f1f4e096da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f1f4e096da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1f4e096da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f1f4e096da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1f4e096da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f1f4e096da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f1f4e096da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f1f4e096da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f1f4e096da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f1f4e096da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1f4e096da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1f4e096da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1f4e096da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f1f4e096da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1f4e096da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f1f4e096da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f1f4e096da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f1f4e096da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f1f4e096da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f1f4e096da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f1f4e096da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f1f4e096da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f1f4e096da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f1f4e096da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7.jpg"/><Relationship Id="rId5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🥳 Le parc du Mont-Royal fête ses 150 ans! Depuis 1876, le parc du Mont- Royal fait partie du quotidien des Montréalaises et des Montréalais. Pensé par Frederick Law Olmsted, le célèbre architecte"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6775" y="141825"/>
            <a:ext cx="3800475" cy="477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La Montagne au cœur de Montréal – 150 ans d'histoire du Parc du Mont-Royal - Musée McCord Stewart"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5525" y="57175"/>
            <a:ext cx="41052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La Montagne au cœur de Montréal – 150 ans d'histoire du Parc du Mont-Royal - Musée McCord Stewart"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4275" y="819150"/>
            <a:ext cx="6600825" cy="421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La Montagne au cœur de Montréal - Musée McCord Stewart"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5450" y="1231900"/>
            <a:ext cx="6096000" cy="357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arc du Mont-Royal | Ville de Montréal"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6525" y="1028700"/>
            <a:ext cx="5876925" cy="308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Le mont Royal | Les Amis de la montagne (@lemontroyal) · Montreal, QC"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5100" y="1231875"/>
            <a:ext cx="1914525" cy="2390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e mont Royal | Les Amis de la montagne (@lemontroyal) · Montreal, QC" id="92" name="Google Shape;9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66300" y="1443575"/>
            <a:ext cx="1914525" cy="2390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discover Mount Royal, one hike at a time! 🥾❄, Explore the winter landscapes, wildlife, and nature that Mount Royal has to offer! Breathe in the fresh air and take in breathtaking views of the city ..." id="93" name="Google Shape;93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07650" y="753538"/>
            <a:ext cx="2040450" cy="363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Location de vélo au mont Royal" id="100" name="Google Shape;10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1600" y="400050"/>
            <a:ext cx="6400800" cy="434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meilleurs Monuments et statues de Parc du Mont-Royal (Montréal)" id="107" name="Google Shape;10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2950" y="522825"/>
            <a:ext cx="4762500" cy="476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Le parc du Mont-Royal célèbre 150 ans d'histoire, de luttes et de transformations à Montréal | JDM" id="114" name="Google Shape;11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4950" y="1507075"/>
            <a:ext cx="3800475" cy="253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Les parcs du Mont-Royal et Frédéric-Back, deux ambiances hivernales | Le Devoir" id="121" name="Google Shape;12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4625" y="1274225"/>
            <a:ext cx="5210175" cy="347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Un parc en toutes saisons | les amis de la montagne" id="128" name="Google Shape;12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8200" y="666750"/>
            <a:ext cx="4752975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Quoi faire à Montréal à l'extérieur durant la semaine de relâche – Easy Planet Travel" id="135" name="Google Shape;13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0050" y="718550"/>
            <a:ext cx="4876800" cy="324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Ski de fond en ville | La Presse" id="142" name="Google Shape;14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9200" y="1017725"/>
            <a:ext cx="3924300" cy="276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Skiglisse: Mont Royal" id="149" name="Google Shape;14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6225" y="1079500"/>
            <a:ext cx="5086350" cy="356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Saviez-vous qu’en plein cœur de Montréal se cache un écrin de nature de 10 km² ? Le mont Royal, ce poumon vert qui domine la métropole, se découvre toute l’année grâce à l’organisme @lemontroyal , ..." id="156" name="Google Shape;15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4275" y="67725"/>
            <a:ext cx="28860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Parc du Mont-Royal | Québec Vacances" id="163" name="Google Shape;16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4775" y="1284825"/>
            <a:ext cx="2143125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Le belvédère du Mont Royal à Montréal | Carnets Vanille" id="170" name="Google Shape;17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9100" y="356650"/>
            <a:ext cx="7029450" cy="394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202" y="0"/>
            <a:ext cx="8367595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