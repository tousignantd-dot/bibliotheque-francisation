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0400bff4a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0400bff4a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labanquise.com/menu-poutine.php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>
                <a:solidFill>
                  <a:schemeClr val="hlink"/>
                </a:solidFill>
                <a:hlinkClick r:id="rId3"/>
              </a:rPr>
              <a:t>https://labanquise.com/menu-poutine.php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