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1d46a6651b4baa003254a8a8092011b596261eb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3808c1e58936c730ff4ba0fdc735b5ae7786a02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bfdbf411084addb4cb071662c94cdc5d6f83afc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762a7ce05c9ec8ade837fca57920dd4700e70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2872f02b9f854c60a7ce842aed087ff8ff555a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f3a1f3d0f9452b3d990da921cceb81745e8815c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2026-07-01T16:02:04Z</dcterms:created>
  <dcterms:modified xsi:type="dcterms:W3CDTF">2026-07-01T16:02:04Z</dcterms:modified>
</cp:coreProperties>
</file>