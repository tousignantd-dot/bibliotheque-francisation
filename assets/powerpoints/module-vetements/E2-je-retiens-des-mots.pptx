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taille / pointure est celle qui revient le plus souvent.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sécheuse » : le mot d'ici. En France, on dit « sèche-linge ». Le signaler sans en faire une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que les élèves n'ont jamais entendus. Les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six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trois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vêtement et la taille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manteau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843" y="2121408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d'extérieur long et chaud de l'hiver.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cabine d'essayage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843" y="2778252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espace fermé où on essaie.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843" y="3435096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d'un vêtement : petit, moyen, grand.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pointure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843" y="4091939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 d'une chaussure — jamais « taille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serré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843" y="4748784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Trop petit, qui empêche de bouger.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25583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manche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843" y="5405628"/>
            <a:ext cx="679616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couvre le bras.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manteau et son entretien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duvet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8315" y="2121408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plumes légères qui remplissent un manteau chaud.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capuchon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8315" y="2909620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couvre la tête.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mode d'entretien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8315" y="3697833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L'étiquette qui dit comment laver et sécher.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sécheuse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8315" y="4486046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qui sèche le linge.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84130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imperméable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8315" y="5274259"/>
            <a:ext cx="721069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ne laisse pas passer l'eau.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l'achat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545" y="2121408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Rapporter un article et en prendre un autre.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remboursement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545" y="3106674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Rapporter un article et récupérer son argent.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mise de côté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3545" y="4091939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magasin garde l'article, contre un dépôt.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77653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dépôt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3545" y="5077205"/>
            <a:ext cx="727546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du prix payée d'avance.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féminin qu'on entend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-e réveille la consonne finale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qui ne va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degré + adjectif + endroit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décrire un vêtement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l'adjectif suit le nom, la couleur s'accorde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et donner un avis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trouve que, il me semble, à mon avis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dessins dans le 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bac, triangle, carré, fer, cercle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échanger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facture, étiquettes, état, délai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vêtement se choisit avec deux étiquettes, pas 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Celle du prix dit combien il coûte aujourd'hui. Celle du col dit combien il coûtera, comment il se lave, et combien de temps il durera. Kofi a acheté un manteau qu'il portera cinq hivers parce qu'il a lu la deuxième.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ce qui ne va pas avec un vêtement, et où.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un avis et en donner un sans blesser.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les cinq symboles de l'étiquette d'entretien.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un échange, un remboursement ou une mise de côté.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