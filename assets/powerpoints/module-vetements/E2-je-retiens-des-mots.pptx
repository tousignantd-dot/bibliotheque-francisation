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Rendre tous les billets corrigés du module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distinction taille / pointure est celle qui revient le plus souvent. Dernier rappel.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La sécheuse » : le mot d'ici. En France, on dit « sèche-linge ». Le signaler sans en faire une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mots sont ceux que les élèves n'ont jamais entendus. Les faire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chaque ligne par un élève différent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celle que les élèves rapportent le plus souvent comme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de clôture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trois à l'écran, une minute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interactive. La faire remplir là : elle est conservée avec les traces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Quinze mots, six points de langue, six questions. Dernière séance : on rassemble, on révise, et chacun fait le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rassembler le vocabulaire du module en trois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avec les cartes mémoire, seul ou à deux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les points de langue en une phrase chacun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vêtement et la taille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558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manteau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843" y="2121408"/>
            <a:ext cx="679616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vêtement d'extérieur long et chaud de l'hiver.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2558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cabine d'essayage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843" y="2778252"/>
            <a:ext cx="679616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espace fermé où on essaie.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2558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taille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843" y="3435096"/>
            <a:ext cx="679616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grandeur d'un vêtement : petit, moyen, grand.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2558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pointure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843" y="4091939"/>
            <a:ext cx="679616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grandeur d'une chaussure — jamais « taille ».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2558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serré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843" y="4748784"/>
            <a:ext cx="679616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Trop petit, qui empêche de bouger.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25583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manche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843" y="5405628"/>
            <a:ext cx="679616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partie qui couvre le bras.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manteau et son entretien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84130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duvet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8315" y="2121408"/>
            <a:ext cx="721069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plumes légères qui remplissent un manteau chaud.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84130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capuchon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8315" y="2909620"/>
            <a:ext cx="721069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partie qui couvre la tête.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84130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mode d'entretien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8315" y="3697833"/>
            <a:ext cx="721069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L'étiquette qui dit comment laver et sécher.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84130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sécheuse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8315" y="4486046"/>
            <a:ext cx="721069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L'appareil qui sèche le linge.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84130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imperméable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8315" y="5274259"/>
            <a:ext cx="721069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Qui ne laisse pas passer l'eau.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l'achat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765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échange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3545" y="2121408"/>
            <a:ext cx="72754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Rapporter un article et en prendre un autre.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7765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remboursement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3545" y="3106674"/>
            <a:ext cx="72754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Rapporter un article et récupérer son argent.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7765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mise de côté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3545" y="4091939"/>
            <a:ext cx="72754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magasin garde l'article, contre un dépôt.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7765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dépôt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3545" y="5077205"/>
            <a:ext cx="72754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partie du prix payée d'avance.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féminin qu'on entend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-e réveille la consonne finale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dire ce qui ne va 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degré + adjectif + endroit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décrire un vêtement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l'adjectif suit le nom, la couleur s'accorde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autres au tableau suivant.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et donner un avis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trouve que, il me semble, à mon avis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cinq dessins dans le 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bac, triangle, carré, fer, cercle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échanger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facture, étiquettes, état, délai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QU'IL FAUT RETENIR DU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vêtement se choisit avec deux étiquettes, pas 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Celle du prix dit combien il coûte aujourd'hui. Celle du col dit combien il coûtera, comment il se lave, et combien de temps il durera. Kofi a acheté un manteau qu'il portera cinq hivers parce qu'il a lu la deuxième.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RÉVISER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le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cartes mémoire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l'activité interactive, section « Je retiens des mots ». La traduction est masquée par défaut.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trois exercices de vocabulaire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mot et sa définition, le mot et l'image, le mot à écrire. Les mêmes quinze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Les six mini-leçons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Six panneaux « En apprendre plus », avec de l'audio. Ils restent accessibles après la fin du module.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dire ce qui ne va pas avec un vêtement, et où.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demander un avis et en donner un sans blesser.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lire les cinq symboles de l'étiquette d'entretien.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6178296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6333744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demander un échange, un remboursement ou une mise de côté.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