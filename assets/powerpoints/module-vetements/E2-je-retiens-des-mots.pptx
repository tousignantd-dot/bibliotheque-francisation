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taille / pointure est celle qui revient le plus souvent.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sécheuse » : le mot d'ici. En France, on dit « sèche-linge ». Le signaler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que les élèves n'ont jamais entendus. Les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trois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vêtement et la taille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d'extérieur long et chaud de l'hiver.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778252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fermé où on essaie.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435096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 vêtement : petit, moyen, grand.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091939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d'une chaussure — jamais « taille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4748784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Trop petit, qui empêche de bouger.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manche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843" y="540562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le bras.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manteau et son 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duvet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8315" y="2121408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plumes légères qui remplissent un manteau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capuchon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8315" y="2909620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la tête.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mode d'entretien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8315" y="3697833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qui dit comment laver et sécher.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8315" y="4486046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sèche le linge.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imperméable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8315" y="5274259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ne laisse pas passer l'eau.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l'achat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en prendre un autre.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3106674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récupérer son argent.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mise de côté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4091939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garde l'article, contre un dépôt.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5077205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 payée d'avance.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féminin qu'on entend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-e réveille la consonne finale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degré + adjectif + endroit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décrire un vêtement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l'adjectif suit le nom, la couleur s'accorde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donner un avis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que, il me semble, à mon avis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dessins dans le 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bac, triangle, carré, fer, cercle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échanger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facture, étiquettes, état, délai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vêtement se choisit avec deux étiquettes, pas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Celle du prix dit combien il coûte aujourd'hui. Celle du col dit combien il coûtera, comment il se lave, et combien de temps il durera. Kofi a acheté un manteau qu'il portera cinq hivers parce qu'il a lu la deuxième.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ce qui ne va pas avec un vêtement, et où.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avis et en donner un sans blesser.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cinq symboles de l'étiquette d'entretien.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échange, un remboursement ou une mise de côté.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