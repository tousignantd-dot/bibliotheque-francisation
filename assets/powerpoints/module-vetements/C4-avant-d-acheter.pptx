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défi 2. La séance relie l'avis et l'étiquette : les deux servent à décider.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nettoyage à sec coûte entre vingt et trente dollars. Quatre par hiver, et le manteau « au même prix » coûte cent dollars de plus par année.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Est-ce que ça se lave à la machine ? » : une question à mémoriser. Elle s'emploie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Kofi décide pour une raison, et il la dit. C'est exactement ce qu'on demande aux élèves de savoir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Ce raisonnement s'applique aussi aux chaussures et aux rideaux.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résumé du bloc C et l'annonce du bloc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Liste de révision du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geste : ouvrir le col, lire, remettre. Cinq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Exiger la raison du choix : c'est ce qui fait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C. Le calcul surprend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C4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Avant d'acheter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L'étiquette du prix dit combien. L'étiquette du col dit combien ça coûtera vraiment : un manteau à nettoyer à sec quatre fois par hiver n'est pas une aubaine.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50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l'étiquette avant de payer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estimer le coût d'entretien d'un vêtement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une information à une conseillère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le vocabulaire du défi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Deux manteaux au même prix. Lequel coûte le plus cher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L'un se lave à la machine, l'autre va au nettoyeur.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coûte un nettoyage à sec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fois par hiver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Alors, lequel est le moins cher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question à poser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43721" y="2322576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Excusez-moi, est-ce que celui-ci se lave à la machine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11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VALÉRIE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3721" y="3071876"/>
            <a:ext cx="8732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Attendez, je regarde l'étiquette… Oui, à froid, et séchage à basse température.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158995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3721" y="4158995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l'autre, le gris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437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908296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VALÉRIE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43721" y="4908296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Celui-là, c'est nettoyage à sec seulement.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décision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43721" y="1901952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coûte combien, un nettoyage à sec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1103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VALÉRIE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43721" y="2651252"/>
            <a:ext cx="87324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vingtaine de dollars, pour un manteau. Trois ou quatre fois par hiver.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KOFI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3721" y="3738371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je prends le noir. Il se lave chez moi.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87672"/>
            <a:ext cx="141103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VALÉRIE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3721" y="4487672"/>
            <a:ext cx="87324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 bon calcul.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coûte, après le prix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COÛTE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lavage à la machine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presque rien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lavage à la main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temps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séchage à plat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la place et du temps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nettoyage à sec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20 à 30 $ chaque fois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la seule ligne qui coûte de l'argent tous les mois.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DEUX QUESTIONS AVANT DE PAYER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ça se lave ? Est-ce que ça peut s'échanger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première évite un vêtement ruiné ou coûteux ; la seconde évite un achat définitif dont on ne veut plus. Les deux se posent en dix secondes, à la caisse, et personne ne les trouve étranges.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MOTS DU DÉFI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revoir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Donner un avis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trouve que, il me semble, à mon avis, je suis moins sûr de, il te va bien.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Nuancer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peu, plutôt, vraiment, c'est vrai, mais…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L'entretien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laver à froid, à la main, sécher à plat, la sécheuse, le nettoyage à sec, repasser, rétrécir.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L'étiquette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col, le symbole, le bac, le triangle, le carré, le fer, barré.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PAYER SANS AVOIR LU LE 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regarde l'étiquette en arrivant à la maison.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Dix secondes dans le magasin.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la maison, il est trop tard pour changer d'avis sans revenir. Et si vous avez déjà coupé l'étiquette du prix, l'échange devient impossible. L'étiquette du col se lit debout, dans l'allée.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deux · avant d'acheter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client, une conseillère. Deux vêtements.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conseillère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change de rôle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Comptez ce que vous avez à la maison qui va au nettoyeur.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Combien de vêtements ? Combien de fois par année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Combien ça fait, en dollars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