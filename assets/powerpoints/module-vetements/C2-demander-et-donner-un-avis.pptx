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les formules que C1 a fait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disent la même chose. Les deux dernières la présentent comme une opinion, donc discutable — et donc 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phrase par formule.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expliquer le pronom « en » en profondeur : il s'apprend ici en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pronom se place devant le verbe. C'est la seule difficulté, et elle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plus utile pour un désaccord partiel.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l'effet, pas sur la politesse : c'est une question d'efficacité.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formule d'opinion correcte.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 et rapide. Dix minutes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l'emploi du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et donner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trouve que… », « il me semble que… », « à mon avis… ». Trois entrées en matière qui transforment un jugement en opinion — c'est-à-dire en quelque chose qui se discute.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je trouve que, il me semble que, à mon avis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d'opinion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nuancer avec un peu, plutôt, moins sûr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pronom te, vous, lui devant le verbe aller.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phrase est la plus facile à recevoir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est trop court.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trouve qu'il est un peu court.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me semble un peu court.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différence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donner un avis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trouve que…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complète : … qu'il te va bien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me semble…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adjectif : … un peu court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mon avis,…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: …, le long est mieux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suis moins sûr de…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: … la longueur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Je trouve que » est la plus courante et la plus sûre.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POSER LA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Qu'est-ce que tu en penses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remplace « de ce manteau ». On peut aussi dire « Comment tu trouves ça ? » ou, plus formel, « Qu'en pensez-vous ? ». La formule avec « en » est de loin la plus fréquente à l'oral.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VERBE « ALLER » ET LE PRONOM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personnes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te va 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parles à la personne. C'est la forme la plus fréquente entre amis.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vous va bien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vouvoies, ou tu parles à une conseillère qui te répond. C'est la forme du magasin.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lui va bien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parles d'une troisième personne : « Ce manteau lui va bien.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Nuancer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L'EFFET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adoucit : un peu court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plutôt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atténue : plutôt long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vraiment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renforce : vraiment beau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sûr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réserve : je suis moins sûr de la couleur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Je suis moins sûr de… » dit un doute sans dire un non.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JUGEMENT SANS FORMULE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laid.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trouve que la couleur ne te va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formule d'opinion, la phrase devient un fait — et un fait ne se discute pas. La personne n'a plus qu'à se défendre ou se taire. « Je trouve que » rend l'avis discutable, donc utile.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opinion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une formule.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trop court.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couleur ne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 trop élevé.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coupe est mauvaise.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opinion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trop court.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trouve qu'il est un peu court.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couleur ne va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mon avis, cette couleur ne te va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 trop élevé.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me semble un peu 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coupe est mauvaise.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moins sûr de la coupe.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te, vous ou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manteau ___ va bien. (à ton ami, tutoiement)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veste ___ va très bien, madame.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rouge ___ va bien, à Diane.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___ va ? (à toi)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manteau ___ va bien. (à ton ami, tutoiement)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veste ___ va très bien, madame.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rouge ___ va bien, à Diane.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___ va ? (à toi)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avis avec trois formules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je trouve que », une avec « il me semble », une avec « à mon avis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sur un vêtement différent.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