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langue. Elle donne les formules que C1 a fait entendre.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disent la même chose. Les deux dernières la présentent comme une opinion, donc discutable — et donc audible.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produire une phrase par formule.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Ne pas expliquer le pronom « en » en profondeur : il s'apprend ici en bloc.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pronom se place devant le verbe. C'est la seule difficulté, et elle est mécanique.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est la plus utile pour un désaccord partiel.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l'effet, pas sur la politesse : c'est une question d'efficacité.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Accepter toute formule d'opinion correcte.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mécanique et rapide. Dix minutes suffisent.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et corriger l'emploi du pronom.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Demander et donner un avis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trouve que… », « il me semble que… », « à mon avis… ». Trois entrées en matière qui transforment un jugement en opinion — c'est-à-dire en quelque chose qui se discute.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Acheter des vêtements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je trouve que, il me semble que, à mon avis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d'opinion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nuancer avec un peu, plutôt, moins sûr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pronom te, vous, lui devant le verbe aller.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phrase est la plus facile à recevoir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est trop court.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trouve qu'il est un peu court.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me semble un peu court.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la différence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 de donner un avis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trouve que…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phrase complète : … qu'il te va bien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me semble…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adjectif : … un peu court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À mon avis,…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phrase : …, le long est mieux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suis moins sûr de…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 : … la longueur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Je trouve que » est la plus courante et la plus sûre.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POSER LA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Qu'est-ce que tu en penses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petit &lt;b&gt;en&lt;/b&gt; remplace « de ce manteau ». On peut aussi dire « Comment tu trouves ça ? » ou, plus formel, « Qu'en pensez-vous ? ». La formule avec « en » est de loin la plus fréquente à l'oral.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VERBE « ALLER » ET LE PRONOM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personnes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Il te va bien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parles à la personne. C'est la forme la plus fréquente entre amis.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Il vous va bien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vouvoies, ou tu parles à une conseillère qui te répond. C'est la forme du magasin.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Il lui va bien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parles d'une troisième personne : « Ce manteau lui va bien.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Nuancer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L'EFFET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peu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adoucit : un peu court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plutôt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atténue : plutôt long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vraiment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renforce : vraiment beau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moins sûr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réserve : je suis moins sûr de la couleur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Je suis moins sûr de… » dit un doute sans dire un non.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JUGEMENT SANS FORMULE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est laid.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trouve que la couleur ne te va pas.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formule d'opinion, la phrase devient un fait — et un fait ne se discute pas. La personne n'a plus qu'à se défendre ou se taire. « Je trouve que » rend l'avis discutable, donc utile.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en opinion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Employez une formule.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est trop court.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Cette couleur ne va pas.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prix est trop élevé.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coupe est mauvaise.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en opinion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est trop court.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trouve qu'il est un peu court.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Cette couleur ne va pas.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 mon avis, cette couleur ne te va pas.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prix est trop élevé.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me semble un peu cher.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coupe est mauvaise.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suis moins sûr de la coupe.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bon pronom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te, vous ou lui.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manteau ___ va bien. (à ton ami, tutoiement)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Cette veste ___ va très bien, madame.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rouge ___ va bien, à Diane.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___ va ? (à toi)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bon pronom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manteau ___ va bien. (à ton ami, tutoiement)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Cette veste ___ va très bien, madame.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rouge ___ va bien, à Diane.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___ va ? (à toi)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avis avec trois formules différentes.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« je trouve que », une avec « il me semble », une avec « à mon avis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Chacune sur un vêtement différent.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des vêtements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