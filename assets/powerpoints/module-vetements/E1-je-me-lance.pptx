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la production orale se fait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 en tout.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 et chercher un mot est normal et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texte s'envoie par le bouton d'envoi : il arrive dans le portail de l'enseignante. La correction de l'IA, elle, reste privée.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dire avant que les élèves commencent.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 avant de lancer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de l'IA n'est pas conservée par le système. Cette note est la seule trace qu'il en restera.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ici : essayer, dire ce qui ne va pas, demander un avis, lire l'étiquette, échanger.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conversation complète en magasin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trois défis du module dans une même production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texte sur un achat de vêtement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la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 : degré + adjectif + endroit. « Il est un peu serré aux épaules.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l'avis et l'étiquette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avis, en donner un nuancé, poser la question de l'entretien.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l'échange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échange, présenter la facture, expliquer le motif.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manteau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(essayer et choisir), les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bottes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(la pointure d'un enfant),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échange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(au service à la clientèle). Vous choisissez d'être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client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ou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conseiller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— faites les deux, ils n'emploient pas les mêmes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minutes,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Dire le problème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 dialogue par cœur et le redire.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les structures avec ses propres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dialogue récité s'entend, et il ne prépare à rien : le vrai vendeur ne dira pas la réplique attendue. Les structures — « je voudrais », « il est trop… aux… », « je trouve que » — se réemploient ; les phrases entières, non.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centaine de mots, dans l'activité.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employer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vérifier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moments sont là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vocabulaire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du module sont employés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langue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accords, adjectif après le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 : une phrase simple et juste vaut mieux qu'une phrase compliquée et fausse.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SI VOUS BLOQUEZ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mini-leçons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panneaux « Ouvrir la mini-leçon » dans l'activité, avec l'audio. Ils restent ouverts pendant la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cartes mémoire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mots avec définition, exemple et image. Section « Je retiens des mots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bouton d'aide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envoie un signal à l'enseignante avec le titre de l'exercice où vous êtes. Elle vient sans que vous ayez à lever la 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ce que la correction vous a signalé.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choses réussies, deux choses à travailler.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note : elle sert à la séance E2.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