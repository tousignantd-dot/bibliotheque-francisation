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la production orale se fait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 en tout.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 et chercher un mot est normal et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texte s'envoie par le bouton d'envoi : il arrive dans le portail de l'enseignante. La correction de l'IA, elle, reste privée.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 avant de lancer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de l'IA n'est pas conservée par le système. Cette note est la seule trace qu'il en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ici : essayer, dire ce qui ne va pas, demander un avis, lire l'étiquette, échanger.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conversation complète en magasin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défis du module dans une même production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court texte sur un achat de vêtement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la taille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qui ne va pas : degré + adjectif + endroit. « Il est un peu serré aux épaules.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l'avis et l'étiquette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 avis, en donner un nuancé, poser la question de l'entretien.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l'échange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 échange, présenter la facture, expliquer le motif.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le &lt;b&gt;manteau&lt;/b&gt; (essayer et choisir), les &lt;b&gt;bottes&lt;/b&gt; (la pointure d'un enfant), l'&lt;b&gt;échange&lt;/b&gt; (au service à la clientèle). Vous choisissez d'être le &lt;b&gt;client&lt;/b&gt; ou le &lt;b&gt;conseiller&lt;/b&gt; — faites les deux, ils n'emploient pas les mêmes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minutes,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Dire le problème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 dialogue par cœur et le 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les structures avec ses propres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dialogue récité s'entend, et il ne prépare à rien : le vrai vendeur ne dira pas la réplique attendue. Les structures — « je voudrais », « il est trop… aux… », « je trouve que » — se réemploient ; les phrases entières, non.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centaine de mots, dans l'activité.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vérifier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moments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vocabulaire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du module sont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accords, adjectif après le nom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 : une phrase simple et juste vaut mieux qu'une phrase compliquée et fausse.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 VOUS BLOQUEZ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mini-leçons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panneaux « En apprendre plus » dans l'activité, avec l'audio. Ils restent ouverts pendant la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cartes mémoire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Quinze mots avec définition, exemple et image. Section « Je retiens des mots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bouton d'aide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envoie un signal à l'enseignante avec le titre de l'exercice où vous êtes. Elle vient sans que vous ayez à lever la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la correction vous a signalé.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choses réussies, deux choses à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note : elle sert à la séance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