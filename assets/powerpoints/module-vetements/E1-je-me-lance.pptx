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Avant-dernière séance. Prévoir des écouteurs : la production orale se fait à l'ordinateur, chacun de son côté.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grille de la production orale.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combinaisons en tout. Demander au moins deux tours, dont un dans chaque rôle.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correction par l'IA arrive tout de suite. Elle n'est pas conservée : l'élève la lit, la note, et recommence s'il le veut.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Rassurer : hésiter, se reprendre et chercher un mot est normal et n'est pas pénalisé.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texte s'envoie par le bouton d'envoi : il arrive dans le portail de l'enseignante. La correction de l'IA, elle, reste privée.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Le dire avant que les élèves commencent.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Montrer les trois à l'écran avant de lancer la production.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correction de l'IA n'est pas conservée par le système. Cette note est la seule trace qu'il en restera.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me lance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Tout ce qui a été appris se rassemble ici : essayer, dire ce qui ne va pas, demander un avis, lire l'étiquette, échanger. Une production orale, une production écrite.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Acheter des vêtements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tenir une conversation complète en magasin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trois défis du module dans une même production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 court texte sur un achat de vêtement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recevoir une correction et la relire.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LES TROIS DÉFIS, RÉUNIS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doit apparaître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Défi 1 · la taille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Dire ce qui ne va pas : degré + adjectif + endroit. « Il est un peu serré aux épaules.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Défi 2 · l'avis et l'étiquette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Demander un avis, en donner un nuancé, poser la question de l'entretien.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Défi 3 · l'échange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Demander un échange, présenter la facture, expliquer le motif.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JEU DE RÔLE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cas, deux rôles.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Dans l'activité interactive : le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manteau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(essayer et choisir), les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bottes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(la pointure d'un enfant), l'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échange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(au service à la clientèle). Vous choisissez d'être le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client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ou le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conseiller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— faites les deux, ils n'emploient pas les mêmes phrases.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ORALE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est demandé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Trois minutes, à l'ordinateur.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Ouvrir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Décrire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Dire le problème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Demander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Fermer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RÉCITER AU LIEU DE PARLER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Apprendre le dialogue par cœur et le redire.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Employer les structures avec ses propres mots.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dialogue récité s'entend, et il ne prépare à rien : le vrai vendeur ne dira pas la réplique attendue. Les structures — « je voudrais », « il est trop… aux… », « je trouve que » — se réemploient ; les phrases entières, non.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ÉCRITE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est demandé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centaine de mots, dans l'activité.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sujet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employer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employer aussi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vérifier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est regardé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CRITÈRE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COMPTE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tâche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trois moments sont là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vocabulaire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mots du module sont employés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langue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accords, adjectif après le nom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clarté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comprend du premier coup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clarté passe avant la perfection : une phrase simple et juste vaut mieux qu'une phrase compliquée et fausse.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SI VOUS BLOQUEZ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secours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Les mini-leçons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Six panneaux « En apprendre plus » dans l'activité, avec l'audio. Ils restent ouverts pendant la production.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Les cartes mémoire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Quinze mots avec définition, exemple et image. Section « Je retiens des mots 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 bouton d'aide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envoie un signal à l'enseignante avec le titre de l'exercice où vous êtes. Elle vient sans que vous ayez à lever la main.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Notez ce que la correction vous a signalé.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Deux choses réussies, deux choses à travailler.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Gardez la note : elle sert à la séance E2.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Acheter des vêtements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