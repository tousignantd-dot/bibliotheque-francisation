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le son. Commencer en disant « gris » puis « grise » lentement : la différence s'entend d'emblée.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les paires avant toute explication. Le groupe entend la consonne apparaître, même s'il ne sait pas encore la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Le -e lui-même ne se prononce pas : il ne fait que réveiller la consonne.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Le second usage est le plus utile au quotidien : « court » ou « cour » ? Dites « courte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carte évite la surcorrection : certains élèves ajoutent un -e partout une fois la règle apprise.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formes par le groupe, en alternance : gri / grise, peti / petite.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module. Deux écoutes avant de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le plus utile de la séance : il transforme une règle de prononciation en outil d'orthographe.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phrase de chaque type par le groupe : « une veste grise, un peu courte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surtout l'accord au féminin. Rendre à la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A2  ·  MODULE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féminin qu'on entend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Un manteau gris », « une veste grise ». Au masculin, la consonne finale dort ; au féminin, le -e la réveille. C'est ce qui permet d'entendre le genre.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des vêtements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consonne finale au féminin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qu'elle est muette au masculin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féminin pour trouver la lettre à écrire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adjectifs qui ne changent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Ces deux mots sont-ils différents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gris » et « grise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petit » et « petite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à l'oreille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à l'écrit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consonne se réveille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MASCULIN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FÉMININ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gris — le s est muet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grise — on entend le 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petit — le t est muet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petite — on entend le 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vert — le t est muet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verte — on entend le 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grand — le d est muet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grande — on entend le 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le -e du féminin qui fait sonner la consonne d'avant.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DEUX USAGES, TOUT DE SUITE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 comprendre, et pour écrire.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écoute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: si vous entendez la consonne, l'objet est féminin — vous savez qu'on parle d'une veste et non d'un manteau, même si vous avez manqué le nom. À l'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écrit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: dites le mot au féminin dans votre tête, et la lettre à écrire apparaît.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ADJECTIFS QUI NE CHANGENT 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familles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Ceux qui finissent déjà par -e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rouge, jaune, beige, mince, large, ample. Un manteau rouge, une veste rouge : aucune différence.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Les couleurs venues de noms de choses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marine, kaki, crème, orange, turquoise. Elles ne prennent ni -e ni -s : « des bottes marine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Ce qu'il faut en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 l'adjectif finit déjà par -e au masculin, il ne bouge pas. C'est la seule exception à connaître.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PRONONCER LA CONSONNE AU MASCULIN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manteau « griss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manteau « gri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masculin, la consonne finale est muette. La prononcer donne un mot qui n'existe pas, et cela s'entend immédiatement. C'est l'erreur inverse de la plus fréquente — mais elle arrive quand on vient d'apprendre la règle.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Masculin ou féminin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petit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petite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gris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grise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court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courte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Masculin ou féminin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petit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masculin — le t est muet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petite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féminin — on entend le 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gris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masculin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grise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féminin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court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masculin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courte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féminin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lettre écrire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Dites le mot au féminin pour trouver la lettre finale.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cour… (pas long)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gran… (pas petit)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ver… (la couleur)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épai… (pas mince)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chau… (pas froid)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lettre écrire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cour… (pas long)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court — courte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gran… (pas petit)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grand — grande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ver… (la couleur)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vert — verte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épai… (pas mince)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épais — épaisse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chau… (pas froid)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chaud — chaude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POURQUOI ÇA COMPTE DANS CE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raisons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Les vêtements ont un genre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 manteau, une veste, un chandail, une tuque. L'adjectif suit — et il s'entend.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Les couleurs sont des adjectifs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noir/noire, gris/grise, vert/verte. C'est le cas le plus fréquent de tout le module.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0D7A6F"/>
                </a:solidFill>
                <a:latin typeface="Verdana"/>
              </a:rPr>
              <a:t>Les mesures aussi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court/courte, long/longue, large, serré/serrée. Ce sont les mots de la cabine d'essayage.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six phrases sur des vêtements, trois au masculin, trois au féminin.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une couleur et un adjectif de mesure dans chacune.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les consonnes finales que vous entendez.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Acheter des vêtements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