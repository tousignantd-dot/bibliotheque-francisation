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langue. Elle complète B2 : B2 dit ce qui ne va pas, B3 décrit ce qu'on cherche.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choisir avant d'expliquer. Beaucoup de langues placent l'adjectif avant : l'erreur est prévisible et sans gravité.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Ne pas allonger la liste des exceptions : ces cinq suffisent pour parler de vêtements.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centrale. Faire construire la même série avec « une veste », en surveillant les accords.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Lien direct avec A2 : la consonne finale se réveille au féminin.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Ces trois cartes évitent la surcorrection. Les deux dernières familles surprennent, mais elles sont fréquentes dans les magasins.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Faire lire l'étiquette d'un vêtement porté en classe : la composition y est écrite.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 pas dramatiser : c'est une faute d'écrit, invisible à l'oral.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écrire, puis corriger au tableau.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deux invariables sont volontairement mêlées aux autres.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Court et immédiat. Les élèves ont la réponse sur eux.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B3  ·  MODULE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Décrire un vêtement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vêtement, sa couleur, sa matière, sa longueur — et dans cet ordre. En français, l'adjectif suit presque toujours le nom, et les couleurs s'accordent.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Acheter des vêtements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placer l'adjectif après le nom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accorder la couleur avec le vêtement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« en » pour la matière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enchaîner deux ou trois adjectifs.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Laquelle de ces phrases est juste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un noir manteau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un manteau noir 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une veste grise en laine 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13860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50976" y="4396740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une grise veste »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L'ADJECTIF SUIT LE NOM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 manteau noir, une veste grise, des bottes chaudes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2408428"/>
          </a:xfrm>
          <a:prstGeom prst="roundRect">
            <a:avLst>
              <a:gd name="adj" fmla="val 607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9512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C'est la règle générale du français, et elle vaut pour toutes les couleurs et toutes les matières. Quelques adjectifs très courants font exception — &lt;b&gt;beau&lt;/b&gt;, &lt;b&gt;grand&lt;/b&gt;, &lt;b&gt;petit&lt;/b&gt;, &lt;b&gt;gros&lt;/b&gt;, &lt;b&gt;nouveau&lt;/b&gt; — et se placent avant : « un beau manteau », « une petite veste ».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L'ordre des mots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015996"/>
          </a:xfrm>
          <a:prstGeom prst="roundRect">
            <a:avLst>
              <a:gd name="adj" fmla="val 485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PHRASE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QU'ON AJOUTE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un manteau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le vêtement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9044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18460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un manteau noir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18460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+ la couleur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1317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41192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un manteau noir en duvet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41192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+ la matière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359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963924"/>
            <a:ext cx="3291492" cy="606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un manteau noir en duvet, long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3963924"/>
            <a:ext cx="6595914" cy="606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+ la longueur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064252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320284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On ajoute par la droite, un morceau à la fois.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couleur s'accorde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MASCULIN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FÉMININ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manteau noir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veste noire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chandail gris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tuque grise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foulard vert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écharpe verte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pantalon blanc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jupe blanche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Blanc / blanche est irrégulier : à retenir tel quel.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LES COULEURS QUI NE CHANGENT JAMAIS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choses à savoir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571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B45309"/>
                </a:solidFill>
                <a:latin typeface="Verdana"/>
              </a:rPr>
              <a:t>Celles qui finissent par -e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69388"/>
            <a:ext cx="4806543" cy="1119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rouge, jaune, beige, rose. « Un manteau rouge », « une veste rouge » : identique.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571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B45309"/>
                </a:solidFill>
                <a:latin typeface="Verdana"/>
              </a:rPr>
              <a:t>Celles qui viennent d'un objet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69388"/>
            <a:ext cx="4806543" cy="1119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marine, kaki, crème, turquoise, olive. Elles ne prennent rien : « des bottes marine », « une veste crème ».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571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B45309"/>
                </a:solidFill>
                <a:latin typeface="Verdana"/>
              </a:rPr>
              <a:t>Les couleurs en deux mots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686808"/>
            <a:ext cx="4806543" cy="1119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bleu foncé, vert pâle, gris clair. Elles ne s'accordent pas non plus : « une veste bleu foncé ».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LA MATIÈRE : « EN 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 manteau en duvet, une veste en laine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En » introduit la matière : en laine, en coton, en duvet, en cuir, en polyester, en nylon. On dit aussi « de laine », mais « en » est le plus courant à l'oral, et c'est celui qu'on lit sur les étiquettes.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ACCORDER CE QUI NE S'ACCORDE PAS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des bottes marines, une veste beige foncée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des bottes marine, une veste beige foncé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Une fois la règle de l'accord apprise, on l'applique partout. Or les couleurs venues d'un nom d'objet et les couleurs en deux mots restent invariables. C'est l'erreur du bon élève.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Remettez dans l'ordre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Écrivez la phrase correcte.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noir / manteau / un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grise / veste / une / laine / en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chaudes / bottes / des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bleu / chandail / un / foncé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Remettez dans l'ordre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noir / manteau / un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 manteau noir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grise / veste / une / laine / en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une veste grise en laine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chaudes / bottes / des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des bottes chaudes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bleu / chandail / un / foncé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 chandail bleu foncé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Accordez la couleur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Écrivez la forme juste.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veste (vert)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des bottes (noir)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tuque (gris)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écharpe (rouge)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des gants (marine)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jupe (blanc)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Accordez la couleur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veste (vert)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verte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des bottes (noir)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noires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tuque (gris)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grise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écharpe (rouge)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rouge — invariable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des gants (marine)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marine — invariable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jupe (blanc)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blanche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Décrivez trois vêtements que vous portez aujourd'hui.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Nom, couleur, matière — dans cet ordre.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Au moins un féminin et un masculin.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Acheter des vêtements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