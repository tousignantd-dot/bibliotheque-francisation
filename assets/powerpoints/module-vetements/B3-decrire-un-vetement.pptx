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Elle complète B2 : B2 dit ce qui ne va pas, B3 décrit ce qu'on 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avant d'expliquer. Beaucoup de langues placent l'adjectif avant : l'erreur est prévisible et sans gravité.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allonger la liste des exceptions : ces cinq suffisent pour parler de vêtements.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construire la même série avec « une veste », en surveillant les accords.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Lien direct avec A2 : la consonne finale se réveille au féminin.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cartes évitent la surcorrection. Les deux dernières familles surprennent, mais elles sont fréquentes dans les magasins.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l'étiquette d'un vêtement porté en classe : la composition y est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dramatiser : c'est une faute d'écrit, invisible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écrire, puis corriger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invariables sont volontairement mêlées aux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Court et immédiat. Les élèves ont la réponse sur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Décrire un vêtement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vêtement, sa couleur, sa matière, sa longueur — et dans cet ordre. En français, l'adjectif suit presque toujours le nom, et les couleurs s'accordent.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l'adjectif après le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la couleur avec le vêtement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» pour la matière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enchaîner deux ou trois adjectifs.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 ces phrases est juste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noir manteau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manteau noir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une veste grise en laine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une grise veste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L'ADJECTIF SUIT LE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manteau noir, une veste grise, des bottes chaudes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règle générale du français, et elle vaut pour toutes les couleurs et toutes les matières. Quelques adjectifs très courants font exception —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beau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grand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petit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gros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nouveau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— et se placent avant : « un beau manteau », « une petite veste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L'ordre des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AJOUTE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manteau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vêtement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manteau noir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+ la couleur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manteau noir en duvet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+ la matière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manteau noir en duvet, long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+ la longueur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On ajoute par la droite, un morceau à la fois.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couleur s'accorde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manteau noir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veste noire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chandail gris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tuque grise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foulard 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écharpe verte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pantalon blanc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jupe blanche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Blanc / blanche est irrégulier : à retenir tel quel.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COULEURS QUI NE CHANGENT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Celles qui finissent par -e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rouge, jaune, beige, rose. « Un manteau rouge », « une veste rouge » : identique.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Celles qui viennent d'un objet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marine, kaki, crème, turquoise, olive. Elles ne prennent rien : « des bottes marine », « une veste crème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Les couleurs en deux mots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bleu foncé, vert pâle, gris clair. Elles ne s'accordent pas non plus : « une veste bleu foncé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MATIÈRE : « EN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manteau en duvet, une veste en laine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» introduit la matière : en laine, en coton, en duvet, en cuir, en polyester, en nylon. On dit aussi « de laine », mais « en » est le plus courant à l'oral, et c'est celui qu'on lit sur les étiquettes.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ACCORDER CE QUI NE S'ACCORDE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bottes marines, une veste beige foncée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bottes marine, une veste beige foncé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fois la règle de l'accord apprise, on l'applique partout. Or les couleurs venues d'un nom d'objet et les couleurs en deux mots restent invariables. C'est l'erreur du bon élève.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correcte.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noir / manteau / 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grise / veste / une / laine / 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chaudes / bottes / 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bleu / chandail / un / foncé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noir / manteau / un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manteau noir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grise / veste / une / laine / en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veste grise en laine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chaudes / bottes / des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bottes chaudes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bleu / chandail / un / foncé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chandail bleu foncé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la couleur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forme juste.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veste (vert)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bottes (noir)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tuque (gris)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écharpe (rouge)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gants (marine)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jupe (blanc)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la couleur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veste (vert)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bottes (noir)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tuque (gris)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écharpe (rouge)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rouge — invariable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gants (marine)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marine — invariable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jupe (blanc)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blanche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trois vêtements que vous portez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Nom, couleur, matière — dans cet 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 féminin et un masculin.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