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possible, apporter un vrai manteau d'hiver et faire chercher l'étiquette de la cote de température. Elle est minuscule, et personne ne la trouve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bordure crée une zone d'air calme devant le visage. Ce n'est pas décoratif : c'est ce qui empêche les gelures aux joues.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: c'est la liste à emporter au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dernière précision est importante et rarement dite : la cote suppose qu'on bouge.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 de bonne réponse universelle. Le critère est l'usage, pas le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lien avec le transport en commun est concret : beaucoup d'élèves attendent dehors chaque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opposer beauté et chaleur : les deux existent. Il s'agit de vérifier la cote avant de tomber amoureux du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réponse. L'usage décide, pas le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taille / pointure revient. C'est une des erreurs les plus fréquentes et les plus faciles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Plusieurs découvrent que leur manteau n'est pas assez chaud — et c'est une information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Choisir un manteau d'hiver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choses à regarder, et une seule est écrite en gros : le prix. Les quatre autres décident si vous aurez froid tout l'hiver.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cote de température sur une étiquette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duvet de la fibre synthétique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 longueur choisir, et pourquoi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l'utilité du capuchon bordé.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une fourrure autour du capuchon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puchon-fourr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décoratif, ou utile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gèle en premier, l'hiver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eu le visage brûlé par le vent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font les gens d'ici quand il vente à moins vingt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choses à regarder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REGARDE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cote de température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moins trente pour l'hiver d'ici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remplissage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duvet ou fibre, selon l'usage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longueur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aux genoux pour attendre dehors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capuchon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avec une bordure coupe-vent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taille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de plus, pour un chandail dessous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Une seule est écrite en gros dans le magasin : le prix.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COTE DE TEMPÉRATURE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est écrite en petit, sur une étiquette cousue.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vingt », « moins trente », « moins quarante ». C'est la température jusqu'à laquelle le manteau protège une personne qui marche. Debout à un arrêt d'autobus, comptez dix degrés de moins.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DUVET OU FIBRE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ses forces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duvet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Plus chaud et beaucoup plus léger, à volume égal. Mais il perd presque tout son pouvoir isolant s'il est mouillé, et il sèche lentement.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fibre synthétique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Moins chaude à volume égal, plus lourde — mais elle isole même humide et sèche vite. Elle coûte moins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Comment choisir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Grand froid sec : duvet. Pluie verglaçante, neige mouillée, travail dehors : fibre. Beaucoup de manteaux mélangent les deux.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LONGUEUR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 genoux pour attendre dehors.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manteau court laisse les cuisses au froid, et c'est là qu'on perd le plus de chaleur en restant immobile. Pour marcher vite, un manteau plus court suffit ; pour attendre l'autobus quinze minutes, non.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CHOISIR D'APRÈS L'APPARENCE SEULEMENT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beau et il n'est pas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est coté moins dix. En janvier, tu auras froid.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manteau qui plaît mais qui ne protège pas finit au fond du placard dès le premier grand froid — et il faut en racheter un. La cote de température coûte quelques dollars de plus et se paie en un hiver.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manteau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caractéristique qui compte le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Attendre l'autobus vingt minutes chaque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Marcher dix minutes jusqu'au métro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 dehors sous la neige mouillée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Voyager souvent, peu de place dans la valise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manteau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Attendre l'autobus vingt minutes chaque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aux genoux, coté moins trente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Marcher dix minutes jusqu'au métro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plus court, coté moins vingt suffit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Travailler dehors sous la neige mouillée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fibre synthétique, imperméable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Voyager souvent, peu de place dans la valise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duvet, plus léger et compressible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 pour chaque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Quelle mesure emploie-t-on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manteau, un chandail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bottes, des souliers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gants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d'hiver, en plus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 pour chaque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manteau, un chandail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taille : petit, moyen, grand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bottes, des souliers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pointure : un chiffre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gants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petit, moyen, grand — parfois taille unique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manteau d'hiver, en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cote de température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la cote de température d'un manteau, chez vous ou en magasin.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Cherchez l'étiquette cousue, souvent dans une couture de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le remplissage : duvet ou fibre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