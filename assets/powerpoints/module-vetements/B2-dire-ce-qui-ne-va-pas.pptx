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Elle donne la formule que le jeu de rôle de E1 réutilisera telle 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deuxième. « Un peu » atténue : le vêtement reste acceptable. « Trop » signifie que ça ne va pas. La nuance est décisive en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Beaucoup d'élèves emploient « trop » pour tout, et se font apporter une autre taille sans le vouloir.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la formule complète par six élèves,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faire un cours sur les contractions : donner les formes toutes faites, elles s'apprennent en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et facile à corriger définitivement.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cœur de la séance. Le formuler comme un service qu'on rend, pas comme une politesse.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réponse contenant les trois morceaux.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formules sont à mémoriser. Les faire répéter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et corriger. Ces phrases servent au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ce qui ne va 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Trop », « un peu », « pas assez » : trois mots qui changent tout. Avec un endroit, ils disent exactement ce qu'il faut changer.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trop, un peu, pas assez devant un adjectif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situer le problème avec à, aux, dans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une autre taille poliment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taille et pointure.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Ces trois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serré.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un peu serré.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est trop serré.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veut dire : je le prends quand même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degrés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peu serré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peut aller, mais je le remarque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serré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ne va pas très bien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trop serré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ne va pas — je change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assez chaud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en manque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Trop » ferme la porte. « Un peu » la laisse ouverte.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FORMULE COMPLÈTE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degré + adjectif + endroit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Il est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un peu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serré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aux épaules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. » Les trois morceaux ensemble donnent à la personne tout ce qu'il lui faut. Sans l'endroit, elle apportera une autre taille ; avec l'endroit, elle peut proposer une autre coupe.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ENDROITS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petits mots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aux — pour une partie double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aux épaules, aux bras, aux jambes, aux hanches. C'est le cas le plus fréquent.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la, au — pour une partie unique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la taille, à la poitrine, au cou, au 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dans — pour ce qui contient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flotte dans ce manteau. » « J'ai mal dans les bottes. » Moins fréquent, mais très naturel.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Taille ou pointure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taille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manteaux, chandails, pantalons, robes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pointure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souliers, bottes, sandales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fais du 9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pointure, en chiffres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fais un moyen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taille, en lettres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pied a une pointure ; tout le reste a une taille.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SEULEMENT « ÇA NE VA PAS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Non, ça ne va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trop serré aux épaules.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Ça ne va pas » oblige la personne à deviner : elle apportera une autre taille, puis une autre, puis une autre. Dire où et comment fait gagner dix minutes et trois allers-retours.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Employez un degré, un adjectif et un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pantalon me serre à la ceinture.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pas lever les bras.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manches dépassent mes mains.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flotte partout.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encore froid avec ce manteau.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pantalon me serre à la ceinture.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serré à la taille.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pas lever les bras.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serré aux épaules.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manches dépassent mes mains.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manches sont trop longues.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manteau flotte partout.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est trop grand pour moi.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encore froid avec ce manteau.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n'est pas assez chaud.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une autre taille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Trouvez une formule polie.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besoin d'un plus grand.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besoin d'un plus petit.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une autre couleur.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essayer.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une autre taille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besoin d'un plus grand.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Auriez-vous la taille au-dessus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avez besoin d'un plus petit.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vous l'avez en plus petit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une autre couleur.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Vous l'avez dans une autre couleur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essayer.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peux l'essayer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phrases de la forme : degré + adjectif + endroit.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un peu », deux avec « trop », une avec « pas assez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Chacune avec un endroit différent.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