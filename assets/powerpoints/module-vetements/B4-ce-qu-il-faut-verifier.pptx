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défi 1. Séance courte : la moitié du temps est de la pratique orale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deux minutes. Le groupe retrouve en général trois des quatre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faire les quatre gestes debout, tous ensemble, avec ce qu'ils portent.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 de B2. Faire répéter la structure, pas la phrase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révision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utile : ni trop, ni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réponse doit contenir un degré, un adjectif et un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noter deux formulations réussies à lire au groupe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La dernière consigne fait produire la structure du défi 1 sans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qu'il faut vérifier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gestes en cabine, trente secondes en tout. C'est ce qui sépare un manteau qu'on portera cinq ans d'un manteau qu'on regrettera en novembre.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les quatre vérifications de la cabine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ne va pas en une phrase complète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autre taille ou une autre coupe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 vocabulaire du défi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Sans regarder vos notes : que vérifie-t-on en cabine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choses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 ordre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geste fait-on avec les bras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doit rester possible sous le manteau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vérifications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Lever les bras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épaules ne serrent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Regarder le poignet, bras levé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manche le couvre encore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Se regarder de loin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longueur descend aux genoux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Glisser la main sous le manteau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reste la place d'un chandail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Trente secondes. Chaque geste répond à une question précise.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PHRASE, TROIS MORCEAUX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degré + adjectif + endroit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est un peu serré aux épaules. » C'est la phrase du défi 1. Elle sert en magasin, mais aussi au téléphone, ou pour expliquer un échange. Elle vaut d'être sue par cœur.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DU DÉFI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mesures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taille, la pointure, petit, moyen, grand, la coupe, ajusté, ample.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problèmes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serré, large, court, long, étroit, il flotte, il me serre, il ne ferme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endroits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aux épaules, aux bras, à la taille, à la poitrine, aux hanches, au cou.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Les demandes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Auriez-vous la taille au-dessus ? Vous l'avez en plus petit ? Est-ce que je peux l'essayer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ESSAYER PAR-DESSUS UN GROS CHANDAIL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essayé avec mon manteau de laine dessous.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Essayer avec ce qu'on portera vraiment.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manteau essayé par-dessus trop de couches semblera toujours petit ; essayé en t-shirt, il semblera parfait et sera trop juste en janvier. Essayez avec un chandail ordinaire — c'est ce que vous porterez la plupart du temps.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pouvez pas lever les bras.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fermeture ne monte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descend aux chevilles.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flottez dedans.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manches couvrent vos mains.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pouvez pas lever les bras.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trop serré aux épaules.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fermeture ne monte pas.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ne ferme pas à la poitrine.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descend aux chevilles.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trop long pour moi.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flottez dedans.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trop grand ; auriez-vous la taille en dessous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manches couvrent vos mains.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manches sont trop longues.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en cabine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client, une conseillère. Trois vêtements, trois problèmes.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conseillère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change de rôle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la taille et la pointure que vous faites,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fais un moyen. » « Je fais du 9.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phrase sur ce qui ne vous va jamais.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