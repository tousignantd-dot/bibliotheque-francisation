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Bilan du défi 1. Séance courte : la moitié du temps est de la pratique orale à deux.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Laisser chercher deux minutes. Le groupe retrouve en général trois des quatre points.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à photographier. Faire faire les quatre gestes debout, tous ensemble, avec ce qu'ils portent.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Rappel de B2. Faire répéter la structure, pas la phrase exacte.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à photographier. C'est la liste de révision du défi 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Nuance utile : ni trop, ni rien.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Chaque réponse doit contenir un degré, un adjectif et un endroit.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Vingt minutes. Circuler et noter deux formulations réussies à lire au groupe à la fin.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Fin du bloc B. La dernière consigne fait produire la structure du défi 1 sans le dire.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SÉANCE B4  ·  MODULE 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Ce qu'il faut vérifier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Quatre gestes en cabine, trente secondes en tout. C'est ce qui sépare un manteau qu'on portera cinq ans d'un manteau qu'on regrettera en novembre.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50 minutes  ·  Acheter des vêtements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Acheter des vêtements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faire les quatre vérifications de la cabine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dire ce qui ne va pas en une phrase complète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demander une autre taille ou une autre coupe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réviser le vocabulaire du défi 1.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Acheter des vêtements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RAPPEL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7181A"/>
                </a:solidFill>
                <a:latin typeface="Verdana"/>
              </a:rPr>
              <a:t>Sans regarder vos notes : que vérifie-t-on en cabine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66928" y="1965960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50976" y="2039112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Combien de choses 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642108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566928" y="2751836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50976" y="2824988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Dans quel ordre 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427984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566928" y="3537712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50976" y="3610864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Quel geste fait-on avec les bras 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213860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566928" y="4323588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50976" y="4396740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Qu'est-ce qui doit rester possible sous le manteau 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Acheter des vêtements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quatre vérifications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3200400"/>
          </a:xfrm>
          <a:prstGeom prst="roundRect">
            <a:avLst>
              <a:gd name="adj" fmla="val 457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GESTE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QU'ON CHERCHE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1" i="0">
                <a:solidFill>
                  <a:srgbClr val="1D6B8F"/>
                </a:solidFill>
                <a:latin typeface="Verdana"/>
              </a:rPr>
              <a:t>Lever les bras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les épaules ne serrent pas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77368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01696"/>
            <a:ext cx="3291492" cy="573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1" i="0">
                <a:solidFill>
                  <a:srgbClr val="1D6B8F"/>
                </a:solidFill>
                <a:latin typeface="Verdana"/>
              </a:rPr>
              <a:t>Regarder le poignet, bras levé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01696"/>
            <a:ext cx="6595914" cy="573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la manche le couvre encore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54787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675887"/>
            <a:ext cx="3291492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1" i="0">
                <a:solidFill>
                  <a:srgbClr val="1D6B8F"/>
                </a:solidFill>
                <a:latin typeface="Verdana"/>
              </a:rPr>
              <a:t>Se regarder de loin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675887"/>
            <a:ext cx="6595914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la longueur descend aux genoux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405384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181856"/>
            <a:ext cx="3291492" cy="573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1" i="0">
                <a:solidFill>
                  <a:srgbClr val="1D6B8F"/>
                </a:solidFill>
                <a:latin typeface="Verdana"/>
              </a:rPr>
              <a:t>Glisser la main sous le manteau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181856"/>
            <a:ext cx="6595914" cy="573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il reste la place d'un chandail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5248656"/>
            <a:ext cx="11057839" cy="769874"/>
          </a:xfrm>
          <a:prstGeom prst="roundRect">
            <a:avLst>
              <a:gd name="adj" fmla="val 19003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69264" y="5504688"/>
            <a:ext cx="10234879" cy="3126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4B4F52"/>
                </a:solidFill>
                <a:latin typeface="Verdana"/>
              </a:rPr>
              <a:t>Trente secondes. Chaque geste répond à une question précise.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Acheter des vêtements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UNE PHRASE, TROIS MORCEAUX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441196"/>
          </a:xfrm>
          <a:prstGeom prst="roundRect">
            <a:avLst>
              <a:gd name="adj" fmla="val 10151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6182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degré + adjectif + endroit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940812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215132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Il est un peu serré aux épaules. » C'est la phrase du défi 1. Elle sert en magasin, mais aussi au téléphone, ou pour expliquer un échange. Elle vaut d'être sue par cœur.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Acheter des vêtements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LES MOTS DU DÉFI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revoir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1D6B8F"/>
                </a:solidFill>
                <a:latin typeface="Verdana"/>
              </a:rPr>
              <a:t>Les mesures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la taille, la pointure, petit, moyen, grand, la coupe, ajusté, ample.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1D6B8F"/>
                </a:solidFill>
                <a:latin typeface="Verdana"/>
              </a:rPr>
              <a:t>Les problèmes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serré, large, court, long, étroit, il flotte, il me serre, il ne ferme pas.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1D6B8F"/>
                </a:solidFill>
                <a:latin typeface="Verdana"/>
              </a:rPr>
              <a:t>Les endroits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aux épaules, aux bras, à la taille, à la poitrine, aux hanches, au cou.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1D6B8F"/>
                </a:solidFill>
                <a:latin typeface="Verdana"/>
              </a:rPr>
              <a:t>Les demandes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Auriez-vous la taille au-dessus ? Vous l'avez en plus petit ? Est-ce que je peux l'essayer ?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Acheter des vêtements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ESSAYER PAR-DESSUS UN GROS CHANDAIL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J'ai essayé avec mon manteau de laine dessous.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Essayer avec ce qu'on portera vraiment.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Un manteau essayé par-dessus trop de couches semblera toujours petit ; essayé en t-shirt, il semblera parfait et sera trop juste en janvier. Essayez avec un chandail ordinaire — c'est ce que vous porterez la plupart du temps.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Acheter des vêtements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PRATIQUE · 1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Que dire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Une phrase complète pour chaque situation.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Vous ne pouvez pas lever les bras.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 fermeture ne monte pas.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manteau descend aux chevilles.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Vous flottez dedans.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Les manches couvrent vos mains.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Acheter des vêtements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Que dire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Vous ne pouvez pas lever les bras.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Il est trop serré aux épaules.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 fermeture ne monte pas.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Il ne ferme pas à la poitrine.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manteau descend aux chevilles.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Il est trop long pour moi.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Vous flottez dedans.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Il est trop grand ; auriez-vous la taille en dessous ?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Les manches couvrent vos mains.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Les manches sont trop longues.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Acheter des vêtements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PRATIQUE · 2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deux · en cabine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Un client, une conseillère. Trois vêtements, trois problèmes.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client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 conseillère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On change de rôle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Acheter des vêtements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Notez la taille et la pointure que vous faites, en français.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« Je fais un moyen. » « Je fais du 9. »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Ajoutez une phrase sur ce qui ne vous va jamais.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Acheter des vêtements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