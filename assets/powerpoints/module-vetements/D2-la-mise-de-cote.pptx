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Peu de gens connaissent ce service. Demander d'abord si quelqu'un l'a déjà utilisé : en général, personne.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troisième piste amène la mise de côté. La quatrième amène la règle du dépôt non remboursable, qu'il faut dire d'emblée.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Insister sur « gratuit » : c'est l'inverse d'une carte de crédit.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Faire poser les quatre questions à voix haute.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 pas moraliser sur la carte de crédit : donner le chiffre et laisser comparer.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Ne pas enseigner la conjugaison du conditionnel : trois formes toutes faites suffisent à ce niveau.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dire clairement : c'est la seule chose qui peut mal tourner.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dire à voix haute : le ton compte autant que la forme.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ligne rappelle la règle de D1.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 du bloc D. Ce billet est la répétition écrite du jeu de rôle.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D2  ·  MODULE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La mise de côté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Payer un peu maintenant, le reste plus tard, et le manteau attend au magasin. C'est un service gratuit que beaucoup de gens ignorent — avec des règles à connaître.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Acheter des vêtements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Acheter des vêtements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demander une mise de côté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le dépôt et le délai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le conditionnel de politesse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réviser les formules du défi 3.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Acheter des vêtements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MISE EN SITUATION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Le manteau coûte 200 $. Vous en avez 60. Que faire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Attendre la paie, et risquer qu'il soit vendu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Payer avec une carte de crédit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Existe-t-il une autre solution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 se passe-t-il si vous ne revenez pas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Acheter des vêtements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LA MISE DE CÔTÉ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magasin garde l'article ; vous payez un dépôt.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Vous versez une partie du prix — souvent vingt pour cent — et le magasin met l'article de côté. Vous avez un délai — souvent quatorze jours, parfois trente — pour payer le reste et le reprendre. Le service est gratuit : il n'y a ni intérêt ni frais.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Acheter des vêtements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quatre chiffres à demander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QUESTION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RÉPONSE TYPE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dépôt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vingt pour cent du prix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délai 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souvent quatorze jours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Des frais 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aucun, normalement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Si je ne reviens pas 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dépôt est perdu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C'est la seule mauvaise nouvelle : la poser avant de signer.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Acheter des vêtements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TROIS FAÇONS DE REPORTER UN ACHAT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qui les distingue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La mise de côté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Gratuite. L'article attend au magasin. Vous ne l'avez pas tout de suite, mais vous ne payez aucun intérêt.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La carte de crédit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Vous avez l'article tout de suite. Si vous ne payez pas le solde complet, les intérêts sont très élevés — souvent près de vingt pour cent par année.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Attendre et économiser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Gratuit aussi, mais l'article peut être vendu, et les manteaux d'hiver se vendent vite en novembre.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Acheter des vêtements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CONDITIONNEL DE POLITESSE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Je voudrais », « auriez-vous », « est-ce que je pourrais 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Je veux échanger » se comprend, mais sonne comme un ordre. « Je &lt;b&gt;voudrais&lt;/b&gt; échanger » est la forme normale au comptoir. De même : « Auriez-vous la taille au-dessus ? », « Est-ce que je pourrais le mettre de côté ? ». Ces trois formes se retiennent en bloc.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Acheter des vêtements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CROIRE QUE LE DÉPÔT REVIENT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Si je change d'avis, on me rend mon soixante dollars.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Le dépôt est rarement remboursable.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C'est ce qui garantit au magasin que l'article n'a pas été retiré de la vente pour rien. Demandez la règle avant de verser le dépôt — elle est écrite sur le reçu de mise de côté, qu'il faut garder comme une facture.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Acheter des vêtements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Quelle formule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Reformulez poliment.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veux échanger ça.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Donnez-moi la taille au-dessus.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le mets de côté.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Remboursez-moi.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Acheter des vêtements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Quelle formule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veux échanger ça.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Je voudrais échanger ceci, s'il vous plaît.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Donnez-moi la taille au-dessus.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Auriez-vous la taille au-dessus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le mets de côté.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Est-ce que je pourrais le mettre de côté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Remboursez-moi.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Est-ce que je pourrais être remboursé 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Acheter des vêtements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Échange, remboursement ou mise de côté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Choisissez la bonne demande.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 bottes sont trop petites.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manteau ne vous plaît plus, non porté, facture en main.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n'avez pas assez d'argent aujourd'hui.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L'article était en vente finale.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Acheter des vêtements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Échange, remboursement ou mise de côté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 bottes sont trop petites.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un échange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manteau ne vous plaît plus, non porté, facture en main.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un remboursement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n'avez pas assez d'argent aujourd'hui.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une mise de côté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L'article était en vente finale.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rien — ni échange ni remboursement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Acheter des vêtements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une demande de mise de côté, avec les quatre questions.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Commencez par « Est-ce que je pourrais…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Posez le dépôt, le délai, les frais, et ce qui arrive si vous ne revenez pas.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Acheter des vêtements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