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Peu de gens connaissent ce service. Demander d'abord si quelqu'un l'a déjà utilisé : en général,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amène la mise de côté. La quatrième amène la règle du dépôt non remboursable, qu'il faut dire d'emblée.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« gratuit » : c'est l'inverse d'une carte de crédit.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les quatre questions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moraliser sur la carte de crédit : donner le chiffre et laisser comparer.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enseigner la conjugaison du conditionnel : trois formes toutes faites suffisent à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c'est la seule chose qui peut mal tourner.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: le ton compte autant que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rappelle la règle de D1.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 billet est la répétition écrite du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mise de côté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Payer un peu maintenant, le reste plus tard, et le manteau attend au magasin. C'est un service gratuit que beaucoup de gens ignorent — avec des règles à connaître.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mise de côté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dépôt et le délai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conditionnel de politesse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formules du défi 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manteau coûte 200 $. Vous en avez 60. Que faire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Attendre la paie, et risquer qu'il soit vendu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Payer avec une carte de crédit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Existe-t-il une autre solution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vous ne revenez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MISE DE CÔTÉ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magasin garde l'article ; vous payez un dépôt.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versez une partie du prix — souvent vingt pour cent — et le magasin met l'article de côté. Vous avez un délai — souvent quatorze jours, parfois trente — pour payer le reste et le reprendre. Le service est gratuit : il n'y a ni intérêt ni frais.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chiffres à demander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dépôt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pour cent du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délai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 quatorze jours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frais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aucun, normalement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je ne reviens pas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dépôt est perdu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la seule mauvaise nouvelle : la poser avant de signer.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REPORTER UN ACHAT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les distingue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mise de côté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Gratuite. L'article attend au magasin. Vous ne l'avez pas tout de suite, mais vous ne payez aucun intérêt.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carte de crédit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avez l'article tout de suite. Si vous ne payez pas le solde complet, les intérêts sont très élevés — souvent près de vingt pour cent par année.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Attendre et économiser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Gratuit aussi, mais l'article peut être vendu, et les manteaux d'hiver se vendent vite en novembre.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CONDITIONNEL DE POLITESSE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voudrais », « auriez-vous », « est-ce que je pourrais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échanger » se comprend, mais sonne comme un ordre. « Je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voudrais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échanger » est la forme normale au comptoir. De même : « Auriez-vous la taille au-dessus ? », « Est-ce que je pourrais le mettre de côté ? ». Ces trois formes se retiennent en bloc.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QUE LE DÉPÔT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je change d'avis, on me rend mon soixante dollars.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dépôt est rarement remboursable.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qui garantit au magasin que l'article n'a pas été retiré de la vente pour rien. Demandez la règle avant de verser le dépôt — elle est écrite sur le reçu de mise de côté, qu'il faut garder comme une facture.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Reformulez poliment.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échanger ça.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la taille au-dessus.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mets de côté.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Remboursez-moi.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échanger ça.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échanger ceci,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la taille au-dessus.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Auriez-vous la taille au-dessus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mets de côté.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le mettre de côté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Remboursez-moi.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être remboursé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Échange, remboursement ou mise de côté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bonne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bottes sont trop petites.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ne vous plaît plus, non porté, facture en 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assez d'argent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L'article était en vente finale.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Échange, remboursement ou mise de côté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bottes sont trop petites.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échange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ne vous plaît plus, non porté, facture en 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remboursement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assez d'argent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mise de côté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L'article était en vente finale.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rien — ni échange ni remboursement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demande de mise de côté, avec les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Est-ce que je pourrais…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Posez le dépôt, le délai, les frais, et ce qui arrive si vous ne revenez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