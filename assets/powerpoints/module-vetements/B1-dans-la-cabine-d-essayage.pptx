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B. Demander au groupe ce qu'il vérifie en essayant un vêtement. Les réponses sont souvent vagues : c'est le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est la plus utile : lever les bras est le test le plus simple, et presque personne ne le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Serré aux épaules » : un adjectif et un endroit. C'est la formule complète, et elle donne à la conseillère tout ce qu'il lui faut.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test des manches est concret : lever le bras et regarder le poignet. Le faire faire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Essayez de bouger un peu » : un bon conseil. Un manteau s'essaie en mouvement, pas debout devant un miroir.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faire les quatre tests au groupe, avec ce qu'ils portent.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cinq phrases sur ce modèle par cinq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Contre-intuitif et important. Le dire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phrases servent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Dans la cabine d'essayage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Serré aux épaules, manches trop longues, longueur aux genoux. Dire ce qui ne va pas demande quelques mots précis — et un manteau d'hiver se choisit plus grand qu'on ne croit.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qui ne va pas avec un adjectif et un endroit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les épaules, les manches et la longueur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un manteau doit être ample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une autre taille.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essayez un manteau. Que vérifiez-vous, et comment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regardez en premier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savoir si les manches sont à la bonne longueur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Levez-vous les bras dans la cabine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qu'un manteau doit être ajusté ou ample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Trop petit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VALÉRIE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3721" y="2322576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Alors, le moyen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3721" y="3071876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un peu serré aux épaules. Je ne peux pas lever les bras.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565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21175"/>
            <a:ext cx="1411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VALÉRIE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3721" y="3821175"/>
            <a:ext cx="8732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c'est trop petit. Un manteau d'hiver doit laisser de la place pour un chandail.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908295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3721" y="4908295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Ah, je n'avais pas pensé à 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bonne taille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VALÉRIE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3721" y="1901952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Essayez le grand. Il va vous sembler trop large, mais c'est normal.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3721" y="2651252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Celui-là est mieux. Les manches sont un peu longues, par exemple.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11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VALÉRIE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3721" y="3400551"/>
            <a:ext cx="8732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Elles doivent couvrir le poignet quand vous levez le bras. Montrez-moi… Non, c'est parfait.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87671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3721" y="4487671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longueur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Longueur et poids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11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VALÉRIE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3721" y="1901952"/>
            <a:ext cx="8732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Aux genoux, c'est bien pour attendre l'autobus. Plus court, vous aurez froid aux jambes.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3721" y="2989072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lourd, non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11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VALÉRIE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3721" y="3738371"/>
            <a:ext cx="8732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du duvet, il est plus léger qu'il n'en a l'air. Essayez de bouger un peu.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25491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3721" y="4825491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Il est chaud, ça c'est sûr.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vérifie, et comment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épaules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lever les bras — sans être serré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manches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elles couvrent le poignet, bras levé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longueur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descend aux genoux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place dessous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reste de l'espace pour un chandail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tests, trente secondes. C'est tout ce qu'il faut faire en cabine.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ADJECTIF ET UN ENDROIT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Il est un peu serré aux épaules.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Dire « ça ne va pas » oblige la personne à deviner. Dire l'adjectif et l'endroit lui permet de proposer une autre &lt;b&gt;coupe&lt;/b&gt;, pas seulement une autre taille. C'est la différence entre trois essais et dix.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CHOISIR UN MANTEAU AJUSTÉ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me va parfaitement, il est bien ajusté.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Trop ajusté : il n'y a plus de place pour un chandail.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l'air emprisonné entre les couches qui tient chaud. Un manteau collé au corps est un manteau froid — et par-dessus un chandail, il devient serré aux épaules et aux bras.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manteau moyen est serré aux épaules.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manteau d'hiver doit être ajusté.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grand lui semble d'abord trop large.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manches doivent couvrir le poignet bras levé.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bonne longueur est aux chevilles.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duvet est plus lourd qu'il n'en a l'air.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manteau moyen est serré aux épaules.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manteau d'hiver doit être ajusté.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doit laisser de la place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grand lui semble d'abord trop large.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manches doivent couvrir le poignet bras levé.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bonne longueur est aux chevilles.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aux genoux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duvet est plus lourd qu'il n'en a l'air.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plus léger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ce qui ne va pas sur un vêtement que vous possédez.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adjectif et un endroit : « serré aux épaules », « trop court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vêtements, trois phrases.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