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C. Demander qui, dans le groupe, magasine seul et qui magasine accompagné. La réponse ouvre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porte toute la séance : un avis utile propose une solution, il ne se contente pas de juger.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Diane commence par ce qui est bien. Ce n'est pas de la flatterie : c'est ce qui rend la suite 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 est beau, c'est vrai. Mais… » : reconnaître avant de nuancer. C'est la formule la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de Diane est importante : un avis se donne, il ne s'impose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apostrophes du tableau sont volontairement simples : c'est de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tester l'ordre inverse : le groupe entend immédiatement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aussi l'inverse : un avis brutal ne sert pas davantage. Le juste milieu est la formule de la diapo précédente.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les deux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avis servent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Demander un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Qu'est-ce que tu en penses ? » Demander un avis est facile ; en donner un sans blesser demande deux ou trois formules — et recevoir un avis qui ne fait pas plaisir en demande une 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avis de trois façons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avis franc mais poli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nuancer un désaccord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remercier pour un avis qu'on ne suit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Votre ami essaie un manteau qui ne lui va pas.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Dites-vous la vérité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dire sans blesser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aide : dire ce qui ne va pas, ou proposer autre chose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c'est vous qui recevez l'avis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829" y="2322576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Diane, tu as une minute ? Qu'est-ce que tu penses de celui-là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341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829" y="3071876"/>
            <a:ext cx="90092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Franchement ? La couleur te va très bien. Mais il me semble un peu court.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829" y="4158995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 court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829" y="4908296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attendre l'autobus, oui. Tu vas avoir froid aux jambes.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désaccord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829" y="190195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 trouve beau, par exemple.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3414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829" y="2651252"/>
            <a:ext cx="90092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beau, c'est vrai. Mais est-ce que tu veux un beau manteau ou un manteau chaud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829" y="3738371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deux, si possible.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829" y="448767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regarde le long, dans la même couleur. Il est là-bas.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Merci quand même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829" y="190195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raison. Je vais essayer le long.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829" y="2651252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tu préfères le court, prends-le. C'est toi qui vas le porter.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829" y="3400551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du conseil. Ça m'aide.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13414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829" y="4149851"/>
            <a:ext cx="90092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rien.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Demander, donner, nuancer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tu en penses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qu'il te va bien.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Nuancer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beau, c'est vrai. Mais…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du conseil.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Reconnaître d'abord, nuancer ensuite : la phrase passe.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RECONNAÎTRE AVANT DE NUANCER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est beau, c'est vrai. Mais il est court.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Commencer par ce qui est vrai et positif désamorce la critique. La personne entend le « mais » sans se fermer. La formule inverse — « Il est court, mais il est beau » — laisse l'impression contraire : c'est la &lt;b&gt;deuxième&lt;/b&gt; moitié qu'on retient.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COMPLIMENT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beau ! Ça te va bien ! Prends-le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couleur te va bien. La longueur, je suis moins sûre.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avis qui approuve tout ne sert à rien, et la personne le sait. Elle vous a demandé votre avis parce qu'elle hésite : lui dire « c'est parfait » la laisse exactement où elle était.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trouve la couleur bien choisie.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trouve le manteau trop long.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trouve le manteau beau.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propose un autre modèle.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insiste pour qu'il prenne le long.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remercie Diane.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trouve la couleur bien choisie.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trouve le manteau trop long.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trop court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trouve le manteau beau.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Diane propose un autre modèle.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le long, même couleur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insiste pour qu'il prenne le long.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lui qui décide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Kofi remercie Diane.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avis en deux temps sur un vêtement.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qui est bien, puis ce qui l'est moins.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une proposition : « Essaie plutôt…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