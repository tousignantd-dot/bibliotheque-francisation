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Question d'entrée : « comment vous êtes-vous habillés votre premier hiver ? ». Les récits sortent tout de suite, et ils sont souvent drôles.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deuxième piste amène la cote de température, que presque personne ne connaît. C'est le cœur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fait rire et rassemble : beaucoup d'élèves ont fait exactement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Pour quelle température ? » est la question du métier. Elle surprend, et c'est elle qui oriente tout le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coté moins trente » au tableau. C'est l'information la plus utile de la séance, et elle est écrite en tout petit sur les vraies étiquettes.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change d'une marque à l'autre » : à dire et à redire. Aucune taille annoncée ne dispense d'essayer.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: c'est la liste de vérification d'un achat de manteau.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taille / pointure est nette en français et se remarque quand on la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duvet est plus chaud et plus léger, mais il perd tout s'il est mouillé. La fibre sèche vite. Les deux se défendent.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pratique universel, qui vaut aussi pour les achats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listes servent au jeu de rôle de E1, et elles révèlent parfois de vrais besoins.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cherche un manteau d'hiver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Kofi passe ses hivers en trois couches de vêtements depuis trois ans. Cette année, il achète un vrai manteau — et il découvre qu'un manteau d'hiver se choisit autrement.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je cherche dans un magasin de vêtements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ma taille et demander à essayer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compte sur un manteau d'hiver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qu'une taille change d'une marque à l'autre.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devez choisir un manteau ici. Par où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ayon-mantea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distingue un manteau d'hiver d'une veste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s'il sera assez chaud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taille prenez-vous, d'habitude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taille est la même dans toutes les marques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Kofi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D'où il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Du Ghana. Il est au Québec depuis trois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Comment il s'habillait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trois couches de vêtements. Ça fonctionne à moins cinq ; à moins vingt-cinq,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ne connaît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cote de température, sa taille dans les marques d'ici, et le fait qu'un manteau d'hiver se prend plus grand.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fait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dit ce qu'il cherche précisément : « un manteau d'hiver, un vrai, pas une veste ». La conseillère sait tout de suite où le mener.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ce qu'on 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232257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Je peux vous aider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3071876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cherche un manteau d'hiver. Un vrai, pas une veste.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821175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Vous voulez quelque chose pour quelle température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721" y="4570475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pas. Pour l'hiver d'ici. Je m'habille en trois couches depuis trois 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cote de température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1901952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il vous faut un manteau coté moins trente. C'est écrit sur l'étiquette, en petit.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298907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trente ? Il fait vraiment moins trente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73837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Quelques jours par hiver, oui. Avec le vent, ça descend plus bas.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3721" y="448767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Vous en avez de quelle taille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taille et l'essayage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721" y="190195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petit au très grand. Vous faites quelle taille, d'habitude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3721" y="2651252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Moyen, je pense. Mais je ne sais pas si c'est pareil 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11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VALÉRIE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3721" y="3400551"/>
            <a:ext cx="8732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change d'une marque à l'autre. Le mieux, c'est d'essayer. Les cabines sont au fond.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11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KOFI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721" y="4487671"/>
            <a:ext cx="8732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en essayer plusieurs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regarde sur un manteau d'hiver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cote de température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vingt, moins trente — écrit en petit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remplissage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duvet ou fibre : chaleur et poids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longueur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genoux pour attendre dehors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capuchon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bordure qui coupe le 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Et la taille : une de plus que d'habitude, pour la place d'un chandail.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843" y="2121408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vêtement d'extérieur long et chaud de l'hiver.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843" y="2909620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Plus léger, pour l'automne et le printemps.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cabine d'essayage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843" y="3697833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espace fermé où on essaie.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843" y="4486046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Petit, moyen, grand, très grand — pour les vêtements.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pointure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843" y="5274259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chiffre — pour les chaussures. On ne dit pas « taille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tient chaud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946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duvet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1705" y="2121408"/>
            <a:ext cx="67573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plumes légères qui remplissent un manteau chaud.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946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fibre synthétique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1705" y="2909620"/>
            <a:ext cx="67573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L'autre remplissage : moins chaud, mais il craint moins l'humidité.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946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capuchon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1705" y="3697833"/>
            <a:ext cx="67573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qui couvre la tête.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946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cote de température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705" y="4486046"/>
            <a:ext cx="67573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Jusqu'à combien de degrés le manteau protège.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946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couche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1705" y="5274259"/>
            <a:ext cx="67573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vêtement porté par-dessus un autre. « Trois couches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manteau d'hiver se prend une taille plus grand.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faut de la place pour un chandail dessous. Un manteau serré est un manteau froid : l'air emprisonné entre les couches est ce qui tient chaud. C'est contre-intuitif, et c'est la première chose qu'on apprend en essayant.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SE FIER À SA TAILLE HABITUELLE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du moyen, je prends le moyen.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change d'une marque à l'autre. Le mieux, c'est d'essayer.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tailles ne sont normalisées nulle part. Le même « moyen » varie de plusieurs centimètres d'une marque à l'autre — et un manteau d'hiver se prend en plus une taille au-dessus. Essayer n'est pas une politesse : c'est la seule façon de savoir.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vous portez l'hiver, et ce qui vous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Manteau, bottes, tuque, gants, foulard.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 : est-il assez chaud ? Sinon, qu'est-ce qui manque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