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visuelle et courte. Elle clôt le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Dans beaucoup de magasins, on donne un jeton avec le nombre d'articles. Les vêtements non pris se laissent au crochet prévu ou se rendent à la personne à l'entrée.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prépare le bloc D : certains articles ne s'échangent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deux dernières cartes évitent des refus d'échange très fréquents.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gens font la file à la caisse pour un échange, et sont renvoyés au fond du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conseil pratique le plus rentable du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impossible à réparer.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A. Devoir minuscule, et qui change une habitude durablement.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endroits et objets d'un magasin de vêtements, du présentoir au comptoir des échanges. Les nommer, c'est savoir où aller.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éléments d'un magasin de vêtements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fait un échange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une cabine, la taille, un dépôt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garder après un achat.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est-ce, et à quoi ça sert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bi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 s'appelle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vêtements peut-on y apporter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demander la permission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des vêtements qu'on n'a pas 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OÙ ON ESSAIE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La cabine d'essayage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Fermée par un rideau ou une porte. On peut y apporter plusieurs vêtements — souvent un maximum de six.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miroir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en a un dans la cabine, et souvent un grand dehors pour se voir de loin. Sortir pour se regarder est parfaitement normal.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jeton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Dans certains magasins, on vous remet un numéro qui dit combien d'articles vous apportez. On le rend en sortant.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qu'on ne peut pas essayer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sous-vêtements et les maillots de bain, dans beaucoup de magasins. Ils ne sont pas non plus repris.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OÙ ON PAIE ET OÙ ON ÉCHANGE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comptoirs différents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caisse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payer. On y reçoit la facture — le papier à garder.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service à la clientèle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échanger, se faire rembourser, ou mettre de côté. Souvent un comptoir distinct, parfois au fond du magasin.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facture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papier sans lequel presque rien n'est possible. Photographiez-la : le papier des reçus s'efface en quelques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boîte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des chaussures, gardez-la : beaucoup de magasins l'exigent pour un échange.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l'endroit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présentoir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les vêtements sont suspendus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cabine d'essayage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fond, souvent en rangée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caisse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payer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service à la clientèle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échanger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ne sont pas les mêmes comptoirs : demandez où 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GARDER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facture, les étiquettes, et la boîte.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facture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prouve la date d'achat.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étiquettes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attachées prouvent que l'article n'a pas été porté.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boîte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est souvent exigée pour des chaussures. Sans ces trois-là, un échange devient difficile ou impossible.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ENLEVER LES ÉTIQUETTES TOUT DE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J'ai coupé l'étiquette en rentrant, avant de l'essayer une dernière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garde les étiquettes jusqu'à ce que je sois sûr.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vêtement dont les étiquettes sont coupées est considéré comme porté. Gardez-les attachées le temps de décider — quelques jours suffisent, et cela ne coûte rien.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d'essayage sont au fond.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faites quelle ___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des bottes, on parle de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mode d'___ est sur l'étiquette du col.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faire un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mise de côté demande un ___ 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d'essayage sont au 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cabines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faites quelle ___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des bottes, on parle de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pointure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mode d'___ est sur l'étiquette du col.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entretien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faire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échange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mise de côté demande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dépôt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vous faites de vos factures.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les rangez-vous ?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en photo la prochaine, et notez où la photo est rangée.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