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Apporter deux ou trois vêtements avec des étiquettes différentes. Les faire circuler pendant le déclencheur.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question fait parler tout le monde. Le lainage rétréci est une expérience universelle.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L'ordre est une norme internationale : une fois su, il rend l'étiquette lisible partout.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chercher un symbole barré sur les vêtements apportés.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points servent surtout au fer et à la sécheuse. Les élèves les confondent souvent avec des degrés.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expressions sont dans le banc de vocabulaire.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classique et coûteuse. Le manteau de duvet, lui, va à la sécheuse — avec des balles de tennis, à basse température.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Utiliser l'exercice de symboles du module, qui montre les dessins.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justifier. Le duvet surprend : il va bien à la sécheuse.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concret. Plusieurs découvriront qu'ils lavent trop chaud.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L'étiquette d'entretien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Cinq dessins cousus dans le col, les mêmes partout dans le monde. Ils disent comment laver, sécher et repasser — et comment ne pas ruiner un vêtement en une seule brassée.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Acheter des vêtements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cinq symboles d'entretien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une température de lavage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qu'un X veut dire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vocabulaire du lavage.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veulent dire ces dessins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etiquette-co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019452"/>
            <a:ext cx="3760927" cy="37609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dessins voyez-vous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ressemble à une machine à laver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veut dire une croix par-dessus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déjà rétréci un vêtement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cinq symboles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DESSIN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Un bac d'eau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lavage — souvent avec une température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Un triangle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l'eau de Javel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Un carré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séchage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Un 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repassage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Un cercle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nettoyage à sec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Toujours dans cet ordre, de gauche à droite.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CROIX VEUT DIRE NON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X sur un symbole : c'est interdit.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carré barré : ne pas mettre à la sécheuse. Un triangle barré : pas d'eau de Javel. Un fer barré : ne pas repasser. C'est la convention la plus utile de toute l'étiquette, et elle s'apprend en dix secondes.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POINTS ET LES CHIFFRES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façons de dire la chaleur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Les chiffres dans le bac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30, 40, 60 : la température de l'eau en degrés. 30, c'est l'eau froide ; 60, c'est très chaud et réservé au coton blanc.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Les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point = doux ou froid. Deux points = moyen. Trois points = chaud. On les trouve dans le fer et dans le carré du séchage.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main dans le bac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Lavage à la main seulement. La machine, même au cycle délicat, abîmera le vêtement.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du lavage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laver à froid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à trente degrés ou moins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sécher à plat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étendu, jamais suspendu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ne pas mettre à la sécheuse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rétrécirait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nettoyage à sec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au nettoyeur, pas à la maison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Sécher à plat » évite qu'un lainage s'étire et s'allonge.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LAINE À LA SÉCHEUSE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l'ai mis à la sécheuse avec le reste.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Lavage à froid, séchage à plat.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chaleur et le mouvement font feutrer la laine : les fibres s'accrochent entre elles et le vêtement rétrécit de plusieurs tailles, définitivement. Aucun traitement ne le répare.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dit l'étiquette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Traduisez le symbole en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bac avec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carré barré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triangle barré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fer à un point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cercle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main dans le bac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dit l'étiquette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bac avec 30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laver à trente degrés — à froid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carré barré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ne pas mettre à la sécheuse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triangle barré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pas d'eau de Javel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fer à un point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repasser à basse température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cercle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nettoyage à sec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main dans le bac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laver à la main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faire de ce vêtement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Choisissez.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chandail de laine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manteau de duvet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chemise de coton blanc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manteau de laine habillé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faire de ce vêtement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chandail de laine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laver à froid, sécher à plat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manteau de duvet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machine à froid, sécheuse basse, balles de tennis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chemise de coton blanc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machine à chaud, repassage possible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manteau de laine habillé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nettoyage à sec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Lisez l'étiquette d'un vêtement que vous portez souvent.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Notez les cinq symboles et ce qu'ils disent.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Est-ce que vous le laviez comme il faut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Acheter des vêtements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