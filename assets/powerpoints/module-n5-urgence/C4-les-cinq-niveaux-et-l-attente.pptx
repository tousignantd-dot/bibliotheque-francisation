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2. Relire deux billets de C3, puis annoncer que la séance porte enfin sur les questions qu'on ose poser soi-même.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la colère s'exprimer : elle est légitime et très répandue. Puis donner l'explication. Le soulagement dans le groupe est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le niveau 5 : c'est exactement l'appel que le 8-1-1 aurait réglé au téléphone, gratuitement. La boucle avec A4 se ferme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désamorce une frustration réelle et évite des départs prématurés de la salle d'attente.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le cœur de la séance : signaler une aggravation n'est pas se plaindre, c'est donner une information clinique.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Insister. C'est le conseil qui a le plus d'effet réel dans une vraie salle d'attente.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sans juger : partir est parfois raisonnable. Ce qui ne l'est pas, c'est de partir en silence.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fin de bloc : il reprend le vocabulaire de A3 dans le contexte où il sert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C. Annoncer le bloc D : l'urgence est finie, l'hospitalisation commence, et il faudra donner des nouvelles à ceux qui ne savent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C4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cinq niveaux, et l'attente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Toutes les urgences du Québec emploient la même échelle : cinq niveaux, du plus pressant au moins pressant. La comprendre change complètement une nuit d'attente.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nuit à l'urgence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ce qu'est un niveau de priorité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la bonne question pendant l'attente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une réévaluation si l'état empire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mots du triage dans une phrase juste.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Deux heures d'attente. Une personne arrivée après vous vient d'entrer. Vous faites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ri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un oubli ? Une erreur ? Une injustice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décide de l'ordre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question peut-on poser au comptoir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n'a jamais de réponse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CINQ NIVEAUX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L'échelle canadienne de triage, appliquée partout au Québec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NIVEAU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 · réanimation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la vie est en danger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on ne respire plus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 · très urgent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atteinte grave est possible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douleur à la poitrine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 · urgent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l'état peut se dégrader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fracture possible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 · moins urgent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faut un médecin, mais ça tient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coupure à recoudre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 · non urgent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cela peut attendre longtemps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mal de gorge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triage dure moins de cinq minutes.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NIVEAU 4 OU 5 EST UNE BONNE NOUVELLE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Cela veut dire que rien ne menace de s'aggraver pendant l'attente.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de gens vivent un niveau élevé comme un mépris. C'est l'inverse : le personnel vous dit que votre état est stable.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QU'ON PEUT DEMANDER, ET CE QU'ON NE PEUT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questions, deux réponses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« Quel niveau a-t-elle reçu ?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 répond, et donne une idée de la suite.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« Qu'est-ce qui est prévu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 répond : radiographie, prise de sang, médecin.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« Dans combien de temps exactement ?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 se répond pas : une seule ambulance peut tout changer.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« Sa douleur a beaucoup augmenté.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n'est pas une question, et c'est la phrase la plus utile de la nuit.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ATTENDRE EN SILENCE POUR NE PAS DÉRANGER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Ça fait deux heures qu'elle a plus mal, mais je ne veux pas déranger.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Sa douleur a beaucoup augmenté, est-ce que vous pouvez la revoir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triage n'est pas une décision définitive : on peut réévaluer et reclasser. Personne ne le fera si personne ne le 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PARTIR SANS PRÉVENIR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On s'en va, ça sert à rien.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Nous partons — pouvez-vous nous retirer de la liste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Sinon, on vous appellera, puis on vous cherchera, et le nom reste au tableau pendant des heures. Trente secondes au comptoir évitent tout cela.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EMPLOI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 avec un mot du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___, une infirmière écoute votre récit et donne un niveau de priorité.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___ ont installé Amparo sur une civière.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L'infirmière prend les ___ ___ avant ses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de la hanche a montré une fracture.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répond au 9-1-1 et envoie les secours.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mère a reçu un niveau de ___ de trois.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n'a pas ___ connaissance.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apporter la carte d'___ ___ et la liste des médicaments.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___, une infirmière écoute votre récit et donne un niveau de priorité.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triage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___ ont installé Amparo sur une civière.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ambulanciers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L'infirmière prend les ___ ___ avant ses questions.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signes vitaux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de la hanche a montré une fracture.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radiographie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répond au 9-1-1 et envoie les secours.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répartiteur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mère a reçu un niveau de ___ de trois.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priorité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n'a pas ___ connaissance.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perdu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apporter la carte d'___ ___ et la liste des médicaments.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assurance maladie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phrases que vous diriez au comptoir du triage, à trois moments.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arrivant · après une heure d'attente · si l'état empire.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chacune, polie et factuelle.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Une nuit à l'urgence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