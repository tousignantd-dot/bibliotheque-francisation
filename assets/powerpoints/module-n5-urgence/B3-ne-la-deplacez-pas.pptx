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Prévenir que le ton direct du répartiteur n'est pas de l'impolitesse : c'est le mode qui va avec la situation. Plusieurs élèves le vivent mal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: c'est l'ordre négatif qui compte le plus. Déplacer quelqu'un qui a une fracture aggrave la blessure.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Ajouter l'exception « Vas-y », où le s revient devant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droite à voix haute : ce sont les phrases que l'élève entendra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répéter dans les phrases, jamais en liste. Une conjugaison apprise hors contexte ne ressort pas sous 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irréguliers arrivent en fin de liste, quand la mécanique est installée. Ne pas les donner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et facile à corriger. La montrer, puis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Nommer l'usage oral sans le condamner : les élèves l'entendent partout. Ce qui compte, c'est de savoir quand il ne passe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Reformuler un ordre est le vrai test de compréhension. Insister sur le fait de le dire à voix haute : au téléphone, le répartiteur ne voit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 : les phrases justes serviront d'exemples au début de B4, où l'on ajoutera les pronoms.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Ne la déplacez pas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mode de l'urgence : trois personnes, aucun sujet écrit, des phrases de quatre mots. On l'entend au téléphone, à l'arrivée des ambulanciers, au triage et au congé.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l'impératif présent aux trois personnes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forme négative avec ne… pas, ne… rien, ne… jamais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quatre impératifs irréguliers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consigne d'urgence et l'exécuter sans la faire répéter.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Restez près d'elle. Ne la déplacez pas. Couvrez-la. » Trois ordres en une phrase. Est-ce impoli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prendrait la version polie complète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manque, par rapport à une phrase ordinaire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trois ordres est le plus important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n'a pas compris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PERSONNES, AUCUN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Reste · Restons · Restez. Le sujet ne s'écrit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part du présent de l'indicatif et on enlève le sujet. Les verbes en -er perdent leur s à la personne « tu » : tu écoutes donne Écoute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Affirmatif et négatif, côte à côte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AFFIRMATIF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NÉGATIF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Restez près d'elle.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Ne restez pas dans le corridor.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déplacer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Déplacez ce qui gêne.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Ne la déplacez pas.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Donnez-lui la main.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4060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Ne lui donnez rien à boire.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raccrocher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Raccrochez maintenant.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1304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Ne raccrochez pas.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Allez ouvrir la porte.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285487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N'allez pas la relever.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ne… pas entoure le verbe, exactement comme dans une phrase ordinaire.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IRRÉGULIERS À CONNAÎTRE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reviennent partout en santé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sois · soyons · soyez — « Soyez à côté d'elle.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aie · ayons · ayez — « Ayez sa carte à la main.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va · allons · allez — « Allez ouvrir la porte.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savoir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sache · sachons · sachez — « Sachez que l'aide arrive.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l'impératif, à la forme « vous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 d'abord,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(rester) près d'elle et ___ (parler) lui doucement.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la ___ (déplacer)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(couvrir) la avec une couverture.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lui ___ (donner) rien à boire ni à manger.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(aller) déverrouiller la porte de l'immeuble.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(être) au téléphone quand ils arriveront.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(avoir) sa carte d'assurance maladie à la main.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___ (raccrocher) pas avant que je vous le dise.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l'impératif, à la forme « vous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(rester) près d'elle et ___ (parler) lui doucement.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Restez · parlez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la ___ (déplacer)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déplacez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(couvrir) la avec une couverture.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Couvrez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lui ___ (donner) rien à boire ni à manger.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donnez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(aller) déverrouiller la porte de l'immeuble.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Allez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(être) au téléphone quand ils arriveront.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Soyez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(avoir) sa carte d'assurance maladie à la 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Ayez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___ (raccrocher) pas avant que je vous le dise.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raccrochez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LE SUJET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restez près d'elle.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Restez près d'elle.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le sujet, c'est une affirmation — une description de ce que vous faites. Sans lui, c'est un ordre. Au téléphone, la différence s'entend tout de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LAISSER TOMBER LE « NE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Déplacez-la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la déplacez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l'entend à l'oral familier, mais il est obligatoire à l'écrit et dans toute situation officielle — y compris dans un examen de fin de cours.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répartiteur vous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et redites l'ordre dans vos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Restez près d'elle et parlez-lui.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la déplacez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Couvrez-la avec une couverture.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lui donnez rien à boire.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Allez déverrouiller la porte.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Soyez au téléphone quand ils arriveront.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répartiteur vous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Restez près d'elle et parlez-lui.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reste, je lui parle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la déplacez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ne la bouge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Couvrez-la avec une couverture.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la couvre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lui donnez rien à boire.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ne lui donne rien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Allez déverrouiller la porte.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descends ouvrir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Soyez au téléphone quand ils arriveront.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reste en ligne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consignes que vous donneriez à quelqu'un qui vous aide.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à la forme affirmative, deux à la forme négative.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un des quatre verbes irréguliers.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