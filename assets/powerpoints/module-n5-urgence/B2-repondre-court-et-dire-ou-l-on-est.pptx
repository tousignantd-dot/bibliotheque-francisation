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Deuxième séance du défi 1. Relire deux billets de B1 — les adresses écrites — et faire remarquer ce qui manque presque toujours : l'étage et la façon d'entrer.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Lire les objectifs à voix haute. Y revenir au billet de sortie.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Cette diapositive vaut toute la séance. Faire calculer : douze portes, trente secondes chacune, cela fait six minutes perdues.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construire oralement l'adresse de l'école avec les trois éléments. Puis celle du domicile de deux ou trois volontaires.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lire à deux voix, debout, dos à dos : c'est la seule façon de sentir qu'on ne se voit pas. Puis inverser les rôles.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Elle enlève une pression réelle : beaucoup d'élèves croient qu'il faut tout savoir pour avoir le droit d'appeler.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Ajouter : dire au répartiteur ce qu'on fait pendant qu'on le fait. Il le note, et les ambulanciers l'entendent avant d'arriver.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trouver au groupe trois repères visibles autour de l'école. L'exercice dure trois minutes et il est toujours utile.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relire la phrase entière une fois corrigée. Le mot seul ne se retient pas ; la phrase, oui.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Ramasser : ces trois phrases serviront de fiche personnelle. Suggérer de les copier dans le téléphone, à côté des contacts d'urgence.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SÉANCE B2  ·  MODULE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Répondre court, et dire où l'on est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763268"/>
          </a:xfrm>
          <a:prstGeom prst="roundRect">
            <a:avLst>
              <a:gd name="adj" fmla="val 829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Sept questions, sept réponses de moins de dix mots. Et une adresse qui ne s'arrête pas au nom de la rue : l'étage, la porte, la lumière allumée.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Une nuit à l'urgence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Une nuit à l'urgence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répondre à chaque question du répartiteur en une phrase courte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dire « je ne sais pas » plutôt que d'inventer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situer un endroit avec les bons mots : hauteur, façade, repère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préparer l'arrivée des secours pendant l'appel.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Une nuit à l'urgence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PROBLÈME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7181A"/>
                </a:solidFill>
                <a:latin typeface="Verdana"/>
              </a:rPr>
              <a:t>L'ambulance est devant l'immeuble depuis deux minutes. Pourquoi personne n'est encore monté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24927" y="1719072"/>
            <a:ext cx="4199839" cy="4361688"/>
          </a:xfrm>
          <a:prstGeom prst="roundRect">
            <a:avLst>
              <a:gd name="adj" fmla="val 348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8" name="Picture 7" descr="ambulanc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44383" y="2638339"/>
            <a:ext cx="3760927" cy="2523153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566928" y="1856232"/>
            <a:ext cx="6492240" cy="1041400"/>
          </a:xfrm>
          <a:prstGeom prst="roundRect">
            <a:avLst>
              <a:gd name="adj" fmla="val 1404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566928" y="1965960"/>
            <a:ext cx="50292" cy="821944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50976" y="2039112"/>
            <a:ext cx="5806440" cy="712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Douze logements, une seule adresse : où frapper 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79928"/>
            <a:ext cx="6492240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566928" y="3089656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50976" y="3162808"/>
            <a:ext cx="5806440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La porte de l'immeuble est-elle barrée 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765804"/>
            <a:ext cx="6492240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566928" y="3875532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50976" y="3948684"/>
            <a:ext cx="5806440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corridor est-il éclairé 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4551680"/>
            <a:ext cx="6492240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566928" y="4661408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50976" y="4734560"/>
            <a:ext cx="5806440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Qui attend en bas 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Une nuit à l'urgence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LES MOTS QUI SITUENT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Trois éléments suffisent presque toujours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1D6B8F"/>
                </a:solidFill>
                <a:latin typeface="Verdana"/>
              </a:rPr>
              <a:t>La hauteur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49936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au premier étage · au sous-sol · en bas de l'escalier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8143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98183" y="208483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1D6B8F"/>
                </a:solidFill>
                <a:latin typeface="Verdana"/>
              </a:rPr>
              <a:t>La façade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8183" y="249936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devant l'entrée · derrière l'immeuble · dans la cour arrière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86968" y="4302252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1D6B8F"/>
                </a:solidFill>
                <a:latin typeface="Verdana"/>
              </a:rPr>
              <a:t>Le repère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471678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à côté de la pharmacie · entre la 3e et la 4e Avenue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8143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498183" y="4302252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1D6B8F"/>
                </a:solidFill>
                <a:latin typeface="Verdana"/>
              </a:rPr>
              <a:t>Dehors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8183" y="471678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la porte 3 du stationnement · devant le dépanneur · à l'arrêt d'autobus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Une nuit à l'urgence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QUESTION, RÉPONSE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Sept échanges, aucun de plus de dix mots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4181856"/>
          </a:xfrm>
          <a:prstGeom prst="roundRect">
            <a:avLst>
              <a:gd name="adj" fmla="val 349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LE RÉPARTITEUR DEMANDE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ON RÉPOND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L'endroit de votre urgence 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1" i="0">
                <a:solidFill>
                  <a:srgbClr val="1D6B8F"/>
                </a:solidFill>
                <a:latin typeface="Verdana"/>
              </a:rPr>
              <a:t>5412, rue des Ormeaux, app. 2.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77368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01696"/>
            <a:ext cx="3291492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Le numéro d'où vous appelez 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01696"/>
            <a:ext cx="6595914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1" i="0">
                <a:solidFill>
                  <a:srgbClr val="1D6B8F"/>
                </a:solidFill>
                <a:latin typeface="Verdana"/>
              </a:rPr>
              <a:t>Le 514 555-0198.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27964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07664"/>
            <a:ext cx="3291492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Dites-moi ce qui se passe.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07664"/>
            <a:ext cx="6595914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1" i="0">
                <a:solidFill>
                  <a:srgbClr val="1D6B8F"/>
                </a:solidFill>
                <a:latin typeface="Verdana"/>
              </a:rPr>
              <a:t>Ma mère est tombée dans l'escalier.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785615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3913631"/>
            <a:ext cx="3291492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Est-ce qu'elle est consciente 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3913631"/>
            <a:ext cx="6595914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1" i="0">
                <a:solidFill>
                  <a:srgbClr val="1D6B8F"/>
                </a:solidFill>
                <a:latin typeface="Verdana"/>
              </a:rPr>
              <a:t>Oui, elle me répond.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32688" y="429158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32688" y="4419600"/>
            <a:ext cx="3291492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Est-ce qu'elle respire 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43636" y="4419600"/>
            <a:ext cx="6595914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1" i="0">
                <a:solidFill>
                  <a:srgbClr val="1D6B8F"/>
                </a:solidFill>
                <a:latin typeface="Verdana"/>
              </a:rPr>
              <a:t>Oui, elle respire.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32688" y="4797552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932688" y="4925568"/>
            <a:ext cx="3291492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S'est-elle frappé la tête ?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43636" y="4925568"/>
            <a:ext cx="6595914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1" i="0">
                <a:solidFill>
                  <a:srgbClr val="1D6B8F"/>
                </a:solidFill>
                <a:latin typeface="Verdana"/>
              </a:rPr>
              <a:t>Je ne sais pas.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32688" y="530352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932688" y="5431536"/>
            <a:ext cx="3291492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Quel âge a-t-elle ?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43636" y="5431536"/>
            <a:ext cx="6595914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1" i="0">
                <a:solidFill>
                  <a:srgbClr val="1D6B8F"/>
                </a:solidFill>
                <a:latin typeface="Verdana"/>
              </a:rPr>
              <a:t>Soixante et onze ans.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Une nuit à l'urgence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« JE NE SAIS PAS » EST UNE BONNE RÉPONSE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2494788"/>
          </a:xfrm>
          <a:prstGeom prst="roundRect">
            <a:avLst>
              <a:gd name="adj" fmla="val 586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6718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Une invention peut envoyer la mauvaise équipe ; une ignorance avouée, jamais.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94404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4268724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Le répartiteur pose ensuite une question plus simple, ou il note l'incertitude pour les ambulanciers. Ce qu'il ne peut pas faire, c'est corriger une information fausse qu'il croit vraie.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Une nuit à l'urgence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QUATRE GESTES QUI FONT GAGNER UNE MINUTE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Pendant que vous attendez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1D6B8F"/>
                </a:solidFill>
                <a:latin typeface="Verdana"/>
              </a:rPr>
              <a:t>Déverrouiller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49936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La porte de l'immeuble, et celle du logement.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8143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98183" y="208483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1D6B8F"/>
                </a:solidFill>
                <a:latin typeface="Verdana"/>
              </a:rPr>
              <a:t>Éclairer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8183" y="249936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La lumière de l'entrée et celle du corridor.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86968" y="4302252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1D6B8F"/>
                </a:solidFill>
                <a:latin typeface="Verdana"/>
              </a:rPr>
              <a:t>Dégager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471678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Enfermer le chien, écarter ce qui bloque le passage.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8143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498183" y="4302252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1D6B8F"/>
                </a:solidFill>
                <a:latin typeface="Verdana"/>
              </a:rPr>
              <a:t>Accueillir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8183" y="471678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Envoyer quelqu'un attendre en bas, s'il y a quelqu'un d'autre.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Une nuit à l'urgence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DONNER UN REPÈRE QUE VOUS SEUL CONNAISSEZ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C'est en face de chez Ana, la maison avec les fleurs.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C'est au coin de Bélanger, à côté de la pharmacie.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Donnez ce qui est écrit et visible depuis la rue : un numéro, une enseigne, un nom de rue. Une ambulance ne cherche pas une maison, elle cherche un point sur une carte.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Une nuit à l'urgence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EMPLOI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mot qui situe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Complétez à l'oral, puis vérifiez.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Nous sommes ___ l'appartement 2, ___ premier étage.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Elle est ___ bas de l'escalier intérieur.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Je vous attends ___ l'entrée principale.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L'immeuble est ___ la pharmacie.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stationnement est ___ l'immeuble, par la ruelle.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C'est ___ la rue Bélanger et la rue Jean-Talon.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66928" y="626668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ounded Rectangle 32"/>
          <p:cNvSpPr/>
          <p:nvPr/>
        </p:nvSpPr>
        <p:spPr>
          <a:xfrm>
            <a:off x="841247" y="636371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841247" y="642772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44168" y="6422136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Il est tombé ___ le trottoir, devant le dépanneur.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66928" y="6954520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Rounded Rectangle 36"/>
          <p:cNvSpPr/>
          <p:nvPr/>
        </p:nvSpPr>
        <p:spPr>
          <a:xfrm>
            <a:off x="841247" y="705154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841247" y="711555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344168" y="7109968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Ma mère est ___ la salle de bain et la porte est bloquée.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Une nuit à l'urgence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mot qui situe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Nous sommes ___ l'appartement 2, ___ premier étage.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dans · au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Elle est ___ bas de l'escalier intérieur.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en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Je vous attends ___ l'entrée principale.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devant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L'immeuble est ___ la pharmacie.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à côté de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stationnement est ___ l'immeuble, par la ruelle.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derrière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C'est ___ la rue Bélanger et la rue Jean-Talon.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entre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66928" y="626668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ounded Rectangle 32"/>
          <p:cNvSpPr/>
          <p:nvPr/>
        </p:nvSpPr>
        <p:spPr>
          <a:xfrm>
            <a:off x="841247" y="636371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841247" y="642772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44168" y="6422136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Il est tombé ___ le trottoir, devant le dépanneur.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sur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66928" y="6954520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Rounded Rectangle 36"/>
          <p:cNvSpPr/>
          <p:nvPr/>
        </p:nvSpPr>
        <p:spPr>
          <a:xfrm>
            <a:off x="841247" y="705154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841247" y="711555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344168" y="7109968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Ma mère est ___ la salle de bain et la porte est bloquée.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dans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Une nuit à l'urgence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Décrivez en trois phrases comment on arrive jusqu'à vous, chez vous.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L'adresse · l'étage et la porte · un repère visible de la rue.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Ajoutez ce que vous feriez pendant l'attente.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Une nuit à l'urgence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