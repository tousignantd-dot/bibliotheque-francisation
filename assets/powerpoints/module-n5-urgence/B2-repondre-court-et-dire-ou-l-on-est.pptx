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séance du défi 1. Relire deux billets de B1 — les adresses écrites — et faire remarquer ce qui manque presque toujours : l'étage et la façon d'entrer.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diapositive vaut toute la séance. Faire calculer : douze portes, trente secondes chacune, cela fait six minutes perdues.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construire oralement l'adresse de l'école avec les trois éléments. Puis celle du domicile de deux ou trois volontaires.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à deux voix, debout, dos à dos : c'est la seule façon de sentir qu'on ne se voit pas. Puis inverser les rôles.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enlève une pression réelle : beaucoup d'élèves croient qu'il faut tout savoir pour avoir le droit d'appeler.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Ajouter : dire au répartiteur ce qu'on fait pendant qu'on le fait. Il le note, et les ambulanciers l'entendent avant d'arriver.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trouver au groupe trois repères visibles autour de l'école. L'exercice dure trois minutes et il est toujours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la phrase entière une fois corrigée. Le mot seul ne se retient pas ; la phrase, oui.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: ces trois phrases serviront de fiche personnelle. Suggérer de les copier dans le téléphone, à côté des contacts d'urgence.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Répondre court, et dire où l'on 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Sept questions, sept réponses de moins de dix mots. Et une adresse qui ne s'arrête pas au nom de la rue : l'étage, la porte, la lumière allumée.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nuit à l'urgence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chaque question du répartiteur en une phrase courte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« je ne sais pas » plutôt que d'inventer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situer un endroit avec les bons mots : hauteur, façade, repère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préparer l'arrivée des secours pendant l'appel.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PROBLÈME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L'ambulance est devant l'immeuble depuis deux minutes. Pourquoi personne n'est encore monté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mbula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Douze logements, une seule adresse : où frapper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porte de l'immeuble est-elle barrée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corridor est-il éclairé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attend en bas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MOTS QUI SITUENT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éléments suffisent presque toujours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hauteur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premier étage · au sous-sol · en bas de l'escalier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façade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l'entrée · derrière l'immeuble · dans la cour arrière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repère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côté de la pharmacie · entre la 3e et la 4e Avenue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Dehors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porte 3 du stationnement · devant le dépanneur · à l'arrêt d'autobus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QUESTION, RÉPONSE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Sept échanges, aucun de plus de dix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181856"/>
          </a:xfrm>
          <a:prstGeom prst="roundRect">
            <a:avLst>
              <a:gd name="adj" fmla="val 349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RÉPARTITEUR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L'endroit de votre urgence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5412, rue des Ormeaux, app. 2.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numéro d'où vous appelez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Le 514 555-0198.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Dites-moi ce qui se passe.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Ma mère est tombée dans l'escalier.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Est-ce qu'elle est consciente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Oui, elle me répond.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Est-ce qu'elle respire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Oui, elle respire.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7975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492556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S'est-elle frappé la tête 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492556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Je ne sais pas.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53035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32688" y="543153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 âge a-t-elle 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636" y="543153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Soixante et onze ans.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« JE NE SAIS PAS » EST UNE BONNE RÉPONSE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invention peut envoyer la mauvaise équipe ; une ignorance avouée, jamais.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répartiteur pose ensuite une question plus simple, ou il note l'incertitude pour les ambulanciers. Ce qu'il ne peut pas faire, c'est corriger une information fausse qu'il croit vraie.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QUATRE GESTES QUI FONT GAGNER UNE MINUTE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Pendant que vous attendez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Déverrouiller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porte de l'immeuble, et celle du logement.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Éclairer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lumière de l'entrée et celle du corridor.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Dégager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Enfermer le chien, écarter ce qui bloque le passage.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Accueillir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Envoyer quelqu'un attendre en bas, s'il y a quelqu'un d'autre.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DONNER UN REPÈRE QUE VOUS SEUL CONNAISSEZ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en face de chez Ana, la maison avec les fleurs.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au coin de Bélanger, à côté de la pharmacie.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Donnez ce qui est écrit et visible depuis la rue : un numéro, une enseigne, un nom de rue. Une ambulance ne cherche pas une maison, elle cherche un point sur une carte.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EMPLOI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qui situe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à l'oral, puis vérifiez.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sommes ___ l'appartement 2, ___ premier étage.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___ bas de l'escalier intérieur.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attends ___ l'entrée principale.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L'immeuble est ___ la pharmacie.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stationnement est ___ l'immeuble, par la ruelle.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___ la rue Bélanger et la rue Jean-Talon.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tombé ___ le trottoir, devant le dépanneur.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 mère est ___ la salle de bain et la porte est bloquée.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qui situe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sommes ___ l'appartement 2, ___ premier étage.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 · 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___ bas de l'escalier intérieur.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attends ___ l'entrée principale.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devant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L'immeuble est ___ la pharmacie.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côté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stationnement est ___ l'immeuble, par la ruelle.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derrière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___ la rue Bélanger et la rue Jean-Talon.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entre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tombé ___ le trottoir, devant le dépanneur.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 mère est ___ la salle de bain et la porte est bloquée.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en trois phrases comment on arrive jusqu'à vous, chez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L'adresse · l'étage et la porte · un repère visible de la rue.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ce que vous feriez pendant l'attente.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nuit à l'urgence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