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Rendre les billets de A4 et faire lire deux ouvertures d'appel au 8-1-1. Puis annoncer : au 9-1-1, ces deux phrases arrivent trop tôt. La séance explique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piste donne la réponse : tant que l'adresse n'est pas prise, personne ne part, et si l'appel tombe, il ne reste rien. Le dire une fois suffit ; les élèves ne l'oublient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deux choses : Marisol donne l'appartement et l'étage sans qu'on les demande, et Vincent répète l'adresse. C'est le seul moment où une erreur de chiffre se rattrape.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Compter les mots de la réponse de Marisol : trois phrases courtes, aucune mention de la fièvre des deux derniers jours. Ce détail-là ira au triage, pas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dit à voix haute ce qu'elle fait. C'est le geste à copier : le répartiteur ne voit rien, et il note tout ce qu'il entend.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la plus contre-intuitive du module : l'instinct pousse à raconter d'abord.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copier cet ordre dans le cahier. Il sera repris tel quel à la séance B2, puis servira de grille au jeu de rôle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jouer la mauvaise version par deux élèves : elle est drôle, et elle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 La quatrième est la plus importante : déplacer quelqu'un peut aggraver une fracture.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 et concret : beaucoup d'élèves découvrent qu'ils ne connaissent pas le numéro civique de leur école ou de leur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Quel est l'endroit de votre urgence ?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heures du matin. Un appel au 9-1-1 n'est pas une conversation : c'est le répartiteur qui mène, et sa première question ne porte pas sur ce qui se passe.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nuit à l'urgence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donner l'endroit exact avant tout le reste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en une seule phrase ce qui se passe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par oui ou par non aux questions fermées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pourquoi on ne raccroche pas.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Neuf un un, quel est l'endroit de votre urgence ? » Pourquoi pas « qu'est-ce qui se passe ?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escali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se passe-t-il si la ligne se coupe après trente secondes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permet à quelqu'un de partir tout de suite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adresse suffit-elle pour trouver la personne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peut faire pendant qu'on attend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L'endroit, puis le numéro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Neuf un un, quel est l'endroit de votre urgence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mille quatre cent douze, rue des Ormeaux, à Saint-Léonard. Appartement deux, en bas de l'escalier intérieur.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4158995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mille quatre cent douze, rue des Ormeaux. Quel est le numéro de téléphone d'où vous appelez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8152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524611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524611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 un quatre, cinq cinq cinq, zéro un neuf huit.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phrase, puis les deux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Dites-moi ce qui se passe.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 mère est tombée dans l'escalier. Elle a soixante et onze ans. Elle est par terre et elle ne peut pas se relever.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73837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qu'elle est consciente ? Est-ce qu'elle vous répond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487672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elle me répond. Elle a mal à la hanche droite, elle dit que sa jambe ne bouge plus.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 i="0">
                <a:solidFill>
                  <a:srgbClr val="17181A"/>
                </a:solidFill>
                <a:latin typeface="Verdana"/>
              </a:rPr>
              <a:t>Les consignes, et l'interdiction de raccrocher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Écoutez-moi bien : ne la déplacez pas, ne la faites pas asseoir, ne lui donnez rien à boire. Restez près d'elle et couvrez-la avec une couverture.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6229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332689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332689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ne la bouge pas, je la couvre. C'est fait.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1160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407619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VINCENT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407619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restez en ligne avec moi jusqu'à leur arrivée. Ne raccrochez pas.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16331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1161" y="516331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reste. Ils arrivent dans combien de temps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L'ENDROIT AVANT TOUT LE RESTE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Tant que l'adresse n'est pas prise, personne ne part.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numéro, la rue, la ville, puis l'appartement et l'étage. Si l'appel se coupe, l'adresse est la seule chose qui permette d'envoyer quelqu'un — même sur un téléphone cellulaire, la localisation reste approximative.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L'ORDRE DES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le même, quel que soit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1 · Où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76910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L'adresse complète, puis le détail : étage, appartement, porte.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2 · Votre numéro de téléphone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76910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Pour vous rappeler si la ligne se coupe.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3 · Que se passe-t-il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76910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Une seule phrase : qui, quoi, où.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4 · Est-elle consciente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98652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Oui ou non, puis une précision de quatre mots.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5 · Respire-t-elle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98652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Oui ou non. Ces deux questions décident de l'équipe.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656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1D6B8F"/>
                </a:solidFill>
                <a:latin typeface="Verdana"/>
              </a:rPr>
              <a:t>6 · Le reste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986528"/>
            <a:ext cx="2936138" cy="819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Âge, médicaments, saignement, coup à la tête, accès à l'immeuble.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COMMENCER PAR LE RÉCIT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Bonjour, alors voilà, depuis mercredi ma mère fait de la fièvre et…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5412, rue des Ormeaux, appartement 2, à Saint-Léonard.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répartiteur vous coupera pour demander l'adresse. La donner d'emblée, sans qu'on la demande, fait gagner vingt secondes — et vingt secondes, la nuit, c'est beaucoup.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l'appel.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question porte sur l'endroit de l'urgence.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précise où sa mère se trouve dans l'immeuble.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raconte au répartiteur toute la journée de sa mère.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répartiteur demande de faire asseoir Amparo.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doit couvrir sa mère et rester près d'elle.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raccroche dès que les ambulanciers sont en route.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question porte sur l'endroit de l'urgence.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précise où sa mère se trouve dans l'immeuble.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raconte au répartiteur toute la journée de sa mère.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trois phrases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répartiteur demande de faire asseoir Amparo.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surtout pas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doit couvrir sa mère et rester près d'elle.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raccroche dès que les ambulanciers sont en route.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reste en ligne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l'adresse exacte où vous êtes en ce moment, comme au 9-1-1.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Numéro, rue, ville — puis l'étage, le local, et par où entrer.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un repère visible de la rue.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Une nuit à l'urgence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