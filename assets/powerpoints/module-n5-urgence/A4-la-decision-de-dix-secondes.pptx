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A. Commencer par relire deux billets de A1 — la liste des signes — et annoncer qu'on va la compléter, puis la mettre à l'épreuve sur des situations réelles.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un vrai danger : relever quelqu'un qui a une fracture de la hanche aggrave la blessure. Le dire, sans effrayer.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remplace toutes les listes : c'est une question, pas un tableau à mémoriser.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sixième vaut à lui seul la séance : il est mal connu et c'est celui où chaque minute compte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hésitent à cause du coût et n'osent pas le dire. Donner les chiffres enlève la gêne et remet la décision au bon 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une fois, calmement, sans faire peur. Puis passer : la peur n'apprend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avec la question de la règle, pas avec la liste : « est-ce que ça peut attendre dix minutes ? ». C'est le réflexe à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diapositive fait le pont vers le bloc B, qui portera entièrement sur la phrase unique du 9-1-1.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meilleures serviront d'ouverture à la séance B1, où l'on verra qu'au 9-1-1, ces deux phrases-là arrivent trop 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décision de dix secondes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quelqu'un qui ne va pas bien, on n'hésite pas entre dix possibilités : on hésite entre appeler tout de suite et attendre demain. Une seule question tranche.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qui tranche entre le 8-1-1 et le 9-1-1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cinq signes qui ne se discutent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que coûte un transport en ambulance, et quand il est payé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deux phrases d'ouverture d'un appel au 8-1-1.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Il est minuit. Votre voisine de soixante-dix ans est tombée et elle ne peut pas se relever. Vous faites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mbul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l'aide à se relever d'abord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l'amène en voiture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coûte une ambulance, et est-ce que ça doit compter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dit-on en premier quand on compose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EST-CE QUE ÇA PEUT ATTENDRE DIX MINUTES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non, c'est le 9-1-1. Si vous hésitez sur ce qu'il faut faire, c'est le 8-1-1.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le doute entre les deux, on compose le 9-1-1 : le service existe pour des gens qui ne sont pas soignants, et personne ne reprochera un appel de trop.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CINQ SIGNES QUI NE SE DISCUTENT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raccroche et on compose le 9-1-1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Une douleur à la poitrine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59303"/>
            <a:ext cx="2936138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Surtout avec des sueurs, un bras lourd ou une difficulté à respirer.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Une difficulté à respirer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559303"/>
            <a:ext cx="2936138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cherche son air ou ne peut plus finir une phrase.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Une perte de connaissance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559303"/>
            <a:ext cx="2936138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brève, même si la personne se réveille ensuite.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saignement qu'on n'arrête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776724"/>
            <a:ext cx="2936138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Malgré une compresse et une pression maintenue.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Une chute d'où la personne ne se relève pas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776724"/>
            <a:ext cx="2936138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ne la déplace pas et on ne la fait pas asseoir.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Et un sixième, moins connu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776724"/>
            <a:ext cx="2936138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confusion soudaine, des mots qui ne viennent plus, un visage qui tombe d'un côté.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QUE COÛTE LE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Les chiffres, pour qu'ils cessent de faire peur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tarif de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 125 $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kilométrage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 1,75 $ le kilomètre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65 ans et 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payé, si le médecin le confirme après coup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Couvert par la carte d'assurance maladie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— c'est l'établissement qui l'assume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Faut-il hésiter pour cette raison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jamais, devant l'un des cinq signes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PRENDRE SA VOITURE POUR ALLER PLUS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va y aller en auto, ça coûte moins cher et c'est à dix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On appelle : les ambulanciers commencent les soins dans le salon.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L'ambulance n'est pas un taxi : les soins commencent chez vous, et l'hôpital sait qu'elle arrive. Pour une douleur à la poitrine, c'est la différence qui compte le plus.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8-1-1 ou 9-1-1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situation, décidez à voix haute, puis justifiez.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tombée qui ne peut pas se relever.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enfant qui fait de la fièvre depuis deux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forte douleur à la poitrine depuis dix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comprimé pris deux fois ce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saignement qui ne s'arrête pas.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plaie rouge depuis trois jours.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effondrée dans l'autobus, qui ne répond pas.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éruption sur les bras, et un doute.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8-1-1 ou 9-1-1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tombée qui ne peut pas se relever.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9-1-1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enfant qui fait de la fièvre depuis deux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8-1-1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forte douleur à la poitrine depuis dix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9-1-1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comprimé pris deux fois ce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8-1-1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saignement qui ne s'arrête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9-1-1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plaie rouge depuis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8-1-1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effondrée dans l'autobus, qui ne répond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9-1-1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éruption sur les bras, et un doute.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8-1-1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AU 8-1-1 ON DÉCRIT ; AU 9-1-1 ON ANNONCE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 contre une. La longueur de l'appel n'est pas la 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8-1-1, l'infirmière a besoin du détail : depuis quand, quelle température, prise comment, qui boit, qui mange. Au 9-1-1, elle n'a besoin que de l'endroit et d'une phrase.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deux premières phrases d'un appel au 8-1-1.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Première phrase : pour qui vous appelez, et son âge.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Deuxième phrase : ce qu'elle a, et depuis quand.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