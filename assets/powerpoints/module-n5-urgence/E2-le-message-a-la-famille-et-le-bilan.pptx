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Commencer par écouter deux enregistrements de E1, avec l'accord de leurs auteurs. Le passage de l'oral à l'écrit se fait alors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messages sont sincères. Le premier est légitime, mais il déclenche cinq appels inquiets. Le dire sans juger : ce n'est pas une question de politesse, c'est une question d'effet.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affichée pendant l'écriture.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éléments sont cochables dans le module : les élèves peuvent vérifier leur propre texte avant de demander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L'objet est la partie que les élèves négligent le plus, et c'est la seule que tout le monde lit à coup sûr.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phrases avant d'envoyer. Le module le fait aussi, mais compter soi-même vaut mieux.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dans le module, puis demander la correction de l'assistant. Les élèves rapides peuvent écrire le second message : celui du jour du congé.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cette liste dans le module, section « Je retiens des mots », et compléter l'autoévaluation avant de terminer.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billet du module. Les lire à voix haute, sans nommer les auteurs : c'est la meilleure révision possible en cinq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message à la famille, et le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personnes attendent des nouvelles et vous ne pouvez pas appeler cinq fois. Un seul message, clair, que chacun pourra relire — et qui évite cinq appels à l'hôpital.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message de nouvelles de sept à onze phrases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y employer les quatre outils du module : imparfait, passé composé, discours rapporté, futur simple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le pratique : étage, heures de visite, ce qu'il faut apporter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 ce qu'on sait faire maintenant.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COMPARAISON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Deux messages annoncent la même chose. Lequel calme la famille, lequel la fait téléphoner à l'hôpital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a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Ça a été une nuit épouvantable, je n'en peux plus.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Maman va bien. Elle a été opérée hier matin et tout s'est bien passé.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donne une information ? Lequel donne une émotion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famille fera après avoir lu chacun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DES FAITS, PAS DES IMPRESSIONS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Elle a été opérée hier matin et tout s'est bien passé.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factuel calme ; un message d'émotion inquiète. Vous aurez tout le temps de dire votre fatigue à quelqu'un en particulier — mais pas dans le message qui informe tout le monde.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SIX ÉLÉMENTS DU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cocher avant de demander la correction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Une phrase qui rassure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2936138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En premier, toujours. « Maman va bien.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Ce qui est arrivé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769108"/>
            <a:ext cx="2936138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L'imparfait pour le décor, le passé composé pour les faits.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Ce que le personnel a 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769108"/>
            <a:ext cx="2936138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La docteure dit que… », « elle m'a demandé si…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Ce qui s'en vient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986528"/>
            <a:ext cx="2936138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Au futur simple : elle sortira, il faudra, une intervenante viendra.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 pratique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4986528"/>
            <a:ext cx="2936138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L'étage, l'unité, les heures de visite, ce qu'il faut apporter.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Une demande précise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4986528"/>
            <a:ext cx="2936138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À quelqu'un en particulier, et un moment où vous joindre.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CADRE DU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se met où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CONTENU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famille — les personnes qui attendent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Objet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nouvelles de maman — hôpital, 5e étage, unité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Première 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 à tous. D'abord, maman va bien.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Dernière phrase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demande, un numéro, un moment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objet qui porte déjà l'essentiel évite la moitié des réponses.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TOUT RACONTER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7181A"/>
                </a:solidFill>
                <a:latin typeface="Verdana"/>
              </a:rPr>
              <a:t>Un message de vingt phrases avec chaque examen et chaque heure d'attente.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Sept à onze phrases, et le reste à la visite.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trop long ne se lit pas jusqu'au bout : le pratique, qui est à la fin, se perd. Gardez le détail pour ceux qui rappelleront.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message, sept à onze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Vérifiez les six éléments avant de demander la correction.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première phrase rassure-t-elle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décor est-il à l'imparfait, les faits au passé composé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Rapportez-vous ce qu'on vous a dit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s'en vient est-il au futur simple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Donnez-vous l'étage et les heures de visite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Demandez-vous quelque chose à quelqu'un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message, sept à onze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première phrase rassure-t-elle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tout récit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décor est-il à l'imparfait, les faits au passé composé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avait · elle est tombée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Rapportez-vous ce qu'on vous a dit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docteure dit que… · elle m'a demandé si…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s'en vient est-il au futur simple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sortira · il faudra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Donnez-vous l'étage et les heures de visite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et ce qu'il faut apporter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Demandez-vous quelque chose à quelqu'un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et laissez-vous un numéro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savez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036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Choisir le numéro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0634" y="2121408"/>
            <a:ext cx="6948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Est-ce que ça peut attendre dix minutes ? Et les cinq signes.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1036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Appeler le 9-1-1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0634" y="2778252"/>
            <a:ext cx="6948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L'endroit d'abord, une phrase ensuite, des réponses courtes.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1036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Comprendre un ordre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0634" y="3435096"/>
            <a:ext cx="6948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L'impératif, et le pronom avant ou après le verbe.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1036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Raconter au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0634" y="4091939"/>
            <a:ext cx="6948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L'imparfait pour le décor, le passé composé pour les faits.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1036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Rapporter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0634" y="4748784"/>
            <a:ext cx="6948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Elle m'a demandé si… · la docteure dit que…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1036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Annoncer la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0634" y="5405628"/>
            <a:ext cx="6948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futur simple, et les questions posées avant le congé.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qu'est-ce que vous ferez différemment si ça arrive chez vous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précise, que vous ferez vraiment.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 donnerai l'adresse en premier », « j'appellerai le 8-1-1 au lieu d'attendre »…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