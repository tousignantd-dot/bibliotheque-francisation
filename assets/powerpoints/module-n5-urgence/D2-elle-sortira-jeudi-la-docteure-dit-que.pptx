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de grammaire du module. Relire deux billets de D1 et faire produire oralement la réponse de la docteure : le futur simple sort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réponses spontanées au tableau. Le futur proche domine toujours — « elle va sortir » — et c'est l'entrée en matière parfaite.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repère du r est le plus efficace pour l'autocorrection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apprendre dans les phrases de la colonne de droite, pas en liste. Une conjugaison hors contexte ne ressort pas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portent le piège du « quand » : en français, le futur est obligatoire après quand et dès que. Beaucoup de langues font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faire répéter oralement cinq fois avec des sujets différents : c'est un automatisme, pas une réflexion.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Au niveau 5, s'en tenir au présent : « la docteure dit que… ». Le décalage des temps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troisième mécanisme est celui de la séance C3 : il revient, et c'est normal. Un module bien construit fait revenir ses outils.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et la troisième sont les plus formatrices : c'est le changement de propriétaire qui rend un message compréhensible ou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le subjonctif ici. Donner la forme sûre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quatre phrases sont le brouillon de la production orale de E1 : le dire, cela motive à les soigner.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Elle sortira jeudi », « la docteure dit que…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outils pour un seul appel : le futur simple pour annoncer ce qui s'en vient, le discours rapporté pour redire ce qu'on vous a dit sans le déformer.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simple, y compris ses irréguliers utiles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après « quand » et « dès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affirmation avec « dit que » et un ordre avec « demande de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ajuster les pronoms et les déterminants en rapportant.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appelez votre frère du corridor. Que lui dites-vous de ce qui n'est pas encore arrivé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n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sortira-t-elle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viendra la voir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faudra apporter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rapporter des paroles du médecin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L'INFINITIF, PLUS SIX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sortir + a donne elle sortira. Les terminaisons sont celles du verbe avoir.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Toutes les formes du futur contiennent le r de l'infinitif. Si vous ne l'entendez pas, la forme est fausse. Les verbes en -re perdent leur e : attendre donne elle attendra.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IRRÉGULIERS DONT ON A BESOIN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verbes couvrent presque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FUTUR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LE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· 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sera · aura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sera prête jeudi.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 · faire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ira · fera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irons la chercher.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viendra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intervenante viendra.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 · devoir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pourra · devra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devra marcher.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voir · falloir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verra · faudra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faudra une barre d'appui.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(sortir) dans trois ou quatre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(recevoir) un résumé et les ordonnances.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intervenante du CLSC ___ (venir) avant sa sortie.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(devoir) marcher avec une marchette.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une barre d'appui dans l'escalier.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(aller) la chercher en voiture jeudi matin.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sortira quand elle ___ (marcher) quinze pas.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(appeler) dès que j'___ (avoir) la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(sortir) dans trois ou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sortira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(recevoir) un résumé et les ordonnances.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recevrez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intervenante du CLSC ___ (venir) avant sa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viendra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(devoir) marcher avec une marchette.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une barre d'appui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(aller) la chercher en voiture jeudi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irons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sortira quand elle ___ (marcher) quinze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marchera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(appeler) dès que j'___ (avoir)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appellerai · aurai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PRÉSENT APRÈS « QUAND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sortira quand elle marche quinze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sortira quand elle marchera quinze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quand, dès que, aussitôt que, le français met le futur. C'est une des rares règles qui n'a aucune exception.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RAPPORTER, C'EST CHANGER DE BOUCHE SANS CHANGER L'INFORMATION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Votre mère sortira jeudi. » donne La docteure dit que ma mère sortira jeudi.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que » est obligatoire. Les pronoms et les déterminants changent de propriétaire. Avec un verbe introducteur au présent, les temps ne bougent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MÉCANISMES, ET RIEN D'AUTRE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suffisent à tout un appel de nouvelles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affirmation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que · expliquer que · ajouter 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ordre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de + infinitif : « elle m'a demandé de vérifier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question fermée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si : « elle m'a demandé si maman avait des allergies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changement de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votre mère » devient « ma mère » ; « je » devient « elle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 qu'on vous a 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douleur est contrôlée. » donne La docteure dit ___ la douleur est contrôlée.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Votre mère devra marcher. » donne Elle dit que ___ mère devra marcher.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passerai demain. » donne La physiothérapeute dit qu'___ passera demain.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Vérifiez les allergies. » donne L'infirmière m'a demandé ___ vérifier.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a des allergies ? » donne Elle m'a demandé ___ elle avait des allergies.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la gardons trois jours. » donne Ils disent qu'ils ___ gardent trois jours.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Apportez ses lunettes. » donne Je lui ai demandé ___ apporter ses lunettes.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 qu'on vous a 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douleur est contrôlée. » donne La docteure dit ___ la douleur est contrôlée.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Votre mère devra marcher. » donne Elle dit que ___ mère devra marcher.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passerai demain. » donne La physiothérapeute dit qu'___ passera 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Vérifiez les allergies. » donne L'infirmière m'a demandé ___ vérifier.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a des allergies ? » donne Elle m'a demandé ___ elle avait des allergies.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la gardons trois jours. » donne Ils disent qu'ils ___ gardent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Apportez ses lunettes. » donne Je lui ai demandé ___ apporter ses lunettes.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RAPPORTER UN ORDRE AVEC «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m'a demandé que je vérifie les allergies.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m'a demandé de vérifier les allergies.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le verbe « demander », un ordre se rapporte par de + infinitif. La construction avec « que » existe, mais elle appelle le subjonctif et n'appartient pas à ce niveau.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de nouvelles : deux au futur, deux rapportées.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Elle sortira… », « il faudra… », « la docteure dit que… », « elle m'a demandé si…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 si vous écriviez vraiment à quelqu'un ce soir.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