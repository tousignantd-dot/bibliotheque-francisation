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Prévenir le groupe qu'aucun terme technique n'est exigé : on ne demande jamais à un proche de nommer une maladie, on lui demande de décrire ce qu'il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Noter au tableau les mots que le groupe apporte. Beaucoup viendront de l'anglais ou de la langue d'origine : les accueillir, puis donner l'équivalent français employé au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malaise » est le mot le plus utile des quatre : il permet de décrire sans diagnostiquer. Le faire employer dans trois phrases avant de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Répartiteur » est presque toujours inconnu. Le faire répéter : c'est un mot qu'on entendra dans le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qu'on entend sans les comprendre à l'urgence. Annoncer que la séance C4 y reviendra en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 congé » surprend : dans la langue courante, un congé est un jour sans travail. Ici, c'est l'autorisation de sortir.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c'est le conseil le plus libérateur de la séance. Beaucoup d'élèves se taisent au téléphone parce qu'ils cherchent un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complète à voix haute une fois corrigée : c'est l'oral qui fixe le mot, pas le trou rempli.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 pour la séance A4 : les phrases justes serviront d'exemples au groupe, sans nommer les auteurs.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la nuit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moments : hésiter, appeler, attendre, être hospitalisé. Ce ne sont pas des mots de médecine — ce sont ceux qu'il faut dire ou comprendre au téléphone.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seize mots du module et les employer dans une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qu'on décrit de ce qu'on diagnostique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mot au moment où il sert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à l'écoute, dans une phrase entière.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Cet escalier est le lieu de tout le module. Quels mots faut-il pour raconter ce qui s'y passe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sca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dit-on ce qui est arrivé, sans nommer une maladie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mots emploie-t-on au téléphone, et lesquels à l'hôpital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mots avez-vous déjà entendus sans les comprendre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JE DÉCOUVRE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Hésiter, et choisir le numéro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886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malaise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5667" y="2121408"/>
            <a:ext cx="70633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problème de santé qui arrive tout d'un coup et qui n'a pas encore de nom.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886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8-1-1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5667" y="3106674"/>
            <a:ext cx="70633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 gratuit où une infirmière répond au téléphone, jour et nuit.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886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faire de la fièvre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5667" y="4091939"/>
            <a:ext cx="70633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Avoir une température du corps plus haute que la normale.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886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perdre connaissance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5667" y="5077205"/>
            <a:ext cx="706333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 plus rien voir ni entendre pendant un moment, et tomber.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DÉFI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L'appel au 9-1-1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7211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9-1-1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9126" y="2121408"/>
            <a:ext cx="757988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 à composer pour ce qui ne peut pas attendre dix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47211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répartiteur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9126" y="3106674"/>
            <a:ext cx="757988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répond au 9-1-1, pose les questions et envoie les secours.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47211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ambulanciers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9126" y="4091939"/>
            <a:ext cx="757988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personnes qui viennent en ambulance et donnent les premiers soins.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47211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civière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9126" y="5077205"/>
            <a:ext cx="757988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lit étroit à roues qui sert à transporter une personne couchée.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DÉFI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triage et l'attente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275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4529" y="2121408"/>
            <a:ext cx="70244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premier arrêt à l'urgence, où une infirmière décide qui passe avant.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0275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niveau de priorité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4529" y="3106674"/>
            <a:ext cx="70244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chiffre de 1 à 5 qui dit à quel point le cas est pressant.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0275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signes vitaux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4529" y="4091939"/>
            <a:ext cx="70244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tension, le pouls, la température et la respiration, mesurés ensemble.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02752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radiographie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4529" y="5077205"/>
            <a:ext cx="702447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image de l'intérieur du corps, qui montre entre autres les 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DÉFI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L'étage et le congé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fracture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658" y="2121408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os cassé.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hospitalisation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7658" y="3106674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séjour de plusieurs jours dans une chambre de l'hôpital.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heures de visite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7658" y="4091939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heures pendant lesquelles la famille peut entrer dans la chambre.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2065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congé de l'hôpital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7658" y="5077205"/>
            <a:ext cx="713134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le médecin autorise la personne à rentrer à la maison.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CHERCHER LE MOT SAVANT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une… comment on dit… une fracture du col fémoral, je pense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est tombée et elle ne peut plus bouger sa jambe.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n'attend de vous un terme médical. Décrire ce que vous voyez vaut mieux qu'un mot approximatif, qui peut envoyer l'équipe sur une fausse piste.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___, une infirmière écoute votre récit et donne un niveau de priorité.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ont installé Amparo sur une civière.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prend les ___ ___ avant de poser ses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la hanche a montré une fracture.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répond au 9-1-1 et envoie les secours.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___ connaissance : elle répondait déjà.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___, une infirmière écoute votre récit et donne un niveau de priorité.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ont installé Amparo sur une civière.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ambulanciers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prend les ___ ___ avant de poser ses questions.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signes vitaux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la hanche a montré une fracture.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radiographie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répond au 9-1-1 et envoie les secours.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répartiteur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___ connaissance : elle répondait déjà.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perdu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pourrait vraiment se dire au téléphone ou à l'hôpital.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Évitez les phrases de dictionnaire : « le triage est un endroit où…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