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Rendre les billets de D2 et en lire deux à voix haute, sans nommer les auteurs. Le groupe dit lequel il aurait aimé recevoir, et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est la troisième, et elle surprend toujours. Tant que la personne n'est pas rassurée, elle n'écoute rien de ce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les enregistrements.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essayer les deux rôles à ceux qui vont vite : jouer le répartiteur oblige à poser les questions dans l'ordre, ce qui apprend à les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tableau affiché pendant le jeu de rôle : c'est la grille d'autoévaluation la plus simple qui soit.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Chacun s'enregistre dans le module, s'écoute, corrige, puis envoie. Le deuxième enregistrement est presque toujours meilleur : exiger qu'on s'écoute avant d'envoyer.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Rejouer les deux versions à voix haute si le groupe hésite : la différence s'entend en cinq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contrôle est le même que celui du module. Il rend l'élève capable de se corriger seul, ce qui est le but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pour de vrai, et les nouvelles au téléphone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productions orales dans la même séance : un appel d'urgence mené du début à la fin, puis une minute de nouvelles à quelqu'un qui ne sait encore rien.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 appel au 9-1-1 sans perdre le fil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l'endroit d'abord et répondre court ensuite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une nuit en une minute, en quatre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s'écouter et se corriger avant d'envoyer.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minute pour annoncer à quelqu'un que sa mère est à l'hôpital. Par quoi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mbul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ce qui est arrivé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où elle se trouve maintenant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une phrase qui rassure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dans la tête de l'autre pendant vos dix premiers mots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RASSURER D'ABORD, RACONTER ENSUITE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Écoute-moi d'abord : maman va bien. Elle est à l'hôpital, mais elle va bien.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Puis le décor à l'imparfait, les faits au passé composé, ce que le personnel a dit, ce qui s'en vient au futur, et enfin le pratique : l'étage, les heures de visite, ce qu'il faut apporter.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RÔLE, EN TROIS SITUATIONS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L'assistant joue le répartiteur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chute dans l'escalier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heures du matin, votre mère est par terre, consciente, et ne peut pas se relever.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douleur à la poitrine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voisin, soixante ans, refuse l'ambulance parce que « ça coûte cher ». Troisième étage, sans ascenseur.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inconnu dans la 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personne par terre sur le trottoir, qui ne répond pas. Vous ignorez le numéro de la rue.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faut savoir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répartiteur mène l'échange. Il vous coupera si vous racontez, et il ne vous laissera pas raccrocher.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SEPT CHOSES À FAIRE PENDANT L'APPEL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liste que porte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99204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Ouvrir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l'endroit exact, avant tout le reste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Renseigner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numéro d'où l'on appelle, chiffre par chiffre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Annoncer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se passe, en une seule phrase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Répondre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oui, non, ou « je ne sais pas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Exécuter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consignes reçues, et le dire à voix haute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8813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0938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Préparer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0938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déverrouiller, éclairer, faire attendre quelqu'un en bas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4041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3212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Rester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53212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ligne, jusqu'à ce qu'on vous dise de raccrocher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 des nouvelles, en quatre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minute. Écoutez-vous ensuite comme si vous étiez au bout du fil.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1 · Rassurer.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2 · Le décor et les faits.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3 · Ce qu'on vous a dit.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4 · La suite et le pratique.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 des nouvelles, en quatre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1 · Rassurer.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« Écoute-moi d'abord : maman va bien.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2 · Le décor et les faits.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« Elle avait de la fièvre depuis deux jours. Cette nuit, elle est tombée.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3 · Ce qu'on vous a dit.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« La docteure dit que la douleur est contrôlée. Elle m'a demandé si…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4 · La suite et le pratique.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« Elle sortira dans trois ou quatre jours. Les visites sont de 11 h à 20 h.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COMMENCER PAR LE DRAME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Allô ? Il est arrivé quelque chose de terrible cette nuit…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Écoute-moi d'abord : maman va bien.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personne au bout du fil n'entendra rien de vos trois phrases suivantes. Rassurer n'est pas cacher : c'est mettre l'information la plus importante en premier.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Écoutez votre enregistrement une dernière fois, puis répondez en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personne est-elle rassurée dans les cinq premières secondes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Sait-elle où aller, quand, et quoi apporter ? Si non, refaites-le.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