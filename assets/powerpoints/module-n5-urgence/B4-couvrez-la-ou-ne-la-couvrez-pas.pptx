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défi 1. Relire deux billets de B3 et y ajouter les pronoms au tableau : c'est la meilleure entrée en matière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piste donne la clé : la place normale est devant le verbe. L'affirmatif de l'impératif est l'exception, pas la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Deux phrases suffisent : ne pas ajouter de cas rares, ils viendront au niveau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: ce n'est pas le sens qui décide, c'est le verbe et sa préposition. Les apprendre ensemble dès le premier jour.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chaque paire en alternance, dix fois. C'est le va-et-vient qui installe la règle, pas la règle elle-même.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dernières introduisent le pluriel sans le nommer : il ne pose presque jamais de problème une fois le singulier acquis.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Erreur logique : l'élève applique la forme qu'il vient d'apprendre. La montrer comme une conséquence, pas comme une faute d'inattention.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Petit point d'orthographe, mais il tombe en évaluation de fin de 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contient deux pronoms. La donner comme un bonus : elle s'entend souvent, et elle rassure les élèves rapides.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 du bloc B. Annoncer le bloc C : l'ambulance est partie, on arrive à l'urgence, et là il faudra enfin raconter toute l'histoire.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B4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« Couvrez-la » ou « ne la couvrez pas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la seule construction du français où le pronom passe derrière le verbe. Et c'est justement celle qu'on entend dans un appel d'urgence, dix fois en trois minutes.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Une nuit à l'urgence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entre le, la, les et lui, leur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placer le pronom après le verbe à l'affirmatif, avant au négatif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moi à l'affirmatif et me au négatif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 ordre à pronom sans le faire répéter.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« Couvrez-la. » / « Ne la couvrez pas. » Le même pronom, deux places. Qu'est-ce qui décide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 est la seule différence entre les deux phrases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se place le pronom dans une phrase ordinaire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un trait d'union dans la première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devient « moi » à la forme négative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AFFIRMATIF : LE PRONOM SUIT. NÉGATIF : LE PRONOM PRÉCÈDE.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Couvrez-la. · Ne la couvrez pas.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À l'affirmatif, le pronom se colle au verbe par un trait d'union, et « me » devient « moi ». Au négatif, tout reprend la place ordinaire, entre le ne et le verbe.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CHOISIR LE BON PRONOM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C'est la préposition qui décide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VERBE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SANS « À 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AVEC « À 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couvrir quelqu'un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la couvre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18460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parler à quelqu'un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18460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18460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lui parle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41192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déplacer quelqu'un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441192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la déplace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441192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3963924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donner qqch à quelqu'un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3963924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le donne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3963924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lui donne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32688" y="4486656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attendre quelqu'un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4794" y="4486656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les attends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6900" y="4486656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test se fait avec le verbe seul : parler À quelqu'un, couvrir quelqu'un.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QUATRE PHRASES DE L'APPEL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reconnaître à l'oreille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Couvrez-la.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2936138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affirmatif · objet direct · trait d'union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81051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Ne la déplacez pas.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2859024"/>
            <a:ext cx="2936138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négatif · objet direct · devant le verbe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181051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6858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Parlez-lui.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8588" y="2859024"/>
            <a:ext cx="2936138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affirmatif · objet indirect · verbe + 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2793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86968" y="4302252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Ne lui donnez rien.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5076444"/>
            <a:ext cx="2936138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négatif · objet indirect · devant le verbe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07738" y="402793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627778" y="4302252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Écoutez-moi bien.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7778" y="5076444"/>
            <a:ext cx="2936138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affirmatif · me devient moi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8548" y="402793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368588" y="4302252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Ne me faites pas répéter.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8588" y="5076444"/>
            <a:ext cx="2936138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négatif · moi redevient 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TRANSFORMATION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Remplacez par un pronom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À l'oral d'abord, puis à l'écrit.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Couvrez votre mère. donne Couvrez-___.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Ne déplacez pas votre mère. donne Ne ___ déplacez pas.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Parlez à votre mère. donne Parlez-___.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Ne donnez rien à votre mère. donne Ne ___ donnez rien.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Écoutez-___ bien. (moi / me)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Ne ___ faites pas répéter. (moi / me)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Prenez les médicaments. donne Prenez-___.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N'attendez pas les ambulanciers en haut. donne Ne ___ attendez pas en haut.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Remplacez par un pronom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Couvrez votre mère. donne Couvrez-___.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Ne déplacez pas votre mère. donne Ne ___ déplacez pas.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Parlez à votre mère. donne Parlez-___.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lui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Ne donnez rien à votre mère. donne Ne ___ donnez rien.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lui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Écoutez-___ bien. (moi / me)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moi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Ne ___ faites pas répéter. (moi / me)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Prenez les médicaments. donne Prenez-___.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N'attendez pas les ambulanciers en haut. donne Ne ___ attendez pas en haut.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GARDER « MOI » À LA FORME NÉGATIVE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Ne moi faites pas répéter.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Ne me faites pas répéter.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Moi » ne s'emploie qu'après le verbe, à l'affirmatif. Devant le verbe, c'est toujours « me ».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OUBLIER LE TRAIT D'UNION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Couvrez la avec une couverture.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Couvrez-la avec une couverture.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Sans trait d'union, « la » devient un article et la phrase attend un nom. À l'écrit, le lecteur s'arrête ; à l'oral, on ne l'entend pas — d'où l'importance de l'écrire correctement.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qu'on vous demande de faire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Redites l'ordre entendu avec « je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Couvrez-la.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Ne la faites pas asseoir.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Parlez-lui, dites-lui que l'aide s'en vient.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Ne lui donnez rien à boire.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Dites-le-moi si elle change.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qu'on vous demande de faire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Couvrez-la.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la couvre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Ne la faites pas asseoir.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ne la fais pas asseoir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Parlez-lui, dites-lui que l'aide s'en vient.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lui parle, je lui dis que…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Ne lui donnez rien à boire.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ne lui donne rien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Dites-le-moi si elle change.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vous le dis si elle change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Récrivez trois ordres du défi 1 en remplaçant le nom par un pronom.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à l'affirmatif, un au négatif, un avec « moi » ou « me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Vérifiez le trait d'union.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Une nuit à l'urgence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