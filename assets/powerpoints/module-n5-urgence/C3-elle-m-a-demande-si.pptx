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C'est le point qui sépare le niveau 5 du niveau 4 : on ne se contente plus de répondre aux questions, on les rapporte. Le dire au groupe, cela motive.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deux ou trois réponses spontanées et les écrire au tableau sans les corriger. On y reviendra en fin de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disparition de « est-ce que » : c'est l'erreur la plus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droite à voix haute : l'oreille repère l'ordre sujet + verbe mieux que l'œil.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raccourci qui marche : si la réponse commence par un verbe, c'est « ce qui » ; si elle commence par quelqu'un, c'est « ce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septième montre que « je ne sais pas… » se construit exactement comme « il m'a demandé… ». Un seul mécanisme, deux entrées.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Très fréquent, et très visible à l'écrit. Le corriger sans dramatiser : la structure est simple une fois nommée.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phrases spontanées du déclencheur : l'erreur y est presque toujours. C'est le moment le plus efficace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phrases justes ouvriront la séance C4, où l'on travaillera les questions à poser soi-même pendant l'attente.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Elle m'a demandé si…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Pendant une hospitalisation, on passe son temps à répéter à quelqu'un d'autre ce qu'on vient de nous demander. Une question rapportée n'est plus une question : elle perd son inversion et son point d'interrogation.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une question fermée avec « si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ce qui » et « ce que » à la place de « qu'est-ce qui /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où, quand, combien, pourquoi tels quels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rétablir l'ordre sujet + verbe, sans inversion.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sortez du triage et votre frère demande : « Qu'est-ce qu'ils t'ont demandé ? » Vous répondez comment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lephone-nu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Répétez-vous la question mot pour mot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devient « est-ce que »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passe le sujet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encore un point d'interrogation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QUESTION RAPPORTÉE N'EST PLUS UNE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qu'elle est consciente ? » donne Il m'a demandé si elle était consciente.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Plus d'inversion, plus de point d'interrogation, et « est-ce que » disparaît complètement. La phrase devient un simple complément du verbe « demander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MOT DE LIAISON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change, et ce qui ne change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POSÉE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RAPPORTÉE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qu'elle est consciente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… si elle était consciente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Qu'est-ce qui s'est passé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… ce qui s'était passé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Qu'est-ce que vous avez vu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… ce que j'avais vu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Où avez-vous mal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… où elle avait mal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 âge a-t-elle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… quel âge elle avait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où, quand, comment, combien et quel ne changent pas de forme.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MÉCANISMES, ET RIEN D'AUTRE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ce niveau, la liste est complète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Question fermée donne 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Toute question à laquelle on répond par oui ou non.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Qu'est-ce qui donne ce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 est sujet : il est suivi d'un verbe.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Qu'est-ce que donne ce 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 est complément : il est suivi d'un sujet.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autres mots donne inchangés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Seul l'ordre des mots redevient normal.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 d'abord,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qu'elle est consciente ? » donne Il m'a demandé ___ elle était consciente.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qu'elle prend des médicaments ? » donne … ___ elle prenait des médicaments.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qui s'est passé ? » donne Elle m'a demandé ___ s'était passé.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que vous avez vu ? » donne … ___ j'avais vu.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Où avez-vous mal ? » donne Elle lui a demandé ___ elle avait mal.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Quand est-elle tombée ? » donne … ___ elle était tombée.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Combien de temps allons-nous attendre ? » donne Je ne sais pas ___ de temps…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qu'elle a des allergies ? » donne Elle m'a demandé ___ ma mère avait des allergies.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qu'elle est consciente ? » donne Il m'a demandé ___ elle était consciente.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qu'elle prend des médicaments ? » donne … ___ elle prenait des médicaments.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qui s'est passé ? » donne Elle m'a demandé ___ s'était passé.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que vous avez vu ? » donne … ___ j'avais vu.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Où avez-vous mal ? » donne Elle lui a demandé ___ elle avait mal.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Quand est-elle tombée ? » donne … ___ elle était tombée.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Combien de temps allons-nous attendre ? » donne Je ne sais pas ___ de temps…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combien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qu'elle a des allergies ? » donne Elle m'a demandé ___ ma mère avait des allergies.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GARDER « EST-CE QUE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m'a demandé est-ce qu'elle respirait.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m'a demandé si elle respirait.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Est-ce que » n'existe que dans une vraie question, celle qui se termine par un point d'interrogation.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GARDER L'INVERSION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sais pas où est-elle.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sais pas où elle 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une question rapportée, l'ordre redevient sujet + verbe. L'inversion appartient à la question directe.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questions qu'on vous a posées cette semaine, rapportées.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avec « si », une avec « ce que » ou « ce qui », une avec où ou quand.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travail, à l'école, chez le médecin : n'importe où.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