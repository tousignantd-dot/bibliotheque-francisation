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3. Trois jours ont passé depuis la nuit du bloc B. Le dire : les élèves suivent le récit, et le saut de temps se signale.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lister au tableau. La liste du groupe est presque toujours plus longue que celle qu'on croit : c'est l'argument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la fièvre du premier soir avait bien une cause. Le 8-1-1 avait raison de dire que ça pouvait attendre le matin ; la chute, elle, n'était pas prévisible.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point pivot du défi : la sortie se prépare deux jours avant. Faire répéter la phrase de la docteure.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Dites-le-lui » reprend la construction à deux pronoms de la séance B4. La signaler en passant : elle est revenue toute seule.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Ajouter le fait qui convainc : une personne qui rentre sans que rien ne soit préparé revient souvent à l'urgence dans la semaine.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« par écrit » : personne ne retient huit consignes dites une fois, debout dans un corridor, en pleine émotion.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Suggérer de copier ces cinq questions dans le téléphone. Le jour du congé, il n'y aura qu'à les lire.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sensible : beaucoup de familles croient qu'avouer une difficulté sera jugé. Dire clairement que c'est l'inverse.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: elles serviront d'exemples à la séance D2, où l'on mettra la réponse au futur simple.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D1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L'étage, l'opération, le congé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L'urgence est finie ; l'hospitalisation commence. Une chambre, des heures de visite, une opération, et une date de sortie que personne ne promet. C'est maintenant qu'on pose les questions du retour à la maison.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Une nuit à l'urgence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ce qu'un médecin annonce sur une hospitalisation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les questions du congé avant le jour du départ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sa situation réelle : escalier, horaire, personne à la maison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les documents remis à la sortie.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7181A"/>
                </a:solidFill>
                <a:latin typeface="Verdana"/>
              </a:rPr>
              <a:t>Une chambre, un lit, une marchette. Qu'est-ce qu'il faut avoir réglé avant que cette personne rentre chez elle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chamb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sera à la maison pendant la journée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Y a-t-il un escalier ? Un ascenseur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va à la pharmacie, et quand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Quand doit-on revenir à l'urgence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s'est passé, et ce qui s'en vient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272100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DRE LAMONTAGNE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3694" y="2322576"/>
            <a:ext cx="742243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Madame Quintero ? Docteure Lamontagne. Je m'occupe de votre mère depuis son opération.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4510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09696"/>
            <a:ext cx="272100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3694" y="3409696"/>
            <a:ext cx="742243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 docteure. Comment est-ce qu'elle va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99440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158995"/>
            <a:ext cx="272100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DRE LAMONTAGNE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3694" y="4158995"/>
            <a:ext cx="742243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Bien. La radiographie a montré une fracture de la hanche, et elle a été opérée hier matin. Tout s'est bien passé.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08152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5246116"/>
            <a:ext cx="272100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DRE LAMONTAGNE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3694" y="5246116"/>
            <a:ext cx="742243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fièvre est tombée : c'était une infection urinaire, on la traite.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date qu'on ne promet pas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272100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3694" y="1901952"/>
            <a:ext cx="742243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va rester ici combien de temps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2721006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DRE LAMONTAGNE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3694" y="2651252"/>
            <a:ext cx="7422432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Trois ou quatre jours, si elle se lève avec la physiothérapeute comme prévu. Elle sortira quand elle marchera quinze pas avec une marchette.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272100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3694" y="4076191"/>
            <a:ext cx="742243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après ? Elle habite chez moi, mais je travaille de jour.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660900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825492"/>
            <a:ext cx="2721006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DRE LAMONTAGNE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3694" y="4825492"/>
            <a:ext cx="7422432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exactement la question à poser aujourd'hui, et pas le matin du congé. Une intervenante du CLSC passera vous voir avant sa sortie.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L'escalier, et les visites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272100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3694" y="1901952"/>
            <a:ext cx="742243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a un escalier chez nous. C'est là qu'elle est tombée.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272100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DRE LAMONTAGNE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3694" y="2651252"/>
            <a:ext cx="742243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Dites-le-lui. Ça change tout : elle pourra demander une barre d'appui et une évaluation à domicile.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8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272100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DRE LAMONTAGNE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3694" y="3738371"/>
            <a:ext cx="742243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visites sont de onze heures à vingt heures. Deux personnes à la fois.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825492"/>
            <a:ext cx="272100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DRE LAMONTAGNE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3694" y="4825492"/>
            <a:ext cx="742243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 congé, vous recevrez un résumé, les ordonnances et le rendez-vous de suivi. Notez vos questions d'ici là.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CONGÉ SE PRÉPARE DEUX JOURS À L'AVANCE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matin du départ, tout va vite — et il est trop tard pour organiser.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transport, l'escalier, les repas, qui sera à la maison : ces questions se posent pendant l'hospitalisation, quand quelqu'un a encore le temps d'y répondre.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CE QU'ON VOUS REMET AU DÉPART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choses, à demander par écrit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 résumé du séjour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s'est passé et ce qui a été fait.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Les ordonnances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médicaments, et surtout ce qui change.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 rendez-vous de suivi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date, et qui doit accompagner.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La demande de services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part vers le CLSC : aide, soins, évaluation du logement.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QUESTIONS À POSER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Et pourquoi les poser tôt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42816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POURQUOI MAINTENANT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Quel jour prévoyez-vous le congé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pour organiser le transport et le travail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0419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169920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Est-ce qu'elle pourra monter un escalier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169920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parce que la chambre est à l'étage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8160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944112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Qui va la voir à la maison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944112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pour que la demande au CLSC parte avant la sortie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32206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450080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Est-ce que les médicaments changent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450080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pour aller à la pharmacie avant son arrivée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50962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224272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Qu'est-ce qui doit m'inquiéter à la maison 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5224272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pour savoir quels signes ramènent à l'urgence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CACHER LES DIFFICULTÉS DU LOGEMENT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Non non, ça va aller, on s'organisera.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y a un escalier, et je travaille de jour.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 sont des faits, pas des plaintes, et ce sont eux qui déclenchent les services. Les taire par gêne les empêche.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Amparo a été opérée d'une fracture de la hanche.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fièvre venait d'une infection urinaire.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docteure promet une date de sortie exacte.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intervenante du CLSC passera avant la sortie.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attendre le matin du congé pour poser ses questions.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visites sont permises de onze heures à vingt heures.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Amparo a été opérée d'une fracture de la hanche.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fièvre venait d'une infection urinaire.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docteure promet une date de sortie exacte.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trois ou quatre jours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intervenante du CLSC passera avant la sortie.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attendre le matin du congé pour poser ses questions.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deux jours avant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visites sont permises de onze heures à vingt heures.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trois questions que vous poseriez aujourd'hui, à la place de Marisol.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sur la date, une sur le logement, une sur ce qui doit inquiéter.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Des questions complètes, avec « est-ce que » ou l'inversion.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Une nuit à l'urgence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