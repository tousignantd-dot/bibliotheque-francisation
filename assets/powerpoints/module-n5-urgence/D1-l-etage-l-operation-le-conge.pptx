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Trois jours ont passé depuis la nuit du bloc B. Le dire : les élèves suivent le récit, et le saut de temps se signale.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lister au tableau. La liste du groupe est presque toujours plus longue que celle qu'on croit : c'est l'argument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la fièvre du premier soir avait bien une cause. Le 8-1-1 avait raison de dire que ça pouvait attendre le matin ; la chute, elle, n'était pas prévisible.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pivot du défi : la sortie se prépare deux jours avant. Faire répéter la phrase de la docteure.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Dites-le-lui » reprend la construction à deux pronoms de la séance B4. La signaler en passant : elle est revenue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Ajouter le fait qui convainc : une personne qui rentre sans que rien ne soit préparé revient souvent à l'urgence dans la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par écrit » : personne ne retient huit consignes dites une fois, debout dans un corridor, en pleine émotion.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Suggérer de copier ces cinq questions dans le téléphone. Le jour du congé, il n'y aura qu'à les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sensible : beaucoup de familles croient qu'avouer une difficulté sera jugé. Dire clairement que c'est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: elles serviront d'exemples à la séance D2, où l'on mettra la réponse au futur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L'étage, l'opération, le congé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L'urgence est finie ; l'hospitalisation commence. Une chambre, des heures de visite, une opération, et une date de sortie que personne ne promet. C'est maintenant qu'on pose les questions du retour à la maison.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 médecin annonce sur une hospitalisation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questions du congé avant le jour du départ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sa situation réelle : escalier, horaire, personne à la maison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documents remis à la sortie.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Une chambre, un lit, une marchette. Qu'est-ce qu'il faut avoir réglé avant que cette personne rentre chez elle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a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sera à la maison pendant la journée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escalier ? Un ascenseur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va à la pharmacie, et quand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doit-on revenir à l'urgence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s'est passé, et ce qui s'en 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72100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LAMONTAGNE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3694" y="2322576"/>
            <a:ext cx="742243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Quintero ? Docteure Lamontagne. Je m'occupe de votre mère depuis son opération.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272100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694" y="3409696"/>
            <a:ext cx="742243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docteure. Comment est-ce qu'elle va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272100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LAMONTAGNE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3694" y="4158995"/>
            <a:ext cx="742243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Bien. La radiographie a montré une fracture de la hanche, et elle a été opérée hier matin. Tout s'est bien passé.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272100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LAMONTAGNE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3694" y="5246116"/>
            <a:ext cx="742243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fièvre est tombée : c'était une infection urinaire, on la traite.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date qu'on ne promet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72100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3694" y="1901952"/>
            <a:ext cx="742243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va rester ici combien de temps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72100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LAMONTAGNE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694" y="2651252"/>
            <a:ext cx="742243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ou quatre jours, si elle se lève avec la physiothérapeute comme prévu. Elle sortira quand elle marchera quinze pas avec une marchette.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272100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694" y="4076191"/>
            <a:ext cx="742243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après ? Elle habite chez moi, mais je travaille de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272100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LAMONTAGNE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694" y="4825492"/>
            <a:ext cx="742243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exactement la question à poser aujourd'hui, et pas le matin du congé. Une intervenante du CLSC passera vous voir avant sa sortie.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L'escalier, et les visites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72100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3694" y="1901952"/>
            <a:ext cx="742243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 escalier chez nous. C'est là qu'elle est tombée.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72100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LAMONTAGNE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694" y="2651252"/>
            <a:ext cx="742243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Dites-le-lui. Ça change tout : elle pourra demander une barre d'appui et une évaluation à domicile.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272100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LAMONTAGNE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694" y="3738371"/>
            <a:ext cx="742243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visites sont de onze heures à vingt heures. Deux personnes à la fois.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2"/>
            <a:ext cx="272100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LAMONTAGNE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3694" y="4825492"/>
            <a:ext cx="742243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congé, vous recevrez un résumé, les ordonnances et le rendez-vous de suivi. Notez vos questions d'ici 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CONGÉ SE PRÉPARE DEUX JOURS À L'AVANCE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matin du départ, tout va vite — et il est trop tard pour organiser.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transport, l'escalier, les repas, qui sera à la maison : ces questions se posent pendant l'hospitalisation, quand quelqu'un a encore le temps d'y répondre.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QU'ON VOUS REMET AU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choses, à demander par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résumé du séjour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s'est passé et ce qui a été 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ordonnances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médicaments, et surtout ce qui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rendez-vous de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date, et qui doit accompagner.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demande de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part vers le CLSC : aide, soins, évaluation du logement.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QUESTIONS À POSER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pourquoi les poser tôt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 MAINTENANT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Quel jour prévoyez-vous le congé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organiser le transport et le travail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Est-ce qu'elle pourra monter un escalier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parce que la chambre est à l'étage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Qui va la voir à la maison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que la demande au CLSC parte avant la sortie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Est-ce que les médicaments changent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aller à la pharmacie avant son arrivée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22427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Qu'est-ce qui doit m'inquiéter à la maison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22427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savoir quels signes ramènent à l'urgence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CACHER LES DIFFICULTÉS DU LOGEMENT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Non non, ça va aller, on s'organisera.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un escalier, et je travaille de jour.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des faits, pas des plaintes, et ce sont eux qui déclenchent les services. Les taire par gêne les empêche.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Amparo a été opérée d'une fracture de la hanche.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fièvre venait d'une infection urinaire.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promet une date de sortie exacte.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intervenante du CLSC passera avant la sortie.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attendre le matin du congé pour poser ses questions.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visites sont permises de onze heures à vingt heures.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Amparo a été opérée d'une fracture de la hanche.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fièvre venait d'une infection urinaire.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promet une date de sortie exacte.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trois ou quatre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intervenante du CLSC passera avant la sortie.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attendre le matin du congé pour poser ses questions.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jours avant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visites sont permises de onze heures à vingt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 que vous poseriez aujourd'hui, à la place de Marisol.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sur la date, une sur le logement, une sur ce qui doit inquiéter.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questions complètes, avec « est-ce que » ou l'inversion.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