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2. Marquer le contraste avec le bloc B : la même nuit, la même personne, mais un genre de discours complètement différent. C'est ce que le niveau 5 demande — savoir changer de registre selon la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la durée du triage : les élèves répondent souvent « une heure ». C'est moins de cinq minutes, et cette brièveté explique tout le reste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cœur de la séance tient dans la dernière réplique : deux imparfaits, puis deux passés composés. Le faire remarquer sans encore l'expliquer — la séance C2 s'en chargera.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Noter la réponse de Marisol : elle ne dit pas non, elle dit ce qu'elle sait et ce qu'elle n'a pas vu. C'est exactement la bonne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question des allergies bloque presque toutes les familles. Annoncer qu'elle reviendra au défi 3, quand Julio donnera la réponse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change complètement le vécu d'une nuit d'attente — beaucoup d'élèves croient avoir été oubliés.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Conseiller d'apporter la boîte de médicaments elle-même. C'est le conseil pratique le plus utile du module après celui de l'adresse.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l'annonce de la séance C2. Ne pas expliquer maintenant, seulement faire entendre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sans corriger les temps : ils seront le sujet de C2. Se contenter de vérifier l'ordre des trois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Racontez-moi ce qui est arrivé, du début.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9-1-1, on répondait en trois mots. Au triage, c'est le contraire : quatre minutes de récit, et ce qu'on raconte pèse dans la décision.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au triage ce qui est arrivé, dans l'ordre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durait de ce qui vient d'arriver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aux questions de l'infirmière sans se perdre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 niveau de priorité.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Voici le comptoir où tout se décide. Quatre minutes, une infirmière, et un chiffre de 1 à 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ri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qu'elle a besoin de savoir, exactement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 où commence-t-on un récit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l'heure de la chute est-elle importante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de l'ordre de passage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récit, du début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Bonsoir. Karine, infirmière au triage. C'est vous qui accompagnez madame Quintero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40969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je suis sa fille. Marisol.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99440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15899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415899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Racontez-moi ce qui est arrivé, du début.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4370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908296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908296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avait de la fièvre depuis mercredi et elle mangeait très peu. Cette nuit, elle s'est levée pour aller à la toilette et elle est tombée dans l'escalier.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questions, et le niveau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qu'elle a perdu connaissance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68879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33472"/>
            <a:ext cx="149847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33472"/>
            <a:ext cx="864496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ne l'ai pas vue tomber. Quand je suis arrivée en bas, elle me parlait déjà.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20439"/>
            <a:ext cx="11057839" cy="1289303"/>
          </a:xfrm>
          <a:prstGeom prst="roundRect">
            <a:avLst>
              <a:gd name="adj" fmla="val 1134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85031"/>
            <a:ext cx="1498473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685031"/>
            <a:ext cx="8644966" cy="1014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personne qui arrive reçoit un niveau, de un à cinq. Un, c'est une vie en danger, on entre tout de suite. Cinq, c'est ce qui peut attendre longtemps.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92040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56631"/>
            <a:ext cx="149847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5056631"/>
            <a:ext cx="8644966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la mets à trois. Une fracture possible chez une dame de soixante et onze ans, avec de la fièvre, ça ne reste pas dans le corridor toute la nuit.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L'attente, et ce qu'on ne promet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veut dire combien d'attente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ne peux pas vous promettre une heure. Ce soir, il y a deux priorités un. Si une ambulance arrive avec un cas plus grave, il passe avant elle, même s'il est arrivé 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KARINE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407619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dernière chose : est-ce qu'elle a des allergies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82549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1161" y="482549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Aux antibiotiques, je crois. Il faudrait vérifier avec mon frère.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L'ORDRE D'ARRIVÉE NE COMPTE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personne arrivée après vous passera avant si son niveau est plus urgent.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ni un oubli ni une injustice : c'est le fonctionnement même du triage. La seule chose à faire pendant l'attente est de retourner au comptoir si l'état empire.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QUE LE TRIAGE VEUT ENTENDRE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choses,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est arrivé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récit court, avec l'heure : « vers deux heures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qui durait avant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fièvre depuis mercredi, le peu d'appétit.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Ce que vous ne savez pas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ne l'ai pas vue tomber » vaut mieux qu'un « non » incertain.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dossier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Médicaments, allergies, carte d'assurance maladie.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RACONTER TOUT AU MÊME TEMPS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eu de la fièvre, elle a mangé peu, elle est tombée.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avait de la fièvre, elle mangeait peu, et elle est tombée.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 passé composé partout, on ne distingue plus ce qui durait de ce qui vient d'arriver. L'infirmière perd l'information la plus utile : la fièvre précédait la chute.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demande de raconter depuis le début.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l'urgence, on entre dans l'ordre d'arrivée.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niveau 1 veut dire que le cas peut attendre.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Amparo reçoit un niveau 3.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promet une durée d'attente précise.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personnes peuvent accompagner la patiente.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demande de raconter depuis le début.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l'urgence, on entre dans l'ordre d'arrivée.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selon le niveau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niveau 1 veut dire que le cas peut attendre.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vie en danger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Amparo reçoit un niveau 3.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promet une durée d'attente précise.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elle ne le peut pas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personnes peuvent accompagner la patiente.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une seule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trois phrases ce qui est arrivé à Amparo.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ce qui durait avant.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Deuxième : ce qui est arrivé, avec l'heure. Troisième : ce que vous avez fait.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