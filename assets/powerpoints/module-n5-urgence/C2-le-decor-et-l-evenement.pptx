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la plus importante du module. Commencer par relire deux billets de C1 et souligner au tableau les verbes : les élèves verront d'eux-mêmes le mélange.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Dessiner une ligne au tableau : un trait long pour l'imparfait, une croix pour le passé composé. Le schéma vaut mieux qu'une définition.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Ajouter le test : si l'on peut ajouter « ce jour-là, à telle heure », c'est le passé composé.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signaux sont des indices, pas des règles. Le dire : c'est le sens qui décide, et le même verbe peut aller aux deux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porte l'erreur la plus fréquente du module : « elle s'a levée ». Tous les pronominaux prennent être, sans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septième est la plus formatrice : un fait ponctuel dans un décor qui dure, dans la même phrase. La faire relire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systématique chez beaucoup d'élèves. La corriger par la répétition orale plutôt que par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s'entend pas à l'oral, mais compte à l'écrit — et le message à la famille de la séance E2 est un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Préciser que personne n'est obligé de raconter quelque chose de personnel. Ramasser : ces récits serviront de base à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décor et l'évènement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temps, deux rôles. L'imparfait pour ce qui durait autour, le passé composé pour ce qui est arrivé. Ce n'est pas de la grammaire savante : c'est ce qui permet à l'infirmière de comprendre.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l'imparfait pour le décor et le passé composé pour les faits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l'imparfait à partir du radical de « nous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avec l'auxiliaire être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une nuit en cinq phrases organisées.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Elle dormait quand je suis rentrée. » Qu'est-ce qui a commencé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a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faits dure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arrive à un moment précis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devient la phrase si on met les deux au passé composé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Peut-on dire « elle a dormi quand je suis rentrée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L'IMPARFAIT PLANTE LE DÉCOR, LE PASSÉ COMPOSÉ RACONTE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avait de la fièvre. Elle est tombée.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L'imparfait dit ce qui durait, se répétait ou était vrai autour. Le passé composé dit ce qui est arrivé une fois, à un moment qu'on peut nommer.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SIGNAUX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qui appellent un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ILS APPELLENT L'IMPARFAIT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ILS APPELLENT LE PASSÉ COMPOSÉ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depuis, ça faisait…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hier, cette nuit, ce matin-là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tous les jours, souvent, toujours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deux heures, vers minuit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pendant que, quand (le décor)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d'un coup, soudain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avant, dans ce temps-là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fois, une fois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c'était, il faisait, elle avait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est tombée, j'ai appelé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FORMER LES DEUX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mécaniques, peu d'exceptions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Imparfait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radical de « nous » au présent + -ais, -ais, -ait, -ions, -iez, -aient. Nous fais-ons donne je faisais.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seule exception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être donne j'étais, tu étais, il était.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Passé composé avec avoir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appelé, elle a dormi, nous avons attendu.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Passé composé avec être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verbes de mouvement et tous les pronominaux : elle est tombée, elle s'est levée.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Imparfait ou passé composé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au temps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(avoir) de la fièvre depuis mercredi.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(manger) très peu depuis deux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nuit, elle ___ (se lever) pour aller à la toilette.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(tomber) dans l'escalier vers deux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(faire) noir et l'escalier ___ (être) étroit.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(appeler) le 9-1-1 tout de suite après.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je suis arrivée en bas, elle me ___ (parler) déjà.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ambulanciers ___ (arriver) sept minutes plus tard.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764235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77393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78033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779780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sa chute, elle ___ (marcher) sans marchette.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8330184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841247" y="8427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1247" y="8491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8485632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(ne pas perdre) connaissance.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Imparfait ou passé composé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(avoir) de la fièvre depuis mercredi.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(manger) très peu depuis deux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mangeait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nuit, elle ___ (se lever) pour aller à la toilette.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s'est levée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(tomber) dans l'escalier vers deux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tombée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(faire) noir et l'escalier ___ (être) étroit.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faisait · était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(appeler) le 9-1-1 tout de suite après.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 appelé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je suis arrivée en bas, elle me ___ (parler) déjà.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parlait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ambulanciers ___ (arriver) sept minutes plus 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sont arrivés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764235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77393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78033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779780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sa chute, elle ___ (marcher) sans marchette.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marchait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8330184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841247" y="8427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1247" y="8491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8485632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(ne pas perdre) connaissance.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n'a pas perdu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AVOIR AVEC UN VERBE PRONOMINAL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s'a levée à deux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s'est levée à deux heures.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Tous les verbes pronominaux prennent être : elle s'est levée, je me suis blessé, ils se sont assis.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L'ACCORD AVEC ÊTRE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est tombé.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est tombée.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l'auxiliaire être, le participe s'accorde avec le sujet : elle est tombée, ils sont arrivés, nous sommes restées.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cinq phrases une nuit où quelqu'un n'allait pas bien.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à l'imparfait pour le décor, trois au passé composé.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nuit inventée fait le même travail qu'une nuit vécue.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