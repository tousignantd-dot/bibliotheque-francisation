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au service de la diplomatie. Ouvrir en projetant les deux phrases du chapeau et en demandant laquelle obtient un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4 est un vrai enjeu de compte rendu : « je proposerai » engage, « je proposerais » n'engage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trois verbes du module : proposer, mettre, rester.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quatre sont tirées de la réunion de C1. Nadia emploie le conditionnel quatre fois, et elle obtient que sa proposition soit étudiée.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On aurait dû » est le seul reproche qui ne fâche personne : il n'a pas de sujet accusé. Manon l'accepte immédiatement et reconnaît sa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troisième ligne est celle qui compte pour un compte rendu.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formes côte à côte. C'est la seule façon de les distinguer, puisque l'oreille ne le fait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vérifie l'objectif 4. Le corriger en écrivant les deux formes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transformation change de sujet en même temps que de temps : « vous » devient « on ». C'est ce qui la rend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phrases nourrissent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Proposer, nuancer, regretter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qu'on partage » se fait répondre non. « Je proposerais un partage » avance la même idée en laissant à l'autre la liberté d'y venir — et c'est ce qui la fait passer.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et le conditionnel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présent pour proposer et demander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passé pour le regret et le reproche atténué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confondre -ai et -ais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PRÉSENT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radical du futur, les terminaisons de l'imparfait.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proposer- plus -ais donne « je proposerais ». Si vous savez faire le futur, vous savez faire le conditionnel : c'est le même radical. Les irréguliers sont ceux du futur, et ce sont toujours les mêmes : je serais, j'aurais, je ferais, j'irais, je voudrais, je pourrais.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PRÉSENT : CE QUI POURRAIT 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emplois en réunion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Proposer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proposerais un partage des commandes.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Chiffrer une conséquence envisagée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me ferait deux heures de plus par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poliment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pourriez chiffrer l'espace d'ici le douze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Souhaiter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qu'on tranche à la réunion du seize.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PASSÉ : CE QUI AURAIT PU 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emplois, tous délicats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regret partagé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aurait dû demander leurs délais avant de comparer les prix.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résultat non réalisé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77639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serait resté vingt mille dollars, et non quarante mille.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L'hypothèse manquée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5592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j'avais lu la page quatre, je vous en aurais parlé avant.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choisir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VOULEZ 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chose peut encore arriver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conditionnel présent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chose ne peut plus arriver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conditionnel passé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décidé, je m'engage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futur simple, pas de conditionnel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Test rapide : si c'est encore possible, présent. Si c'est trop tard, passé.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JE PROPOSERAI POUR UNE IDÉE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proposerai un partage. (dans un compte rendu)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proposerais un partage.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son à l'oral, deux sens à l'écrit. « -ai » est un futur : c'est décidé, je m'engage. « -ais » est un conditionnel : c'est une idée à discuter. Dans un compte rendu qui circule, la confusion crée un engagement que personne n'a pris — et on vous le rappellera dans un mois.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 ou passé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(proposer) qu'on partage les commandes.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me ___ (faire) deux heures de plus par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(devoir) demander leurs délais avant de comparer.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(rester) vingt mille dollars, et non quarante mille.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lu la page quatre, je vous en ___ (parler) avant.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(pouvoir) chiffrer l'espace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(ne pas devoir) faire circuler la soumission si vite.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je ___ (envoyer) la demande de prix. C'est décidé.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 ou passé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(proposer) qu'on partage les commandes.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proposerais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me ___ (faire) deux heures de plus par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(devoir) demander leurs délais avant de comparer.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aurions dû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(rester) vingt mille dollars, et non quarante 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lu la page quatre, je vous en ___ (parler)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aurais parlé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(pouvoir) chiffrer l'espace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(ne pas devoir) faire circuler la soumission si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n'aurait pas dû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je ___ (envoyer) la demande de prix. C'est décidé.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enverrai — futur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la phrase au conditionnel pour qu'elle soit discutable.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qu'on partage les commandes.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chiffrer l'espace avant le douze.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trancher le seize.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fait circuler la soumission trop vite.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qu'on partage les commandes.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proposerais qu'on partage les commandes.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chiffrer l'espace avant le douze.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vous pourriez chiffrer l'espace avant le douze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trancher le seize.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J'aimerais qu'on tranche le seize.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fait circuler la soumission trop vite.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aurait dû prendre le temps de la lire.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proposition que vous feriez à votre employeur.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conditionnel présent.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conditionnel passé qui dit ce qui a manqué.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