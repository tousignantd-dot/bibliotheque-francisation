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Elle consolide et elle produit ; aucun mot neuf, aucun point de grammaire neuf.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Retour à A4, quatre semaines plus tard. Faire employer chaque mot dans une phrase sur son propre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au groupe le seuil et la majoration. La réponse doit venir sans hésitation : quarante heures, cinquante pour 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la formule d'une ligne de compte rendu : quoi, qui, quand.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où s'adresser pour la reconnaissance des acquis : le centre de services scolaire.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grille de correction du travail remis.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Chacun adapte la phrase à son propre travail avant de rédiger.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l'autoévaluation du module, section « Je retiens des mots ». Faire nommer à chacun le point qu'il travaillera encore.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Troisième et dernière production écrite du module. Elle se dépose dans la section « Je me lance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demande écrite, et le bilan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mots, quatre familles, et une dernière production : demander un congé de formation en arrivant avec le problème réglé plutôt qu'avec un souhait.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Tenir son bout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seize mots du module par famille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demande de congé de formation chiffrée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réemployer le subjonctif et l'hypothèse au passé dans un texte utile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qu'on est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poste et les tâches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68655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description de tâches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3564" y="2121408"/>
            <a:ext cx="636544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document qui énumère tout ce qu'on doit faire.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68655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supérieur immédiat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3564" y="3106674"/>
            <a:ext cx="636544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à qui on rend des comptes directement.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68655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faire le suivi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3564" y="4091939"/>
            <a:ext cx="636544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Reprendre un dossier commencé pour le faire avancer.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68655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imprévu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3564" y="5077205"/>
            <a:ext cx="636544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arrive sans avoir été planifié.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paie et la réclamation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94887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relevé de paie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5882" y="2121408"/>
            <a:ext cx="610312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document qui détaille les heures, le taux et les retenues.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94887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heures supplémentaires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55882" y="3106674"/>
            <a:ext cx="610312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heures travaillées au-delà de la semaine normale.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94887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882" y="4091939"/>
            <a:ext cx="610312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démarche pour faire corriger une somme due.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94887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accusé de réception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5882" y="5077205"/>
            <a:ext cx="610312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message qui confirme qu'un document a été reçu.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réunion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48345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ordre du jour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0461" y="2121408"/>
            <a:ext cx="756854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liste des points traités pendant une réunion.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48345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compte rendu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0461" y="3106674"/>
            <a:ext cx="756854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texte qui rapporte les décisions, les responsables et les dates.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48345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compromis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0461" y="4091939"/>
            <a:ext cx="756854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solution que deux parties acceptent quand aucune n'obtient tout.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48345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échéance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0461" y="5077205"/>
            <a:ext cx="756854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date limite à laquelle une chose doit être faite.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formation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1431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perfectionnement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0192" y="2121408"/>
            <a:ext cx="59088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Améliorer des compétences qu'on possède déjà.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41431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attestation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0192" y="3106674"/>
            <a:ext cx="59088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document officiel qui prouve une formation réussie.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41431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congé de formation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0192" y="4091939"/>
            <a:ext cx="59088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temps libéré par l'employeur pour suivre un cours.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41431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reconnaissance des acquis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0192" y="5077205"/>
            <a:ext cx="59088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démarche qui fait créditer ce qu'on sait déjà faire.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demande doit contenir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33928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Un objet qui se lit seul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décision se prend souvent à l'objet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Le nom exact de la formation et sa durée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sans cela, la demande n'est pas traitable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575304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Un chiffre : ce que la lacune coûte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575304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l'argument, pas l'envie d'apprendre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5442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82439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Comment le travail se fait pendant l'absence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82439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seule vraie objection de l'employeur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82184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38216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Une hypothèse au passé, une phrase au subjonctif, une demande unique, une date de réponse.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LA PHRASE À PLACER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j'avais su utiliser ce module l'an dernier, j'aurais économisé quarante heures.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 fait tout le travail à elle seule : elle nomme la lacune, elle la chiffre, et elle montre que vous avez réfléchi avant d'écrire. Sans elle, la demande dit « j'aimerais » ; avec elle, elle dit « voici ce que ça vous rapporte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suis capable de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honnêtement :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une description de tâches détaillée.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découpe une phrase longue en groupes de souffle.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distingue le registre du corridor de celui d'un courriel.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exposer un problème de paie avec ses dates et ses chiffres.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connais le seuil de 40 heures et la majoration de 50 %.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nomme un écart à la voix passive, sans accuser personne.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résume les propos d'un collègue avant de donner mon avis.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rédige un compte rendu : décision, responsable, échéance.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demande de congé de formation et déposez-la.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 huit à douze phrases, un objet qui se lit seul.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chiffre, une hypothèse au passé, une date de réponse.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Tenir son bout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