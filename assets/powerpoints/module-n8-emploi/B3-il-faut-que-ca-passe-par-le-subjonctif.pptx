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entièrement tirée du dialogue de B1. Commencer par relire les répliques de Sylvain : elles sont pleines de subjonctifs, et personne ne l'avait remarqué.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distingue un niveau 8 d'un niveau 6 : connaître les exceptions, pas seulement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la manipulation à voix haute avec trois verbes du module : entrer, comparer, avancer.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autres méritent d'être ajoutés si le groupe suit : que je puisse, que je sache, qu'il faille.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une phrase par ligne, sur le dossier de paie de Nadia.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Retenir la paire : avant que + subjonctif, après que + indicatif. Le temps qui n'est pas encore là demande le subjonctif.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dernier item est le piège de la séance. Le laisser tomber sans prévenir : la discussion qui suit vaut mieux qu'une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deux ou trois phrases et les projeter. Corriger devant le groupe sans nommer l'auteur.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 phrases servent de matière première à la lettre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Il faut que ça passe par : le subjonctif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L'indicatif raconte le monde tel qu'il est ; le subjonctif parle du monde tel qu'il devrait être. Dans une réclamation, on passe son temps dans le second.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le subjonctif présent à partir du « ils » du présent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quatre irréguliers du bureau : être, avoir, faire, aller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déclencheurs de nécessité et de volonté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pas employer le subjonctif après « après que » ni « espérer que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FORMATION, EN TROIS GESTES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« ils » du présent, moins -ent, plus les terminaisons.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ils vérifi-ent donne : que je vérifie, que tu vérifies, qu'il vérifie, que nous vérifiions, que vous vérifiiez, qu'ils vérifient. Le double « i » de « vérifiions » est correct et surprend tout le monde. Aux formes nous et vous, le subjonctif ressemble à l'imparfait.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À SAVOIR PAR CŒUR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sont ceux qu'on emploie tous les jours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sois, que tu sois, qu'il soit, que nous soyons, que vous soyez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avoir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j'aie, que tu aies, qu'il ait, que nous ayons, que vous ayez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je fasse, que nous fassions — un seul radical, aucune surprise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 j'aille, que nous allions — le plus fréquent après « il faut que 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déclencheurs du bureau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QU'ILS EXPRIMENT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EXPRESSIONS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nécessité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faut que · il est nécessaire que · il est important 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volonté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souhaite que · j'aimerais que · je demande 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but et le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pour que · avant que · jusqu'à ce 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condition et l'opposition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condition que · pourvu que · bien 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25119"/>
          </a:xfrm>
          <a:prstGeom prst="roundRect">
            <a:avLst>
              <a:gd name="adj" fmla="val 1773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67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 i="0">
                <a:solidFill>
                  <a:srgbClr val="4B4F52"/>
                </a:solidFill>
                <a:latin typeface="Verdana"/>
              </a:rPr>
              <a:t>Apprendre la liste, pas la règle : ces vingt expressions couvrent un courriel professionnel.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METTRE LE SUBJONCTIF APRÈS « APRÈS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que j'aie envoyé le courriel…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Après que j'ai envoyé le courriel…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Après que » introduit un fait accompli : l'action a eu lieu, donc l'indicatif. La faute est si répandue qu'on l'entend chez des locuteurs natifs — ce qui ne la rend pas correcte à l'écrit. Même chose pour « espérer que » : j'espère que vous comprenez, jamais que vous compreniez.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la demande ___ (passer) par ma superviseure.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vous ___ (avoir) le document avant mercredi.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la correction ___ (être) faite sur la paie du 29.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règle ___ (être) claire, le système ne l'applique pas.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que le dossier ___ (avancer), joignez l'autorisation.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condition que nous ___ (faire) la demande aujourd'hui…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faut pas que ce dossier ___ (traîner) encore.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J'espère que vous ___ (comprendre) ma démarche.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au subjonctif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la demande ___ (passer) par ma superviseure.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est important que vous ___ (avoir) le document avant mercredi.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ayez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la correction ___ (être) faite sur la paie du 29.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Bien que la règle ___ (être) claire, le système ne l'applique pas.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que le dossier ___ (avancer), joignez l'autorisation.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condition que nous ___ (faire) la demande aujourd'hui…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ne faut pas que ce dossier ___ (traîner) encore.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traîne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J'espère que vous ___ (comprendre) ma démarche.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comprenez — pas de subjonctif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phrase par déclencheur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une phrase sur votre propre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faut que…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est important que…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 que…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 que…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avec « il faut que » sur votre travail.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le verbe être, une avec avoir, une avec aller.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: la terminaison est-elle celle du subjonctif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B3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