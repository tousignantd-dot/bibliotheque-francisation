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production écrite. Prévoir que la rédaction occupe la seconde moitié du temps : c'est le premier texte formel du module.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L'objectif 1 est le pivot : c'est la grammaire au service de la diplomatie, et c'est ce qui rend la lettre efficace.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C'est la phrase que Nadia emploie au téléphone comme dans sa lettre.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L'accord est plus simple qu'avec « avoir » : il n'y a rien à chercher.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Or » est le mot le plus utile de la lettre : il oppose l'attendu au constaté sans accuser personne.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la lettre de Nadia ne contient ni excuse ni menace, et qu'elle obtient la correction.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Vérifier l'accord du participe à chaque réponse : c'est là que tout se joue à l'écrit.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sept formules sont à apprendre par cœur. Elles serviront dix ans.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Travail à remettre. C'est la première des trois productions écrites du module ; les deux autres sont le compte rendu (C4) et la demande de formation (E2).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lettre en cinq parties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lettre qui règle un problème tient en une page : on rattache, on expose, on nomme l'écart, on demande, on date. Tout le reste allonge sans rien ajouter.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Tenir son bout au travail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transformer une accusation en constat par la voix passive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le rôle de chaque phrase d'une lettre d'affaires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 objet qui se lit seul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fixer une échéance de réponse sans menacer.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 DÉPLACEMENT DU PROJECTEUR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441196"/>
          </a:xfrm>
          <a:prstGeom prst="roundRect">
            <a:avLst>
              <a:gd name="adj" fmla="val 10151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61823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majoration n'a pas été appliquée.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940812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215132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Comparez : « Vous n'avez pas appliqué la majoration » met le projecteur sur une personne, qui va se défendre. « La majoration n'a pas été appliquée » met le projecteur sur le fait, qui, lui, peut être corrigé. La passive n'est pas de la lâcheté : c'est un outil de règlement.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Fabriquer une passive, en trois gestes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163824"/>
          </a:xfrm>
          <a:prstGeom prst="roundRect">
            <a:avLst>
              <a:gd name="adj" fmla="val 462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GESTE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L'EXEMPLE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complément monte en sujet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système a mêlé les dossiers, donc : Les dossiers…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1089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36976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Le verbe devient être + participe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36976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 mêlé devient : ont été mêlés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950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4078224"/>
            <a:ext cx="329149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L'auteur devient facultatif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4078224"/>
            <a:ext cx="6595914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…par le système : souvent inutile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212080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" y="5468112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participe s'accorde toujours avec le sujet, qui est juste devant.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CINQ PARTIES, DANS CET ORDRE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Une lettre d'affaires qui règle un problème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1. Rattacher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49500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donne suite à notre conversation téléphonique du 19 août.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97480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86968" y="2971800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2. Exposer, daté et chiffré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3236468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10 et 11 août, j'ai travaillé quatre heures au-delà de quarante.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584448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3858768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3. Nommer l'écart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123436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Or, la majoration de cinquante pour cent n'a pas été appliquée.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471416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745736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4. Demander, une seule fois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5010404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demande donc de corriger les deux périodes visées.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358383"/>
            <a:ext cx="11057839" cy="722376"/>
          </a:xfrm>
          <a:prstGeom prst="roundRect">
            <a:avLst>
              <a:gd name="adj" fmla="val 2025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86968" y="5632703"/>
            <a:ext cx="10417759" cy="2372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5. Dater et saluer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6968" y="5897372"/>
            <a:ext cx="10417759" cy="-9093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saurais gré de me confirmer avant le 27 août. Veuillez agréer…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S'EXCUSER D'AVOIR RAISON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suis vraiment désolée de vous déranger, je sais que vous êtes occupé.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Je donne suite à notre conversation du 19 août.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518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L'excuse affaiblit une demande légitime et invite au report. Son contraire — la menace de porter plainte dès la première lettre — ferme la porte à un règlement simple et met l'autre en défense. Entre les deux : on expose, on demande, on date. Le recours existe et reste disponible.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GRAMMAIRE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voix passive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Réécrivez sans nommer le responsable.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n'avez pas appliqué la majoration.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Quelqu'un a saisi quarante-quatre heures.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fermera la période mercredi midi.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système a mêlé plusieurs dossiers.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direction doit approuver la modification.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corrigé les deux périodes.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voix passive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n'avez pas appliqué la majoration.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majoration n'a pas été appliquée.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Quelqu'un a saisi quarante-quatre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Quarante-quatre heures ont été saisies.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fermera la période mercredi midi.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période sera fermée mercredi midi.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système a mêlé plusieurs dossiers.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Plusieurs dossiers ont été mêlés.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La direction doit approuver la modification.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La modification doit être approuvée.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 corrigé les deux périodes.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Les deux périodes ont été corrigées.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RÉDACTION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formules justes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la lettre de Nadia.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Objet : ___ des heures supplémentaires — périodes du 2 au 15 août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Madame, je donne ___ à notre conversation du 19 août.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la majoration de cinquante pour cent n'a pas été appliquée.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___ donc de corriger les deux périodes visées.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trouverez ___ les deux courriels d'autorisation.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saurais ___ de me confirmer avant le 27 août.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Veuillez ___, Madame, mes salutations distinguées.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formules justes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Objet : ___ des heures supplémentaires — périodes du 2 au 15 août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correction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Madame, je donne ___ à notre conversation du 19 août.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suite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___, la majoration de cinquante pour cent n'a pas été appliquée.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___ donc de corriger les deux périodes visées.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demande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Vous trouverez ___ les deux courriels d'autorisation.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ci-joint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Je vous saurais ___ de me confirmer avant le 27 août.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gré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Veuillez ___, Madame, mes salutations distinguées.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agréer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la lettre au complet, en cinq parties, sur une seule page.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 objet qui se lit seul, avec la période visée.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seule demande, et une date de réponse.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Tenir son bout au travail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