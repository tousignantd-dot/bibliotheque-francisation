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production écrite du module. Une réunion d'une heure tient en une demi-page : le dire d'emblée, c'est la moitié de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sont grammaticaux, le quatrième est professionnel. C'est le quatrième qui sera évalué.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format exact attendu au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le verbe introducteur est au présent, rien ne recule : c'est le passé qui déclenche.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l'oubli le plus fréquent, et le plus coûteux : le lecteur du compte rendu n'était pas dans la salle.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Choisir le bon verbe est un acte de rédaction, pas de style : « a proposé » et « s'est engagé à » n'ont pas les mêmes conséquences.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trois questions du dialogue de C1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 verbe introducteur juste. Corriger le temps et les pronoms, qui sont la vraie matière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celle qu'on oublie : ne pas trancher est aussi une décision, et elle se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Travail à remettre. Deuxième des trois productions écrites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compte rendu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relira ce que chacun a dit. Ce qu'on cherche dans un compte rendu, trois semaines plus tard, c'est : qu'est-ce qui a été décidé, qui le fait, pour quand.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au passé une parole entendue au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adapter les pronoms et les repères de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question directe en question rapportée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ligne de décision : quoi, qui, quand.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LIGNE DE COMPTE RENDU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été décidé — qui le fait — pour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d'autre. Une ligne qui ne porte pas ces trois informations n'est pas une décision : c'est une discussion. Exemple : « Demander à Lachance un prix sur une liste courte — N. Kessab — 12 septembre. » Court, daté, vérifiable un mois plus tard.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recul des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 ÉTÉ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vérifie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 précisé qu'elle vérifiait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fait le calcul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 indiqué qu'elle avait fait le calcul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On tranchera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 annoncé qu'on trancherait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le verbe introducteur est au passé, tout recule d'un cran.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pronoms et les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LA SALLE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LE COMPTE RENDU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elle, il, ou le 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aujourd'hui · demain · hier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jour-là · le lendemain · la veille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 · ce bureau-ci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là · ce bureau-là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compte rendu qui garde « demain » oblige le lecteur à retrouver la date de la réunion.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PORTE L'INTENTION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écrire « a dit » huit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 rappelé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l'information était déjà connue du groupe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 précisé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manquait un détail, il l'a fourni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 objecté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n'était pas d'accord, et il l'a 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 proposé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avancé une solution, sans l'imposer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s'est engagé 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le fera — et un mois plus tard, on s'en souviendra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 reconnu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admis un point, souvent contre son propre intérêt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RAPPORTER LA QUESTION TELLE QUELLE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demandé est-ce qu'elle était sûre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lui a demandé si elle était sûre.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rapportée n'est plus une question : elle perd l'inversion, le « est-ce que » devient « si », et le point d'interrogation disparaît. La faute est très visible parce qu'elle laisse dans le texte un mot qui n'a plus de raison d'être.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discours rapporté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la parole en phrase de compte rendu.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vérifie deux fois.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me force à doubler mon stock.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Es-tu sûre de ton affaire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tranche à la réunion du seize.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fait le calcul.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ma faute.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note les trois décisions.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discours rapporté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vérifie deux fois.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 précisé qu'elle vérifiait deux fois.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me force à doubler mon stock.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a objecté que cela le forçait à doubler son stock.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Es-tu sûre de ton affaire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lui a demandé si elle était sûre.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tranche à la réunion du seize.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 annoncé qu'on trancherait le seize.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fait le calcul.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 indiqué qu'elle avait fait le calcul.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ma faute.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 reconnu que c'était sa faute.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note les trois décisions.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s'est engagée à noter les trois décisions.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lignes de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Manon a donné trois consignes. Écrivez-les au format : quoi — qui —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de prix à Lachance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calcul d'espace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choix du fournisseur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lignes de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de prix à Lachance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Demander un prix sur une liste courte — N. Kessab — 12 septembre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calcul d'espace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Chiffrer l'espace du stock doublé — Y. Boudreault — 12 septembre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choix du fournisseur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Décision reportée à la réunion du 16 septembre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Rédigez le compte rendu complet de la réunion, en une demi-page.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de contexte, puis les trois lignes de décision.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Aucune parole rapportée mot à mot.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