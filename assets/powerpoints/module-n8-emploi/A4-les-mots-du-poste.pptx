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et de consolidation du bloc A. Aucun point de grammaire neuf. Les quatre mots du jour reviendront dans les trois défis.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Faire le suivi » est le seul verbe de la liste : le faire conjuguer au présent et à l'imparfait.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un exemple vécu pour chaque carte. Le vocabulaire s'ancre par l'anecdote, jamais par la définition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image annonce le Défi 2. On ne nomme pas encore « ordre du jour » ni « compte rendu » : on laisse le groupe le décrire avec ses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de A1, de mémoire cette fois : masquer la colonne de droite et faire reconstituer.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et le cinquième item emploient le même verbe à deux temps différents. Le faire remarquer plutôt que de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donnent une photographie du groupe avant d'entrer dans le Défi 1, qui est le plus exigeant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poste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 pour tout le module, quatre pour aujourd'hui. Ils ont un point commun : ils décrivent ce qu'on fait, pas ce qu'on 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du poste dans une phrase à soi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une image de milieu de travail à ce qu'elle montre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relier chaque bloc de tâches à sa règle chiffrée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le découpage en groupes de souffle sur ces mots.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poste et les tâches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description de tâches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3564" y="2121408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qui énumère tout ce qu'on doit faire dans son poste.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supérieur immédiat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3564" y="3106674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à qui on rend des comptes directement, celle qui tranche.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faire le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3564" y="4091939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Reprendre un dossier commencé pour le faire avancer.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imprévu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3564" y="5077205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arrive sans avoir été planifié et oblige à changer sa journée.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QUATRE MOTS, QUATRE USAGES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on s'en sert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description de tâches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la demande quand on entre en poste, et on la ressort quand on vous confie autre chose.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supérieur immédiat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lui parle avant d'aller plus haut. Sauter un échelon coûte cher, même quand on a raison.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faire le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geste qui distingue un employé qu'on rappelle : personne n'a eu à le lui demander.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imprévu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une urgence. On l'absorbe, on prévient la personne concernée, et on continue.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dans cette salle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reun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posé au centre de la table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sont attendues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sert le tableau du fond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salle existe-t-elle là où vous travaillez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bloc de tâches et sa règle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BLOC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La réception des commandes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avant midi ; après, on avertit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 suivi des livraisons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mardi et jeudi ; prévenir le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Les factures des fournisseurs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moins de 25 $ : on approuve seul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La réunion de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compte rendu dans les deux jours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lignes qui résument huit mois de travail.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de la liste.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demandé sa ___ dès son premier jour.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d'écrire à la direction, parlez-en à votre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mardi et le jeudi, elle ___ des livraisons.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bon reçu à deux heures est un ___ , pas une urgence.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dossier traîne : personne n'en a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___ approuve les écarts de plus de vingt-cinq dollars.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demandé sa ___ dès son premier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description de tâches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d'écrire à la direction, parlez-en à votre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supérieur immédiat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mardi et le jeudi, elle ___ des livraisons.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 le suivi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bon reçu à deux heures est un ___ , pas une urgence.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imprévu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dossier traîne : personne n'en a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 le suivi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___ approuve les écarts de plus de vingt-cinq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supérieur immédiat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propre travail, une par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faire le suivi » à l'imparfait.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un imprévu qui vous est arrivé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