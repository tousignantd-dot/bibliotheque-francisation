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3. Séance à haute valeur pratique : plusieurs élèves ignorent l'existence de la reconnaissance des acquis, et c'est souvent la voie qui leur convient.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4 change l'argument de la demande. Au-dessus de deux millions de masse salariale : « la dépense est déjà prévue ». En dessous : « voici ce qu'elle vous rapporte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piste est la clé du Défi 3 : c'est le chiffre qui deviendra l'argument de la demande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de Claudia sur le logiciel mérite d'être relue au groupe. Beaucoup se croient disqualifiés par un outil qu'ils ne connaissent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Nadia reformule avec « autrement dit » — la formule de C2, réemployée spontanément. Le faire remarquer : c'est le signe que le module 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justifie la production écrite de E2. Elle rejoint aussi la règle de A3 : tout ce qui s'écrit passe au registre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Donner les coordonnées du service de reconnaissance des acquis du centre de services scolaire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Données vérifiées auprès de la Commission des partenaires du marché du travail et de Revenu Québec. Ne rien ajouter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écoutes pour l'entretien, une lecture silencieuse pour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chiffre est le cœur de la demande écrite de E2. Sans lui, il n'y a pas de demande, seulement un souhait.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existe, et ce que ça demande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avenues pour se perfectionner quand on travaille déjà : l'attestation du soir, la formation payée par l'employeur, et la reconnaissance de ce qu'on sait déjà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 entretien d'information long et nuancé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texte informatif sur la formation en entreprise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les trois avenues de perfectionnement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dans quel cas se trouve son propre employeur.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vous aimeriez apprendre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urs-du-soi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partie de votre travail ne maîtrisez-vous pas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ça vous coûte, en temps, chaque mois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fait ce métier ailleurs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paierait la formation, selon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avenues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660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8775" y="2322576"/>
            <a:ext cx="867735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J'aimerais me perfectionner sur la gestion des comptes fournisseurs, sauf que je ne sais pas ce qui existe.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4660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8775" y="3303016"/>
            <a:ext cx="867735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y a trois avenues. L'attestation d'études, offerte le soir. Les formations sur mesure achetées par les entreprises. Et la reconnaissance des acquis.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4660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8775" y="4283456"/>
            <a:ext cx="867735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tenu la comptabilité d'une école en Algérie pendant quatre ans, mais avec un logiciel qui n'existe pas ici.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46608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8775" y="5263895"/>
            <a:ext cx="867735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logiciel s'apprend en quelques semaines. Ce qui compte, c'est ce que vous savez du métier. Ça ne s'oublie pas et ça se fait reconnaître.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Demander de la bonne façon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8775" y="1901952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employeur ne dit pas oui à « j'aimerais suivre un cours ». Il dit oui à « voici ce que ça coûte, voici ce que ça vous rapporte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8775" y="2989072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Autrement dit, j'arrive avec le problème réglé au lieu d'arriver avec une demande.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8775" y="4076191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Exactement. Chiffrez-le : combien d'heures les erreurs de facturation vous prennent-elles chaque mois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660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8775" y="5163312"/>
            <a:ext cx="86773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Facilement trois heures. Peut-être quatre.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Écrire, pas dire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8775" y="1901952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Quarante heures par année. C'est ça que vous mettez dans votre demande, pas votre envie d'apprendre.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46608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NADIA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8775" y="2989072"/>
            <a:ext cx="867735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un peu froid, dit comme ça.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8775" y="3738371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froid, oui, mais c'est la langue dans laquelle une décision se prend.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46608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CLAUDIA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8775" y="4825491"/>
            <a:ext cx="867735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votre demande par courriel, pas de vive voix. Ça se relit, ça se transfère, et ça laisse une trace de la date.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avenues, trois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5603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L'attestation d'études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des cours le soir, à partir de 18 h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formation sur mesure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l'employeur l'achète pour ses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reconnaissance des acquis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dossier et une entrevue avec un spécialiste du métier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608576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864608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troisième ne fait pas apprendre : elle fait créditer ce qui est déjà su.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TEXTE INFORMATIF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former quand on est déjà en emploi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La loi dite « du 1 %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Les employeurs dont la masse salariale dépasse deux millions de dollars doivent investir au moins 1 % en formation du personnel.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S'ils n'investissent pas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Ils versent la différence à un fonds public. La somme est dépensée de toute façon : mieux vaut qu'elle serve à leurs employés.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Les entreprises plus petites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Elles ne sont pas visées par l'obligation. Elles peuvent tout de même former, et beaucoup le font.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1D6B8F"/>
                </a:solidFill>
                <a:latin typeface="Verdana"/>
              </a:rPr>
              <a:t>Ce que ça change pour vous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L'argument n'est pas le même selon le cas. Savoir lequel s'applique double vos chances.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l'entretien et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Claudia présente trois avenues.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elle, le logiciel est le plus difficile à rattraper.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reconnaissance des acquis passe par une entrevue.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mettre son envie d'apprendre au cœur de la demande.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L'obligation du 1 % vise les masses salariales de plus de deux millions.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entreprises du Québec sont visées.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Claudia conseille de faire la demande de vive voix.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Claudia présente trois avenues.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elle, le logiciel est le plus difficile à rattraper.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s'apprend en quelques semaines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reconnaissance des acquis passe par une entrevue.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mettre son envie d'apprendre au cœur de la demande.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le chiffre, pas l'envie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L'obligation du 1 % vise les masses salariales de plus de deux millions.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Toutes les entreprises du Québec sont visées.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Claudia conseille de faire la demande de vive voix.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par courriel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Chiffrez ce qu'une lacune vous coûte, en heures par mois.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Multipliez par douze : c'est votre argument.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la formation qui règlerait le problème.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