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Défi 1, le plus utile du module. Demander qui a déjà trouvé une erreur sur sa paie, et ce qu'il en a fait. Beaucoup n'ont rien fait — c'est le point de départ.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objectifs 3 et 4 sont ceux qui distinguent le niveau 8. Exposer, beaucoup savent le faire ; tenir après l'objection, non.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Question très concrète. Prévoir que plusieurs répondront qu'ils ne le lisent jamais. C'est justement le sujet.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Nadia donne la période, les heures et le taux en trois phrases. Faire compter les informations : cinq données en quinze secondes.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cœur de la séance. Nadia reconnaît la contrainte de l'autre avant d'opposer la sienne. Sans cette reconnaissance, l'appel devient une chicane et le dossier n'avance 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Qu'est-ce qu'il vous faut, de qui, et pour quand » est la phrase à retenir de tout le bloc B. La faire répéter par chacun.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le plan du jeu de rôle de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Elle sert aussi bien pour une paie que pour un logement, une garderie ou une clinique.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justifier chaque réponse par la réplique. L'appel est long : deux écoutes, en s'arrêtant après l'objection de Sylvain.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concret. Prévenir que certains trouveront une vraie erreur : c'est arrivé dans presque tous les groupes.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B1  · 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Quarante-quatre heures, payées quarante-quatre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Avoir raison ne suffit pas. Encore faut-il le dire de manière à obtenir une correction plutôt qu'une discussion : des faits datés, une règle citée, et une date de retour.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Tenir son bout au travail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un échange téléphonique administratif long et nuancé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exposer un problème avec ses dates et ses chiffres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répondre à une objection de procédure sans hausser le ton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obtenir un engagement daté et une confirmation écrite.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Savez-vous lire votre relevé de paie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releve-paie-ecr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d'heures y sont inscrites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quel taux chacune est-elle payée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27984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537712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610864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Y a-t-il une ligne que vous n'avez jamais comprise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5168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66140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73456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vérifiez-vous chaque période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L'appel commence par des chiffres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d'abord, diapositive masquée.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44503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NADIA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725" y="2322576"/>
            <a:ext cx="869840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J'appelle au sujet de mon relevé de paie de la période du deux au quinze août. Je pense qu'il y a une erreur.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24510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409696"/>
            <a:ext cx="144503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SYLVAIN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725" y="3409696"/>
            <a:ext cx="869840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Sylvain Ouellet, service de la paie. Vous avez le relevé devant vous 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99440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4158995"/>
            <a:ext cx="144503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NADIA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7725" y="4158995"/>
            <a:ext cx="869840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semaine de l'inventaire, j'ai fait quarante-quatre heures. Elles sont toutes payées au taux simple.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08152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5246116"/>
            <a:ext cx="144503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SYLVAIN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725" y="5246116"/>
            <a:ext cx="869840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Effectivement, je vois quarante-quatre heures saisies. Mais il faudrait vérifier si elles ont été autorisées.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L'objection, et la réponse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44503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SYLVAIN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725" y="1901952"/>
            <a:ext cx="869840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L'autorisation et la majoration, ce sont deux choses différentes dans notre système.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82447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89072"/>
            <a:ext cx="144503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NADIA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725" y="2989072"/>
            <a:ext cx="869840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comprends que c'est deux champs différents pour vous. De mon côté, j'ai travaillé quatre heures au-delà de quarante.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91160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76191"/>
            <a:ext cx="144503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NADIA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725" y="4076191"/>
            <a:ext cx="869840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Au Québec, au-delà de quarante heures, la majoration est de cinquante pour cent. C'est la norme, pas une politique de l'entreprise.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99872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163312"/>
            <a:ext cx="144503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SYLVAIN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725" y="5163312"/>
            <a:ext cx="869840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avez raison sur la règle, je ne la conteste pas. Ce que je ne peux pas faire, c'est corriger sans approbation.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Repartir avec une date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44503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NADIA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725" y="1901952"/>
            <a:ext cx="869840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D'accord. Alors soyons pratiques : qu'est-ce qu'il vous faut, exactement, et de qui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82447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89072"/>
            <a:ext cx="144503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SYLVAIN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725" y="2989072"/>
            <a:ext cx="869840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courriel de madame Trépanier qui confirme les quatre heures, avec la mention « heures supplémentaires autorisées ».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91160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76191"/>
            <a:ext cx="144503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NADIA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725" y="4076191"/>
            <a:ext cx="869840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vous pouvez me confirmer par écrit ce qu'on vient de se dire ? Le dossier a déjà traîné trois semaines.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99872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163312"/>
            <a:ext cx="144503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SYLVAIN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725" y="5163312"/>
            <a:ext cx="869840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Aucun problème, c'est légitime. Je vous envoie un courriel dans l'heure avec le numéro de dossier.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gestes qui font avancer un dossier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999232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GESTE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QU'IL PRODUIT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1D6B8F"/>
                </a:solidFill>
                <a:latin typeface="Verdana"/>
              </a:rPr>
              <a:t>Donner la période et les chiffres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l'autre trouve le dossier tout de suite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401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868168"/>
            <a:ext cx="3291492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1D6B8F"/>
                </a:solidFill>
                <a:latin typeface="Verdana"/>
              </a:rPr>
              <a:t>Reconnaître la contrainte de l'autre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868168"/>
            <a:ext cx="6595914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cesse de se défendre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44728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575304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1D6B8F"/>
                </a:solidFill>
                <a:latin typeface="Verdana"/>
              </a:rPr>
              <a:t>Citer la règle sans accuser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575304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désaccord porte sur un fait, pas sur une personne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91972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47744"/>
            <a:ext cx="3291492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1D6B8F"/>
                </a:solidFill>
                <a:latin typeface="Verdana"/>
              </a:rPr>
              <a:t>Demander quoi, de qui, pour quand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47744"/>
            <a:ext cx="6595914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repart avec une action, pas une promesse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047488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303520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Aucun de ces quatre gestes ne demande de hausser le ton.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LA PHRASE QUI DÉBLOQUE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Qu'est-ce qu'il vous faut, exactement, et de qui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Elle transforme une objection en marche à suivre. La personne au bout du fil n'a pas commis l'erreur et n'a souvent pas le pouvoir de la corriger seule ; lui demander ce dont elle a besoin la met de votre côté. Ajoutez « et pour quand ? » : sans date, rien n'est décidé.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l'appel.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Nadia a travaillé 44 heures la semaine de l'inventaire.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44 heures n'apparaissent pas sur le relevé.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Sylvain conteste la règle des 50 %.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un courriel de la superviseure.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correction paraîtra sur la paie du 29 si le document arrive avant mercredi midi.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Nadia demande une confirmation écrite par méfiance.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période du 2 au 9 août était correcte.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Nadia a travaillé 44 heures la semaine de l'inventaire.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44 heures n'apparaissent pas sur le relevé.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elles y sont, au taux simple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Sylvain conteste la règle des 50 %.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il ne la conteste pas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un courriel de la superviseure.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correction paraîtra sur la paie du 29 si le document arrive avant mercredi midi.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Nadia demande une confirmation écrite par méfiance.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parce que le dossier a traîné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période du 2 au 9 août était correcte.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le même écart s'y trouve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Sortez votre dernier relevé de paie et vérifiez trois choses.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Le nombre d'heures, le taux, et le total.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Y a-t-il une semaine au-dessus de quarante heures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Tenir son bout au travail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