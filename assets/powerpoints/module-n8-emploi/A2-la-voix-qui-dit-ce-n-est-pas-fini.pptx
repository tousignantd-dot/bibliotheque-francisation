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prosodie. Elle surprend souvent : les élèves s'attendent à travailler des sons. Annoncer d'emblée qu'on ne travaillera aucun son aujourd'hui, seulement le rythme et la mélodie.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difficile pour les locuteurs de langues à accent de mot — l'espagnol, l'arabe, le russe.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reste de la séance n'est que l'application de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« Le premier bloc, c'est la réception des commandes, avant midi » d'abord d'un trait, puis en trois souffles. La différence s'entend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chaque ligne à voix haute, puis la faire lire. Marquer la montée du geste : la main monte, la main descend.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est une formule de lettre d'affaires : elle revient en B4. La faire lire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vaut de l'or au Défi 1. Le rappeler avant le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extraits sont dans le module, exercice « La phrase continue, ou elle finit ? ». Les faire écouter deux fois avant de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Chacun lit une phrase. Corriger seulement la mélodie, jamais les sons — ce n'est pas la séance pour ça, et deux corrections à la fois n'en font aucune.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L'enregistrement est le seul moyen d'entendre sa propre mélodie. Le téléphone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voix qui dit « ce n'est pas fini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ce niveau, les sons sont acquis. Ce qui trahit encore, c'est la mélodie : où la voix monte, où elle descend, et où l'on respire dans une phrase de vingt-cinq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découper une phrase longue en groupes de souffle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monter la voix quand la phrase continue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 faire descendre franchement quand elle finit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l'accent sur la dernière syllabe du groupe, jamais sur chaque mot.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RÈGLE, EN UNE LIGNE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voix monte tant que la phrase n'est pas finie ; elle descend au dernier groupe.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tout. Un groupe qui finit en haut annonce une suite ; un groupe qui finit en bas ferme la porte et rend la parole. Une énumération monte, monte, monte, puis descend au dernier élément : « les décisions, la personne, la date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GROUPE DE SOUFFLE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français découpe par le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Ce que c'est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groupe de mots qui va ensemble et se dit d'un seul souffle. Le sens décide du découpage, pas le nombre de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Où l'on respire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Entre les groupes, jamais au milieu de l'un d'eux. Respirer après « le premier » et avant « bloc » rend la phrase incompréhensible.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Où tombe l'accent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Sur la dernière syllabe du groupe. Une seule par groupe — accentuer chaque mot revient à n'accentuer nulle 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Pourquoi ça compte ici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réunion dure une heure. Un collègue qui doit travailler pour vous écouter finira par ne plus écouter.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du module, découpées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6184"/>
          </a:xfrm>
          <a:prstGeom prst="roundRect">
            <a:avLst>
              <a:gd name="adj" fmla="val 48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PHRASE, BARRES AUX SOUFFLES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MÉLODIE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bloc / c'est la réception des commandes / avant midi.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monte, monte, descend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l'écart est en bas de vingt-cinq dollars / tu approuves.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monte, descend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809999"/>
            <a:ext cx="3291492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Tu appelles le transporteur / le mardi et le jeudi / et tu notes les retards.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809999"/>
            <a:ext cx="659591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monte, monte, descend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044440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300472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dernier groupe descend toujours.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plus longues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08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PHRASE, BARRES AUX SOUFFLES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MÉLODIE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veut les décisions / qui les applique / et pour quand.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monte, monte, descend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vois / c'est que j'ai travaillé quatre heures / au-delà de quarante.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monte, monte, descend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16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44695"/>
            <a:ext cx="3291492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saurais gré / de me confirmer la correction / avant le vingt-sept août.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44695"/>
            <a:ext cx="659591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monte, monte, descend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791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5351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énumération monte à chaque élément, puis descend au dernier.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MONTER À LA FIN D'UNE AFFIRMATION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majoration n'a pas été appliquée ?  (la voix monte)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majoration n'a pas été appliquée.  (la voix descend)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affirmation qui monte se lit comme une question ou comme une hésitation. Au téléphone, où l'interlocuteur n'a pas votre visage, il répondra « oui ? » au lieu d'agir — et le dossier n'avance pas. La descente franche dit : j'ai fini, à vous.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continue, ou ça finit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groupe de mots. La voix monte-t-elle, ou descend-elle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bloc, c'est la réception des commandes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c'est moi qui tranche.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l'écart est en bas de vingt-cinq dollars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Envoie-le au groupe avant jeudi.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un bon arrive à deux heures de l'après-midi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production planifie sa journée à partir de ça.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noté.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décisions, la personne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continue, ou ça finit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bloc, c'est la réception des commandes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continue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c'est moi qui tranche.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finit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l'écart est en bas de vingt-cinq dollars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continue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Envoie-le au groupe avant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finit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un bon arrive à deux heures de l'après-midi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continue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production planifie sa journée à partir de ça.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finit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noté.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finit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décisions, la personne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continue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Respectez les barres. Une respiration par barre, pas une de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Madame, / je donne suite / à notre conversation téléphonique du 19 août.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10 et 11 août, / j'ai travaillé quatre heures / au-delà de quarante.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je résume ce que vous venez de dire, / l'écart de prix est réel.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proposerais un partage : / les pièces courantes chez l'un, / l'urgent chez l'autre.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Enregistrez-vous en lisant les quatre phrases de la dernière diapositive.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Réécoutez-vous : est-ce que le dernier groupe descend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Refaites-en une jusqu'à ce que la descente soit franche.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