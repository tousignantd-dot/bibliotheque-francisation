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d'information autant que de langue. Toutes les données de cette séance ont été vérifiées sur le site de la CNESST. Ne rien ajouter de mémoire : renvoyer à la CNESST pour tout cas particulier.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que l'enseignante n'est pas juriste. L'objectif est de savoir quoi chercher et où appeler, pas de donner un avis.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donnée que Nadia cite au téléphone en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quatre cartes sont la matière de l'exercice interactif « Ce que dit la norme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devant un doute, on appelle la CNESST avant que le délai coure, pas après. Le service de renseignement est gratuit.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le plus subtil du bloc B. Le reprendre en E1 : c'est l'objection que l'assistant opposera à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« faux » sont ceux que tout le monde se trompe. Y consacrer le temps nécessaire.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transfert. Accepter toute formulation qui nomme la bonne règle et le bon chiffre.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 numéro en classe, sur le site officiel. Ne pas le dicter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dit la norme, et ce qu'elle ne dit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règles de la Loi sur les normes du travail. Elles s'appliquent à presque tous les salariés du Québec, avec ou sans contrat écrit — et un employeur ne peut pas offrir moins.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 seuil des heures supplémentaires et sa majoration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à quelles conditions un congé remplace le paiement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période de repas de la pause-café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l'organisme responsable et les délais de recours.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SEUIL, ET LA MAJORATION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Au-delà de quarante heures par semaine, chaque heure est majorée de cinquante pour cent.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seuil est hebdomadaire, jamais quotidien : douze heures un mardi ne sont pas supplémentaires si la semaine reste sous quarante. Un salarié payé 22 $ l'heure reçoit 33 $ pour la quarante et unième. Une convention collective peut prévoir mieux ; jamais moins.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QUATRE RÈGLES VÉRIFIÉES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Source : CNESST, Loi sur les normes du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Les heures supplémentaires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Au-delà de 40 h dans une semaine : majoration de 50 % du taux horaire habituel.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Le congé au lieu du paiement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demande du salarié seulement. 4 heures faites donnent 6 heures de congé, à prendre dans les 12 mois.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La période de repas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30 minutes après 5 heures consécutives. Non payée, sauf si le salarié ne peut pas quitter son poste.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La pause-café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Aucune obligation d'en accorder. Mais si elle est accordée, elle est payée et comptée dans les heures travaillées.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ça ne se règle pas dans l'entreprise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RECOURS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CONDITIONS ET LE DÉLAI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Congédiement sans cause juste et suffisante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ans de service continu ; plainte dans les 45 jours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Harcèlement psychologique ou sexuel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plainte dans les 2 ans de la dernière manifestation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Où s'adresser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CNESST, qui offre d'abord un service de médiation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Ces délais sont courts et ils ne se rattrapent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CONFONDRE L'AUTORISATION ET LA MAJORATION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Sans autorisation écrite, les heures ne comptent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7181A"/>
                </a:solidFill>
                <a:latin typeface="Verdana"/>
              </a:rPr>
              <a:t>L'autorisation est une exigence de l'employeur ; la majoration vient de la loi.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exactement la distinction que fait Sylvain en B1, et c'est ce qui rend l'appel difficile : les deux questions sont vraies en même temps. On règle la procédure interne — le courriel de la superviseure — sans jamais concéder que le travail fait ne se paie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les quatre règles.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Au-delà de 40 heures par semaine, la majoration est de 50 %.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L'employeur peut décider seul de remplacer le paiement par un congé.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congé qui remplace le paiement se prend dans les 12 mois.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droit à 30 minutes de repas après 5 heures consécutives.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période de repas est toujours payée.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L'employeur doit accorder une pause-café.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pause accordée est payée.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Au-delà de 40 heures par semaine, la majoration est de 50 %.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L'employeur peut décider seul de remplacer le paiement par un congé.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à la demande du salarié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congé qui remplace le paiement se prend dans les 12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droit à 30 minutes de repas après 5 heures consécutives.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période de repas est toujours payée.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sauf si on ne peut quitter son poste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L'employeur doit accorder une pause-café.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aucune obligation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pause accordée est payée.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et comptée dans les heures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règle s'applique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la règle, puis dites ce qui est dû.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7896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4297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Quarante-quatre heures travaillées, quarante-quatre payées au taux simple.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12008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1792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819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67456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Six heures d'affilée sans avoir pu manger.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176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235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875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730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Repas pris au poste, téléphone à répondre.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291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931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pauses de dix minutes accordées chaque jour.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347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987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Quatre heures supplémentaires converties en congé.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règle s'applique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7896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4297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Quarante-quatre heures travaillées, quarante-quatre payées au taux simple.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majoration de 50 % sur les 4 heures au-delà de 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12008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1792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819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67456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Six heures d'affilée sans avoir pu manger.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droit à 30 minutes après 5 heures consécutives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176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235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875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730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Repas pris au poste, téléphone à répondre.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période de repas payée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291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931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pauses de dix minutes accordées chaque jour.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payées et comptées dans les heures travaillées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347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987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Quatre heures supplémentaires converties en congé.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6 heures de congé, à prendre dans les 12 mois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le numéro de la CNESST et ce qu'on peut lui demander.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renseignement se demande sans porter plainte.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 délai s'applique à la situation d'un proche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