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qui assiste à des réunions au travail, et qui y prend la parole. L'écart entre les deux réponses est le sujet de tout le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4 annonce le compte rendu de C4. Prévenir dès maintenant que les élèves écriront ce compte rendu.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celle qui compte. Beaucoup diront « on ne le saurait pas » : c'est exactement ce que le Défi 2 vient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 résume avant d'objecter. C'est ce qui fait qu'Yves l'écoute au lieu de se braquer. Faire relever la formule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 répond à la mise en doute par une source, pas par une affirmation plus forte. « C'est écrit à la page quatre » clôt la question en cinq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plus habile de la réunion : nommer son propre intérêt désamorce le soupçon. Y revenir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démonstration de ce que le Défi 2 enseigne.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première des sept formules d'intervention de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réunion est longue et à trois voix : deux écoutes, la seconde en notant les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d'écoute. Il prépare directement le compte rendu de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réunion du mardi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fournisseurs, quarante mille dollars d'écart, et une donnée que personne n'avait regardée. Dans une réunion de décision, celui qui parle le plus fort ne gagne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discussion à trois voix sur un dossier chiffré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l'argument de prix de l'argument de délai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moment où le portrait change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décisions, les responsables et les échéances.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Comment se prend une décision, chez 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trepot-quincaille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 vraiment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demande votre avis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écoute l'employé qui connaît le terrain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saurait-on que vous n'êtes pas d'accord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prix, d'abord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1227" y="2322576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Notre fournisseur actuel augmente ses prix de neuf pour cent. J'ai une soumission qui arrive huit pour cent en bas.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1227" y="3409696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 je dis oui. Huit pour cent sur notre volume, c'est autour de quarante mille par année.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1227" y="4496816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je résume ce que vous venez de dire : l'écart est réel. Cependant, il y a une donnée qui n'est pas dans la soumission.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268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1227" y="5583936"/>
            <a:ext cx="8874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Lachance livre en dix jours ouvrables ; Ferrico livre en quatre.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 qui change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568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9499" y="1901952"/>
            <a:ext cx="89866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jours ? Es-tu sûre de ton affaire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568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9499" y="2651252"/>
            <a:ext cx="89866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écrit à la page quatre de leur soumission. J'ai vérifié deux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15681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9499" y="3400551"/>
            <a:ext cx="898662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me force à doubler mon stock. Donc je récupère du prix, mais je le remets en inventaire.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15681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9499" y="4487671"/>
            <a:ext cx="898662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fait le calcul : le stock supplémentaire mangerait la moitié de l'économie. Il resterait vingt mille.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compromis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1227" y="1901952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dis pas qu'il faut refuser. En revanche, on prendrait un risque qu'on n'a pas mesuré.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1227" y="2989072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ma faute, j'ai fait circuler la soumission trop vite. Alors qu'est-ce que tu proposerais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1227" y="4076191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proposerais un partage. Les pièces courantes chez l'un, l'urgent et les pièces rares chez l'autre.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268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1227" y="5163312"/>
            <a:ext cx="8874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moi qui écoperais de ce travail, alors je le dis en connaissance de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 fait bouger la décision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Yves donne le chiffre du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l'écart devient concret : 40 000 $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Nadia cite la page quatre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donnée absente entre dans la discussion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Yves chiffre le stock doublé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l'économie tombe de moitié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Nadia propose un partage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question passe de oui/non à comment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Personne n'a élevé la voix, et la décision a changé de nature.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RÉSUMER AVANT D'OBJECTER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je résume ce que vous venez de dire…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effets en une formule. Vous vérifiez que vous avez compris ; vous montrez à l'autre qu'il a été entendu, ce qui le désarme ; et vous prenez la parole sans couper personne. Le programme du niveau 8 la nomme explicitement : résumer les propos de son interlocuteur pour confirmer l'information.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réunion.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Ferrico augmente ses prix de neuf pour cent.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Lachance livre plus vite que Ferrico.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est écrit à la page quatre de la soumission.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stock supplémentaire mangerait la moitié de l'économie.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recommande de refuser Lachance.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Yves trouve que deux fournisseurs simplifieraient son travail.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est prise à cette réunion.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Ferrico augmente ses prix de neuf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Lachance livre plus vite que Ferrico.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dix jours contre quatre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est écrit à la page quatre de la soumission.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stock supplémentaire mangerait la moitié de l'économie.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recommande de refuser Lachance.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propose un partage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Yves trouve que deux fournisseurs simplifieraient son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comptes, deux facturations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est prise à cette réunion.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reportée au seize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chiffres entendus dans la réunion, et ce qu'ils mesurent.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Lequel a fait changer la discussion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Lequel n'était pas dans le document de départ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