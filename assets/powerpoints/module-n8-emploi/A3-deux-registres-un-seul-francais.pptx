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qui défait une idée reçue tenace. Commencer par demander au groupe si « c'est plate » est un mot impoli. La discussion part toute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compte autant que les autres : « Veuillez agréer » à un collègue crée une distance qu'on n'a pas voulue.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piste est la plus productive : tout le monde a une réponse, et elle mène directement à la règle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seul repère à retenir, et il règle quatre-vingt-dix pour cent des 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trois marques : le « ne » absent, la question en « -tu », le sujet repris par un pronom.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trois autres paires par le groupe, tirées de leur propre milieu de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quatrième carte : c'est l'erreur typique d'un élève avancé qui a appris la langue dans les livres.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à chacun la formule d'ouverture de sa langue, puis la remplacer ensemble. Exercice court et très apprécié.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Plusieurs réponses sont acceptables. Corriger le registre, pas le choix du synonyme.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relecture, pas de rédaction. C'est sur son propre texte qu'on voit le registre, jamais sur celui d'un manuel.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A3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Deux registres, un seul français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registre familier n'est pas impoli et le registre standard n'est pas poli. L'un est juste à la machine à café, l'autre dans un courriel qui sera transféré à la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Tenir son bout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marques du registre familier à l'oral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un énoncé familier en français standard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le registre selon l'interlocuteur et le support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éviter le registre trop soutenu, qui sonne faux entre collègues.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Où est-ce qu'on parle autrement, chez 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achine-c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Parlez-vous pareil à votre patron et à votre voisine de poste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n'écririez jamais dans un courriel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avez-vous appris les mots du travail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des mots que vous comprenez sans les employer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 PRATIQUE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Tout ce qui s'écrit passe au registre standard.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courriel se transfère, se relit six mois plus tard, se retrouve devant la direction. Ce qui se disait très bien à la machine à café devient, sur un écran, la preuve qu'on ne sait pas écrire. À l'oral, entre collègues, on suit le groupe : parler comme un livre isole autant que mal parler.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change dans la phrase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FAMILIER (ORAL)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STANDARD (ÉCRIT)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marche pas.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Cela ne fonctionne pas.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viens-tu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Venez-vous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Mon boss, lui, il dit que…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Ma superviseure estime que…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« ne » disparaît à l'oral. À l'écrit, l'omettre est une faute.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change dans les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FAMILIER (ORAL)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STANDARD (ÉCRIT)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m'a pris deux ans.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m'a fallu deux 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plate à dire.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 regrettable.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J'écoperais de ce travail-là.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travail me reviendrait.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familier est concret et imagé ; le standard nomme les choses.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NIVEAUX, PAS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le troisième est un piège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Familier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job · un gars · jaser · plate · le fun. Juste entre collègues, faux dans un courriel.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emploi · un employé · discuter · regrettable · agréable. C'est la colonne du travail écrit.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Soutenu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poste · un collaborateur · s'entretenir · déplorable. Réservé à la correspondance très formelle.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L'erreur de niveau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Employer le soutenu partout, croyant bien faire. À un collègue : « Cordialement » suffit, jamais « Veuillez agréer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TRADUIRE UNE FORMULE DE SA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J'espère que cette lettre vous trouve en bonne santé.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 Madame, je donne suite à notre conversation du 19 août.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formules d'ouverture et de clôture ne se traduisent pas : elles se remplacent. Chaque langue a les siennes, et une formule traduite mot à mot signale immédiatement qu'on écrit dans une langue apprise. Le français d'affaires entre dans le sujet dès la deuxième ligne.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 corridor au courriel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Réécrivez la phrase en français standard.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marche pas, leur affaire.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m'a pris deux ans avant de comprendre.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plate à dire.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gars de la découpe part à une heure.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t'a passé le grand portrait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se jase à la machine à café.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Tant qu'à faire, ajoutez-la.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J'écoperais de ce travail-là.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 corridor au courriel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marche pas, leur affaire.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Leur système ne fonctionne pas.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m'a pris deux ans avant de comprendre.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m'a fallu deux ans pour comprendre.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plate à dire.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regrettable.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gars de la découpe part à une 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L'employé de la découpe termine à treize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t'a passé le grand portrait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Vous a-t-elle présenté l'ensemble de vos tâches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se jase à la machine à café.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Cela se transmet de façon informelle.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Tant qu'à faire, ajoutez-la.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 la même occasion, ajoutez-la.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J'écoperais de ce travail-là.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travail me reviendrait.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Relisez le dernier courriel que vous avez écrit en français.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Y a-t-il une négation sans « ne »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Y a-t-il un mot que vous n'écririez pas devant la direction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Tenir son bout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