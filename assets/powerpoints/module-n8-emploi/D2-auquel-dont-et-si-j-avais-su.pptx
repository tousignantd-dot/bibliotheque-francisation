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dense : trois points en soixante minutes. Aller vite sur le premier, qui est connu, et garder le temps pour l'hypothèse et la reprise, qui sont neufs.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L'objectif 2 est celui qui sert directement à convaincre : il chiffre ce qu'une lacune a coûté.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seule question à se poser : « ce verbe demande quelle préposition ?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produire une phrase par ligne, sur la démarche de formation de chacun.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phrase à placer dans la demande écrite de 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apprendre ensemble : c'est en les comparant qu'on cesse de les mélanger.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deux « si » au tableau, côte à côte. La distinction est difficile et vaut les cinq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Attention à l'ambiguïté : « celui-ci » et « ce dernier » reprennent toujours le dernier élément nommé. Dans le doute, répéter le nom.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derniers items balaient les trois hypothèses. Faire nommer laquelle avant de répondre.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Rappeler qu'une question fermée obtient « oui ». « Quels cours sont offerts le soir cet automne ? » obtient une liste.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phrase entre telle quelle dans la demande écrite de 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D2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Auquel, dont, et si j'avais su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points de langue au service d'une seule chose : écrire une demande qui se tienne. Le pronom qui relie, l'hypothèse qui chiffre, la reprise qui évite la répétition.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Tenir son bout au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le pronom relatif que commande la préposition du verbe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construire une hypothèse sur le passé, sans conditionnel après « si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8922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9745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reprendre une information par un nom générique ou une nominalisation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trois questions utiles à une conseillère en formation.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PRONOM PORTE LA PRÉPOSITION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verbe commande une préposition ; le pronom la porte.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s'adresse à un service : le service auquel je m'adresse. On parle de quelque chose : la démarche dont je parle. On écrit sur un formulaire : le formulaire sur lequel elle a écrit. Trouvez la préposition du verbe, et le pronom se choisit tout seul.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formes, selon la préposition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PRÉPOSITION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PRONOM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auquel · à laquelle · auxquels · auxquelles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dont — presque toujours ; duquel dans une locution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sur, pour, avec, sans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sur lequel · pour laquelle · avec lesquels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aucun nom devant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 dont · ce à quoi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« Dont » contient déjà le « de » : « dont j'en ai besoin » le répète.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L'HYPOTHÈSE SUR LE PASSÉ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 j'avais su utiliser le module, j'aurais économisé quarante heures.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Si » plus plus-que-parfait, puis conditionnel passé. C'est la phrase qui transforme un souhait en argument : elle chiffre ce qu'une lacune a coûté. Et la règle absolue : après « si » de condition, jamais de -rais ni de -rait. Les si n'aiment pas les rais.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TROIS HYPOTHÈSES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seule chose change : la distance au réel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10417759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C'est probable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10417759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si + présent, puis futur : si vous m'écrivez cette semaine, je répondrai avant vendredi.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288792"/>
            <a:ext cx="11057839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86968" y="3563112"/>
            <a:ext cx="10417759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C'est imaginé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977639"/>
            <a:ext cx="10417759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si + imparfait, puis conditionnel présent : si le cours était offert le jour, je m'inscrirais.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767072"/>
            <a:ext cx="11057839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5041391"/>
            <a:ext cx="10417759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C'est trop tard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455920"/>
            <a:ext cx="10417759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si + plus-que-parfait, puis conditionnel passé : si j'avais su, j'aurais économisé quarante heures.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CONDITIONNEL APRÈS 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Si j'aurais su, j'aurais demandé plus tôt.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Si j'avais su, j'aurais demandé plus tôt.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faute la plus repérée du français, y compris chez les locuteurs natifs. Elle n'a aucune exception : après le « si » de condition, ni -rais ni -rait. Attention toutefois : le « si » d'une question rapportée est un autre mot, et lui accepte le conditionnel — je me demande s'il accepterait.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REPRISE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Ne pas répéter le même mot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962656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RÉPÉTITION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REPRISE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Lachance livre en dix jours. Dix jours nous mettent en défaut.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Ce délai nous met en défaut.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0419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169920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fournisseur a augmenté ses prix. L'augmentation…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169920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Cette hausse…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8160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944112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Nous avons reporté la décision. La décision est notée.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944112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Ce report est noté au compte rendu.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01091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526694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On transforme le verbe en nom, précédé d'un démonstratif : c'est la reprise reine du compte rendu.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pronom et le temps justes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service ___ je dois m'adresser est celui de la reconnaissance des acquis.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vous me parlez est un besoin très précis.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formation ___ elle pense se donne le soir.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une démarche ___ je ne connaissais pas les étapes.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j'___ (savoir) utiliser le module, j'aurais économisé quarante heures.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nous avions eu cette formation, nous ___ (ne pas reprendre) douze factures.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le cours était offert le jour, je m'___ (inscrire) tout de suite.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vous m'écrivez cette semaine, je ___ (répondre) avant vendredi.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pronom et le temps justes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service ___ je dois m'adresser est celui de la reconnaissance des acquis.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auquel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vous me parlez est un besoin très précis.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 dont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formation ___ elle pense se donne le soir.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 laquelle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une démarche ___ je ne connaissais pas les étapes.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dont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j'___ (savoir) utiliser le module, j'aurais économisé quarante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avais su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nous avions eu cette formation, nous ___ (ne pas reprendre) douze factures.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n'aurions pas repris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le cours était offert le jour, je m'___ (inscrire) tout de suite.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inscrirais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vous m'écrivez cette semaine, je ___ (répondre) avant vendredi.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répondrai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questions à poser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trois questions à une conseillère en formation. Vouvoiement, forme soutenue.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Sur la durée et l'horaire.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Sur le coût et sur qui l'assume.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6880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52424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Sur ce que la formation donne à la fin.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questions à poser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Sur la durée et l'horaire.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Combien de temps dure la formation, et à quelles heures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Sur le coût et sur qui l'assume.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Quels sont les frais, et l'employeur peut-il en assumer une partie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6880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52424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Sur ce que la formation donne à la fin.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Est-ce que cette formation mène à une attestation 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une phrase en « si j'avais… j'aurais… » sur votre propre travail.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Elle doit contenir un chiffre.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Vérifiez : aucun -rais après « si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Tenir son bout au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