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d'emblée au groupe que cette séance ne contient presque pas de mots nouveaux. Elle contient une méthode. Le dire change la façon dont les élèves l'écoutent.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répondre longuement. Beaucoup diront qu'ils font semblant d'avoir compris. C'est exactement le point de départ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une à la fois. Faire remarquer qu'il ne demande jamais deux choses dans la même phrase : c'est ce qui rend la conversation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trois phrases par chaque élève, à voix haute.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le dialogue de B1 : Hassan fait exactement cela,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faire vivre : dire une phrase très vite et fort, puis lentement et doucement. Le groupe comprend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l'oral, en groupe. Puis chacun choisit les deux phrases qu'il apprendra par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C'est l'exercice le plus utile du module. Insister pour que A parle vraiment vite : sinon B n'a rien à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minuscule. Demander à la séance suivante qui s'en est servi pour de vrai. Il y en aura.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Répéter pour être sûr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comprendrez pas tout. Ce qui compte, c'est de redire ce que vous avez compris — la personne corrige aussitôt.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parler plus lentement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ce qu'on a compris pour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relancer quand on n'a saisi qu'un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dans ce cas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n-quar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vous explique un chemin, très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compris deux mots sur dix.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dire qu'on n'a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loin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les questions de Hassan.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524" y="23225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Nadia, tu connais le CLSC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3524" y="30718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il est près du parc.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524" y="38211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loin de chez moi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3524" y="45704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pied, vingt minutes. En autobus, cinq.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524" y="53197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autobus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PHRASES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servent partout, toute la vie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utile de toutes. Ce n'est presque jamais le volume qui manque : c'est la vitesse.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Vous pouvez répéter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réentendre la même phrase. On peut la dire deux fois de suite sans gêner personne.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n'ai pas compris.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honnête et suffisante. Elle n'a jamais fâché personne.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REDIRE, PUIS VÉRIFIER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répète les mots importants, et on demande « c'est ça ?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Tout droit, à droite au feu.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C'est ça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— On ne redit pas toute la phrase : seulement la direction et le repère.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« plus fort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« plus lentement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se met à crier, et c'est toujours aussi rapide. Ce dont on a besoin, c'est de temps entre les mots, pas de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bonne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n'a rien compris.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saisi un seul mot.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veut vérifier avant de partir.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lentement,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n'a rien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Pardon, je n'ai pas compris. Vous pouvez répéter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saisi un seul mot.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feu ? Et après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veut vérifier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droite au feu. C'est ça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TROIS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chemin brouillé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élève explique vite, un autre écoute, le troisième observe.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Apprenez deux phrases par cœur, et écrivez-les.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répéter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