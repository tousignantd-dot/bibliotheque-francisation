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d'emblée au groupe que cette séance ne contient presque pas de mots nouveaux. Elle contient une méthode. Le dire change la façon dont les élèves l'écoutent.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répondre longuement. Beaucoup diront qu'ils font semblant d'avoir compris. C'est exactement le point de départ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questions, une à la fois. Faire remarquer qu'il ne demande jamais deux choses dans la même phrase : c'est ce qui rend la conversation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les trois phrases par chaque élève, à voix haute. C'est le cœur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Montrer le dialogue de B1 : Hassan fait exactement cela,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faire vivre : dire une phrase très vite et fort, puis lentement et doucement. Le groupe comprend en dix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d'abord à l'oral, en groupe. Puis chacun choisit les deux phrases qu'il apprendra par cœur.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Vingt-cinq minutes. C'est l'exercice le plus utile du module. Insister pour que A parle vraiment vite : sinon B n'a rien à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minuscule. Demander à la séance suivante qui s'en est servi pour de vrai. Il y en aura.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Répéter pour être sûr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ne comprendrez pas tout. Ce qui compte, c'est de redire ce que vous avez compris — la personne corrige aussitôt.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Prendre l'autobus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de parler plus lentement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de répéter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redire ce qu'on a compris pour vérifier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relancer quand on n'a saisi qu'un mot.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faites-vous dans ce cas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lan-quarti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Quelqu'un vous explique un chemin, très vite.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compris deux mots sur dix.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faites-vous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peut dire qu'on n'a pas compris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loin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comptez les questions de Hassan.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608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HASSAN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3524" y="2322576"/>
            <a:ext cx="87826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Nadia, tu connais le CLSC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3608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NADIA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93524" y="3071876"/>
            <a:ext cx="87826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il est près du parc.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3608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HASSAN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93524" y="3821175"/>
            <a:ext cx="87826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loin de chez moi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3608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NADIA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93524" y="4570475"/>
            <a:ext cx="87826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pied, vingt minutes. En autobus, cinq.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551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5319775"/>
            <a:ext cx="13608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HASSAN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93524" y="5319775"/>
            <a:ext cx="87826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autobus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PHRASES À SAVOIR PAR CŒUR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Elles servent partout, toute la vie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Plus lentement, s'il vous plaît.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plus utile de toutes. Ce n'est presque jamais le volume qui manque : c'est la vitesse.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Vous pouvez répéter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réentendre la même phrase. On peut la dire deux fois de suite sans gêner personne.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Je n'ai pas compris.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phrase honnête et suffisante. Elle n'a jamais fâché personne.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REDIRE, PUIS VÉRIFIER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répète les mots importants, et on demande « c'est ça ?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Tout droit, à droite au feu. &lt;b&gt;C'est ça ?&lt;/b&gt; » — On ne redit pas toute la phrase : seulement la direction et le repère.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demander « plus fort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demander « plus lentement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personne se met à crier, et c'est toujours aussi rapide. Ce dont on a besoin, c'est de temps entre les mots, pas de volume.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qu'on dit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Choisissez la bonne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parle trop vite.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n'a rien compris.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a saisi un seul mot.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veut vérifier avant de partir.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qu'on dit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parle trop vite.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Plus lentement, s'il vous plaît.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n'a rien compris.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Pardon, je n'ai pas compris. Vous pouvez répéter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a saisi un seul mot.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 feu ? Et après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veut vérifier avant de partir.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droite au feu. C'est ça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À TROIS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chemin brouillé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élève explique vite, un autre écoute, le troisième observe.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Apprenez deux phrases par cœur, et écrivez-les.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Plus lentement, s'il vous plaît.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Vous pouvez répéter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l'autobus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