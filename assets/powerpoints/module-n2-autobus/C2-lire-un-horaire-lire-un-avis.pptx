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Prévenir le groupe : on ne va pas comprendre tous les mots, et ce n'est pas le but. Un horaire se regarde ; il ne se lit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lister les avis qu'on trouve sur une porte : fermé, en congé, déménagé, ouvre plus tard. Trois ou quatre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Hassan lit le papier, ne comprend pas la raison, et demande. C'est la bonne conduite : lire ce qu'on peut, demander le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 possible, distribuer un vrai horaire papier de la ligne du quartier.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Montrer une vraie correspondance si quelqu'un en a une : l'objet vaut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Donner les trois ou quatre jours fériés qui tombent pendant la session en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Rapide : dix minutes. L'essentiel de la séance est dans la pratique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Faire dire les heures à voix haute des deux façons — chiffres et mots — pour relier la séance à 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terrain. En reparler à la séance suivante : les avis rapportés font toujours de bonnes discussions.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un horaire, lire un avis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textes de la rue. On ne les lit pas en entier : on y cherche une chose précise, et on s'arrête dès qu'on l'a.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l'autobus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une heure dans un horaire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à quoi sert une correspondance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avis affiché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 jour férié.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ce papier annonce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vis-por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 ce papier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l'a mis là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peut annoncer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fait-on si on ne comprend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avis sur la porte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ce que Hassan va faire.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HASSAN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3524" y="2322576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Nadia, il y a un papier sur la porte du CLSC.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NADIA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3524" y="3071876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écrit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HASSAN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3524" y="3821175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Fermé le lundi 5 septembre ». Je ne comprends pas pourquoi.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NADIA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3524" y="4570475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 jour férié. Tout est fermé ce jour-là.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HASSAN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524" y="5319775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je viens mardi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cherche dans un horaire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CHERCHE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REGARDE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l'heure du prochain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colonne du jour, la ligne de l'heure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fréquence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l'écart entre deux heures de la colonne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dernier passage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dernière heure, tout en bas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samedi et le dimanche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colonne à part, souvent moins remplie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fin de semaine a presque toujours un horaire différent. C'est la surprise la plus fréquente.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CORRESPONDANCE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petit papier qui rend le deuxième autobus gratuit.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la demande ou on la prend en montant, et on la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garde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Sans elle, il faut payer une deuxième fois.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MOTS DES AVIS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qu'ils annoncent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fermé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lieu n'ouvre pas ce jour-là. Il faut revenir un autre jour.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 jour férié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jour de congé où presque tout est fermé : bureaux, cliniques, banques.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horaire modifié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lieu ouvre, mais pas aux heures habituelles. Lire l'heure écrite juste après.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papier annonce que le CLSC est fermé.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fermé parce qu'il déménage.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jour férié, presque tout est fermé.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Hassan reviendra mardi.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papier annonce que le CLSC est fermé.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fermé parce qu'il déménage.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c'est un jour férié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jour férié, presque tout est fermé.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Hassan reviendra mardi.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Cherchez dans l'horaire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Avec un horaire papier ou une photo d'écran d'arrêt.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une chose affichée près de chez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Sur une porte, à un arrêt, dans l'entrée de votre immeuble.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ce qui est écrit, et ce que vous en comprenez.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l'autobus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