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séance. Prévoir que la moitié du temps se passe en production réelle : jeu de rôle, enregistrement, écriture. Les diapositives ne sont qu'un cadre.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choses en six répliques : le bon numéro, l'endroit de l'arrêt, la durée, la correspondance. Faire compter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sert de révision de tout le module en une seule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question elle-même : demander le sens d'un mot est une compétence, pas un aveu.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trois situations du jeu de rôle en ligne. L'élève y joue avec l'assistant, qui parle lentement et pose une question à la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Laisser recommencer autant de fois qu'il le faut : c'est l'écoute de soi qui fait progresser, pas la première 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Rappeler d'employer « je vais à la / au / à l' » et les mots de la direction : c'est ce qui sera regardé.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devoir du module. Beaucoup diront que c'est la première fois qu'ils pensent leur trajet en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Demander son chemin à voix haute, puis écrire le trajet qu'on fait chaque semaine.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Prendre l'autobus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son chemin dans une vraie conversation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l'heure d'un autobus et une correspondance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s'enregistrer et s'écouter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son trajet de la semaine.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correspondance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comptez ce que Hassan a appris.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60836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HASSAN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93524" y="2322576"/>
            <a:ext cx="8782602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Excusez-moi. Je vais à l'hôpital. C'est le bon autobus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1360836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CLAUDE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93524" y="2982976"/>
            <a:ext cx="8782602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Non, celui-ci va vers l'est. Vous devez prendre le 32.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1360836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HASSAN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93524" y="3643376"/>
            <a:ext cx="8782602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32. Où est l'arrêt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1360836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93524" y="4303775"/>
            <a:ext cx="8782602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l'autre côté de la rue, devant la pharmacie.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1360836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HASSAN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3524" y="4964176"/>
            <a:ext cx="8782602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ça prend combien de temps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1360836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CLAUDE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93524" y="5624576"/>
            <a:ext cx="8782602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vingtaine de minutes. Gardez votre correspondance.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revient de tout le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32176"/>
          </a:xfrm>
          <a:prstGeom prst="roundRect">
            <a:avLst>
              <a:gd name="adj" fmla="val 498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VU 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vais à l'hôpital.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A1 — à la, au, à l'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 l'autre côté, devant la pharmacie.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B1 — les mots de la direction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32. Où est l'arrêt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B2 — répéter pour vérifier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Ça prend combien de temps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C1 — l'heure et la durée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98043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23646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Rien de neuf dans cette colonne, sauf un mot : la correspondance.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CORRESPONDANCE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petit papier qui rend le deuxième autobus gratuit.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la garde à la main jusqu'au second autobus. Si on ne connaît pas le mot, on peut demander : «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C'est quoi, une correspondance ?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SITUATIONS POUR 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la vôtre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Dans la rue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2936138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cherchez la bibliothèque. Vous arrêtez quelqu'un sur le trottoir.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À l'arrêt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499360"/>
            <a:ext cx="2936138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attendez le 51. Vous ne savez pas si c'est le bon arrêt, ni à quelle heure il passe.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Dans l'autobus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499360"/>
            <a:ext cx="2936138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allez à l'hôpital. Vous n'êtes pas sûr d'avoir pris le bon autobus.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Demandez votre chemin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temps. Enregistrez-vous, écoutez-vous, recommencez.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votre trajet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 quatre à six phrases sur le trajet que vous faites chaque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dire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dire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dire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dire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Faites votre trajet en le disant tout haut, dans votre tête.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lundi, je vais à l'école.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prends le 51 à l'arrêt devant la pharmacie.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Ça prend vingt minutes.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l'autobus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