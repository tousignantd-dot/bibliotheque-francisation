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qui prend l'autobus pour venir au centre. Les faire dire le numéro de leur ligne : ce sont ces numéros-là qu'on emploiera dans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Amener l'idée qu'un arrêt porte deux informations : le numéro de la ligne et la direction. Le deuxième est celui qu'on oublie de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Hassan vérifie d'abord l'arrêt, ensuite l'heure. L'ordre compte : demander l'heure d'un autobus qui ne passe pas là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souligner : Hassan fait répéter l'heure quand il hésite, et il pense à demander le dernier passage. Les deux sont des réflexes à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trois questions par chaque élève, dans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la suite des heures au tableau : c'est en la voyant écrite que l'expression devient claire.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du piège de A2, dans un vrai contexte. Trois minutes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d'abord à l'oral, sans le texte du dialogue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Donner à chaque paire un numéro de ligne réel du quartier et une heure de départ : la contrainte rend l'échange concret.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terrain. Plusieurs découvriront que leur ligne s'arrête plus tôt qu'ils ne le croyaient.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l'arrêt d'autobus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questions suffisent : est-ce le bon arrêt, à quelle heure passe le prochain, et à quelle heure passe le dernier.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l'autobus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qu'on est au bon arrêt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l'heure du prochain passage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aux quinze minutes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l'heure du dernier autobus.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voit à un arrêt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rret-autob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affiché sur le poteau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sait-on quel autobus passe ici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sait-on dans quelle direction il va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fait-on si on n'est pas sûr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prochain autobus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3524" y="2322576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Est-ce que le 51 passe ici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3524" y="3071876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c'est bien l'arrêt du 51.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3524" y="3821175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passe à quelle heure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3524" y="4570475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Aux quinze minutes. Le prochain est à huit heures dix.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le dernier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3524" y="1901952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heures dix… ou huit heures et demie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3524" y="2651252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heures dix. Dans cinq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3524" y="3400551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Et le dernier, le soir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3524" y="4149851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heures et quart. Après, il n'y en a plus.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le 51 passe ici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vérifier l'arrêt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passe à quelle heure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savoir combien attendre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le dernier, le soir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ne pas rentrer à pied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est celle qu'on oublie. C'est aussi celle qui coûte le plus cher quand on l'oublie.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AUX QUINZE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expression d'ici, à connaître.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passe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aux quinze minutes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 veut dire : toutes les quinze minutes — 8 h, 8 h 15, 8 h 30, 8 h 45…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dans cinq minutes » = « à cinq heures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dans » compte à partir de maintenant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 i="0">
                <a:solidFill>
                  <a:srgbClr val="4B4F52"/>
                </a:solidFill>
                <a:latin typeface="Verdana"/>
              </a:rPr>
              <a:t>Dans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cinq minutes : à partir du moment où on parle.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À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cinq heures : une heure fixe sur l'horloge. Les deux ne se confondent jamais.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bien l'arrêt du 51.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51 passe aux trente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prochain passe dans cinq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dernier passe à minuit.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bien l'arrêt du 51.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51 passe aux trente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aux quinze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prochain passe dans cinq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dernier passe à minuit.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à onze heures et quart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l'arrêt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attend, l'autre connaît la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l'heure du dernier autobus de votre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Regardez l'horaire à l'arrêt, ou demandez à quelqu'un.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 numéro de la ligne et l'heure.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Prendre l'autobus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