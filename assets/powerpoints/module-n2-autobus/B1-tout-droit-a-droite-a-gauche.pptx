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Ouvrir la séance debout, sans un mot de français : montrer la direction avec la main et faire nommer par le groupe. Beaucoup connaissent déjà les gestes.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Amener l'idée du repère : un feu, une pharmacie, une école se voient de loin, un nom de rue non. C'est l'idée centrale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deux fois, diapositive masquée. Demander ensuite : « Combien d'étapes ? » Réponse : trois. C'est presque toujours trois.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diapositive la plus importante du bloc B : y consacrer dix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le lien explicite avec la mini-leçon de A1 : c'est la même règle, appliquée à un autre mot.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l'exercice debout : l'enseignant dit, le groupe montre du bras. L'erreur se voit tout de suite et se corrige sans un mot.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ligne annonce la séance B2. Ne pas la développer 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Vingt-cinq minutes. Imposer les trois étapes : ni deux, ni six. C'est la contrainte qui fait apprendre.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Trois phrases, pas plus. Certains dessineront un plan : l'accepter, c'est un bon signe.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Tout droit, à droite, à gauche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ne comprendra pas toute la phrase, et ce n'est pas grave. Six mots suffisent à trouver son chemin.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Prendre l'autobus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les six mots de la direction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suivre une direction en trois étapes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donner une direction simple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jusqu'au », « jusqu'à la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dit ce feu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feu-circul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voit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fait-on quand il est rouge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le feu sert-il à expliquer un chemin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Quels autres repères se voient de loin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répète pour être sûr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deux fois avant de lire.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206682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MARIE-JOSÉE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9517" y="2322576"/>
            <a:ext cx="807660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continuez tout droit jusqu'au feu.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206682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HASSAN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517" y="3071876"/>
            <a:ext cx="807660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Jusqu'au feu.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206682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MARIE-JOSÉE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9517" y="3821175"/>
            <a:ext cx="807660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Au feu, vous tournez à droite.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206682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HASSAN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99517" y="4570475"/>
            <a:ext cx="807660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droite au feu.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551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32688" y="5319775"/>
            <a:ext cx="206682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MARIE-JOSÉE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99517" y="5319775"/>
            <a:ext cx="807660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la bibliothèque est au coin, à gauche.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six mots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tout droit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ne tournez pas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à droite / à gauche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tournez de ce côté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jusqu'à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allez jusque-là, puis arrêtez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au coin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là où deux rues se rencontrent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après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d'abord ceci, ensuite cela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Ces mots-là portent l'information. Le reste de la phrase, on peut le perdre sans conséquence.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JUSQU'AU, JUSQU'À 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Jusqu'à » se colle à l'article, comme « à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jusqu'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au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feu (masculin) · jusqu'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à la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pharmacie (féminin) · jusqu'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à l'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école (voyelle).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à droite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tout droit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expressions très proches, deux sens opposés.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Tout droit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: on ne tourne pas.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À droite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: on tourne. Dans le doute, montrer la direction avec la main et demander « comme ça ? ».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faut continuer tout droit jusqu'au feu.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Au feu, on tourne à gauche.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bibliothèque est au coin.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Hassan répète ce qu'il a compris.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faut continuer tout droit jusqu'au feu.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Au feu, on tourne à gauche.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à droite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bibliothèque est au coin.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Hassan répète ce qu'il a compris.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À DEUX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Expliquez un chemin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Deux par deux, avec un plan du quartier.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 chemin du centre jusqu'à chez vous, en trois étapes.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sors et je vais tout droit.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Au feu, je tourne à gauche.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Ma maison est au coin.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Prendre l'autobus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