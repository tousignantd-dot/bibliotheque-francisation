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par une question au groupe, dans la langue qu'on peut : « Vous êtes-vous déjà perdu ici ? » Presque tout le monde lèvera la main. C'est le sujet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répondre dans la langue qu'on peut. Amener le mot « le coin » sans le forcer : il reviendra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Puis afficher et faire répéter réplique par réplique, en chœur. Insister sur « Excusez-moi » : c'est le mot qui ouvre la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ce que Hassan fait à la dernière réplique : il redit ce qu'il a compris. C'est le cœur du module, et on y reviendra en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trois phrases par chaque élève, une fois, sans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chercher à faire mémoriser le genre de tous les noms : donner les cinq lieux du quartier que le groupe fréquente vraiment, et s'en tenir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ajouter par le groupe deux lieux du quartier réel, et les classer ensemble dans la bonne colonne.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Circuler, écouter, ne corriger que ce qui empêche de comprendre. Le genre des noms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d'écrire des lieux où ils vont vraiment : c'est ce qui fait retenir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Excusez-moi, je cherche…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Aborder quelqu'un dans la rue et dire où on veut aller. Deux phrases suffisent pour ne plus jamais rester bloqué.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l'autobus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aborder poliment une personne inconnue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on veut aller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si c'est loin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à la », « au », « à l'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sommes-nous, et que cherche-t-on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in-r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voit-on sur cette photo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s'appelle cet endroit, où deux rues se rencontrent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fait-on quand on ne sait pas où aller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peut-on demander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la bibliothèque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517" y="2322576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Excusez-moi, madame. Je cherche la bibliothèque.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MARIE-JOSÉE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517" y="3071876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? Elle est sur la rue Bélanger.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517" y="3821175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loin d'ici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MARIE-JOSÉE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9517" y="4570475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dix minutes à pied. Vous continuez tout droit.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après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517" y="1901952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droit… et après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MARIE-JOSÉE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517" y="2651252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feu, vous tournez à droite. C'est au coin.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HASSAN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517" y="3400551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feu, à droite. Merci beaucoup.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206682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MARIE-JOSÉE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9517" y="4149851"/>
            <a:ext cx="807660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Bonne journée 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phrases pour aborder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QUOI ÇA 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Excusez-moi, madame.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ouvre poliment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cherche la bibliothèque.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dit où on va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loin d'ici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sait s'il faut marcher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Monsieur » ou « madame » après « excusez-moi » : c'est plus poli, et c'est ce que tout le monde dit ici.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JE VAIS À LA, AU, À L'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petit mot, trois formes.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à la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bibliothèque (féminin) ·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parc (masculin) ·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 l'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école (voyelle). « À le » n'existe pas : les deux mots se collent toujours et donnent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LIEUX DU QUARTIER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lieux, cinq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bibliothèque, la pharmacie, la banque, la clinique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parc, le marché, le CLSC, le dépanneur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l'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l'école, l'hôpital, l'épicerie, l'arrêt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Hassan cherche la bibliothèque.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est sur la rue Bélanger.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à une heure de marche.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tourner à gauche après le feu.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Hassan cherche la bibliothèque.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est sur la rue Bélanger.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à une heure de marche.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dix minutes à pied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tourner à gauche après le feu.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à droite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votre chemin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trois fois avec trois personnes différentes.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lieux de votre quartier, avec « je vais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vais à la pharmacie.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vais au parc.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vais à l'école.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Prendre l'autobus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