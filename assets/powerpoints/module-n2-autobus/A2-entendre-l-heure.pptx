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d'écoute avant tout. Prévoir de dire chaque heure trois fois : une fois lentement, une fois au rythme normal, une fois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trois heures à voix haute avant d'afficher quoi que ce soit : 8 h 10, 8 h 30, 8 h 45. Faire écrire les chiffres sur une feuille. Corriger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dernière ligne est celle qui coûte le plus cher : la faire répéter trois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Dessiner une horloge au tableau et montrer les quarts : beaucoup l'ont appris ainsi dans leur langue.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Prendre le temps sur cette diapositive. Faire dire 7 h 45, 9 h 45, 10 h 45 par le groupe, en chœur.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une phrase de chaque sorte par trois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Dire chaque heure deux fois. Laisser dix secondes entre chacune. Corriger au tableau, en écrivant les deux formes côte à côte.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C'est l'exercice qui fait le plus progresser de tout le module : il oblige à écouter pour de vrai.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Accepter les deux formes, chiffres ou mots.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Entendre l'heure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L'écran de l'arrêt écrit 8 h 15. La personne à côté dit « huit heures et quart ». Il faut comprendre les deux.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Prendre l'autobus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une heure dite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une heure de deux façons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les heures qui se ressemblent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« dans dix minutes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heure entendez-vous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horaire-affich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voit-on sur ce panneau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quoi sert-il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42798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61086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est écrit dessus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21386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3B49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39674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facile à lire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même heure, deux façons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SUR L'ÉCRAN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QUE DIT LA PERSONNE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 h 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heures dix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 h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heures et quart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 h 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huit heures et demie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 h 45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neuf heures moins le quart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À 8 h 45, on annonce déjà NEUF heures : « moins le quart » se compte sur l'heure qui vient.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ET QUART, ET DEMIE, MOINS LE QUART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expressions couvrent presque tout.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&lt;b&gt;Et quart&lt;/b&gt; = 15 minutes. &lt;b&gt;Et demie&lt;/b&gt; = 30 minutes. &lt;b&gt;Moins le quart&lt;/b&gt; = 45 minutes, sur l'heure suivante.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PIÈGE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huit heures moins le quart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neuf heures moins le quart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8 h 45, on annonce l'heure &lt;b&gt;qui vient&lt;/b&gt;, pas celle qu'on quitte. C'est l'erreur la plus fréquente, et elle fait manquer l'autobus d'une heure.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DEUX MOTS À NE PAS CONFONDRE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à » et « dans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dans cinq minutes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À partir de maintenant. C'est ce que dit la personne à l'arrêt quand elle regarde l'écran.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à cinq heures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heure fixe, sur l'horloge. Rien à voir avec le moment où on parle.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à cinq minutes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Seulement pour une distance : « c'est à cinq minutes à pied ».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heure entends-tu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 dit une heure. Écrivez les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huit heures dix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huit heures et demie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neuf heures moins le quart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onze heures et quart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Quelle heure entends-tu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huit heures dix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8 h 10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huit heures et demie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8 h 30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neuf heures moins le quart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8 h 45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onze heures et quart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11 h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PRATIQUE · À DEUX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Dites-vous l'heure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élève dit une heure, l'autre l'écrit. Puis on échange.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Étape 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l'heure de trois choses de votre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cours commence à huit heures et demie.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pars à sept heures moins le quart.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Prendre l'autobus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