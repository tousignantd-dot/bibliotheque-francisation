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 avant tout. Prévoir de dire chaque heure trois fois : une fois lentement, une fois au rythme normal, une fois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trois heures à voix haute avant d'afficher quoi que ce soit : 8 h 10, 8 h 30, 8 h 45. Faire écrire les chiffres sur une feuille. Corriger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ligne est celle qui coûte le plus cher : la faire répéter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Dessiner une horloge au tableau et montrer les quarts : beaucoup l'ont appris ainsi dans leur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Prendre le temps sur cette diapositive. Faire dire 7 h 45, 9 h 45, 10 h 45 par le groupe,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une phrase de chaque sorte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chaque heure deux fois. Laisser dix secondes entre chacune. Corriger au tableau, en écrivant les deux formes côte à côte.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l'exercice qui fait le plus progresser de tout le module : il oblige à écouter pour de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Accepter les deux formes, chiffres ou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Entendre l'heure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L'écran de l'arrêt écrit 8 h 15. La personne à côté dit « huit heures et quart ». Il faut comprendre les deux.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l'autobus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heure dite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heure de deux façons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heures qui se ressemblent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dans dix minutes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entendez-vous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oraire-affi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voit-on sur ce panneau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sert-il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dessus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facile à lire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heure, deux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SUR L'ÉCRAN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DIT LA PERSONNE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 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 et quart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huit heures et demie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 h 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neuf heures moins le quart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8 h 45, on annonce déjà NEUF heures : « moins le quart » se compte sur l'heure qui vient.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ET QUART, ET DEMIE, MOINS LE QUART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expressions couvrent presque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Et quart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= 15 minutes.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Et demie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= 30 minutes.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Moins le quart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= 45 minutes, sur l'heure suivante.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huit heures moins le quart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neuf heures moins le quart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8 h 45, on annonce l'heure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qui vient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pas celle qu'on quitte. C'est l'erreur la plus fréquente, et elle fait manquer l'autobus d'une heure.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MOTS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à » et « dans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dans cinq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partir de maintenant. C'est ce que dit la personne à l'arrêt quand elle regarde l'écran.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à cinq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heure fixe, sur l'horloge. Rien à voir avec le moment où on parle.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à cinq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Seulement pour une distance : « c'est à cinq minutes à pied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 dit une heure. Écrivez les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huit heures dix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huit heures et demie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neuf heures moins le quart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onze heures et quart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heure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huit heures dix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 h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huit heures et demie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 h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neuf heures moins le quart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8 h 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onze heures et quart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11 h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Dites-vous l'heure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élève dit une heure, l'autre l'écrit.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l'heure de trois choses de votre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cours commence à huit heures et demie.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pars à sept heures moins le quart.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Prendre l'autobus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