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Si le temps et le quartier le permettent, la faire dehors : vingt minutes sur le trottoir devant le centre valent une heure de diapositives.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nommer dans la langue qu'on peut, puis donner le mot français. Écrire au tableau au fur et à mesure.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chaque mot avec son article : l'article s'apprend avec le mot, jamais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Correspondance » est le mot le plus long et le plus utile : il revient dans tout le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 de la mini-leçon de A1. Trois minutes suffisent : c'est un rappel, pas une reprise.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même exercice existe dans le module en ligne, en glisser-déposer. Le faire ici à l'oral d'abord : il ira plus vite ensuite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Un plan papier du quartier, imprimé, change tout : les élèves montrent du doigt et parlent davantage.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L'article compte autant que le mot : le corriger sans commenter.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de la rue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Huit mots qui se voient depuis un trottoir. Les connaître, c'est pouvoir comprendre une réponse et en donner une.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Prendre l'autobus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qu'on voit dans une rue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lieux du quartier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 mot à une image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dans une phrase.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Nommez tout ce que vous voyez.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rret-autob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c'est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quoi ça sert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autour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en a-t-il un près de chez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voit dans la 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5734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arrêt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0442" y="2121408"/>
            <a:ext cx="84785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l'autobus s'arrête pour prendre les passagers.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5734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0442" y="3106674"/>
            <a:ext cx="84785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deux rues se rencontrent.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5734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feu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0442" y="4091939"/>
            <a:ext cx="84785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feu de circulation : rouge, jaune, vert.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5734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trottoir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0442" y="5077205"/>
            <a:ext cx="84785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côté de la rue où on marche.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lit dans la 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368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3851" y="2121408"/>
            <a:ext cx="71151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dessin d'une ville ou d'un quartier, vu d'en haut.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9368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horaire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3851" y="3106674"/>
            <a:ext cx="71151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ou l'écran qui dit les heures de passage.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9368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3851" y="4091939"/>
            <a:ext cx="71151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papier affiché qui annonce quelque chose.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9368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correspondance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3851" y="5077205"/>
            <a:ext cx="71151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qui permet de prendre un deuxième autobus sans payer.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lieux du quartier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LIEU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bibliothèque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à la bibliothèque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parc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au parc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l'école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à l'école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l'hôpital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à l'hôpital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genre s'apprend avec le mot. Ne pas essayer de le deviner : il n'y a pas de règle sûre.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mot pour quelle image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le mot qui va avec chaque photo.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attend l'autobus ici.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Rouge, jaune, vert.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quartier vu d'en haut.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Ici, deux rues se rencontrent.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mot pour quelle image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attend l'autobus ici.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arrêt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Rouge, jaune, vert.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feu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quartier vu d'en haut.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Ici, deux rues se rencontrent.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coin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 quartier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avec le plan du quartier si vous en avez 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mots de la rue, avec leur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arrêt · le trottoir · un feu · le coin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faites une phrase avec deux d'entre eux.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Prendre l'autobus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