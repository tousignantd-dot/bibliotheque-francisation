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langue, et elle porte sur un savoir du niveau : reconnaître les variétés de langue et en tenir compte. Elle prépare deux choses du bloc E : l'exposé, soigné, et la lettre au camarade, familière mais organisée.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s'entend le plus quand il n'est pas atteint : le mélange se remarque bien plus qu'une phrase entièrement familière.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à la dernière question est non, et il faut le dire clairement. Beaucoup d'élèves ont appris que le familier est du mauvais français ; ce module dit qu'il est situé.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règle la confusion la plus fréquente : tutoiement et registre sont deux choses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importante : le familier a ses règles, il n'est pas de la grammaire relâchée.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versions à voix haute. Les élèves entendent la différence bien avant de savoir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la séance. Cette phrase-là revient chaque année dans les exposés : la fin d'une présentation soignée qui retombe d'un cran parce que l'élève se détend.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écrit puis oral. Insister : on ne corrige pas une faute, on change d'endroit. Les phrases de gauche sont bonnes à la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que l'élève emporte, et elle vaut bien au-delà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sortie. Les réponses font un excellent début de séance B1 : en lire trois à voix haute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un ami, ou devant la classe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n'est jamais « est-ce du bon français ? », mais « est-ce le français de cette situation-là ? ». Une phrase impeccable au mauvais endroit se remarque autant qu'une faute.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parler familier et la langue standard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familier n'est pas une faute, mais une variété située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variété qui convient à l'équipe, à la classe, au jury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la même variété du début à la fin d'une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deux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marche pas, ton affaire.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ne suis pas certaine que ta méthode fonctionne.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diriez-vous à un coéquipier ? À un employeur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l'une des deux est fautive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variétés, trois endroits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VARIÉTÉ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ELLE EST À SA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Familière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 camarades, à la pause, dans un message à un ami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équipe, en classe, au travail, avec une personne inconnue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Soutenue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groupe, devant un jury, dans une lettre officielle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tutoie ses coéquipiers et on parle standard : les deux vont ensemble.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d'une variété à l'autre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mots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affaire, une patente / un dossier, un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tournures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se voit-tu ? / est-ce que nous nous voyons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qu'on efface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y'a rien là / il n'y a pas de problème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négation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marche pas / cela ne fonctionne pas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n'est jamais la grammaire qui change : ce sont ces quatre choses.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 ou standard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quelle variété appartient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marche pas, ton affaire.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suis pas certaine que ta méthode fonctionne.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Wo, minute, tu vas ben trop vite.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Pourrais-tu reprendre plus lentement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Faque là, on fait quoi ?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Quelle est la prochaine étape, alors ?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 ou standard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marche pas, ton affaire.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suis pas certaine que ta méthode fonctionne.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Wo, minute, tu vas ben trop vite.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Pourrais-tu reprendre plus lentement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Faque là, on fait quoi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Quelle est la prochaine étape, alors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REGISTRE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vous remercie de votre attention, faque on se rappelle.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vous remercie de votre attention.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mélange de deux variétés dans la même phrase s'entend beaucoup plus qu'une phrase entièrement familière. Choisissez la variété, puis tenez-la jusqu'au point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Passez au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chaque phrase pour une rencontre d'équipe.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Y'a rien là.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se voit-tu samedi matin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correct pour moi.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Faque, on garde-tu ça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ben fin, le monsieur.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Passez au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Y'a rien là.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n'est pas un problème.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se voit-tu samedi matin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qu'on se voit samedi matin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correct pour moi.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Cela me convient.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Faque, on garde-tu ça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qu'on garde cette phrase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ben fin, le monsieur.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très aimable.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VARIÉTÉS, UNE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Où suis-je, et à qui je parle ? Avec des camarades, familier. En équipe et en classe, standard. Devant un groupe, standard soigné avec vouvoiement.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jamais deux variétés dans la même phrase. Le familier n'est pas interdit : il est situé. Le danger n'est pas de l'employer, c'est de ne pas savoir qu'on l'emploie.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familière que vous entendez souvent, et sa version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entendue au travail ou dans l'autobus.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deux versions, l'une sous l'autre.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