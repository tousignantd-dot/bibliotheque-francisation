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d'organisation, et la plus concrète du bloc A. À la fin, chaque équipe doit avoir une feuille avec trois noms, trois rôles et trois dates. Sans cette feuille, le module reste théorique.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de langue autant que d'organisation : « je compte sur toi pour… » se dit, et il s'apprend.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amène le compte rendu, vu au bloc D. La photo est le stationnement que l'équipe ira observer : la montrer sans l'expliquer, elle revient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sixième ligne fait sourire, et c'est voulu : l'absent a un rôle, et c'est le plus facile à oublier. Elle prépare la lettre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 mandat de chaque équipe pendant la séance, pas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 répartir » est un verbe pronominal : le faire employer à la première personne du pluriel, « nous nous répartissons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oral. Le dernier est le plus utile et le plus rarement dit : prévoir l'empêchement à l'avance évite le reproche après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Cœur de la séance. Passer dans les équipes et vérifier une chose : que le mandat commence par une question, pas par un thème. « Les arbres » n'est pas un mandat.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sortie. Ramasser les feuilles et les relire : celles qui commencent par un thème demandent une reprise en B1, sinon tout le reste du module portera à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Cinq rôles, et ce que chacun fait vraiment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rôle n'est pas un titre : c'est une liste de gestes. Aujourd'hui, chaque équipe de la classe repart avec ses rôles attribués, son mandat écrit et son échéancier.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rôle au travail qui lui revient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mandat de son équipe en trois lignes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 échéancier avec une date par étape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attend des autres, sans reproche.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l'équipe de Neusa doit remettre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tationnement-asphal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semaines, une question, un exposé de quatre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va chercher les documents ? Qui va sur le terrain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faut-il avoir fini de chercher pour commencer à écrire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une personne manque une rencontre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rôle et les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4112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GESTES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Animer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ouvrir, donner la parole, faire préciser, reformuler, fermer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Prendre les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écrire ce qui se dit, relire à voix haute quand on le demande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Surveiller le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annoncer les minutes qui restent, avant qu'il n'en reste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Tenir les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noter l'auteur, la date et l'adresse de chaque document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Présenter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parler au nom de l'équipe, avec les mots que l'équipe approuve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0657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19379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Être absent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19379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lire le compte rendu et répondre avant la rencontre suivante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MANDAT S'ÉCRIT, SINON IL SE DEVINE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Tant que le mandat n'est pas écrit, chacun en a une version différente dans la tête — et personne ne s'en aperçoit avant la dernière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lignes suffisent : ce qu'on cherche, ce qu'on remet, et pour quand. C'est la première chose que fait une personne qui anime, avant même la première rencontre.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l'organisation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239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échéancier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942" y="2121408"/>
            <a:ext cx="75280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 ce qui doit être fait, avec la date de chaque étape.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5239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942" y="2909620"/>
            <a:ext cx="75280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partie du travail qui se termine avant que la suivante commence.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5239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942" y="3697833"/>
            <a:ext cx="75280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le travail est donné à l'enseignante.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5239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empêchement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942" y="4486046"/>
            <a:ext cx="75280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vous rend absent sans que vous l'ayez choisi.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5239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répartir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942" y="5274259"/>
            <a:ext cx="75280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partager le travail entre personnes de l'équipe.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ce qu'on attend, sans reproche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phrase à voix haute, chacun votre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compte sur toi pour…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pourrais…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faudrait que quelqu'un…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m'occupe de…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tu ne peux pas, dis-le…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équipe,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feuille par équipe, à remettre à la fin de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noms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rôles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mandat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L'échéancier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rencontres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mandat de votre équipe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Nous cherchons…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question, pas un thème.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