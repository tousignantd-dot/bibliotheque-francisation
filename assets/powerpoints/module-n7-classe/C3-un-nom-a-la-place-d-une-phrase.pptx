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et l'outil numéro un du résumé. Le mot « nominalisation » figure dans les consignes de travail que les élèves recevront ailleurs : le leur donner sans en faire un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garde-fou de la séance, et il est aussi important que les trois autres : un nom ne dit plus qui a 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voient tout de suite ce qui manque : la ville, et l'an dernier. C'est la moitié de la leçon, et elle vient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famille est la plus économique et la moins connue : insister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est le piège de la liste : absorber donne absorption, et non « absorbation ». Le faire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mots avant et après : le gain est visible, et c'est ce qui convainc.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qui empêche le résumé de devenir un texte sans personne, défaut fréquent au niveau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d'écriture du niveau intermédiaire : l'élève qui vient d'apprendre l'outil l'emploie partout. Une phrase sur trois est la bonne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Cœur de la séance. Passer dans les rangs : la difficulté n'est pas de former le nom, c'est de garder le sens. Vérifier phrase par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sortie. Les lignes reçues sont la première phrase du compte rendu du bloc D : les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nom à la place d'une phrase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ville a planté quatre cents arbres » devient « la plantation de quatre cents arbres ». Sept mots gagnés, et la phrase ne ressemble plus à celle du texte de départ. Un seul geste règle les deux exigences du résumé.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nom qui vient d'un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familles de noms d'action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raccourcir une phrase sans en changer le sens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la personne et la date que le nom efface.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chose, deux longueurs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ville a planté quatre cents arbres l'an dernier.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plantation de quatre cents arbres.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disparu entre les deux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grave ? Dans quel cas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 de noms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TERMINAISON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DU VERBE AU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 -tion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planter donne la plantation, répartir donne la répartition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 -ment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remplacer donne le remplacement, déplacer le déplacement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 -age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arroser donne l'arrosage, abattre l'abattage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rien du tout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perdre donne la perte, choisir le choix, mesurer la mesure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noms en -tion sont féminins, ceux en -ment et en -age sont masculins.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nom qui vient du verbe, avec son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arroser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abattre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mesurer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perdre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choisir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répartir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absorber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planter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plantation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arroser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l'arrosage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abattre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l'abattage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mesurer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mesure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perdre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perte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choisir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choix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répartir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répartition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absorber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un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groupe souligné par le nom, sans changer le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planté quatre cents arbres.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résidents arrosent les jeunes arbres.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arbre sur cinq meurt avant trois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mesuré la canopée par avion.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a choisi de noter l'ombre.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réparti les rôles au début.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un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planté quatre cents arbres.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plantation de quatre cents arbres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résidents arrosent les jeunes arbres.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l'arrosage des jeunes arbres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arbre sur cinq meurt avant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mort d'un arbre sur cinq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mesuré la canopée par avion.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mesure de la canopée par avion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a choisi de noter l'ombre.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choix de noter l'ombre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réparti les rôles au début.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répartition des rôles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NOM EFFACE QUI, ET EFFACE QUAND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La plantation de quatre cents arbres » ne dit pas qui les a plantés ni en quelle année. La phrase de départ le disait.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résumé, remettez-les quand ils comptent : la plantation, par la ville, l'an dernier. Trois mots, et le renseignement redevient citable.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mesure de l'observation de la répartition des arbres.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On a mesuré la répartition des arbres, et voici ce qu'on observe.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noms d'action à la file rendent une phrase illisible. La nominalisation allège une phrase sur trois, pas les trois : elle vaut par contraste avec les phrases ordinaires autour.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lignes de votre propre résumé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Prenez une phrase de votre source et récrivez-la avec un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du texte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avez remis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compte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Récrivez en une ligne, avec un nom d'action, ce que votre équipe a fait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un article : la, le, l'.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qui, et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