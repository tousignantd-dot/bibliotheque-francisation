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Redistribuer les six phrases d'animation de D1 et l'annonce de plan écrite en B2 : les deux productions s'appuient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 qui distingue cet exposé d'un exposé ordinaire : on n'y présente pas seulement un contenu, on y rend compte d'un travail collectif.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Relire les six gestes avant de commencer. Chronométrer les jeux de rôle : dix minutes chacun, pas plus, sinon la moitié de la classe ne passera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deuxième situation est celle que les élèves redoutent le plus, et celle qui leur servira le plus au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inverser les rôles à mi-temps. Celui qui joue le coéquipier apprend autant : il découvre ce que ça fait d'être reformulé.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temps est la marque de ce module : un exposé qui rapporte le travail des autres, pas seulement le 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méthode. Faire écrire et apprendre par cœur la seule première phrase : le reste vient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enregistre, corrige et permet de déposer. En classe, faire poser deux questions après chaque exposé : celui qui répond travaille encore, et les auditeurs écoutent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sortie. Les réponses valent d'être relues avant E2 : ceux qui n'ont trouvé aucune réussite en ont pourtant eu une, et il vaut la peine de la leur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Animer, puis présenter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prises de parole dans la même séance : conduire une rencontre où quelqu'un n'est pas d'accord, puis présenter son sujet devant la classe. La première est la répétition de la seconde.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conduire une rencontre d'équipe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préciser et reformuler au lieu de trancher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 sujet concret en trois ou quatre minutes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rapporter, dans l'exposé, ce que l'équipe a 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fait celui qui anime, en trois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ouvre en rappelant la question et le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donne la parole en nommant la personne.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préciser : combien, où, comment le sais-tu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ferme en énumérant les décisions.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de jeu de rôle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DIFFICILE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désaccord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n'a tort, et il faut sortir avec une méthode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part non faite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obtenir le travail sans perdre la personne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Celui qui ne dit 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obtenir son avis sans le mettre mal à l'aise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module fait jouer l'assistant ; en classe, on joue à deux.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Animez, dix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 : l'un anime, l'autre joue le coéquipier.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Donner la parole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préciser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Reformuler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Accorder puis maintenir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Fermer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L'exposé, en quatre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commencer, je vous dis où je m'en vais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trouvailles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a trouvé, avec les sources et les conditionnels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travail d'équipe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les coéquipiers ont dit, rapporté au passé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somme, et une mise en relief de l'essentiel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ou quatre minutes. Debout, sans lire ses notes mot à mot.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Euh, alors, moi j'ai trouvé que… genre, il y a des arbres.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vais parler d'abord de ce que nous cherchions.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exposé se prépare par sa première phrase. Celle-là décide de tout le reste : si elle annonce un plan, l'auditoire suit ; si elle cherche ses mots, il décroche avant la deuxième.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exposé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ou quatre minutes, debout, devant la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que vous parlez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chose que vous avez bien faite en parlant, et une à reprendre.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chacune.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Parlez de vous, pas des autres.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