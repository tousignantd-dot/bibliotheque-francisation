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et la plus utile du Défi 1. Le conditionnel est déjà connu comme forme de politesse ; l'emploi travaillé ici est le second, et il surprend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du défi ; les deux premiers sont l'outil et le quatrième évite la confusion la plus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est le cœur de la séance : la première phrase est fausse si le chiffre l'est ; la seconde reste exacte, parce qu'elle n'a rien affirmé.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« r » est le repère à donner : c'est lui qui distingue le conditionnel de l'imparfait.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huitième, falloir, n'existe qu'à la troisième personne du singulier : il faudrait. Le dire à l'oral plutôt que de charger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derniers emplois servent au bloc D : ils sont l'outil de base de l'animation.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entière à voix haute après correction : l'oreille apprend le « r » plus vite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classique et il vaut la peine d'y passer cinq minutes : il reviendra dans les comptes rendus du bloc D, où le conditionnel sert à rapporter un futur.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que le travail écrit du bloc C reprendra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écrit puis oral. Ramasser : ces quatre phrases se retrouveront presque telles quelles dans l'exposé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Vérifier deux choses en corrigeant : le « r » du conditionnel, et la présence de la source. L'un sans l'autre ne vaut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chiffre qu'on n'a pas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L'écart est de dix degrés » vous engage. « L'écart serait de dix degrés » vous protège. Une syllabe sépare les deux, et dans un travail de recherche, elle vaut 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des verbes courants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huit radicaux irréguliers, qui sont ceux du futur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pour rapporter sans garantir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cet emploi de celui de la politesse.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phrases, une syllabe de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canopée est de dix-sept pour cent.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canopée serait de dix-sept pour cent.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diriez-vous si vous n'avez pas vu le document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le chiffre est faux, dans un cas et dans l'autre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RADICAL DU FUTUR, TERMINAISONS DE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se fabrique avec le radical du futur et les terminaisons de l'imparfait. Il y a toujours un « r » juste avant la terminaison.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parlerais, tu parlerais, elle parlerait, nous parlerions, vous parleriez, elles parleraient. Rien de neuf à apprendre : deux choses connues, assemblées.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radicaux irréguliers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CONDITIONNEL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serais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j'aurais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j'irais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ferais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pourrais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devoir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devrais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venir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viendrais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emplois, une seule 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Rapporter sans garantir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L'écart serait d'une dizaine de degrés, selon l'organisme.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Demander poliment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Pourrais-tu reprendre plus lentement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Proposer sans imposer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pourrait noter l'ombre à chaque coin de rue.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Même forme, trois usages. C'est le contexte qui tranche, jamais la forme.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Rapportez le renseignement au lieu de l'affirmer.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la fiche, la canopée ___ (être) de 17 %.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D'après Perrine, l'écart ___ (atteindre) dix degrés.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jeunes arbres ___ (avoir) besoin d'eau trois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___ (viser) 400 arbres par année.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(falloir) mesurer à la même heure.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méthode ___ (venir) d'une étude de l'an dernier.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la fiche, la canopée ___ (être) de 17 %.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D'après Perrine, l'écart ___ (atteindre) dix degrés.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atteindrait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jeunes arbres ___ (avoir) besoin d'eau trois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___ (viser) 400 arbres par 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viserait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(falloir) mesurer à la même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faudrait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méthode ___ (venir) d'une étude de l'an dernier.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viendrait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serai content de vous répondre.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serais content de vous répondre.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« s » de différence, et deux sens. Le futur affirme ce qui va arriver ; le conditionnel présente la chose comme possible, ou l'exprime poliment. À l'oral, les deux se ressemblent beaucoup : c'est à l'écrit que l'erreur se voit.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CONDITIONNEL NE VIENT JAMAIS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chiffre au conditionnel s'accompagne toujours de sa source : selon la ville, d'après la fiche, si l'on en croit l'organisme.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conditionnel dit que ce n'est pas de vous ; la source dit de qui c'est. L'un sans l'autre laisse le lecteur devant un chiffre qui flotte.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Rapportez, puis nommez la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complète, avec son conditionnel et sa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pourcentage de canopée de la ville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perte de jeunes arbres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L'écart entre deux secteurs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nombre d'arbres plantés par année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chiffre que vous avez trouvé, au conditionnel, avec sa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chiffre de votre propre sujet de recherche.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et la source à la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