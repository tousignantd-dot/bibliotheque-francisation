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des deux séances du Défi 3, et la plus vivante du module. Prévoir du temps pour le jeu de rôle : c'est là que la classe apprend, pas dans les tableaux.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du module entier. Les autres l'outillent.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la classe prendre parti trois minutes, puis poser la troisième piste. La bonne question n'est pas qui a raison : c'est sur quoi porte exactement le désaccord.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gestes en quatre répliques : l'ouverture, et la retenue d'une réponse le temps que la proposition soit comprise. Les faire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du module. Faire remarquer que les deux disent « c'est ça » : c'est la preuve que la reformulation est réussie, et c'est ce qui désamorce.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concessions coup sur coup, une avec le subjonctif et une avec l'indicatif. Les écrire au tableau : elles servent d'exemples pour l'exercice de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fermeture, et le détail qui compte : c'est une autre personne qui vérifie. Deux minutes, et personne ne sort avec une version différente.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la plus utile du module. Faire recopier les six phrases : elles s'emploient telles quelles.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L'erreur numéro un du niveau est « même si ce soit » : l'écrire au tableau barrée,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suite à chaque fois : « …mais je maintiens que… ». Sans la suite, la concession n'existe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concret, et répétition du jeu de rôle du bloc E. Les phrases reçues qui s'arrêtent à la virgule montrent exactement qui n'a pas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Ça ne prouve rien, ton comptage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coéquipiers ne s'entendent plus, et aucun des deux n'a tort. Animer, c'est reformuler jusqu'à ce que chacun se reconnaisse — et découvrir que le désaccord était plus étroit qu'il ne paraissait.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six gestes de parole de la personne qui anime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la position de quelqu'un pour qu'il la corrige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un point avec bien que ou même si, puis maintenir le sien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fermer une rencontre sur des décisions vérifiées à voix haute.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positions, et personne n'a tort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jeune-arbre-tute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L'un veut compter les arbres de deux rues, samedi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L'autre dit que le nombre ne mesure pas ce qu'on cherche.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raison ? Et est-ce la bonne question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feriez-vous si vous animiez cette rencontre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ouvre, il propose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024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5186" y="2322576"/>
            <a:ext cx="84409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sept heures cinq, on a quarante minutes. Je rappelle où on en est : on cherche pourquoi certaines rues sont plus chaudes.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7024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YOUSSOUF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5186" y="3409696"/>
            <a:ext cx="84409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 matin, on descend la rue des Ormes et la rue Bellechasse, et on compte les arbres. Un côté chacun.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7024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5186" y="4496816"/>
            <a:ext cx="84409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Franchement, ça ne prouve rien, ton comptage.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7024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5186" y="5246116"/>
            <a:ext cx="84409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Attends, Miguel. Youssouf, avant qu'on discute : tu comptes quoi exactement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reformule les deux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02498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5186" y="1901952"/>
            <a:ext cx="8440940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reformule, et vous me dites si je me trompe. Youssouf, tu dis qu'une donnée que nous avons prise nous-mêmes vaut mieux qu'un chiffre repris 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08959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73551"/>
            <a:ext cx="170249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YOUSSOUF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5186" y="3273551"/>
            <a:ext cx="844094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ça. Et on est les seuls à être allés voir.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79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05071"/>
            <a:ext cx="170249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186" y="4005071"/>
            <a:ext cx="84409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Miguel, tu dis que compter des troncs ne mesure pas ce qu'on cherche, et qu'un chiffre qui ne répond pas à la question est un chiffre perdu.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89204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56631"/>
            <a:ext cx="170249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5186" y="5056631"/>
            <a:ext cx="84409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exactement ça. Je ne suis pas contre aller marcher. Je suis contre compter la mauvaise chose.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désaccord rétrécit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02498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5186" y="1901952"/>
            <a:ext cx="8440940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Alors écoutez ce que je viens d'entendre : vous n'êtes pas en désaccord sur le fait d'y aller. Vous êtes en désaccord sur ce qu'on note en y allant.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08959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73551"/>
            <a:ext cx="170249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5186" y="3273551"/>
            <a:ext cx="84409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ce soit plus long, on pourrait noter autre chose. Par exemple, à chaque coin de rue, est-ce que le trottoir est à l'ombre ou au soleil.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60520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325112"/>
            <a:ext cx="170249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186" y="4325112"/>
            <a:ext cx="84409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Répète ça, Miguel, je le note. L'ombre au sol, à une heure fixe, à des endroits fixes.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12080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376672"/>
            <a:ext cx="170249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YOUSSOUF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5186" y="5376672"/>
            <a:ext cx="844094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si je trouve qu'on complique, je suis d'accord. On note les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ferme sur des décisions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024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5186" y="1901952"/>
            <a:ext cx="84409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résume les décisions, et Youssouf, tu vérifies tes notes pendant que je parle.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024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5186" y="2989072"/>
            <a:ext cx="84409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: on y va samedi à dix heures, pas à neuf, parce que l'ombre à neuf heures ne veut rien dire.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0249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NEUSA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186" y="4076191"/>
            <a:ext cx="844094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: à chaque coin, on note le nombre d'arbres et si le trottoir est à l'ombre. Trois : Miguel écrit à Perrine.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0249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YOUSSOUF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5186" y="5163312"/>
            <a:ext cx="844094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y est. Et il est sept heures trente-cinq.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gestes, six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TOUTE PRÊTE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Ouvrir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rappelle où on en est. Il nous reste quarante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Donner la parole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Youssouf, tu voulais commencer.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Faire préciser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comptes quoi, exactement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Reprendre la parole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t'arrête une seconde, Miguel n'a pas répondu.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Reformuler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reformule, et vous me dites si je me trompe.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2669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394959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Fermer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394959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résume les décisions ; vérifie tes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BIEN QUE VEUT LE SUBJONCTIF, MÊME SI VEUT L'INDICATIF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Bien que ce soit plus long. Même si c'est plus long. Le sens est le même ; la construction ne l'est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concession accorde un point à l'autre avant de maintenir sa position. Elle appelle toujours une suite : sans elle, vous n'avez pas concédé, vous avez changé d'avis.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Accordez, puis maintenez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bien que ou même si, et le bon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ce ___ (être) plus long, on note l'ombre.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je ___ (trouver) qu'on complique, je suis d'accord.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nous ___ (avoir) trois semaines, c'est serré.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chiffre ___ (venir) de la ville, on cite la 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ça ___ (prendre) deux heures, ça en vaut la peine.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Accordez, puis maintenez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ce ___ (être) plus long, on note l'ombre.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Bien que ce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je ___ (trouver) qu'on complique, je suis d'accord.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Même si je trouve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nous ___ (avoir) trois semaines, c'est serré.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Bien que nous ayons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chiffre ___ (venir) de la ville, on cite la date.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Même si le chiffre vient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ça ___ (prendre) deux heures, ça en vaut la peine.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Même si ça prend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qui accorde un point à quelqu'un et maintient le vôtre.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bien que ou par même 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ce qui vient après la virgule.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