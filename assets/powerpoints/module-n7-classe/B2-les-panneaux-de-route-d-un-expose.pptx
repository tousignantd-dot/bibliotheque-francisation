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et de prise de notes. Elle sert deux fois : pour comprendre la personne-ressource, et pour construire son propre exposé au bloc E. Le dire dès le début.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change le plus la vie des élèves, et le plus difficile à tenir : on écrit des phrases par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familles de la séance, dans l'ordre. Ne pas donner les noms tout de suite : laisser le groupe dire ce que chacune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la plus réutilisée du module : elle sert au bloc C pour écrire et au bloc E pour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formulation qui débloque la prise de notes : on n'écoute plus des mots, on suit des consignes.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voix haute et vite. L'objectif est l'automatisme, pas l'analyse.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d'écriture, à voir maintenant parce qu'il reviendra dans les résumés du bloc C. Écrire les deux au tableau et les 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un essai : lire trois répliques de Perrine et demander des notes, puis comparer les feuilles. Les plus courtes sont les meilleures.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fait cliquer dans le texte ; en classe, projeter la transcription et faire venir un élève la surligner au tableau. Même exercice, même bénéfice.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concret, et première pierre de l'exposé du bloc E. Ramasser et corriger : une annonce de plan bien faite vaut une minute de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panneaux de route d'un exposé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conversation, on répond à ce qui vient d'être dit. Devant quelqu'un qui expose, on sait à l'avance ce qui s'en vient — à condition d'entendre les panneaux.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connecteur qui annonce le plan d'un exposé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ceux qui marquent les étapes et ceux qui changent de sujet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qu'une reformulation ne contient rien de neuf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des notes en mots-clés, pas en phrases.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que ces quatre phrases annoncent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Avant de commencer, je vous dis où je m'en vais.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Deuxième point.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Quant au secteur de votre centre…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Autrement dit, il refroidit l'air autour de lui.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 de connecteurs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commencer, je vais parler d'abord de, mon exposé comprend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étape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premier point, deuxième point, d'abord, ensuite, enfin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changement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quant à, en ce qui concerne, à propos 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reformulation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autrement dit, c'est-à-dire, en d'autres mots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conséquence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conséquent, donc, ainsi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2669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394959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fin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394959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somme, pour finir, ce qu'il faut retenir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CONNECTEUR DIT QUOI FAIRE DE LA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connecteur ne décore pas la phrase : il dit à celui qui écoute ce qu'il doit faire de ce qui 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Quant à » veut dire : nouveau paragraphe dans vos notes. « Autrement dit » veut dire : rien de neuf, voici la version courte, notez celle-là. « En somme » veut dire : c'est fini.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faut-il faire de ce qui suit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 entendue, dites quoi noter.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 ce qui concerne l'arrosage…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Autrement dit, la canopée compte plus.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Par conséquent, le secteur chauffe.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Deuxième point : ce que fait un arbre.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 somme, c'est la canopée.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À propos de la méthode…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faut-il faire de ce qui suit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 ce qui concerne l'arrosage…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nouveau point, nouveau paragraphe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Autrement dit, la canopée compte plus.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version courte, à noter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Par conséquent, le secteur chauffe.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conséquence de ce qui précède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Deuxième point : ce que fait un arbre.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étape, il en reste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En somme, c'est la canopée.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fin, la phrase du résumé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À propos de la méthode…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quitte le sujet précédent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Quand à notre secteur…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Quant à notre secteur…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se prononcent pareil et ne s'écrivent pas pareil. « Quant à » est suivi d'un nom et annonce un changement de sujet ; « quand » est suivi d'un verbe et parle du temps. La suite de la phrase les sépare, l'oreille ne le fait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Prendre des notes pendant un exposé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N'ÉCRIT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 tiret par idée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phrases complètes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connecteur entendu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mots de liaison inutiles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chiffres et leur année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chiffres seuls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 point d'interrogation sur ce qui est estimé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du tout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ou quatre mots par idée suffisent, et la phrase suivante ne se perd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transcription du début de la rencontre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dans le texte le passage qui répond à chaque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annonce-t-elle ses trois parties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définition d'un îlot de chaleur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renseignement est présenté comme certain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chiffre est donné au conditionnel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reformule en plus court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connecteur annonce un changement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transcription du début de la rencontre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annonce-t-elle ses trois parties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je vais parler d'abord de…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définition d'un îlot de chaleur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un secteur où la température de surface dépasse…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renseignement est présenté comme certain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l'asphalte noir monte bien plus haut…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chiffre est donné au conditionnel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l'écart serait d'une dizaine de degrés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reformule en plus court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autrement dit, il refroidit l'air…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connecteur annonce un changement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quant au secteur de votre centre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par laquelle vous annoncerez le plan de votre exposé.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Avant de commencer… » ou « Je vais parler d'abord de…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parties, pas quatre.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