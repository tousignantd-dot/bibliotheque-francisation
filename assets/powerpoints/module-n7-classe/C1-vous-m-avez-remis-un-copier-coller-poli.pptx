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La scène est une correction, et c'est délibéré : les élèves reconnaîtront le moment. Ne pas en faire un reproche — le personnage n'en fait pas un non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critère qui servira toute la semaine. L'écrire au tableau et l'y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honnête : le copier-coller est plus rapide, et il faut le dire. C'est ce qui rend la règle crédible.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écoutes. La réponse de Miguel est raisonnable, et les élèves la trouveront juste : c'est ce qui rend la suite intéressante.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de la séance. Faire relire le mandat écrit en A3 : chaque équipe doit pouvoir dire sa question de départ sans regarder.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outils sont les trois séances qui suivent, dans l'ordre : C3, C4 et la fin de C4. La réponse à la question de Neusa est oui, une, entre guillemets, avec la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ligne de gauche est celle qu'on oublie : reprendre la prudence d'une source, c'est ce qui distingue un travail honnête d'un travail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distinguer « citation » et « copier-coller » : la première est signalée et attribuée, le second est caché. C'est toute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réplique. Le premier surprend : le problème n'était pas la longueur, et les élèves s'attendent au contraire.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Repérer une phrase hors sujet est plus facile que d'en garder une bonne, et c'est par là qu'on commence.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Vous m'avez remis un copier-coller poli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résumé qui reprend les phrases du texte ne prouve rien : l'enseignante ne sait pas si vous avez compris ou si vous avez copié. Résumer, ce n'est pas raccourcir.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 résumé ne se recopie pas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rattacher chaque phrase d'un résumé à la question de départ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outils qui évitent le copier-coller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du travail écrit : une source fiable, un résumé.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résumés de la même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reprend les phrases du texte, dans l'ordre.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second répond à une question, avec d'autres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prouve que la personne a compris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est le plus rapide à écrire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vient cette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9956" y="2322576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la troisième phrase et dites-moi d'où elle vient.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9956" y="3071876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fiche de la ville. On l'a prise telle quelle parce qu'elle était claire.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9956" y="4158995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claire parce que quelqu'un a été payé pour l'écrire. Et c'est justement pour ça qu'on ne la recopie pas.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956" y="5246116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résumé qui reprend les phrases du texte ne prouve rien : je ne sais pas si vous avez compris ou si vous avez copié.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de départ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6726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9956" y="1901952"/>
            <a:ext cx="837617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Mais si la phrase dit exactement ce qu'on veut dire, pourquoi la changer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176726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956" y="2953512"/>
            <a:ext cx="837617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 ce n'est pas votre travail de dire ce que le texte dit. Votre travail, c'est de dire ce que le texte apporte à votre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05072"/>
            <a:ext cx="176726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9956" y="4005072"/>
            <a:ext cx="837617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parle du budget du programme. Ça ne répond pas à la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7200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736592"/>
            <a:ext cx="176726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9956" y="4736592"/>
            <a:ext cx="837617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pourtant vous l'avez gardée. Pourquoi ? Parce qu'elle était intéressante. C'est le piège de tous les résumés.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outils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6726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9956" y="1901952"/>
            <a:ext cx="837617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: remplacez un morceau de phrase par un nom. La ville a planté quatre cents arbres, ça devient la plantation de quatre cents arbres.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956" y="3326892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outil : quand une chose revient, ne la renommez pas pareil.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9956" y="4414012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connecteurs. Un résumé sans connecteurs est une liste.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9956" y="5163312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a le droit de citer une phrase du texte, quand même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qu'un résumé garde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GARDE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ENLÈVE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définition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coordonnées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financement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chiffres datés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l'histoire de l'organisme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réserves de la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de la page elle-même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question devant chaque phrase : est-ce que ça répond à ma question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travail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610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question de départ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094" y="2121408"/>
            <a:ext cx="6690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que l'équipe cherche à savoir, et à quoi chaque phrase doit se rattacher.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610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source fiable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094" y="2909620"/>
            <a:ext cx="6690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document dont on connaît l'auteur, la date, et qui peut être vérifié ailleurs.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610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fiche d'information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094" y="3697833"/>
            <a:ext cx="6690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page courte, écrite par un organisme, présentée par sections titrées.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610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résumé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094" y="4486046"/>
            <a:ext cx="6690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texte court qui redit avec ses propres mots ce qu'un texte apporte à la question posée.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610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094" y="5274259"/>
            <a:ext cx="6690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phrase reprise mot pour mot, entre guillemets, avec sa source.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résumé était trop long.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troisième phrase venait telle quelle de la fiche.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phrase sur le budget répondait à la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l'avaient gardée parce qu'elle était intéressante.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Ghislaine interdit toute citation.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résumé sans connecteurs devient une liste.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résumé était trop long.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faisait la bonne longueur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troisième phrase venait telle quelle de la fiche.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phrase sur le budget répondait à la question.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était hors sujet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l'avaient gardée parce qu'elle était intéressante.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Ghislaine interdit toute citation.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une, avec la source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résumé sans connecteurs devient une liste.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question de départ, puis une phrase de votre source qui n'y répond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question en haut, la phrase en dessous.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en trois mots pourquoi elle ne répond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