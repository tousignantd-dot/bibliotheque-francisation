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2, et séance de production : les trente dernières minutes servent à écrire le résumé de l'équipe. Prévoir le temps, ne pas déborder sur la théorie.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premiers objectifs sont les outils, le quatrième est le produit. Si le temps manque, sacrifier le troisième : il a été vu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la limite de l'exercice : reprendre, oui ; devenir vague, non. Elle prépare le piège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troisième procédé vient de C3 : la nominalisation sert deux fois, à raccourcir et à reprendre.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Aller vite. L'objectif n'est pas de nommer les procédés dans un examen, c'est d'en avoir quatre sous la main en écrivant.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En somme » ne s'emploie qu'une fois par texte : le dire, sinon il paraîtra trois fois dans les résumés remis.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piège de la reprise, et le plus fréquent. Faire chercher dans les résumés déjà écrits : il y a presque toujours un « ces éléments » ou un « ils » sans antécédent.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phrase entière à voix haute après correction. Le connecteur s'entend autant qu'il se 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produit du Défi 2. Ramasser à la fin de la séance : ces dix lignes sont la matière de l'exposé du bloc E, et l'enseignante a besoin de les avoir lues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sortie du Défi 2. Les réponses disent qui a compris que résumer, c'est jeter. Ceux qui n'ont rien enlevé n'ont pas résumé.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Redire sans répéter, et tenir les phrases ensemble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où le même mot revient six fois paraît pauvre. Un texte sans connecteurs est une liste. Deux outils, une séance, et le résumé de l'équipe est écrit à la fin.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une idée avec un autre mot que celui de la phrase d'avant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autrement dit, quant à, en somme, par conséquent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trier ce qui entre dans un résumé et ce qui en sort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 résumé de son équipe, en dix lignes.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qui revient six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Les arbres… ces arbres… les arbres de la rue…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feriez-vous pour ne pas répéter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qu'un synonyme dit toujours exactement la même chose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le lecteur ne sait plus de quoi on parle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 de reprendre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PROCÉDÉ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mot plus général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 cents érables, puis ces arbres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mot voisin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relevé aérien, puis cette mesure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nom de l'action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a planté, puis cette plantation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stationnement, puis ce secteur minéralisé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Presque toujours avec ce, cette, ces : le démonstratif dit « je reprends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procédé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comment la deuxième phrase reprend la première.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quatre cents érables » puis « ces arbres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relevé aérien » puis « cette mesure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a planté » puis « cette plantation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stationnement » puis « ce secteur minéralisé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Youssouf voulait compter » puis « sa proposition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procédé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quatre cents érables » puis « ces arbres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mot plus général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relevé aérien » puis « cette mesure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mot voisin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a planté » puis « cette plantation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nom de l'action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stationnement » puis « ce secteur minéralisé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description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Youssouf voulait compter » puis « sa proposition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nom de l'action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connecteurs, six promesses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CONNECTEUR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PROMET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autrement 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idée, en plus simple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c'est-à-dire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précision de ce qui vient d'être nommé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quant 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nouveau point, sans lien avec le précédent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ce qui concerne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chose, un ton plus soigné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par conséquent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suit découle de ce qui précède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somme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fin : tout tient dans cette phrase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Ces éléments ont été mesurés.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Ces deux rues ont été mesurées.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le paragraphe parle d'arbres et de trottoirs, « ces éléments » ne désigne plus rien. Le lecteur s'arrête, relit, et vous l'avez perdu. Une reprise doit n'avoir qu'un seul candidat possible.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n'est employé qu'une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L'arbre rejette de l'eau, et cela consomme de la chaleur. ___, il refroidit l'air.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l'arrosage, la ville demande l'aide des résidents.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trois quarts du sol sont minéralisés ; ___, le secteur chauffe.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avons le chiffre de la ville. ___ notre secteur, nous n'avons rien.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nombre ne dit rien, l'âge change tout. ___, c'est la canopée qui compte.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L'arbre rejette de l'eau, et cela consomme de la chaleur. ___, il refroidit l'air.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Autrement 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l'arrosage, la ville demande l'aide des résidents.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ce qui concerne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trois quarts du sol sont minéralisés ; ___, le secteur chauffe.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par conséquent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avons le chiffre de la ville. ___ notre secteur, nous n'avons rien.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Quant 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nombre ne dit rien, l'âge change tout. ___, c'est la canopée qui compte.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somme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résumé de votre équipe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Dix lignes, à écrire pendant la séance.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haut de la feuille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Chaque phrase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moins deux noms d'action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reprises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connecteurs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citation, au plus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phrase avez-vous enlevée de votre résumé,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phrase, puis la raison, en une ligne.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vraie et hors sujet compte double.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