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ce que les trois précédentes ont posé : écouter un plan, entendre un conditionnel, prendre des notes utilisables.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se vérifie sur une feuille : ramasser les notes en fin de séance et regarder si les chiffres y portent leur année.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divise la classe, et c'est utile : elle prépare le désaccord du bloc D, où deux coéquipiers ne s'entendent pas non plus. Ne pas trancher.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L'opinion d'une personne du métier vaut beaucoup : elle se garde, avec le nom devant.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Aller vite. Puis demander le signe à chaque fois : c'est le signe qu'on apprend, pas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reprendre les notes de B1 avec ces trois signes : dix minutes, et elles deviennent utilisables.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photos sont dans le module. En classe, les projeter une à une et faire produire la phrase avant de montrer la réponse : c'est de la production orale déguisée, et elle prépare l'exposé.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méthode. Beaucoup d'élèves notent des chiffres nus depuis des années : montrer une feuille de notes réelle, la leur, et leur faire compter les chiffres sans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Défi 1. Les lignes reçues montrent tout de suite qui a compris : celles où le statut manque appellent une reprise en C1, avant que le résumé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est établi, ce qui est approché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Pendant une rencontre, tout arrive au même rythme et sur le même ton. Trois heures plus tard, devant ses notes, on ne sait plus lequel de ces chiffres était mesuré.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 établi d'un chiffre approché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marqueurs qui signalent une estimation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un chiffre avec sa source et son statut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ce qu'on a observé dans son quartier.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l'équipe est allée 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rottoir-rac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soulevé le trottoir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une raison de ne pas planter d'arbres en ville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paie la réparation,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vu la même chose près de chez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statuts, trois signes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LE SIGNALE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présent, aucune prudence, et ça se vérifie ailleurs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environ, une dizaine, on estime que, ou le conditionnel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opinion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que, à mon avis, ou un mot qui évalue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se notent — jamais de la même façon.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fait, ou une estimation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 entendue chez Perrine.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L'asphalte monte plus haut qu'une pelouse.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L'écart serait d'une dizaine de degrés.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arbre rejette de l'eau par ses feuilles.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serait sous les dix pour cent.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canopée se mesure en pourcentage.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estime la perte à un sur cinq.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fait, ou une estimation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L'asphalte monte plus haut qu'une pelouse.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L'écart serait d'une dizaine de degrés.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estimation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arbre rejette de l'eau par ses feuilles.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serait sous les dix pour cent.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estimation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canopée se mesure en pourcentage.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estime la perte à un sur cinq.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CHIFFRE SE NOTE AVEC DEUX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il vient, et s'il est mesuré ou approché. Sans ces deux choses, un chiffre est inutilisable trois jours plus 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la marge, un signe suffit : un tiret pour le fait, un point d'interrogation pour l'estimation, des guillemets pour l'opinion de quelqu'un.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ce qu'on voit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par photo, à l'écrit puis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rue plantée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arbre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 d'école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trottoir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ruelle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ce qu'on voit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grand stationnement d'asphalte noir, sans un seul arbre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rue plantée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érables matures dont les branches se rejoignent au-dessus de la chaussée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arbre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tenu droit par deux tuteurs, un sac d'arrosage à sa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 d'école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entièrement asphaltée, une mince bande de gazon jauni le long de la clôture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trottoir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soulevé et fendu par la racine de l'arbre planté à côté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ruelle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gravier, entièrement à l'ombre entre deux rangées de hangars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17 %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17 % — canopée, ville, relevé de l'an dernier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ne veut plus rien dire dans trois jours, et il ne peut pas être cité dans un travail. Le second se cite tel quel. La différence a coûté quatre secondes d'écriture.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 chiffre de votre sujet, avec sa source, son année et son statut.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Mesuré ou approché ? Dites lequel.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