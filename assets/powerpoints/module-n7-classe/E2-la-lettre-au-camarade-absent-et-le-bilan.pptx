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Redistribuer le compte rendu écrit en D2 : la lettre s'écrit avec lui sous les yeux, et elle en est la version adressée à quelqu'un.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une intention du programme, mot pour mot : rédiger une lettre personnelle destinée à un camarade de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piste mérite d'être discutée : oui, il en a besoin, parce que c'est à cette personne-là qu'il parlera s'il n'est pas d'accord. Sans les noms, il ne peut rien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Une page, jamais deux : un compte rendu de trois pages n'est pas lu, donc il ne sert à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huit exigences sont la grille de correction. Les faire cocher une à une avant l'envoi, comme on coche une liste d'épicerie.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la séance, et il ramène le savoir de A4 : familier avec un camarade, oui ; mais organisé, parce que c'est un document de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module corrige la lettre par l'assistant et permet de la déposer. En classe, faire relire par un pair avec la grille des huit exigences avant la correction automatique.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dernière du module. C'est la grille que l'élève emporte : six lignes, et elles servent dans n'importe quel emploi.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Billet de sortie du module. Les lire à voix haute à la fin : elles disent ce que seize séances ont réellement déposé, et c'est presque toujours « faire préciser » ou « reformuler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lettre au camarade absent, et le bilan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n'est pas une lettre officielle : vous écrivez à quelqu'un de votre classe, que vous tutoyez. Mais il doit pouvoir travailler dès demain sans appeler personne.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parler l'équipe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lettre personnelle à un camarade de classe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rapporter au passé ce que chacun a proposé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 désaccord et dire comment il s'est réglé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le bilan de ce qu'on sait maintenant conduire.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n'était pas là. De quoi a-t-il besoin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savoir ce qui a été décidé sans lui, et pourquoi.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savoir ce qu'on attend de lui, et pour quand.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A-t-il besoin de savoir qui a dit quoi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s'il apprend la décision trois jours plus tard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sections, une page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cadre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jour, les heures, qui était là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Les positions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phrase rapportée par personne, avec son nom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désaccord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sur quoi il portait, et comment il s'est réglé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Les décisions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numérotées, chacune avec sa raison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À faire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nom, un verbe et une date par ligne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À l'absent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qu'on attend de lui, et avant quand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Huit exigences, tirées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9763"/>
          </a:xfrm>
          <a:prstGeom prst="roundRect">
            <a:avLst>
              <a:gd name="adj" fmla="val 375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Le cadre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-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mardi, de 19 h 05 à 19 h 35, trois présents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64866"/>
            <a:ext cx="11057839" cy="389763"/>
          </a:xfrm>
          <a:prstGeom prst="roundRect">
            <a:avLst>
              <a:gd name="adj" fmla="val 375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2639186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Deux positions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903854"/>
            <a:ext cx="10417759" cy="-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avec le nom de qui les a portées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19222"/>
            <a:ext cx="11057839" cy="389763"/>
          </a:xfrm>
          <a:prstGeom prst="roundRect">
            <a:avLst>
              <a:gd name="adj" fmla="val 375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19354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Quatre verbes rapportés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458209"/>
            <a:ext cx="10417759" cy="-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 dit que, a proposé que, a répondu 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73577"/>
            <a:ext cx="11057839" cy="389763"/>
          </a:xfrm>
          <a:prstGeom prst="roundRect">
            <a:avLst>
              <a:gd name="adj" fmla="val 375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3747897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 repère de temps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012565"/>
            <a:ext cx="10417759" cy="-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lendemain, et non demain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27931"/>
            <a:ext cx="11057839" cy="389763"/>
          </a:xfrm>
          <a:prstGeom prst="roundRect">
            <a:avLst>
              <a:gd name="adj" fmla="val 375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430225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Le désaccord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566920"/>
            <a:ext cx="10417759" cy="-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nommé, et réglé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582287"/>
            <a:ext cx="11057839" cy="389763"/>
          </a:xfrm>
          <a:prstGeom prst="roundRect">
            <a:avLst>
              <a:gd name="adj" fmla="val 375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86968" y="4856607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Une concession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121275"/>
            <a:ext cx="10417759" cy="-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que… soit… ou même si… est…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136642"/>
            <a:ext cx="11057839" cy="389763"/>
          </a:xfrm>
          <a:prstGeom prst="roundRect">
            <a:avLst>
              <a:gd name="adj" fmla="val 375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86968" y="541096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Une mise en relief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675630"/>
            <a:ext cx="10417759" cy="-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qu'on a décidé, c'est…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690996"/>
            <a:ext cx="11057839" cy="389763"/>
          </a:xfrm>
          <a:prstGeom prst="roundRect">
            <a:avLst>
              <a:gd name="adj" fmla="val 375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86968" y="5965316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Deux engagements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6229985"/>
            <a:ext cx="10417759" cy="-4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nom et une date pour chacun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On a décidé qu'on irait samedi, faut que tu viennes.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 i="0">
                <a:solidFill>
                  <a:srgbClr val="17181A"/>
                </a:solidFill>
                <a:latin typeface="Verdana"/>
              </a:rPr>
              <a:t>« Nous avons décidé d'y aller samedi à 10 h. Dis-moi avant vendredi si tu peux venir.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première phrase donne un ordre sans donner l'heure, et elle mélange deux variétés de langue. La seconde donne un fait, une heure, une demande et une date. Écrire à un camarade n'oblige pas à écrire vite.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lettre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 dix à quatorze phrases, adressées à un camarade absent.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début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milieu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décisions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Avant d'envoyer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vous savez maintenant conduire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GESTE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 QUI LE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Ouvrir une rencontre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rappelle où on en 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Faire préciser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combien, exactement 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Reformuler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reformule, dis-moi si je me trompe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Accorder sans céder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bien que ce soit vrai, je pense que…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Fermer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résume les décisions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Rendre compte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 proposé que…, elle a répondu que…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parler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 geste allez-vous essayer la prochaine fois qu'on vous fera travailler en équipe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seul geste, en une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la phrase que vous direz.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Faire parler l'équipe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