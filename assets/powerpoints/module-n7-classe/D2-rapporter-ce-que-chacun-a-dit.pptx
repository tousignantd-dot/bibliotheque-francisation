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la plus rentable du module : sans la concordance, le compte rendu devient une transcription de trois pages que personne ne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objectifs sont la concordance ; le quatrième est un outil d'écriture qui sert au compte rendu comme à l'exposé.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faute la plus courante, et elle sonne mal à l'oreille avant d'être expliquée. Faire dire les deux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recul explique le retour du conditionnel vu en B3 : ici, il n'exprime aucun doute, il exprime l'avenir.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entière après correction. Les élèves entendent la concordance bien avant de la produire.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l'oubli le plus fréquent, et le plus coûteux : une date qui ne veut plus rien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de la séance. Le « ce que » qui remplace « quoi » et « qu'est-ce que » est la transformation la plus ratée : la faire répéter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Attention à l'accord : c'est moi qui anime, c'est nous qui avons décidé. Le verbe suit la personne encadrée.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produit du Défi 3, et le brouillon de la lettre du bloc E. Ramasser et corriger deux choses seulement : la concordance, et la présence d'un nom sur chaque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 du Défi 3. Les lire à voix haute : entendre ses propres mots rapportés par quelqu'un d'autre est la meilleure démonstration de ce que le compte rendu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Rapporter ce que chacun a 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compte rendu est fait, du début à la fin, de phrases rapportées. Le verbe qui introduit est au passé, donc tout ce qui suit recule d'un cran. Ce n'est pas un choix : c'est un mécanisme.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reculer d'un cran le temps du verbe rapporté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changer les personnes, les possessifs et les repères de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question sans inversion ni point d'interrogation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en relief ce qui compte avec c'est… qui et ce que…, c'est.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a dit, et ce que vous écrivez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dit : « Je propose qu'on compte les arbres.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écrivez : « Youssouf a proposé qu'on compte les arbres.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changé, à part les guillemets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écriviez plutôt : « Il a dit qu'il propose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reculs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STYLE 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RAPPORTÉ AU PASSÉ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 : je pars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imparfait : qu'il partait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passé composé : je suis parti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plus-que-parfait : qu'il était parti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futur : je partirai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conditionnel : qu'il partirait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va partir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allait partir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 bougent pas : imparfait, conditionnel, subjonctif. Ils sont déjà en arrière.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discours indirect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qui introduit est déjà au passé.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propose qu'on compte. » devient : Il a dit qu'il 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ne prouve rien. » devient : Il a répondu que ça ne ___ rien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pris la mesure en juillet. » devient : Elle a précisé qu'elle 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vérifierai mes notes. » devient : Il a promis qu'il 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envoyer le compte rendu. » devient : Elle a annoncé qu'elle 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résumé est trop proche. » devient : Elle a expliqué qu'il 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discours indirect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propose qu'on compte. » devient : Il a dit qu'il 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proposait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Ça ne prouve rien. » devient : Il a répondu que ça ne ___ rien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prouvait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pris la mesure en juillet. » devient : Elle a précisé qu'elle 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pris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vérifierai mes notes. » devient : Il a promis qu'il 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vérifierait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envoyer le compte rendu. » devient : Elle a annoncé qu'elle 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allait envoyer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résumé est trop proche. » devient : Elle a expliqué qu'il ___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 trop proche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aussi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BOUGE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Les personnes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devient il ou 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Les possessifs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 devient son, notre devient leur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Aujourd'hui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devient ce jour-là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devient le lendemain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Hier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devient la veille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compte rendu se relit des semaines plus tard : « demain » n'y veut plus rien dire.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a demandé quand partait-il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Elle a demandé quand il partait.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rapportée n'a ni inversion, ni point d'interrogation, ni « est-ce que ». Trois formes seulement : s'il venait, ce qu'il comptait, quand il partait.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Mettre en relief, à l'écrit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Miguel qui a proposé de noter l'ombre.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samedi qu'on y va, et non vendredi.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que…,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cherche, c'est une différence.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qui…, 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manque, c'est l'ombre au sol.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parlant, la voix appuie. À l'écrit, la construction fait ce travail.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 compte rendu de votre dernière rencontre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page, six sections, à écrire pendant la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cadre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désaccord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décisions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faire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l'absent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Rapportez au passé une phrase que quelqu'un a dite en classe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nom, le verbe introducteur au passé, puis la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Attention au temps du verbe rapporté.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