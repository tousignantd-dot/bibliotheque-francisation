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écrite. Projeter la fiche de la Ville de Rivière-Noire, telle qu'elle est dans le module, et travailler dessus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leçon de méthode : la ville qui plante les arbres est la ville qui écrit la fiche. Ce qu'elle dit est vrai ; ce qu'elle choisit de taire est un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: donner la fiche et une question, trente secondes. Ceux qui lisent les titres trouvent, les autres non. La démonstration vaut mieux que la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quatrième geste renvoie à B4 : les marqueurs d'estimation se lisent comme ils s'entendent.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fait cliquer dans le texte ; en classe, projeter et faire surligner au tableau. Chronométrer encore : la deuxième moitié va deux fois plus vite que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verser dans la méfiance : le point est de croiser, pas de douter.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la raison de chaque décision avant de la montrer : c'est l'exercice, pas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de tout le bloc C, et il revient à chaque séance. Le nommer une fois par jour suffit à le faire reculer.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phrases prudentes d'une source sont les plus utiles d'un travail : elles disent ce qu'on ne sait pas encore, et c'est souvent l'angle qui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une fiche sans la lire au complet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fiche d'information est faite de sections titrées. On lit les titres, on choisit la section qui touche sa question, et on ne lit que celle-là. Lire du début à la fin, c'est se donner du travail que la mise en page voulait éviter.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entrer dans une fiche par ses titres de section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chiffre et l'année qui va avec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par lesquels une source se montre prudente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qu'une fiche ne dit pas, et pourquoi.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 pour trouver un chiffre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ur-ec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page de neuf sections, une seule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où commencez-vous : le début, ou les titres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sections faut-il vraiment lire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perdre le plus de temps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gestes de lecture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Lire les titres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de la page, en dix secondes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Chercher les chiffres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seuls endroits où l'organisme s'engage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Chercher l'année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rend le chiffre citable dans un travail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Chercher les mots prudents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environ, de l'ordre de, on estime que, pourrait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chiffre sans son année ne vaut rien dans un travail.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le passage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question, un passage de la fiche. Réponse en montrant la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un secteur devient-il un îlot de chaleur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Quels secteurs sont les plus touchés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chiffre peut-on citer, avec son année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la ville se montre-t-elle prudente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Quelles sont les deux façons dont un arbre rafraîchit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demande-t-on aux résidents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le passage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un secteur devient-il un îlot de chaleur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surfaces sombres absorbent le rayonnement du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Quels secteurs sont les plus touchés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centre commercial et le parc industriel 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chiffre peut-on citer, avec son année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17 % de canopée, relevé de l'an dernier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la ville se montre-t-elle prudente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comparaisons entre villes demandent de la prudence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Quelles sont les deux façons dont un arbre rafraîchit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l'ombre, et l'eau rejetée en vapeur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demande-t-on aux résidents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arroser chaque semaine pendant trois étés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FICHE EST UN POINT DE DÉPART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Elle est écrite par quelqu'un qui a un intérêt dans le sujet. Ce qu'elle dit est vrai ; ce qu'elle choisit de ne pas dire est un choix, lui aussi.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Ici, la ville qui plante les arbres est la ville qui écrit la fiche. C'est une bonne source, et ce n'est pas une preuve. Un travail sérieux en consulte une deuxième.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résumé, ou dehors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RENSEIGNEMENT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garde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surfaces sombres absorbent la chaleur du jour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garde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17 % de canopée, relevé de l'an dernier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garde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arbre de deux ans rafraîchit très peu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garde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ville avertit que la comparaison est délicate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enlève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programme est financé par les travaux publics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enlève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qui téléphoner pour signaler un arbre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intéressant, je le garde.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Est-ce que ça répond à ma question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budget est un gros chiffre, l'histoire de l'organisme est une jolie page. Ces phrases-là ne mentent pas : elles occupent la place de celles qui répondaient. Un résumé de dix lignes n'a pas de place à donner.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dans votre source une phrase prudente, et recopiez-la.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environ, on estime, ou un conditionnel.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ce que cette prudence vous apprend.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