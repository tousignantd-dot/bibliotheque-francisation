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graphie-phonie. Elle sert deux fois dans le module : à l'écoute, pour reconnaître un mot amputé d'une syllabe, et à la production, en vue de l'exposé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évite l'inquiétude : personne n'est corrigé ici. C'est une leçon d'écoute d'abord, de production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voix haute, pas seulement lire. La plupart des élèves produisent déjà les bonnes formes sans le savoir : la leçon leur donne la règle de ce qu'ils font.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Ne pas parler d'alphabet phonétique : les lettres et un mot repère suffisent, et c'est la règle des diaporamas de ce dépôt.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dernier cas est le plus surprenant pour les élèves qui ont appris à lire chaque lettre.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huit mots sont dans le module, avec le son. Les faire écouter deux fois, puis répéter. Ne pas corriger la prononciation d'un élève qui garde un « e » : cela ne provoque aucun malentendu.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important pour le bloc E. Beaucoup d'élèves croient qu'un exposé se dit en détachant tout. C'est ce qui fait la voix de robot, et l'auditoire décroche.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deux fois : d'abord au débit d'une conversation, puis au débit d'un exposé. Le résultat est le 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lecture à voix haute, deux tours. Au premier, on cherche les « e » ; au second, on lit sans y penser. Le second est meilleur.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Billet de sortie. Les réponses ramènent presque toujours des mots à « e » tombant, et c'est la meilleure preuve que la leçon 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petit « e » quand on parle à un groupe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Devant vingt personnes, on ralentit le débit — on ne rajoute pas des syllabes. Certains « e » se disent, d'autres tombent, et c'est la place du « e » dans le mot qui décide.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parler l'équipe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le petit « e » qui se dit et celui qui disparaît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les deux prononciations sont correctes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mot connu qui arrive sans sa syllabe du milieu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parler posément devant un groupe sans ajouter de syllabes.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Dites ces trois mots à voix haute, vite puis lentement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demain » — combien de syllabes entendez-vous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facilement » — et celui-là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regarder » — commencez-vous par « re » ou par « r »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ça change quand vous parlez plus vite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UNE SEULE QUESTION : QU'EST-CE QU'IL Y A DEVANT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897632"/>
          </a:xfrm>
          <a:prstGeom prst="roundRect">
            <a:avLst>
              <a:gd name="adj" fmla="val 5049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07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Le petit « e » se dit quand une seule chose le protège : une consonne qui ferme la bouche au début du mot, ou deux consonnes qui butent devant lui.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9724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67156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Partout ailleurs au milieu d'un mot, avec une seule consonne devant, il tombe. Et les deux prononciations sont correctes : ce n'est pas une question de soin.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Quand il se dit, quand il tombe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Y A DEVANT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ARRIVE AU « E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p, b, t, d, k, 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se dit : demain, devoir, petit, tenez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Deux consonnes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se dit : justement, exactement, probablement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Une seule consonne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tombe : facilement, acheter, appeler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 r au début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tombe : regarder, reprendre, relever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couple à retenir : « de » se dit, « re » tombe.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se dit, ou il tombe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mot dit posément, puis décidez.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devoir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facilement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acheter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justement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appeler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exactement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regarder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se dit, ou il tombe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devoir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se 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facilement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tombe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demain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se 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acheter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tombe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justement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se dit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appeler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tombe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exactement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se dit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regarder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tombe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PRONONCIATION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Ra-pi-de-ment, en quatre morceaux.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Rapid'ment, en trois.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Devant un groupe, on ralentit le débit, on n'ajoute pas des syllabes. Dire chaque « e » écrit ne rend pas le propos plus clair : ça le rend plus long et plus étrange. Personne ne parle comme ça, pas même dans un exposé soigné.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mots que vous direz devant la classe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demain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de-main, deux syllabes pleines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justement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jus-te-ment, le « e » tient entre st et 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exactement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e-xac-te-ment, même cas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facilement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facil'ment, le « e » tombe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acheter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45592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ach'ter, deux syllabes et non trois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regarder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45592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r'garder, le « e » du début tombe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Lisez à voix haute, posément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élève lit, les autres écoutent les petits « 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Demain, nous devons appeler la personne-ressource.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justement relever les arbres de la rue.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reprendre exactement ce que tu viens de dire.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peut facilement acheter la carte du quartier.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Lisez à voix haute, posément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Demain, nous devons appeler la personne-ressource.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de-main, ap'ler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justement relever les arbres de la rue.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jus-te-ment, r'lever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reprendre exactement ce que tu viens de dire.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r'prendre, e-xac-te-ment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peut facilement acheter la carte du quartier.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facil'ment, ach'ter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 mot que vous avez déjà mal reconnu parce qu'il allait vite.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mot que vous connaissez, mais que vous n'avez pas entendu.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Dites où : à la radio, au travail, en classe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parler l'équipe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