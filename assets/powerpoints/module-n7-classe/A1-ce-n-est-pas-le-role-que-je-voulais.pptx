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Ouvrir par une question au groupe : avez-vous déjà travaillé en équipe, ici ou au travail ? Qu'est-ce qui s'est mal passé ? Les réponses tournent presque toujours autour des mêmes trois choses : personne ne conduisait, personne ne notait, personne ne surveillait le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le cœur du module et il ne sera pas atteint aujourd'hui. Le poser quand même : les quinze séances y reviennent.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sans mauvaise réponse. La deuxième piste est la plus utile : presque chaque groupe compte une personne silencieuse, et c'est souvent celle qui a le plus travaillé. Ne pas nommer personne.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deux écoutes. La réplique de Youssouf est celle que la moitié de la classe pense : la prendre au sérieux avant de la contredire.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point de posture du module, et il vaut d'être dit au groupe : on ne donne pas un rôle à qui le fait déjà bien. Beaucoup d'élèves se reconnaîtront dans « attendre d'être sûre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réponse à la dernière question est la matière du Défi 3 : on ne tranche pas, on reformule. L'annoncer sans l'expliquer aujourd'hui.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attribuer les rôles dans les équipes de la classe dès aujourd'hui, et les écrire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Question fréquente : « alors l'animateur n'a pas le droit d'avoir une opinion ? » Si, mais il annonce qu'il quitte son rôle un instant. C'est vu en D1.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avec l'article. « Échéancier » est difficile à prononcer : le découper en quatre syllabes et le faire dire trois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Le troisième demande d'écouter une deuxième fois : la distinction est fine.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concret. Les réponses servent en A3, quand les rôles seront attribués pour de bon : on donne à chacun celui qui lui fait un peu peur, comme Ghislaine le fait avec Neusa.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n'est pas le rôle que je voulais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une équipe, quelqu'un doit conduire. Sinon la rencontre conduit toute seule, et elle conduit mal. Ce module apprend à faire parler les autres, puis à rendre compte de ce qu'ils ont dit.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parler l'équipe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rôles d'une équipe de travail et ce que chacun fait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qu'on attend d'une personne qui anime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qu'on préférerait faire, et pourquoi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7782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8605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premiers mots du dossier : un mandat, un échéancier, la répartition des rôles.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Qui parle le plus dans une rencontre d'équipe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ruelle-ombrage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c'est la même personne à chaque fois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Qui, dans une équipe, ne dit presque jamais rien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celui qui parle le plus décide le plus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fait qu'une rencontre finit sans rien décider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rôles sont attribués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31443"/>
          </a:xfrm>
          <a:prstGeom prst="roundRect">
            <a:avLst>
              <a:gd name="adj" fmla="val 231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767268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GHISLAINE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9956" y="2322576"/>
            <a:ext cx="8376170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reste une chose, et c'est celle dont personne ne parle jamais : les rôles.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71724"/>
            <a:ext cx="11057839" cy="631443"/>
          </a:xfrm>
          <a:prstGeom prst="roundRect">
            <a:avLst>
              <a:gd name="adj" fmla="val 231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36316"/>
            <a:ext cx="1767268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YOUSSOUF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9956" y="3036316"/>
            <a:ext cx="8376170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Madame, on ne peut pas juste travailler ensemble, tout le monde pareil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585463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750056"/>
            <a:ext cx="1767268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GHISLAINE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9956" y="3750056"/>
            <a:ext cx="8376170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Ça donne trois personnes qui parlent en même temps pendant vingt minutes, et une feuille blanche à la fin.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601464"/>
            <a:ext cx="11057839" cy="631443"/>
          </a:xfrm>
          <a:prstGeom prst="roundRect">
            <a:avLst>
              <a:gd name="adj" fmla="val 231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766055"/>
            <a:ext cx="1767268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GHISLAINE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9956" y="4766055"/>
            <a:ext cx="8376170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Équipe trois : Youssouf aux notes, Miguel au temps, Neusa à l'animation.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Pourquoi elle, justement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76726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NEUSA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9956" y="1901952"/>
            <a:ext cx="837617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Madame, il y a une erreur. Moi, je cherche bien. Mais faire parler les autres, ce n'est pas moi.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76726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9956" y="2989072"/>
            <a:ext cx="837617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sais. C'est exactement pour ça.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76726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9956" y="3738371"/>
            <a:ext cx="837617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n'êtes pas silencieuse parce que vous n'avez pas d'idées. Vous êtes silencieuse parce que vous attendez d'être sûre.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89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1"/>
            <a:ext cx="176726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9956" y="4825491"/>
            <a:ext cx="837617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Animer, ça oblige à parler avant d'être sûre.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fait une animatrice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76726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NEUSA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9956" y="1901952"/>
            <a:ext cx="837617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Mais concrètement, qu'est-ce qu'une animatrice doit faire ? Décider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76726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9956" y="2989072"/>
            <a:ext cx="837617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Presque jamais. Elle ouvre la rencontre en rappelant ce qu'on cherche. Elle donne la parole, et surtout elle la reprend.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76726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9956" y="4076191"/>
            <a:ext cx="837617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fait préciser : quand quelqu'un dit qu'il y a beaucoup d'arbres, elle demande combien, et où, et comment il le sait.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76726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NEUSA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9956" y="5163312"/>
            <a:ext cx="837617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les deux autres ne sont pas d'accord entre eux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rôles, cinq travaux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86100"/>
          </a:xfrm>
          <a:prstGeom prst="roundRect">
            <a:avLst>
              <a:gd name="adj" fmla="val 474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RÔLE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LA PERSONNE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Animer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ouvrir, donner la parole, faire préciser, résumer les décisions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569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84932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Prendre les notes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84932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écrire ce qui se dit sans le juger, et le relire quand on le demande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4612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74136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Surveiller le temps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74136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dire combien il reste, et le dire avant qu'il n'en reste plus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35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63339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Tenir les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863339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noter d'où vient chaque chiffre, avec sa date et son auteur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22452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352544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Présenter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352544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parler devant la classe au nom de l'équipe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43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3903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Cinq rôles, mais trois ou quatre personnes : certains se cumulent.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ANIMER, C'EST FAIRE PARLER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3021583"/>
          </a:xfrm>
          <a:prstGeom prst="roundRect">
            <a:avLst>
              <a:gd name="adj" fmla="val 484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198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personne qui anime parle souvent, et elle parle peu. Elle ouvre, elle distribue, elle fait préciser, elle reformule, elle ferme.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521199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795519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Elle ne décide presque jamais, et elle donne son avis en dernier — ou pas du tout. Dès que celle qui anime prend parti, les autres se rangent ou se taisent.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mots pour commencer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28660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sujet de recherche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3609" y="2121408"/>
            <a:ext cx="676539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La question précise qu'une équipe reçoit et sur laquelle elle présentera ses trouvailles.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28660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mandat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3609" y="2909620"/>
            <a:ext cx="676539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Ce qu'on demande à quelqu'un de faire, avec ce qui est attendu à la fin.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28660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animer une rencontre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3609" y="3697833"/>
            <a:ext cx="676539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Conduire une réunion : ouvrir, donner la parole, faire préciser, résumer.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28660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répartition des rôles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3609" y="4486046"/>
            <a:ext cx="676539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partage du travail entre les personnes d'une équipe, décidé au début.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28660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échéancier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3609" y="5274259"/>
            <a:ext cx="676539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La liste de ce qui doit être fait, avec la date de chaque étape.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rôles ont été attribués par l'enseignante.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Neusa aurait préféré chercher les documents.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Selon Ghislaine, Neusa manque d'idées.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L'animatrice tranche les désaccords tout de suite.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Youssouf a reçu le rôle de la prise de notes.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compte rendu part le soir même aux absents.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rôles ont été attribués par l'enseignante.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Neusa aurait préféré chercher les documents.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Selon Ghislaine, Neusa manque d'idées.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attend d'être sûre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L'animatrice tranche les désaccords tout de suite.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reformule d'abord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Youssouf a reçu le rôle de la prise de notes.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compte rendu part le soir même aux absents.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Quel rôle prendriez-vous dans une équipe, et lequel vous fait peur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pour chacun des deux.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Dites pourquoi, sans vous excuser.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Faire parler l'équipe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