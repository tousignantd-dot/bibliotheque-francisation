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Si c'est possible, inviter une vraie personne-ressource dans les semaines qui suivent : la séance prend alors une valeur qu'aucun enregistrement ne donne.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savoir-faire du défi ; les deux suivants sont du contenu. Le quatrième est travaillé toute la séance et évalué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photo est la rue plantée ; le stationnement d'asphalte a été vu en A3. Les mettre en regard mentalement. Ne pas donner le chiffre : il arrive dans le dialogue, et au conditionnel.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trois parties annoncées et les écrire au tableau : elles serviront de cases de notes pour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du défi, et il arrive tôt. Faire remarquer que c'est l'élève qui pose la question, pas l'enseignante : la classe peut faire 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contenu le plus dense du module. Le faire redire par un élève avec ses mots avant de continuer : c'est le mécanisme que l'exposé du bloc E devra expliquer à son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ici : la reformulation de Neusa, qui est le geste du bloc D avant l'heure, et la dernière réplique, qui donne à l'équipe son angle. Les deux méritent d'être nommées.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Évapotranspiration » fait peur à l'écrit et se dit très bien : le découper en deux, « évapo » et « transpiration », puis le recoller.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troisième prépare la séance B3 : c'est une affaire de temps de 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Trier les questions reçues en deux tas — celles qui appellent un chiffre et celles qui appellent « ça dépend » — et commencer B2 par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personne-ressource, un mardi soir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personne invitée en classe ne parle pas comme un dialogue. Elle annonce un plan, elle le suit, elle le referme — et elle répond mal aux questions vagues.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exposé grâce au plan que la personne annonce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mots du sujet de recherche de l'équipe de Neusa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rafraîchit une rue de ce qui la réchauffe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qui obtient une réponse utilisable.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rues de la même ville, le même jour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ue-erab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degrés d'écart, à votre avis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fait la différence : les arbres, l'asphalte, autre chose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rues habitez-vous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qu'une rue plus fraîche est une rue plus agréable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annonce où elle s'en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5475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PERRINE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7441" y="2322576"/>
            <a:ext cx="868868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 de commencer, je vous dis où je m'en vais : je vais parler d'abord de ce qu'est un îlot de chaleur.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45475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PERRINE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7441" y="3303016"/>
            <a:ext cx="868868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Ensuite de ce que fait un arbre exactement, et enfin de ce qui se passe chez vous, à Rivière-Noire.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45475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7441" y="4283456"/>
            <a:ext cx="868868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Merci d'être venue. Est-ce qu'on peut vous arrêter vraiment, ou c'est une formule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45475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PERRINE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7441" y="5263895"/>
            <a:ext cx="868868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Vraiment. Une question au bon moment vaut mieux qu'une main levée pendant vingt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mesuré, ce qui est estimé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475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MIGUEL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7441" y="1901952"/>
            <a:ext cx="86886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dépasse de combien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547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PERRINE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7441" y="2651252"/>
            <a:ext cx="86886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est mesuré et certain : l'asphalte noir en plein soleil monte bien plus haut qu'une pelouse à côté.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547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PERRINE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7441" y="3738371"/>
            <a:ext cx="86886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est estimé : chez vous, l'écart serait d'une dizaine de degrés. Je dis serait, parce que la mesure a été prise une seule journée.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45475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7441" y="4825492"/>
            <a:ext cx="86886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dit serait au lieu de est. C'est volontaire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choses, et deux seulement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47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PERRINE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7441" y="1901952"/>
            <a:ext cx="86886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première, tout le monde la connaît : l'arbre porte de l'ombre, donc le sol sous lui ne chauffe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547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PERRINE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7441" y="2989072"/>
            <a:ext cx="86886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deuxième, on l'oublie toujours. L'arbre pompe de l'eau par ses racines et il la rejette par ses feuilles, sous forme de vapeur.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547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PERRINE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7441" y="4076191"/>
            <a:ext cx="86886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rejeter de la vapeur, ça consomme de la chaleur. Autrement dit, il refroidit l'air autour de lui.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5475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MIGUEL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7441" y="5163312"/>
            <a:ext cx="86886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un grand arbre vaut plus que dix petits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que Neusa trouve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47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7441" y="1901952"/>
            <a:ext cx="86886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arrête, parce que je veux être sûre de bien noter. Si je comprends bien, ce qui compte, ce n'est pas le nombre d'arbres.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5475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7441" y="2989072"/>
            <a:ext cx="86886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surface couverte par les cimes. C'est ça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547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PERRINE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7441" y="3738371"/>
            <a:ext cx="86886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exactement ça, et vous venez de nommer le mot que je gardais pour la fin. On l'appelle la canopée.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4547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PERRINE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7441" y="4825491"/>
            <a:ext cx="86886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Dernier point : le difficile, ce n'est pas de planter. C'est d'arroser pendant trois 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dossier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490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personne-ressource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7634" y="2121408"/>
            <a:ext cx="65613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Quelqu'un qui connaît bien un sujet et qu'on invite pour l'entendre et le questionner.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490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îlot de chaleur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7634" y="2778252"/>
            <a:ext cx="65613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secteur dont la surface devient beaucoup plus chaude que celle des secteurs voisins.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490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canopée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7634" y="3435096"/>
            <a:ext cx="65613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La couverture formée par la cime des arbres, vue d'en haut.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490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l'évapotranspiration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7634" y="4091939"/>
            <a:ext cx="65613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L'eau qu'un arbre pompe par ses racines et rejette en vapeur par ses feuilles.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490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estimation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7634" y="4748784"/>
            <a:ext cx="65613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chiffre approché, calculé à partir de ce qu'on sait, mais qui n'a pas été mesuré.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490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arbre de 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7634" y="5405628"/>
            <a:ext cx="65613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 arbre planté dans le trottoir ou en bordure de la chaussée.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rencontre.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Perrine annonce son plan avant de commencer.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îlot de chaleur est une journée très chaude.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L'écart de dix degrés est présenté comme certain.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arbre rafraîchit de deux façons.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jeunes arbres valent un arbre mature.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plus difficile est d'arroser trois 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Perrine annonce son plan avant de commencer.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îlot de chaleur est une journée très chaude.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un secteur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L'écart de dix degrés est présenté comme certain.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au conditionnel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arbre rafraîchit de deux façons.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- l'ombre et la vapeur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jeunes arbres valent un arbre mature.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pas pour rafraîchir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plus difficile est d'arroser trois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question que vous poseriez à Perrine si elle revenait.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question, écrite en entier.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question à laquelle un chiffre peut répondre.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