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B. Deux points de langue, tous deux tirés de la présentation de monsieur Cormier : le futur antérieur de son échéancier, et les reprises qui tiennent son texte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savoirs, une seule idée : ce qui fait qu'un long discours se suit. Le dire au groupe, sinon la séance a l'air de deux leçons collées.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à la dernière question : moins précise. Ne pas dire « faux » : les élèves entendront la première forme dans la rue, et se croiront trompés.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règle d'avance la question qui vient toujours : quel auxiliaire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précision sur « après que » évitera une erreur au bloc D, où le subjonctif arrive pour de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`t1futant` du module, qui en compte huit. Il est en `cols:1` : ses items font deux propositions et deux colonnes les rendraient illisibles.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dans la présentation de monsieur Cormier une reprise de chaque sorte : il y en a de toutes.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deux lectures de la phrase par deux élèves différents. C'est plus convaincant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`t1repr` du module. Les trois derniers items sont les plus difficiles et les plus payants : ils demandent de résumer la phrase précédente en un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C'est la troisième pièce du projet de chacun, après le constat (A1) et l'objectif (B2). Le bloc C assemblera le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nous aurons reçu le prix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échéancier n'est rien d'autre qu'une suite de « ceci avant cela ». Le français a un temps fait exactement pour ça, et sans lui on peut dire quand les choses se passent, mais pas dans quel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futur antérieur : auxiliaire au futur, puis participe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l'employer après quand, lorsque, dès que, une fois que, après 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une idée sans la répéter, par un pronom ou par un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éviter la reprise ambiguë, qui coûte plus cher que la répétition.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Quand nous recevrons le prix, nous déciderons.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Quand nous aurons reçu le prix, nous déciderons.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dit clairement ce qui se passe en premier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première est fausse, ou seulement moins précise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antérieur, en trois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Auxiliaire au futur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j'aurai, nous aurons, elle sera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Puis le participe passé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terminé, reçu, arrivée, décidé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Avec 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aurons reçu, ils auront décidé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Avec être, ça s'accorde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table sera arrivée, elle sera partie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Aux pronominaux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l'essai se sera terminé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choix de l'auxiliaire est le même qu'au passé composé : « elle est partie » donne « elle sera partie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SIX MOTS APPELLENT LE FUTUR ANTÉRIEUR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quand, lorsque, dès que, aussitôt que, une fois que, après 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ces mots, si les deux actions sont au futur, la première passe au futur antérieur. « Quand l'essai SERA TERMINÉ, on décidera. » Attention : « après que » demande l'indicatif, pas le subjonctif - c'est « avant que » qui prend le subjonctif. La confusion est très répandue, y compris chez les francophones.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antérieur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entre parenthèses porte ce qui finit en premier.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l'essai ... (se terminer), nous déciderons.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que nous ... (recevoir) la soumission, je la ferai circuler.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que les relevés ... (être) compilés, ils seront affichés.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la table ... (arriver), il faudra former les emballeurs.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que la direction ... (approuver) le budget, la commande partira.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vous ... (lire) le document joint, vous comprendrez.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futur antérieur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l'essai ... (se terminer), nous déciderons.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 sera terminé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fois que nous ... (recevoir) la soumission, je la ferai circuler.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aurons reçu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Dès que les relevés ... (être) compilés, ils seront affichés.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auront été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la table ... (arriver), il faudra former les emballeurs.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 arrivée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que la direction ... (approuver) le budget, la commande partira.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 approuvé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vous ... (lire) le document joint, vous comprendrez.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aurez 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Reprendre sans répéter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pronom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relu la soumission. Elle LA trouve claire.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« en » et « y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 parlé du budget. Il EN a parlé longtemps.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nom qui résume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personnes blessées. CE CONSTAT a été présenté.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mot voisin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table élévatrice devient L'APPAREIL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terme général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Meubles Rive-du-Nord devient L'ENTREPRISE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troisième est le plus utile au niveau où vous êtes : il demande de résumer, pas seulement de désigner.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a montré le plan au chef. Il l'a trouvé compliqué.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répéter le nom quand deux lectures sont possibles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 a trouvé quoi compliqué ? La phrase a deux sens, et le lecteur choisira le mauvais une fois sur deux. Répéter le nom n'est pas élégant, mais c'est compris - et dans un écrit de travail, être compris passe avant être élégant.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Reprenez l'idée de la phrase précédente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mot qui manque.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Aïcha a préparé sa feuille. Elle ... a montrée à Thérèse.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parlé du budget. Il ... a parlé trois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est dans le classeur. Personne n'... a regardé.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personnes se sont blessées. Ce ... a été présenté.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mesure, on trace, on essaie. Cette ... prendra deux mois.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voté contre. Cette ... a surpris tout le monde.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Reprenez l'idée de la phrase précédente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Aïcha a préparé sa feuille. Elle ... a montrée à Thérèse.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parlé du budget. Il ... a parlé trois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programme est dans le classeur. Personne n'... a regardé.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personnes se sont blessées. Ce ... a été présenté.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constat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mesure, on trace, on essaie. Cette ... prendra deux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démarche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voté contre. Cette ... a surpris tout le monde.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décision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l'échéancier de votre projet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« quand ... aura ... », une avec « dès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Donnez au moins deux dates précises.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Reprenez votre projet une fois par un nom, sans le répéter.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