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C'est le modèle que chaque élève imitera en E1. Faire entendre l'extrait en entier une première fois, puis par morceaux. Vingt et une répliques.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porte sur une phrase précise, et c'est la plus importante du module : « je ne voulais pas l'inventer ici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table élévatrice est le correctif payant du projet d'Aïcha. La montrer avant l'écoute rend la présentation beaucoup plus facile à suivre : l'élève sait de quel objet on parle.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réplique : elle annonce son plan. C'est le geste que le groupe devra reproduire en E1, et il coûte quinze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Ce qui use le dos, c'est... » : première mise en relief du module. La faire répéter ; la séance C3 est faite pour 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centrale du module. La réaction de monsieur Cormier est la démonstration : dire qu'on ne sait pas ne fait pas perdre de crédit, ça en donne. Le faire remarquer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L'ordre est stratégique et la dernière réplique le dit. Faire nommer par le groupe ce qui se passerait si Aïcha n'avait proposé que la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lance le bloc D. Écrire au tableau les deux documents demandés : une note de service, une lettre d'affaires.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`t2compr` du module, qui en compte dix. Les quatre autres se font en autonomie.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C'est la quatrième pièce du projet de chacun. Vérifier surtout la dernière consigne : ceux qui inventent un chiffre plutôt que de nommer qui le détient n'ont pas compris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se passe au poste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semaines après avoir écouté, c'est Aïcha qui a quinze minutes. Elle ne va pas se plaindre du poste 4 : elle va l'exposer. Le constat, la cause, la conséquence chiffrée, le correctif, l'échéance.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Présenter un projet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présentation faite par quelqu'un qui n'est pas le patron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cinq parties dans un discours réel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que la présentatrice dit ne pas savoir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le correctif gratuit vient avant le payant.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Quatre-vingt-deux fois par quart de travail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able-elevatr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 cet appareil, à votre avis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pour la personne qui emballe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eu mal au dos à cause d'un poste de travail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l'auriez-vous dit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plan annoncé, puis le constat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7864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AÏCHA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11336" y="2322576"/>
            <a:ext cx="8764790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quinze minutes pour vous parler du poste 4. Je vais faire comme monsieur Cormier : le constat, la cause, ce que ça coûte, ce que je propose, et une date.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8424"/>
            <a:ext cx="11057839" cy="1182623"/>
          </a:xfrm>
          <a:prstGeom prst="roundRect">
            <a:avLst>
              <a:gd name="adj" fmla="val 1237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03016"/>
            <a:ext cx="1378648" cy="908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AÏCHA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1336" y="3303016"/>
            <a:ext cx="8764790" cy="9083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constat. Depuis mars, trois personnes du poste 4 ont consulté pour le dos. Jean-Marc a été absent onze jours ouvrables, Suzanne quatre, et Kadiatou travaille en tâches allégées depuis le 2 juin.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567935"/>
            <a:ext cx="1378648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11336" y="4567935"/>
            <a:ext cx="8764790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Trois personnes sur combien, au poste 4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263895"/>
            <a:ext cx="1378648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AÏCHA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11336" y="5263895"/>
            <a:ext cx="8764790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Sur cinq. C'est ce qui m'a fait commencer à compter, justement.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cause, et ce qui use vraiment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235964"/>
          </a:xfrm>
          <a:prstGeom prst="roundRect">
            <a:avLst>
              <a:gd name="adj" fmla="val 1183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53134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AÏCHA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5822" y="1901952"/>
            <a:ext cx="8690305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cause. Les caisses vides arrivent sur une palette, posées à terre. L'emballeur se penche, prend la caisse, se relève, la remplit, puis la repose à terre.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055620"/>
            <a:ext cx="11057839" cy="1235964"/>
          </a:xfrm>
          <a:prstGeom prst="roundRect">
            <a:avLst>
              <a:gd name="adj" fmla="val 1183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220212"/>
            <a:ext cx="1453134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AÏCHA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5822" y="3220212"/>
            <a:ext cx="8690305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J'ai compté quatre-vingt-deux caisses par quart en moyenne, sur six quarts différents. Ce qui use le dos, ce n'est pas le poids d'une caisse, c'est de se pencher quatre-vingt-deux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538472"/>
            <a:ext cx="1453134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85822" y="4538472"/>
            <a:ext cx="8690305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exactement ce que la manutention manuelle répétitive veut dire. C'est nommé dans notre programme de prévention, section 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554471"/>
            <a:ext cx="1453134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AÏCHA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85822" y="5554471"/>
            <a:ext cx="8690305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Merci, Thérèse, j'y arrive.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ça coûte, et ce qu'elle ne sait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7864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AÏCHA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11336" y="1901952"/>
            <a:ext cx="876479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conséquences, en chiffres. Quinze jours ouvrables d'absence depuis mars, plus un poste en tâches allégées depuis onze semaines.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7864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AÏCHA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1336" y="2989072"/>
            <a:ext cx="876479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Chaque jour d'absence se remplace par une agence, à un taux plus élevé que le nôtre. Je n'ai pas le chiffre exact, madame Ouellet l'a et je ne voulais pas l'inventer ici.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414012"/>
            <a:ext cx="137864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1336" y="4414012"/>
            <a:ext cx="876479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bien fait. Je le demanderai. Continuez.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4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correctifs, le gratuit d'abord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53134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AÏCHA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5822" y="1901952"/>
            <a:ext cx="869030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première : une table élévatrice à ciseaux. La palette est dessus, et la caisse reste toujours à la même hauteur. L'emballeur ne se penche plus.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788920"/>
            <a:ext cx="11057839" cy="1289303"/>
          </a:xfrm>
          <a:prstGeom prst="roundRect">
            <a:avLst>
              <a:gd name="adj" fmla="val 1134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53512"/>
            <a:ext cx="1453134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AÏCHA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5822" y="2953512"/>
            <a:ext cx="8690305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deuxième : faire tourner les gens. Quatre heures d'emballage, quatre heures ailleurs. Ça ne coûte rien du tout, et on pourrait l'essayer lundi prochain.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25112"/>
            <a:ext cx="1453134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85822" y="4325112"/>
            <a:ext cx="8690305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est intéressant, c'est que la deuxième partie ne dépend pas de la première.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376672"/>
            <a:ext cx="145313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AÏCHA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85822" y="5376672"/>
            <a:ext cx="8690305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voulu. Si la table est refusée, la rotation reste possible.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5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qu'elle demande, et ce qu'elle obtient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378648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11336" y="1901952"/>
            <a:ext cx="8764790" cy="3571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Combien coûte la table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51100"/>
            <a:ext cx="11057839" cy="1235964"/>
          </a:xfrm>
          <a:prstGeom prst="roundRect">
            <a:avLst>
              <a:gd name="adj" fmla="val 1183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15692"/>
            <a:ext cx="1378648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AÏCHA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1336" y="2615692"/>
            <a:ext cx="8764790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ne le sais pas encore. J'ai le nom d'un fournisseur et je voudrais leur demander une soumission écrite. C'est ce que je viens vous demander : l'autorisation d'écrire, et le nom de la personne qui doit signer.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769359"/>
            <a:ext cx="11057839" cy="1235964"/>
          </a:xfrm>
          <a:prstGeom prst="roundRect">
            <a:avLst>
              <a:gd name="adj" fmla="val 1183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933951"/>
            <a:ext cx="1378648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1336" y="3933951"/>
            <a:ext cx="8764790" cy="9616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L'autorisation, vous l'avez. Écrivez « demande de soumission », pas « commande ». Ce n'est pas la même chose du tout, et une lettre mal formulée nous engage.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87619"/>
            <a:ext cx="11057839" cy="933703"/>
          </a:xfrm>
          <a:prstGeom prst="roundRect">
            <a:avLst>
              <a:gd name="adj" fmla="val 1566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5252211"/>
            <a:ext cx="1378648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RENAUD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11336" y="5252211"/>
            <a:ext cx="8764790" cy="659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Mettez-moi tout ça dans une note de service pour l'équipe, et la lettre part chez le fournisseur cette semaine.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présentation d'Aïcha.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annonce son plan avant de commencer.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compté les caisses sur un seul quart.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dit que le poids d'une caisse use le 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donne le coût exact des remplacements par l'agence.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propose d'abord la solution qui ne coûte rien.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Monsieur Cormier lui demande d'écrire « commande 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annonce son plan avant de commencer.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compté les caisses sur un seul quart.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sur six quarts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dit que le poids d'une caisse use le dos.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c'est la répétition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donne le coût exact des remplacements par l'agence.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dit qu'elle ne l'a pas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propose d'abord la solution qui ne coûte rien.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Monsieur Cormier lui demande d'écrire « commande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« demande de soumission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conséquence chiffrée de votre projet.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Combien de jours, d'heures, de dollars ou de retards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S'il vous manque un chiffre, écrivez qui l'a.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Présenter un projet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