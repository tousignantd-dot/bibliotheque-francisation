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C'est le modèle que chaque élève imitera en E1. Faire entendre l'extrait en entier une première fois, puis par morceaux. Vingt et une répliques.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porte sur une phrase précise, et c'est la plus importante du module : « je ne voulais pas l'inventer ici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table élévatrice est le correctif payant du projet d'Aïcha. La montrer avant l'écoute rend la présentation beaucoup plus facile à suivre : l'élève sait de quel objet on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réplique : elle annonce son plan. C'est le geste que le groupe devra reproduire en E1, et il coûte quinze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Ce qui use le dos, c'est... » : première mise en relief du module. La faire répéter ; la séance C3 est faite pour 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centrale du module. La réaction de monsieur Cormier est la démonstration : dire qu'on ne sait pas ne fait pas perdre de crédit, ça en donne. Le faire remarquer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est stratégique et la dernière réplique le dit. Faire nommer par le groupe ce qui se passerait si Aïcha n'avait proposé que la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lance le bloc D. Écrire au tableau les deux documents demandés : une note de service, une lettre d'affaires.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`t2compr` du module, qui en compte dix. Les quatre autres se font en autonomie.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C'est la quatrième pièce du projet de chacun. Vérifier surtout la dernière consigne : ceux qui inventent un chiffre plutôt que de nommer qui le détient n'ont pas compris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se passe au poste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semaines après avoir écouté, c'est Aïcha qui a quinze minutes. Elle ne va pas se plaindre du poste 4 : elle va l'exposer. Le constat, la cause, la conséquence chiffrée, le correctif, l'échéance.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présentation faite par quelqu'un qui n'est pas le patron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cinq parties dans un discours réel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que la présentatrice dit ne pas savoir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le correctif gratuit vient avant le payant.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Quatre-vingt-deux fois par quart de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-elevatr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cet appareil, à votre 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pour la personne qui emballe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eu mal au dos à cause d'un poste de travail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l'auriez-vous dit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 annoncé, puis le constat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7864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1336" y="2322576"/>
            <a:ext cx="876479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quinze minutes pour vous parler du poste 4. Je vais faire comme monsieur Cormier : le constat, la cause, ce que ça coûte, ce que je propose, et une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378648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1336" y="3303016"/>
            <a:ext cx="8764790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constat. Depuis mars, trois personnes du poste 4 ont consulté pour le dos. Jean-Marc a été absent onze jours ouvrables, Suzanne quatre, et Kadiatou travaille en tâches allégées depuis le 2 juin.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67935"/>
            <a:ext cx="1378648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1336" y="4567935"/>
            <a:ext cx="8764790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personnes sur combien, au poste 4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63895"/>
            <a:ext cx="1378648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1336" y="5263895"/>
            <a:ext cx="8764790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Sur cinq. C'est ce qui m'a fait commencer à compter, justement.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cause, et ce qui use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cause. Les caisses vides arrivent sur une palette, posées à terre. L'emballeur se penche, prend la caisse, se relève, la remplit, puis la repose à terre.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5562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20212"/>
            <a:ext cx="1453134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3220212"/>
            <a:ext cx="8690305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 compté quatre-vingt-deux caisses par quart en moyenne, sur six quarts différents. Ce qui use le dos, ce n'est pas le poids d'une caisse, c'est de se pencher quatre-vingt-deux fois.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538472"/>
            <a:ext cx="1453134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5822" y="4538472"/>
            <a:ext cx="869030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exactement ce que la manutention manuelle répétitive veut dire. C'est nommé dans notre programme de prévention, section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554471"/>
            <a:ext cx="1453134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5554471"/>
            <a:ext cx="869030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Merci, Thérèse, j'y arrive.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ça coûte, et ce qu'elle ne sait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786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1336" y="1901952"/>
            <a:ext cx="87647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conséquences, en chiffres. Quinze jours ouvrables d'absence depuis mars, plus un poste en tâches allégées depuis onze semaines.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7864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1336" y="2989072"/>
            <a:ext cx="876479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jour d'absence se remplace par une agence, à un taux plus élevé que le nôtre. Je n'ai pas le chiffre exact, madame Ouellet l'a et je ne voulais pas l'inventer ici.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14012"/>
            <a:ext cx="13786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336" y="4414012"/>
            <a:ext cx="87647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bien fait. Je le demanderai. Continuez.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correctifs, le gratuit d'abord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première : une table élévatrice à ciseaux. La palette est dessus, et la caisse reste toujours à la même hauteur. L'emballeur ne se penche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1453134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53512"/>
            <a:ext cx="8690305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deuxième : faire tourner les gens. Quatre heures d'emballage, quatre heures ailleurs. Ça ne coûte rien du tout, et on pourrait l'essayer lundi prochain.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25112"/>
            <a:ext cx="145313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5822" y="4325112"/>
            <a:ext cx="869030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 intéressant, c'est que la deuxième partie ne dépend pas de la première.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376672"/>
            <a:ext cx="145313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5376672"/>
            <a:ext cx="869030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voulu. Si la table est refusée, la rotation reste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5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 demande, et ce qu'elle obtient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37864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1336" y="1901952"/>
            <a:ext cx="876479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Combien coûte la table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5110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15692"/>
            <a:ext cx="137864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AÏCHA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1336" y="2615692"/>
            <a:ext cx="876479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ne le sais pas encore. J'ai le nom d'un fournisseur et je voudrais leur demander une soumission écrite. C'est ce que je viens vous demander : l'autorisation d'écrire, et le nom de la personne qui doit signer.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69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933951"/>
            <a:ext cx="137864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336" y="3933951"/>
            <a:ext cx="876479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L'autorisation, vous l'avez. Écrivez « demande de soumission », pas « commande ». Ce n'est pas la même chose du tout, et une lettre mal formulée nous engage.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8761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52211"/>
            <a:ext cx="137864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RENAUD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1336" y="5252211"/>
            <a:ext cx="876479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Mettez-moi tout ça dans une note de service pour l'équipe, et la lettre part chez le fournisseur cette semaine.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présentation d'Aïcha.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annonce son plan avant de commencer.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compté les caisses sur un seul quart.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que le poids d'une caisse use le 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donne le coût exact des remplacements par l'agence.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propose d'abord la solution qui ne coûte rien.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Cormier lui demande d'écrire « commande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annonce son plan avant de commencer.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compté les caisses sur un seul quart.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sur six quarts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que le poids d'une caisse use le dos.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la répétition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donne le coût exact des remplacements par l'agence.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dit qu'elle ne l'a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propose d'abord la solution qui ne coûte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Cormier lui demande d'écrire « commande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« demande de soumission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conséquence chiffrée de votre projet.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de jours, d'heures, de dollars ou de retards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vous manque un chiffre, écrivez qui l'a.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