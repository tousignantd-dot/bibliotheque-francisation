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Tout ce que l'élève a écrit depuis A1 se rassemble ici. Prévoir : quinze minutes de répétition avec l'assistant, quinze minutes de préparation, et le reste en passages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difficile : la plupart des élèves voudront lire leur texte. Autoriser un plan de cinq mots,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dans les rangées pendant la préparation. Refuser les phrases rédigées : un élève qui lit ne présente pas, il récite, et l'intonation travaillée en A2 disparaît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 en autonomie, sur le module, au casque. Passer et écouter deux ou trois échanges. L'assistant vouvoie : c'est une rencontre de travail avec un supérieur.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projetée pendant les passages : c'est la grille d'écoute du groupe autant que le plan de celui qui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Chronométrer visiblement : poser le téléphone sur la table, minuterie à deux minutes trente. Les élèves s'y font en deux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la grille sur papier, une par élève et par passage. Les remettre à celui qui a présenté : une rétroaction écrite par six personnes vaut mieux qu'un commentaire de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retour de la séance A2. Si l'intonation s'est aplatie, faire refaire trente secondes debout, sans carton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production orale du module se dépose : l'élève s'enregistre, obtient une rétroaction de l'IA, corrige, puis envoie. Rappeler que la correction de l'IA reste privée et que seul l'envoi arrive à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Présentez votre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minutes à l'ordre du jour ; prenez-en deux. Le constat, la cause, ce que ça coûte, deux correctifs et une date. C'est l'intention même du programme : présenter un projet, une évaluation sommaire ou un problème à ses collègues.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défendre un projet devant quelqu'un qui objecte le coût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en cinq temps, sans notes rédigées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connecteurs et une mise en relief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obtenir une suite précise : une date, un document, un nom.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allez dire, en cinq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Constat. Cause. Conséquence. Correctif. Échéance.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ces cinq mots sur un carton, et rien d'autre.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Sous chacun, un chiffre ou une date, pas une phrase.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parlerez de mémoire, avec le carton sous les yeux.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L'assistant joue votre chef de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Trois dossiers au choix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poste 4 - l'essai de rotation - la demande de soumission. Ou le vôtre, si vous en avez un vrai.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n'est pas contre vous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Mais il a un budget, un horaire et cinq autres dossiers. Il objectera le coût au moins une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demande vos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D'où vient ce chiffre ? » Préparez la réponse : le registre, le relevé, un appel.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n'offre jamais la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la demander. Une date, un document, un nom. Sans ça, la rencontre finit sur rien.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temps de votre présentation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DITES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 · Le constat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chiffres que vous avez comptés vous-même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2 · La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pourquoi, sans désigner un coupable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3 · La conséquence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ça coûte si rien ne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4 · Deux correctifs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gratuit d'abord, le payant ensuite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5 · L'échéance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date, et ce que vous demandez à la salle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quelque part, la phrase qui vous grandit : « je n'ai pas ce chiffre, telle personne l'a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DEUX MINUTES, PAS DIX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présentation courte et complète bat une présentation longue.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temps en deux minutes, cela fait vingt-cinq secondes par temps. C'est peu, et c'est exactement ce qui oblige à choisir les deux chiffres qui comptent plutôt que d'énumérer les quinze qu'on a. Une présentation qui déborde son temps se fait couper, et c'est toujours la fin - donc la demande - qu'on coupe.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grille d'écoute du groupe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Pendant chaque passage, cochez ce que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plan est annoncé au début.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au moins deux chiffres.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cause est nommée sans accuser personne.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correctifs, dont un gratuit.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date précise.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claire adressée à la salle.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PRISE DE PAROLE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son texte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parler avec cinq mots sous les yeux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lu se reconnaît en trois secondes : l'intonation devient plate, les yeux restent baissés, et la salle décroche. Cinq mots sur un carton obligent à chercher ses phrases, donc à regarder les gens, donc à descendre la voix à la fin de chaque phrase. Ce sera moins parfait et beaucoup plus écouté.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passage : notez une chose à améliorer, et une seule.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Qu'est-ce que le groupe n'a pas coché sur sa grille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vous avez obtenu une suite précise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enregistrerez votre présentation dans le module, et vous l'enverrez.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