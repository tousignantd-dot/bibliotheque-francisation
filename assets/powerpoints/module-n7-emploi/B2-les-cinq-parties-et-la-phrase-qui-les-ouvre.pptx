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d'analyse. On reprend la présentation d'hier, non plus pour la comprendre mais pour voir comment elle est faite. C'est le passage de l'écoute au modèle.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objectifs sont des gestes de présentateur, pas des points de langue. Ils valent autant que le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reconstituer l'ordre au tableau, à partir des billets de la veille. Ne pas corriger tout de suite : laisser deux versions concurrentes s'installer, puis trancher avec le tableau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l'exercice `t1plan` du module sous forme de tableau. Faire cacher la colonne de droite et retrouver les phrases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une phrase d'objectif à partir du billet de la séance A1. Ramasser deux ou trois exemples et les récrire au tableau avec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point est celui qu'on oublie. Faire raconter au groupe une présentation où quelqu'un avait annoncé trois points et en avait fait sept : tout le monde en a un exemple.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Forme papier de l'exercice `t1plan`. Faire répondre sans regarder le tableau précédent : c'est le moment où l'on vérifie que le plan est entré.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ont l'habitude inverse, par souci d'honnêteté : annoncer le coût d'emblée pour ne rien cacher. Reconnaître l'intention et montrer qu'elle se dessert.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La séance C2 partira de ces phrases : celles qui n'en sont pas encore une seront récrites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cinq parties, et la phrase qui les ouvre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présentation de projet suit presque toujours le même plan, quel que soit le métier. Ce n'est pas une convention : c'est l'ordre dans lequel les questions montent dans la tête de celui qui écoute.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Présenter un projet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cinq mouvements d'une présentation de projet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phrase qui ouvre chacun d'eux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pourquoi on annonce le nombre d'étapes avant de les dire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pourquoi on nomme ses risques soi-même.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Dans quel ordre monsieur Cormier a-t-il parlé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Qu'a-t-il dit en premier : le prix, ou le but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a-t-il donné ses dates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 moment a-t-il parlé de ce qui pourrait mal aller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qu'un autre ordre aurait été possible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Les cinq mouvements, et leur phrase d'ouverture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6976"/>
          </a:xfrm>
          <a:prstGeom prst="roundRect">
            <a:avLst>
              <a:gd name="adj" fmla="val 45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MOUVEMENT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MONSIEUR CORMIER A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L'objectif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L'objectif tient en une phrase : ramener l'attente sous vingt minutes.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02864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Les étapes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02864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y en a quatre. D'abord, on mesure...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575304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L'échéancier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575304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Les relevés commencent le 8 septembre.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197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47744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47744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L'essai coûte quatre cents dollars. 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9216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20184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Les risques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20184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y en a trois, et je préfère les nommer moi-même.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85231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412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Puis la sortie : « En somme : on mesure, on trace, on essaie, on installe.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L'OBJECTIF TIENT EN 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S'il en prend trois, c'est qu'il y a trois objectifs.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test le plus rapide d'un projet mal préparé. Quand l'objectif ne se dit pas en une phrase, ce n'est pas la phrase qui est trop courte : c'est le projet qui n'a pas encore choisi. Écrivez la vôtre avant tout le reste, et récrivez-la jusqu'à ce qu'elle tienne.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gestes qui changent 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Annoncer le nombre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Il y en a quatre. » Cinq mots qui donnent une carte à l'auditeur : il sait combien de temps il en a, il peut cocher, il ne se demande pas si ça va durer.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corollaire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Annoncez quatre étapes, donnez-en quatre. Une cinquième surprise défait tout le bénéfice.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Nommer ses risques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projet présenté sans risque a l'air préparé par quelqu'un qui n'a pas réfléchi. On lui trouvera ses risques de toute façon, et depuis la salle.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bon nombre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Trois. Un seul a l'air d'une concession polie ; six ont l'air d'un projet auquel on ne croit pas soi-même.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quelle partie appartient cette phrase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de quel mouvement chaque phrase fait partie.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On charge dix-neuf camions par jour, contre quatorze l'an dernier.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Un mois à l'essai, sans rien acheter.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Du 13 octobre au 14 novembre.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Entre onze et treize mille dollars, estimé.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Un piéton distrait peut se retrouver dans une zone de manoeuvre.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On mesure, on trace, on essaie, on installe.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quelle partie appartient cette phrase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On charge dix-neuf camions par jour, contre quatorze l'an dernier.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contexte de l'objectif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Un mois à l'essai, sans rien acheter.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étapes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Du 13 octobre au 14 novembre.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l'échéancier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Entre onze et treize mille dollars, estimé.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Un piéton distrait peut se retrouver dans une zone de manoeuvre.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risques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On mesure, on trace, on essaie, on installe.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résumé final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PRÉSENTATION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commencer par le prix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commencer par l'objectif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présentation qui s'ouvre sur un montant fait entendre une demande d'argent, et la salle passe le reste du temps à chercher comment dire non. Le même montant, annoncé après l'objectif et les étapes, s'entend comme le coût d'une chose qu'on a déjà comprise. Ce n'est pas de la manipulation : c'est l'ordre dans lequel les questions arrivent.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l'objectif de votre projet, en une seule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« L'objectif tient en une phrase : ...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idée. Si vous en avez deux, choisissez.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Relisez-la à voix haute : est-ce qu'elle tient d'un souffle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Présenter un projet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