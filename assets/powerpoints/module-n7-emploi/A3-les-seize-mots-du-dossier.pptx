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vocabulaire. Le banc du module en compte seize, répartis sur les quatre sections. Les donner tous aujourd'hui : ils reviendront en contexte à chaque bloc, et l'élève doit les avoir entendus une première fois avant de les rencontrer dans un dialogue.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objectif vise les deux confusions certaines du module. Les traiter frontalement plutôt que d'attendre qu'elles se produisent.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décrire librement pendant cinq minutes. Noter au tableau les mots que le groupe cherche : ce sont ceux de la séance, et les voir arriver par manque plutôt que par liste change tout.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avec l'article. « Ordre du jour » se dit aussi pour une assemblée de copropriété ou un conseil d'école : donner ces exemples.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Distinguer « échéance » (la date) et « échéancier » (le calendrier complet). C'est la première des deux confusions annoncées.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Correctif » contre « conséquence » : la seconde confusion. Le correctif vient après, la conséquence vient du problème. Faire donner un exemple de chaque par un élève.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quatre-là ne serviront qu'au bloc D. Les donner quand même aujourd'hui : l'élève les reverra trois fois d'ici là, ce qui vaut mieux qu'une seule fois au moment où il en a besoin.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couple soumission / commande est celui qui a des conséquences réelles : monsieur Cormier y revient au dialogue du Défi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forme papier de l'exercice `prVocab` du module. Faire répondre à l'oral d'abord, puis ouvrir le module pour la version à glisser.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forme papier de l'exercice `prImg` du module. Faire répondre à l'oral, puis ouvrir le module pour la version à glisser. Le transpalette et la table élévatrice se confondent pour qui n'a jamais travaillé en entrepôt : montrer les deux photos côte à côte.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et corriger seulement l'article et l'emploi du mot, pas le reste : c'est un devoir de vocabulaire.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A3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seize mots du dossier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213156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projet se présente avec les mots du métier, pas avec des périphrases. Seize mots suffisent pour tout le module : quatre pour la réunion, quatre pour la présentation, quatre pour le poste de travail, quatre pour les écrits.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Présenter un projet au travail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et employer les seize mots du dossier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30063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30886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un correctif d'une conséquence, une échéance d'un échéancier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922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40700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41523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0934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associer un mot à la photo de ce qu'il désigne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782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9560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50383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979415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l'article juste devant chacun.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voyez-vous sur cette photo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quai-expedi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438"/>
            <a:ext cx="3760927" cy="25229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est-ce qu'on est ? Qu'est-ce qui se passe ici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travaille là, et à quoi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821944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Avez-vous déjà travaillé dans un endroit comme celui-là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88950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999228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07238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Quels mots vous manquent pour le décrire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projet et la réunion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79504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projet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2053" y="2121408"/>
            <a:ext cx="625695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qu'on veut faire, avec les étapes, le coût et la date qui vont avec.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379504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évaluation sommaire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2053" y="3106674"/>
            <a:ext cx="625695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premier examen rapide, qui donne des ordres de grandeur.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379504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ordre du jour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2053" y="4091939"/>
            <a:ext cx="625695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liste écrite des points dont une réunion va traiter, dans l'ordre.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379504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réunion de production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02053" y="5077205"/>
            <a:ext cx="625695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rencontre régulière où l'équipe fait le point sur le travail.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Présenter et planifier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585466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échéancier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2474" y="2121408"/>
            <a:ext cx="746653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calendrier d'un projet : ce qui se fait, et à quelle date.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2585466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étape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2474" y="3106674"/>
            <a:ext cx="746653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des moments d'un travail, qui vient après le précédent.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2585466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mise en oeuvre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2474" y="4091939"/>
            <a:ext cx="746653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moment où l'on passe du plan au travail réel, sur le terrain.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2585466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budget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2474" y="5077205"/>
            <a:ext cx="746653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L'argent prévu pour faire quelque chose, avant de le dépenser.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poste de travail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4178808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manutention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85816" y="2121408"/>
            <a:ext cx="587319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fait de déplacer des charges à la main : soulever, porter, déposer.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4178808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poste de travail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85816" y="3106674"/>
            <a:ext cx="587319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L'endroit précis où une personne fait sa tâche, avec ce qu'il y a autour.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4178808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correctif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85816" y="4091939"/>
            <a:ext cx="587319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changement qu'on apporte pour régler un problème constaté.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4178808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programme de prévention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85816" y="5077205"/>
            <a:ext cx="587319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document où un employeur écrit les dangers et ce qu'il fait pour les enlever.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écrits d'affaires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31736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soumission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4375" y="2121408"/>
            <a:ext cx="673463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prix écrit qu'un fournisseur propose pour un travail précis.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331736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fournisseur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4375" y="3106674"/>
            <a:ext cx="673463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L'entreprise qui vend à une autre entreprise ce dont elle a besoin.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331736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note de 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4375" y="4091939"/>
            <a:ext cx="673463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court texte officiel qui informe le personnel d'une entreprise.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331736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accusé de réception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4375" y="5077205"/>
            <a:ext cx="673463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mot par lequel on confirme qu'on a bien reçu une lettre.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couples qui se confondent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004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NE PAS CONFONDRE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DIFFÉRENCE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A5335F"/>
                </a:solidFill>
                <a:latin typeface="Verdana"/>
              </a:rPr>
              <a:t>échéance / échéancier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l'échéance est UNE date ; l'échéancier est le calendrier entier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736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01696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A5335F"/>
                </a:solidFill>
                <a:latin typeface="Verdana"/>
              </a:rPr>
              <a:t>correctif / conséquence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01696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correctif est ce qu'on fait ; la conséquence est ce que le problème coûte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54787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675887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A5335F"/>
                </a:solidFill>
                <a:latin typeface="Verdana"/>
              </a:rPr>
              <a:t>soumission / commande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675887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la soumission est un prix proposé ; la commande engage à acheter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32206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450080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A5335F"/>
                </a:solidFill>
                <a:latin typeface="Verdana"/>
              </a:rPr>
              <a:t>note / lettre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450080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la note reste dans l'entreprise ; la lettre en sort et l'engage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24865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50468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Les deux derniers couples reviendront au bloc D, et le troisième coûte de l'argent quand on se trompe.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un mot de la liste.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calendrier complet du projet s'appelle un 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prix écrit que le fournisseur propose est une ...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Déplacer des charges à la main, c'est de la ...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changement qu'on propose pour régler le problème est un ...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document où l'employeur écrit les dangers est le ... de prévention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liste des points d'une réunion est l'...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calendrier complet du projet s'appelle un ...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échéancier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prix écrit que le fournisseur propose est une ...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soumission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Déplacer des charges à la main, c'est de la ...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manutention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changement qu'on propose pour régler le problème est un ...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correctif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document où l'employeur écrit les dangers est le ... de prévention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programme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liste des points d'une réunion est l'...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ordre du jour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photos, six phrases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 quelle photo chaque phrase parle-t-elle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caisses vides attendent au sol, sur une palette.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plateau garde la palette toujours à la même hauteur.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camions se présentent ici pour charger.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s'y réunit le lundi matin, à huit heures.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résultats des relevés y seront affichés.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le pousse à la main dans l'allée, fourches sous la palette.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photos, six phrases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caisses vides attendent au sol, sur une palette.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poste 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plateau garde la palette toujours à la même hauteur.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table élévatrice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camions se présentent ici pour charger.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quai d'expédition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s'y réunit le lundi matin, à huit heures.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salle de réunion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résultats des relevés y seront affichés.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babillard de la cafétéria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le pousse à la main dans l'allée, fourches sous la palette.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transpalette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Choisissez quatre mots de la liste et écrivez une phrase avec chacun.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 qui parle de votre travail, ou du poste 4.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Vérifiez l'article : un, une, la, 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Présenter un projet au travail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