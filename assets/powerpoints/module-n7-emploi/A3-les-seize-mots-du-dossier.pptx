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 banc du module en compte seize, répartis sur les quatre sections. Les donner tous aujourd'hui : ils reviendront en contexte à chaque bloc, et l'élève doit les avoir entendus une première fois avant de les rencontrer dans un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vise les deux confusions certaines du module. Les traiter frontalement plutôt que d'attendre qu'elles se produisent.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décrire librement pendant cinq minutes. Noter au tableau les mots que le groupe cherche : ce sont ceux de la séance, et les voir arriver par manque plutôt que par liste change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« Ordre du jour » se dit aussi pour une assemblée de copropriété ou un conseil d'école : donner ces exemples.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« échéance » (la date) et « échéancier » (le calendrier complet). C'est la première des deux confusions annoncées.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Correctif » contre « conséquence » : la seconde confusion. Le correctif vient après, la conséquence vient du problème. Faire donner un exemple de chaque par un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quatre-là ne serviront qu'au bloc D. Les donner quand même aujourd'hui : l'élève les reverra trois fois d'ici là, ce qui vaut mieux qu'une seule fois au moment où il en a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couple soumission / commande est celui qui a des conséquences réelles : monsieur Cormier y revient au dialogue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forme papier de l'exercice `prVocab` du module. Faire répondre à l'oral d'abord, puis ouvrir le module pour la version à glisser.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forme papier de l'exercice `prImg` du module. Faire répondre à l'oral, puis ouvrir le module pour la version à glisser. Le transpalette et la table élévatrice se confondent pour qui n'a jamais travaillé en entrepôt : montrer les deux photos côte à côte.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seulement l'article et l'emploi du mot, pas le reste : c'est un devoir de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dossier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projet se présente avec les mots du métier, pas avec des périphrases. Seize mots suffisent pour tout le module : quatre pour la réunion, quatre pour la présentation, quatre pour le poste de travail, quatre pour les écrits.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et employer les seize mots du dossier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correctif d'une conséquence, une échéance d'un échéancier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mot à la photo de ce qu'il désigne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devant chacun.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voyez-vous sur cette photo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quai-exped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qu'on est ? Qu'est-ce qui se passe ici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travaille là, et à quoi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travaillé dans un endroit comme celui-là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mots vous manquent pour le décrire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projet et la réunion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950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2053" y="2121408"/>
            <a:ext cx="62569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veut faire, avec les étapes, le coût et la date qui vont avec.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7950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évaluation sommaire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2053" y="3106674"/>
            <a:ext cx="62569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premier examen rapide, qui donne des ordres de grandeur.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7950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ordre du jour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2053" y="4091939"/>
            <a:ext cx="62569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écrite des points dont une réunion va traiter, dans l'ordre.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7950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réunion de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2053" y="5077205"/>
            <a:ext cx="62569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rencontre régulière où l'équipe fait le point sur le travail.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Présenter et planifier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854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échéancier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2474" y="2121408"/>
            <a:ext cx="74665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calendrier d'un projet : ce qui se fait, et à quelle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854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2474" y="3106674"/>
            <a:ext cx="74665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 moments d'un travail, qui vient après le précédent.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854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mise en oeuvre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2474" y="4091939"/>
            <a:ext cx="74665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l'on passe du plan au travail réel, sur le terrain.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854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2474" y="5077205"/>
            <a:ext cx="74665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prévu pour faire quelque chose, avant de le dépenser.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poste de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17880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manutention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5816" y="2121408"/>
            <a:ext cx="587319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déplacer des charges à la main : soulever, porter, déposer.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17880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poste de travail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3106674"/>
            <a:ext cx="587319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précis où une personne fait sa tâche, avec ce qu'il y a autour.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17880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correctif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4091939"/>
            <a:ext cx="587319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qu'on apporte pour régler un problème constaté.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17880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programme de prévention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5816" y="5077205"/>
            <a:ext cx="587319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où un employeur écrit les dangers et ce qu'il fait pour les enlever.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écrits d'affaires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soumission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écrit qu'un fournisseur propose pour un travail précis.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fournisseur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3106674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L'entreprise qui vend à une autre entreprise ce dont elle a besoin.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note de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4091939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court texte officiel qui informe le personnel d'une entreprise.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31736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5077205"/>
            <a:ext cx="67346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mot par lequel on confirme qu'on a bien reçu une lettre.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couples qui se confondent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NE PAS CONFONDRE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DIFFÉRENCE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échéance / échéancier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l'échéance est UNE date ; l'échéancier est le calendrier entier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correctif / conséquence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correctif est ce qu'on fait ; la conséquence est ce que le problème coûte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soumission / commande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soumission est un prix proposé ; la commande engage à acheter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note / lettre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note reste dans l'entreprise ; la lettre en sort et l'engage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derniers couples reviendront au bloc D, et le troisième coûte de l'argent quand on se trompe.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de la liste.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calendrier complet du projet s'appelle un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écrit que le fournisseur propose est une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Déplacer des charges à la main, c'est de la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changement qu'on propose pour régler le problème est un ...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où l'employeur écrit les dangers est le ... de prévention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liste des points d'une réunion est l'...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calendrier complet du projet s'appelle un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échéancier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écrit que le fournisseur propose est une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Déplacer des charges à la main, c'est de la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manutention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changement qu'on propose pour régler le problème est un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correctif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où l'employeur écrit les dangers est le ... de prévention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programme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liste des points d'une réunion est l'...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ordre du jour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photos, six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quelle photo chaque phrase parle-t-elle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caisses vides attendent au sol, sur une palette.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plateau garde la palette toujours à la même hauteur.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camions se présentent ici pour charger.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s'y réunit le lundi matin, à huit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résultats des relevés y seront affichés.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le pousse à la main dans l'allée, fourches sous la palette.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photos, six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caisses vides attendent au sol, sur une palette.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poste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plateau garde la palette toujours à la même hauteur.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table élévatrice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camions se présentent ici pour charger.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quai d'expédition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s'y réunit le lundi matin, à huit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de réunion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résultats des relevés y seront affichés.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babillard de la cafétéria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le pousse à la main dans l'allée, fourches sous la palette.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transpalette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quatre mots de la liste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qui parle de votre travail, ou du poste 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l'article : un, une, la, 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