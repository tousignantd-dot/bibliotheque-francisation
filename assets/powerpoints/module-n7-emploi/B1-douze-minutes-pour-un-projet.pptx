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Défi 1. C'est le plus long extrait audio du module avec celui du Défi 2 : vingt-deux répliques, dont plusieurs de quatre phrases. Prévoir trois écoutes - une pour le sujet, une pour les chiffres, une pour le détail - et le dire au groupe d'avance.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objectif porte sur une phrase précise du dialogue : « je précise estimée, je n'ai pas encore de soumission ». La faire remarquer.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question est la plus utile. Beaucoup d'élèves n'osent pas, et une réunion est justement un endroit où demander de répéter est normal - Thérèse le fait dans le dialogue, dès la quatrième réplique.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écouter diapositive masquée. Ne demander que le sujet. Résister à l'envie de tout traiter dès la première écoute : c'est ce qui décourage.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compter les connecteurs : d'abord, ensuite, puis, enfin. Ce sont eux qui rendent les quatre étapes repérables, et c'est tout le sujet de la séance B3.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Quand l'essai sera terminé » : premier futur antérieur du module. Le souligner sans l'expliquer - la séance B4 est faite pour ça.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Deuxième réplique : le mot « estimée » et le conditionnel de l'incertitude. C'est ce que le module demandera à l'élève de faire en C2, quand il dira ce qu'il ne sait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réplique lance tout le bloc C. Le dire : Aïcha a maintenant une date, et c'est ce qu'elle était venue chercher sans le demander.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« faux » par la réplique exacte. C'est l'exercice `t1compr` du module, qui en compte dix : les quatre autres se font en autonomie.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de prise de notes. C'est exactement ce que Thérèse a demandé à Aïcha de faire, et c'est la préparation de la séance B2.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B1  ·  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Douze minutes pour un projet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213156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chef de production présente son projet de quai. Personne ne le répétera et il n'y a pas de document. Comprendre une présentation, ce n'est pas retenir chaque mot : c'est reconnaître dans quelle partie on est rendu.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Présenter un projet au travail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suivre une présentation longue sans se décourager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repérer l'objectif, les étapes, l'échéancier, le budget, les risques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un chiffre estimé d'un chiffre confirmé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poser une question précise à la fin d'une présentation.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réunion de production, un lundi matin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salle-reun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438"/>
            <a:ext cx="3760927" cy="252295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Avez-vous déjà assisté à une réunion en français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est le plus difficile : les mots, la vitesse, l'accent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10362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21335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428650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faites-vous quand vous perdez le fil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88950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99922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507238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Osez-vous demander qu'on répète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L'objectif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Première écoute : de quoi parle-t-il ? Rien d'autre.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933703"/>
          </a:xfrm>
          <a:prstGeom prst="roundRect">
            <a:avLst>
              <a:gd name="adj" fmla="val 1566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453134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RENAUD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85822" y="2322576"/>
            <a:ext cx="8690305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Il est huit heures cinq, tout le monde est là, on commence. Premier point : le réaménagement du quai d'expédition. J'en ai pour une douzaine de minutes.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173984"/>
            <a:ext cx="11057839" cy="933703"/>
          </a:xfrm>
          <a:prstGeom prst="roundRect">
            <a:avLst>
              <a:gd name="adj" fmla="val 1566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338576"/>
            <a:ext cx="1453134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RENAUD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85822" y="3338576"/>
            <a:ext cx="8690305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Depuis janvier, on charge en moyenne dix-neuf camions par jour, contre quatorze l'an dernier. Le quai, lui, n'a pas changé depuis 2009.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189983"/>
            <a:ext cx="11057839" cy="933703"/>
          </a:xfrm>
          <a:prstGeom prst="roundRect">
            <a:avLst>
              <a:gd name="adj" fmla="val 1566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354575"/>
            <a:ext cx="1453134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RENAUD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85822" y="4354575"/>
            <a:ext cx="8690305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L'objectif du projet tient en une phrase : ramener le temps d'attente moyen sous les vingt minutes, sans agrandir le bâtiment.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5370575"/>
            <a:ext cx="1453134" cy="3571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THÉRÈSE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85822" y="5370575"/>
            <a:ext cx="8690305" cy="3571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Vingt minutes, c'est la moyenne ou c'est le maximum 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quatre étapes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37864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RENAUD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11336" y="1901952"/>
            <a:ext cx="876479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Ensuite, les étapes. Il y en a quatre. D'abord, on mesure : deux semaines de relevés, chaque camion chronométré.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1342644"/>
          </a:xfrm>
          <a:prstGeom prst="roundRect">
            <a:avLst>
              <a:gd name="adj" fmla="val 10896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378648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RENAUD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11336" y="2989072"/>
            <a:ext cx="8764790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Ensuite, on trace : un plan à l'échelle. Puis on essaie : un mois à l'essai, sans rien acheter, juste avec du ruban jaune au sol. Enfin, on installe pour de bon.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4414012"/>
            <a:ext cx="137864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AÏCHA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11336" y="4414012"/>
            <a:ext cx="876479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Pourquoi mesurer d'abord ? On sait déjà que ça bloque.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99872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5163312"/>
            <a:ext cx="137864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RENAUD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11336" y="5163312"/>
            <a:ext cx="876479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On sait que ça bloque, mais on ne sait pas où. Une fois qu'on aura deux semaines de relevés, on ne discutera plus d'impressions.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L'échéancier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342644"/>
          </a:xfrm>
          <a:prstGeom prst="roundRect">
            <a:avLst>
              <a:gd name="adj" fmla="val 10896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53134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RENAUD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85822" y="1901952"/>
            <a:ext cx="8690305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relevés commencent le 8 septembre et se terminent le 19. Le plan sera prêt pour la réunion du 6 octobre. L'essai courra du 13 octobre au 14 novembre.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16229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326892"/>
            <a:ext cx="145313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RENAUD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85822" y="3326892"/>
            <a:ext cx="869030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quand l'essai sera terminé, on décidera - pas avant.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4076191"/>
            <a:ext cx="145313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THÉRÈSE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85822" y="4076191"/>
            <a:ext cx="869030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Donc rien n'est acheté avant la mi-novembre.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66090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4825492"/>
            <a:ext cx="145313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RENAUD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85822" y="4825492"/>
            <a:ext cx="869030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Rien du tout. C'est voulu. Le jour où j'irai demander de l'argent, je veux pouvoir dire que la solution a déjà fonctionné dans notre cour.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4 DE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budget, et ce qu'il n'est pas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901952"/>
            <a:ext cx="137864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RENAUD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11336" y="1901952"/>
            <a:ext cx="876479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L'essai coûte quatre cents dollars : du ruban, des cônes, deux panneaux.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24479"/>
            <a:ext cx="11057839" cy="1342644"/>
          </a:xfrm>
          <a:prstGeom prst="roundRect">
            <a:avLst>
              <a:gd name="adj" fmla="val 10896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32688" y="2989072"/>
            <a:ext cx="1378648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RENAUD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11336" y="2989072"/>
            <a:ext cx="8764790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L'installation définitive est estimée entre onze et treize mille dollars. Je précise « estimée » : je n'ai pas encore de soumission, seulement un prix approximatif donné au téléphone.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4414012"/>
            <a:ext cx="137864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AÏCHA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11336" y="4414012"/>
            <a:ext cx="876479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si l'essai ne marche pas 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99872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5163312"/>
            <a:ext cx="137864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RENAUD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11336" y="5163312"/>
            <a:ext cx="876479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Alors on aura dépensé quatre cents dollars et on saura pourquoi. Ce n'est pas un échec, c'est un résultat.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5 DE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trois risques, et la suite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342644"/>
          </a:xfrm>
          <a:prstGeom prst="roundRect">
            <a:avLst>
              <a:gd name="adj" fmla="val 10896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53134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RENAUD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85822" y="1901952"/>
            <a:ext cx="8690305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risques, pour finir. Il y en a trois, et je préfère les nommer moi-même. Le premier : la circulation dans la cour change pendant l'essai.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326892"/>
            <a:ext cx="145313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THÉRÈSE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85822" y="3326892"/>
            <a:ext cx="869030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premier risque, je veux qu'il soit noté au procès-verbal.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91160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4076191"/>
            <a:ext cx="145313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RENAUD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85822" y="4076191"/>
            <a:ext cx="869030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En somme : on mesure, on trace, on essaie, on installe. Deux mois et demi, quatre cents dollars pour savoir, et une décision en novembre.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99872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5163312"/>
            <a:ext cx="145313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RENAUD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85822" y="5163312"/>
            <a:ext cx="869030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Madame Traoré, vous avez quinze minutes le 15 septembre si vous les voulez. Dites-moi d'ici vendredi.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la présentation.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L'objectif est de ramener l'attente moyenne sous vingt minutes.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projet prévoit d'agrandir le bâtiment.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prix de onze à treize mille dollars vient d'une soumission.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Monsieur Cormier annonce lui-même les trois risques.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décision d'installer se prend avant l'essai.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Aïcha obtient quinze minutes le 15 septembre.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L'objectif est de ramener l'attente moyenne sous vingt minutes.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projet prévoit d'agrandir le bâtiment.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« sans agrandir le bâtiment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prix de onze à treize mille dollars vient d'une soumission.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d'un appel téléphonique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Monsieur Cormier annonce lui-même les trois risques.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décision d'installer se prend avant l'essai.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« pas avant »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Aïcha obtient quinze minutes le 15 septembre.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Notez les cinq parties de la présentation, dans l'ordre, avec un mot chacune.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Objectif : ...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Étapes : ...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429504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584952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Échéancier : ...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Présenter un projet au travail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