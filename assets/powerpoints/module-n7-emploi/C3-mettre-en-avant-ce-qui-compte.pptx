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constructions au programme du niveau 7 : la mise en relief (cinq points de savoir) et la phrase passive (deux). Elles vont ensemble parce qu'elles font le même travail : décider de ce que la phrase met en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qui porte sur une faute possible. Les autres portent sur des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deux à voix haute, deux fois. Faire nommer par le groupe ce qui change : rien du contenu, tout de la place. Le mot important arrive à la fin, là où l'oreille l'attrape.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Ce dont » est la forme que les apprenants évitent le plus, et celle qui impressionne le plus quand elle est juste.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appliquer le test à voix haute sur quatre exemples avant de passer à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`t2emph` du module, qui en compte huit. En `cols:1` : les items font deux propositions.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évite la confusion la plus coûteuse : tout ce qui a « être » n'est pas passif.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`t2passif` du module. Le programme demande de reconnaître la passive, pas d'en fabriquer sans arrêt : le dire, pour que personne ne reparte en écrivant tout au passif.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le compte rendu du module (exercice `t1compte`) les passives dont l'auteur est absent : il y en a plusieurs, et toutes sont légitimes. Le contraste rend la règle claire.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La dernière consigne est la plus formatrice : elle oblige à justifier une absence, ce qui est exactement le travail de relecture qu'on veut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 ce qui compte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une phrase ordinaire, tous les mots ont le même poids. Or vous voulez qu'on retienne un mot sur douze. Parler plus fort ne sert à rien : le volume ne désigne rien. Changer la construction, oui.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sujet en avant avec « ce qui... c'est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complément en avant avec « ce que... c'est » et « ce dont... c'est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c'est... qui » et « c'est...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passive et voir qui n'y est pas nommé.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information, deux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Se pencher quatre-vingt-deux fois use le dos.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 qui use le dos, c'est de se pencher quatre-vingt-deux fois.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dernière chose que vous entendez dans chaque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reste dans la tête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mettre en relief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 qui...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use le dos, C'EST de se pencher.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 que... c'est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je demande, C'EST l'autorisation.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 dont...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dont j'ai besoin, C'EST d'une soumission.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c'est... qui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la répétition QUI blesse, pas le poids.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c'est...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le prix QUE j'attends.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qui » quand le mot mis en avant fait l'action, « que » quand il la subit.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DE « QUI » ET DE « QUE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le mot par « elle » : si « elle blesse » se dit, c'est « qui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la répétition qui blesse » - on peut dire « elle blesse », donc « qui ». « C'est le prix que j'attends » - on ne dit pas « il j'attends », mais « je l'attends », donc « que ». Le test prend deux secondes et il ne se trompe jamais.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en mettant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mot souligné doit ressortir.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pencher use le dos. Devient : Ce qui use le dos, ... de se pencher.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l'autorisation. Devient : Ce que je demande, ... l'autorisation.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répétition blesse. Devient : C'est la répétition ... blesse.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J'attends le prix. Devient : C'est le prix ... j'attends.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besoin d'une soumission. Devient : Ce dont j'ai besoin, ... d'une soumission.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Cormier a demandé la copie. Devient : C'est monsieur Cormier ... a demandé la copie.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en mettant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pencher use le dos. Devient : Ce qui use le dos, ... de se pencher.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l'autorisation. Devient : Ce que je demande, ... l'autorisation.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répétition blesse. Devient : C'est la répétition ... blesse.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J'attends le prix. Devient : C'est le prix ... j'attends.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besoin d'une soumission. Devient : Ce dont j'ai besoin, ... d'une soumission.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Cormier a demandé la copie. Devient : C'est monsieur Cormier ... a demandé la copie.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passive, en trois mouvements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MOUVEMENT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SE PASSE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1 · Le complément monte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Thérèse a signalé LE RISQUE, donc Le risque...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2 · Le verbe passe à être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...a été signalé...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3 · Le sujet 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...par Thérèse. Ou il disparaît.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repère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être conjugué + participe, et le sujet ne fait rien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L'accord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avec être, le participe suit le sujet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Attention : « elle est partie » n'est pas une passive. Partir se conjugue avec être, et le sujet fait bien l'action.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chose, dite autrement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Trouvez la phrase passive.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Thérèse a signalé le risque.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affichera les résultats au babillard.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travailleurs ont élu Thérèse Lapointe.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Personne n'a corrigé le poste 4.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fournisseur nous livrera la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chose, dite autrement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Thérèse a signalé le risque.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risque a été signalé par Thérèse.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affichera les résultats au babillard.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Les résultats seront affichés au babillard.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travailleurs ont élu Thérèse Lapointe.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Thérèse Lapointe a été élue par les travailleurs.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Personne n'a corrigé le poste 4.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poste 4 n'a pas été corrigé.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fournisseur nous livrera la table.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table nous sera livrée.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Des erreurs ont été commises.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nommer qui, quand le nom compte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passive permet de ne pas nommer, et c'est souvent utile : personne n'a besoin de savoir qui tiendra le rouleau de papier collant au babillard. Elle devient malhonnête quand elle efface un responsable qu'on devrait nommer. Le test, à faire sur vos propres textes : ajoutez « par qui ? » après chaque passive. Si la réponse compte et n'y est pas, remettez-la.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trois phrases de votre évaluation en mettant en relief.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ce qui... c'est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c'est... qui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passive, et dites pourquoi vous ne nommez pas l'auteur.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