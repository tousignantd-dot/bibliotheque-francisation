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3. Ce que le groupe a présenté à l'oral doit maintenant s'écrire, et pas de la même façon selon à qui l'on écrit. Aujourd'hui : la note interne. Demain : la lettre qui sort de l'entreprise.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celui qui produit les erreurs les plus visibles : un « veuillez agréer » au bas d'une note de service fait sourire toute une équipe.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Amener l'idée que l'objet est souvent la seule ligne lue. C'est ce qui justifie qu'on y passe autant de temps dans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note porte la sixième partie et l'interdit le plus utile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relire la note d'Aïcha : elle demande de noter l'heure de chaque changement sur une feuille au poste, et elle donne la date du relevé.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Ouvrir l'exercice `t3note` du module en parallèle : les élèves cliquent dans la note pendant que le groupe répond à l'oral.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l'exercice `t3genres` du module, qui en compte dix. La note dit la différence de fond, et elle explique toutes les différences de forme.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passage du verbe au nom - la nominalisation - est le même geste qu'au compte rendu, en B4. Le rappeler : c'est ce qui rend les écrits de travail secs et courts.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Ajouter les autres abréviations d'usage au tableau : Mme, p. j. (pièce jointe), c. c. (copie conforme), 1er, 2e. Jamais « 1ère » ni « 2ème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Ne corriger que l'en-tête et l'objet : le corps de la note s'écrit en E2, et le corriger d'avance retirerait l'intérêt de la production finale.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D1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note de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plus court des écrits de travail, et le plus lu. Elle circule à l'intérieur de l'entreprise, entre des gens qui se connaissent. Elle ne fait pas de phrases : elle informe, elle demande, elle date.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Présenter un projet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six parties d'une note de service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objet sans verbe conjugué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qui appartient à la note et ce qui appartient à la lettre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respecter la ponctuation et la mise en page des écrits de travail.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seule feuille au milieu du babillard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babill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fait lire une feuille affichée plutôt qu'une autre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ligne lisez-vous en premier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y accordez-vous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fait passer votre chemin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parties d'une note de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PARTIE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CONTIENT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L'en-tête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DESTINATAIRE, EXPÉDITEUR, DATE, OBJET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L'objet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six à dix mots, sans verbe conjugué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 contexte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ou deux phrases : pourquoi cette note existe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 message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qui change, avec les dates et les personnes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La demande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que le lecteur doit faire, et avant quand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Puis la signature : prénom, nom, fonction. Une note ne se termine JAMAIS par une formule de politesse.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UNE NOTE QUI NE DEMANDE RIEN N'A PAS BESOIN D'EXISTER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le lecteur doit faire, avant quand, auprès de qui.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le test le plus simple d'une note de service : si le lecteur peut la lire et refermer sans avoir rien à faire ni rien à retenir de daté, elle encombre le babillard. Même une note purement informative demande quelque chose : prendre note d'une date, adresser ses questions à quelqu'un.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note de service d'Aïcha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document projeté au module.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qui la note s'adresse-t-elle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est l'objet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change, et à partir de quand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 dure l'essai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qu'on demande au lecteur de faire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ne change pas pendant l'essai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note de service d'Aïcha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qui la note s'adresse-t-elle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 personnel du poste 4 et aux chefs d'équipe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est l'objet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rotation des tâches au poste 4, à l'essai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change, et à partir de quand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l'alternance, à compter du lundi 22 septembre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 dure l'essai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quatre semaines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qu'on demande au lecteur de faire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noter l'heure de chaque changement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ne change pas pendant l'essai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quotas de production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Note de service ou lettre d'affaires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02280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L'ÉLÉMENT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 IL 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DESTINATAIRE et EXPÉDITEUR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note de service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L'adresse du destinataire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lettre d'affaires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4060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« Monsieur, » seul sur sa ligne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4060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lettre d'affaires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850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1304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« Veuillez agréer... 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1304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lettre d'affaires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15747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28548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Elle finit sur la fonction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28548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note de service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050536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06568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note reste dans l'entreprise et n'engage que l'équipe. La lettre en sort, et ce qui y est écrit peut être invoqué plus tard.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Corrigez l'objet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objet n'a pas de verbe conjugué. Réécrivez-le.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Objet : nous changeons l'horaire du poste 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Objet : il faut ranger la cafétéria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Objet : on va fermer l'entrepôt le 3 juillet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Objet : je demande une soumission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Objet : la formation aura lieu jeudi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Corrigez l'objet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Objet : nous changeons l'horaire du poste 4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Objet : modification de l'horaire du poste 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Objet : il faut ranger la cafétéria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Objet : rangement de la cafétéria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Objet : on va fermer l'entrepôt le 3 juillet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Objet : fermeture de l'entrepôt le 3 juillet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Objet : je demande une soumission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Objet : demande de soumission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Objet : la formation aura lieu jeudi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Objet : formation du jeudi 14 mai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PONCTUATION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Terrebonne, 17/09/26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Terrebonne, le 17 septembre 2026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mois s'écrit en toutes lettres dans un écrit de travail. Une date en chiffres ne se lit pas de la même façon partout - le 09/03 est le 9 mars ici et le 3 septembre ailleurs - et un document se relit parfois deux ans plus tard. Même règle pour les abréviations : « M. » et non « Mr », qui est anglais.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Présenter un projet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l'en-tête et l'objet de votre note de service.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Quatre lignes : destinataires, expéditeur, date, objet.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L'objet en six à dix mots, sans verbe conjugué.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date en toutes lettres.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Présenter un projet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