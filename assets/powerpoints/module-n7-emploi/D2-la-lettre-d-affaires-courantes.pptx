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le dialogue avec le fournisseur, les sept parties de la lettre, ses formules, et les deux modes qui la portent - le subjonctif de la demande et le conditionnel de la politesse. Prévoir de terminer les deux derniers exercices en autonomie sur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les points de grammaire les plus exigeants du module. Ils sont ici parce que la lettre les impose : on ne les enseigne pas dans le 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celle du dialogue. La garder en suspens : elle trouve sa réponse à la quatrième diapositive de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conditionnel apparaît deux fois dans la dernière réplique : « on voudrait », « je voudrais ». Le faire remarquer sans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Aïcha dit encore une fois ce qu'elle ne sait pas, et obtient une méthode pour le savoir. C'est le même geste qu'en C2, dans une autre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Ce n'est pas une soumission » : le fournisseur se protège comme monsieur Cormier protégeait son entreprise. Faire remarquer que les deux côtés font le même geste.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date de validité est un détail que personne n'apprend nulle part et qui coûte cher. Le noter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vedette est ce qui manque le plus souvent : sans elle, une lettre a l'air d'un courriel imprimé.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`t3formules` du module, qui en compte huit. Insister sur « je vous saurais gré » : c'est le verbe savoir, jamais « je vous serais gré ». L'erreur est fréquente chez les francophones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au tableau les six irréguliers à savoir par coeur : que je sois, que j'aie, que je fasse, que j'aille, que je puisse, que je sache. Six verbes couvrent presque tous les subjonctifs d'une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exercices `t3subj` et `t3cond` du module, mêlés. C'est voulu : dans une vraie lettre, les deux modes se croisent phrase après phrase. Faire justifier chaque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deux lettres d'élèves à voix haute en insistant sur le -s final. C'est la seule façon de rendre la différence audible.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C'est la variante de la production écrite de E2, offerte à ceux qui vont plus vite. La note de service reste la production attendue de tous.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d'affaires courantes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sort de l'entreprise, et ce qui y est écrit peut être invoqué plus tard. D'où sa longueur, ses formules, et le soin qu'on met à ne pas écrire « nous voulons acheter » quand on veut dire « nous demandons un prix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Présenter un projet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parties d'une lettre d'affaires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formule qui fait le travail voulu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de volonté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pour demander, proposer et estimer.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Une enveloppe, deux feuilles, un tableau de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quai-expedi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écrit à une entreprise, en français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 arrêté : les formules, la mise en page, la peur de mal dire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différence avec un courriel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se passe si on écrit « nous voulons acheter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la bonne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3918" y="232257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Équipements Sorel, bonjour, Vincent Béliveau à l'appareil.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46123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3918" y="3071876"/>
            <a:ext cx="868220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monsieur Béliveau. Aïcha Traoré, de Meubles Rive-du-Nord. Je vous appelle au sujet d'une table élévatrice pour un poste d'emballage.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9681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3918" y="449681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cherchez de l'information, ou vous êtes rendue au prix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246116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3918" y="5246116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deux, je pense. On voudrait une soumission écrite, mais avant je voudrais être sûre de vous demander la bonne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données pour un prix juste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3918" y="1901952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me faut trois choses : la charge maximale sur la palette, les dimensions de la palette, et la hauteur de travail que vous visez.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3918" y="2989072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palette standard, quarante-huit par quarante pouces. Douze cents livres pleine. La hauteur de travail, je ne sais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6123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3918" y="4076191"/>
            <a:ext cx="868220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Prenez la hauteur du coude de la personne qui travaille là, debout, bras le long du corps. Mesurez-la sur deux ou trois personnes et donnez-moi la moyenne.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50113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550113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peux faire ça cet après-midi.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ordre de grandeur n'est pas un prix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612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3918" y="1901952"/>
            <a:ext cx="8682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vous pouvez me donner un prix approximatif tout de suite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68879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33472"/>
            <a:ext cx="146123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3918" y="2633472"/>
            <a:ext cx="8682208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peux vous donner un ordre de grandeur, en vous disant bien que ce n'est pas une soumission. Comptez entre quatre et sept mille dollars, selon la finition.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05071"/>
            <a:ext cx="146123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3918" y="4005071"/>
            <a:ext cx="8682208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le plateau tournant, ça sert à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71999"/>
            <a:ext cx="11057839" cy="1289303"/>
          </a:xfrm>
          <a:prstGeom prst="roundRect">
            <a:avLst>
              <a:gd name="adj" fmla="val 1134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736591"/>
            <a:ext cx="1461230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4736591"/>
            <a:ext cx="8682208" cy="1014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ne pas contourner la palette. Sur un poste où on fait quatre-vingts caisses, ça change beaucoup de choses. Ça ajoute à peu près huit cents dollars.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faut écrire, et ce qu'il ne faut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3918" y="190195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j'écris que nous voulons acheter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6123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3918" y="2651252"/>
            <a:ext cx="868220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Surtout pas. Vous écrivez que vous demandez une soumission. Dites simplement où vous en êtes : le projet est à l'étude, la décision se prend en octobre.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076191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VINCENT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3918" y="4076191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quand vous recevrez notre soumission, regardez la date de validité en bas de page. Un prix d'équipement ne tient pas six mois.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163312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AÏCHA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5163312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l'aurais pas remarqué. Merci beaucoup, monsieur Béliveau.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parties, de haut en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lieu et la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haut à droite, le mois en toutes lettres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vedette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nom, fonction, entreprise, adresse du destinataire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sans verbe conjugué, comme dans la note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L'appel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Monsieur, » seul sur sa ligne, avec une virgule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corps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trois paragraphes : pourquoi, quoi, la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Puis la salutation, qui reprend l'appel mot pour mot, et la signature, avec p. j. et c. c. s'il y a lieu.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formule fait un travail précis.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vous écrivons afin de...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vous saurais gré de bien vouloir...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Sous réserve de l'approbation du budget...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trouverez ci-joint...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Dans l'attente de votre réponse,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accusons réception de...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formule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vous écrivons afin de...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ouvrir en disant tout de suite pourquoi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Je vous saurais gré de bien vouloir...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demander sans ordonner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Sous réserve de l'approbation du budget...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prévenir que rien n'est décidé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Vous trouverez ci-joint...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annoncer un document envoyé avec la lettre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Dans l'attente de votre réponse,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fermer le corps avant la salutation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Nous accusons réception de...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confirmer qu'un document est arrivé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SUBJONCTIF APRÈS LE VERBE DE VOLONTÉ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souhaite que vous nous FASSIEZ parvenir votre soumission.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Vouloir que, souhaiter que, demander que, exiger que, préférer que, il faut que, il importe que : tous au subjonctif. Les verbes d'opinion, eux, prennent l'indicatif à la forme affirmative - « je pense que la table EST nécessaire » - et basculent au subjonctif à la forme négative : « je ne pense pas que la table SOIT nécessaire ». Dès que la certitude tombe, le subjonctif arrive.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conditionnel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à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vous nous ... (faire) parvenir votre soumission.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soumission ... (être) valide jusqu'en novembre.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... (vouloir) connaître le prix d'une table élévatrice.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 (pouvoir)-vous nous indiquer votre délai de livraison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un premier appel, l'appareil ... (coûter) entre quatre et sept mille dollars.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l'essai était concluant, nous ... (installer) la table en novembre.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Subjonctif ou conditionnel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vous nous ... (faire) parvenir votre soumission.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soumission ... (être) valide jusqu'en novembre.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... (vouloir) connaître le prix d'une table élévatrice.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... (pouvoir)-vous nous indiquer votre délai de livraison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un premier appel, l'appareil ... (coûter) entre quatre et sept mille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coûterait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l'essai était concluant, nous ... (installer) la table en novembre.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installerions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demanderai votre meilleur prix.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demanderais votre meilleur prix.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la différence s'entend à peine. À l'écrit, le -s change tout : l'un annonce ce que vous ferez, l'autre demande poliment. C'est la faute la plus fréquente dans les lettres d'affaires. Relisez tous vos verbes en -rai et en -rais avant d'envoyer. Et jamais de conditionnel juste après « si » : « si j'étais », pas « si je serais 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premier paragraphe de votre lettre au fournisseur.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Nous vous écrivons afin de...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 où vous en êtes : le projet est à l'étude.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N'écrivez pas « nous voulons acheter 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Présenter un projet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