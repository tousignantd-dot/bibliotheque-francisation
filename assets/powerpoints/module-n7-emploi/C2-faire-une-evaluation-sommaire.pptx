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d'assemblage. Chaque élève a maintenant quatre pièces de son projet dans son cahier - constat, objectif, échéancier, conséquence. Aujourd'hui, on les met en ordre et on ajoute ce qui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objectif est celui qui distingue le module. Il ne s'évalue pas comme un point de langue : il s'évalue à la présence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débat s'installer trois ou quatre minutes. Plusieurs défendront l'estimation, et c'est une position raisonnable. Trancher avec la règle qui suit : un chiffre faux discrédite tous les vrais.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éléments de la note sont ceux qui manquent dans quatre-vingts pour cent des présentations de débutants.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recopier la phrase d'Aïcha telle quelle : elle est réutilisable mot pour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`t2eval` du module, qui en compte huit. Faire répondre sans regarder le tableau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raisons se valent, mais la dernière est la plus fine. Faire relire la réplique d'Aïcha : « C'est voulu.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Forme papier de l'exercice `t2lex`. Ces six mots sont ceux que tout le monde emploie en milieu de travail : les employer fait gagner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devoir le plus important du module. Ramasser, corriger, rendre : ce texte est ce que l'élève présentera à voix haute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Faire une évaluation sommaire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Sommaire » ne veut pas dire « approximatif ». C'est un premier examen, pas un examen bâclé : il donne des ordres de grandeur, il dit d'où viennent ses chiffres, et il nomme ce qu'il ne sait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éléments d'une évaluation sommaire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d'où vient chaque chiffre qu'on avance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au moins deux options, dont une gratuite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ne sait pas, et qui le sait.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chiffre que vous n'avez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demande combien ça coûte, et vous ne le savez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vaut mieux donner une estimation, ou dire qu'on ne sait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votre estimation se révèle fausse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qu'Aïcha a répondu à monsieur Cormier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contient une évaluation sommaire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EXIGE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constat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vous avez observé, avec la période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d'où elles viennent : le registre, le relevé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cause probable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dites « probable » si elle l'est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conséquences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jours, en argent, en retards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au minimum, dont une gratuite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Puis deux éléments que tout le monde saute : ce qui n'est pas connu, et la suite proposée avec une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CHIFFRE INVENTÉ DISCRÉDITE TOUS LES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ce qu'on ne sait pas, et nommer qui le sait.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pas le chiffre exact, madame Ouellet l'a et je ne voulais pas l'inventer ici. » Cette phrase-là fait plus pour la crédibilité d'Aïcha que tous les chiffres qu'elle a donnés avant. La raison est simple : un chiffre faux qu'on découvre jette le doute sur tous les autres, y compris les vrais.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partie de l'évaluation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quel élément chaque phrase d'Aïcha appartient-elle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Jean-Marc a été absent onze jours ouvrables.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L'emballeur se penche quatre-vingt-deux fois par quart.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Quinze jours d'absence, plus un poste allégé.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Faire tourner les gens : ça ne coûte rien.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n'ai pas le chiffre exact, madame Ouellet l'a.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rotation à l'essai à partir du lundi 22 septembre.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partie de l'évaluation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Jean-Marc a été absent onze jours ouvrables.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constat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L'emballeur se penche quatre-vingt-deux fois par quart.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Quinze jours d'absence, plus un poste allégé.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conséquence chiffrée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Faire tourner les gens : ça ne coûte rien.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correctif gratuit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n'ai pas le chiffre exact, madame Ouellet l'a.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n'est pas connu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rotation à l'essai à partir du lundi 22 septembre.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l'échéance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le gratuit avant le payant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Parce qu'on ne peut pas vous refuser les deux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option unique et chère se refuse en une phrase. Deux options, dont une gratuite, obligent à choisir plutôt qu'à dire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Parce que ça montre votre sérieux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Proposer d'abord ce qui ne coûte rien prouve que vous n'êtes pas venu chercher de l'argent par réflexe.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Parce que ça permet d'agir tout de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rotation peut commencer lundi. La table, elle, prendra deux mois. Un projet qui produit quelque chose vite se poursuit plus facilement.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Parce qu'elles doivent être indépendantes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la table est refusée, la rotation reste possible. C'est ce qu'Aïcha dit explicitement, et c'est ce qui sauve son projet.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de l'évaluation sommaire.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j'ai vu et compté moi-même, c'est le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ça arrive, c'est la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le problème coûte, c'est la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que je propose est un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à laquelle ce sera fait est l'...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nommée pour le faire est le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j'ai vu et compté moi-même, c'est le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constat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ça arrive, c'est la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le problème coûte, c'est la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conséquence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que je propose est un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correctif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à laquelle ce sera fait est l'...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échéance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nommée pour le faire est le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responsable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Assemblez votre évaluation sommaire, en sept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élément, dans l'ordre du tableau.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ni « ce que je ne sais pas », ni la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options, dont une qui ne coûte rien.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