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Premier point de grammaire du texte du module. Insister sur la différence avec la grammaire de la phrase : ici, rien ne s'accorde et rien ne se conjugue. Ce qui se travaille, c'est ce qui relie deux phrases.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celui qu'on oublie d'enseigner, et c'est celui qui distingue un texte agréable d'un texte fatigant.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Réponse attendue à la dernière question : aucune. Ils n'ajoutent rien au contenu, et pourtant la seconde version se retient. C'est tout le sujet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Les deux pièges de la note sont ceux qu'on entend le plus souvent, y compris chez des francophones.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note désamorce une croyance très répandue selon laquelle « par contre » serait fautif. Il ne l'est pas ; il est simplement d'un autre registre.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règle que la note de service et la lettre d'affaires du bloc D vont mettre à l'épreuve.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`t1connect` du module, qui en compte huit. Il est en `cols:1` dans le module parce que ses items font deux phrases : le signaler, c'est une contrainte de lisibilité qui vaut aussi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connecteurs dans la présentation de monsieur Cormier : il y en a une dizaine pour douze minutes. C'est la bonne mesure, et elle se vérifie.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passage de registre, qui prépare le bloc D. Faire remarquer que le verbe change souvent en même temps que le connecteur : c'est tout le registre qui monte, pas seulement un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Corriger le choix du connecteur, pas le reste : c'est un devoir de grammaire du texte.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panneaux de la route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connecteur n'ajoute aucune information : il dit où l'on est rendu. C'est exactement le rôle d'un panneau routier, qui ne construit pas la route mais sans lequel personne ne sait s'il faut tourner.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Présenter un projet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1203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20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quatre familles de connecteurs : énumération, conséquence, opposition, clôture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06343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1841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26643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2075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le connecteur qui dit la relation qu'on veut dire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5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5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3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 registre écrit du registre oral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doser : un connecteur toutes les deux ou trois phrases.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Enlevez les connecteurs, et écoutez ce qui reste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On mesure. On trace. On essaie. On installe.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D'abord on mesure, ensuite on trace, puis on essaie, enfin on installe.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des deux se retient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les quatre petits mots ont ajouté comme information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familles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02280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RELATION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MOTS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Énumérer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d'abord, ensuite, puis, enfin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Dire la conséquence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 conséquent, c'est pourquoi, ainsi, donc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4060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Dire l'opposition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4060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revanche, cependant, toutefois, par contre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1304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Donner un exemple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1304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 exemple, notamment, ainsi, prenons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15747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28548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Fermer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28548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somme, pour résumer, en définitive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50536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06568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« Enfin » annonce la dernière : jamais au milieu. « Notamment » annonce un exemple parmi d'autres, jamais une liste complète.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Écrit ou oral : le même sens, pas le même mot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L'ÉCRIT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L'ORAL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par conséquent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donc, résultat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 revanche, cependant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 contre, mais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toutefois, néanmoins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quand même, pareil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 somme, en définitive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résumer, bref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Par contre » est parfaitement correct en français du Québec. C'est une question de registre, pas de correction.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ON NE MÉLANGE PAS LES DEUX REGISTRES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une lettre, tout est formel. En réunion, tout peut être courant.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En revanche » suivi de « par contre » deux phrases plus loin s'entend comme une hésitation : le lecteur se demande à quel niveau vous parlez. Choisissez selon le document, et tenez-vous-y du début à la fin.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connecteur qui convient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Complétez. Chacun ne sert qu'une fois.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..., on mesure : deux semaines de relevés.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..., on trace un plan à l'échelle.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..., on installe pour de bon.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quai n'a pas changé ; ..., les camions attendent.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L'essai coûte quatre cents dollars. ..., l'installation en coûterait douze mille.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Certains risques sont faciles à prévoir, ... la circulation modifiée.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connecteur qui convient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..., on mesure : deux semaines de relevés.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D'abord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..., on trace un plan à l'échelle.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Ensuite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..., on installe pour de bon.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Enfin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quai n'a pas changé ; ..., les camions attendent.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 conséquent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L'essai coûte quatre cents dollars. ..., l'installation en coûterait douze mille.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revanche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Certains risques sont faciles à prévoir, ... la circulation modifiée.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notamment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connecteur à chaque phrase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connecteur toutes les deux ou trois phrases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Au-delà, l'exposé sonne comme une liste d'épicerie : on n'entend plus que les panneaux et plus du tout la route. Le bon minimum, dans un exposé de dix minutes, est de quatre : un pour ouvrir, un pour enchaîner, un pour opposer, un pour fermer. Quatre charnières, pas quarante.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Réécrivez sans changer le sens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Passez du registre oral au registre 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Donc les camions attendent.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Par contre, ça coûte cher.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Bref, on fait un essai.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380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020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Mais on n'achète rien tout de suite.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Pareil, il faut le noter.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Réécrivez sans changer le sens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Donc les camions attendent. »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Par conséquent, les camions attendent.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Par contre, ça coûte cher. »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En revanche, cela coûte cher.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Bref, on fait un essai. »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En somme, nous procéderons à un essai.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380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020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Mais on n'achète rien tout de suite. »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Toutefois, aucun achat n'est prévu dans l'immédiat.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Pareil, il faut le noter. »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Néanmoins, il convient de le noter.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Reprenez votre objectif et ajoutez-lui deux phrases reliées par un connecteur.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de contexte, puis « par conséquent », puis l'objectif.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Relisez à voix haute : est-ce que le connecteur dit la bonne relation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Présenter un projet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