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Trois temps : l'écriture de la note, la correction par l'IA puis l'envoi, et le bilan. Garder vingt minutes pour le bilan : c'est là que l'élève mesure ce qu'il sait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une consigne de relecture, pas un savoir. L'écrire au tableau et l'y laisser pendant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pas plus. La séance D1 a déjà tout donné ; il s'agit de réactiver, pas de réenseigner.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projetée pendant l'écriture. C'est la liste que le module affiche aussi, dans la carte de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faire la relecture ciblée à voix basse : chercher uniquement les verbes en -rai et -rais, ne rien lire d'autre. C'est une technique, et elle s'apprend.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deuxième point : plusieurs élèves n'osent pas demander la correction parce qu'ils croient qu'elle sera vue. Elle ne l'est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échanger les cahiers : chacun relit la note de son voisin avec cette liste. Six vérifications mécaniques se font mieux à deux, et l'erreur des autres s'attrape plus facilement que la sienne.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Ouvrir ensuite « Je retiens des mots » dans le module : l'autoévaluation en seize énoncés, que chacun remplit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Bonne dernière diapositive de contenu. Beaucoup d'élèves n'osent pas présenter par peur du refus ; c'est ce qu'il faut désamorcer en terminant.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Ramasser et lire à voix haute deux ou trois réponses, sans nommer les auteurs : c'est ce qui donne au groupe l'idée que la chose est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Écrivez la note de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présentation est faite ; il faut maintenant l'annoncer à l'équipe. Huit à douze phrases, six parties, et pas une formule de politesse à la fin.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note de service complète, avec ses six parties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au moins un connecteur et une phrase passive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ses verbes en -rai et en -rais avant d'envoyer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qu'on est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d'écrire : à qui écrivez-vous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des collègues que vous croisez tous les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: « vous », pas « Monsieur ». Pas de vedette, pas de salutation.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parties, huit à douze phrases.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une demande : qu'est-ce que le lecteur doit faire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votre note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LA REMPLIR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L'en-tête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destinataires, expéditeur, date, objet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 objet sans verbe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six à dix mots, un groupe du nom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Une date de début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et une durée, si c'est un essai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Une demande datée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le lecteur fait, et avant quand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Une signature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prénom, nom, fonction. Rien après.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Et dans le texte : au moins un connecteur, et une phrase passive du genre « il vous est demandé de...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RELISEZ VOS VERBES EN -RAI ET EN -RAIS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L'un annonce, l'autre demande. Le -s change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demanderai » dit ce que vous ferez. « Je demanderais » demande poliment. À l'oral, la différence s'entend à peine ; à l'écrit, elle décide du sens. C'est la faute la plus fréquente des écrits de travail, et la seule qui se corrige en trente secondes de relecture ciblée.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1 · Écrire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Huit à douze phrases dans le module, section « Je me lance ». Le compteur de phrases vous suit.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2 · Faire vérifier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Vérifier mon texte » : l'IA vous répond à l'écran. Cette correction reste privée, personne d'autre ne la voit.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3 · Corriger, puis envoyer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bouton d'envoi n'apparaît qu'après la vérification : on ne dépose pas un texte non relu.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Et si vous allez plus 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Écrivez ensuite la lettre d'affaires au fournisseur, avec ses sept parties. Demande de soumission, jamais commande.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RELECTURE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vérifications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Passez votre note à travers cette liste.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L'objet n'a aucun verbe conjugué.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date est en toutes lettres.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date de début et une durée.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sait ce que le lecteur doit faire, et avant quand.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au moins un connecteur.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note finit sur une fonction, pas sur « veuillez agréer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SAVOIR-FAIRE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VOUS L'AVEZ TRAVAILLÉ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Suivre une présentation longue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Défi 1, la réunion de production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Présenter en cinq parties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Défi 2, le poste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Écrire une note de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Défi 3, et aujourd'hui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Écrire une lettre d'affaires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Défi 3, en variante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Connaître vos droits en SST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Défi 2, programme et droit de refus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seul de ces cinq qui serve hors du travail est le dernier - et c'est peut-être le plus important.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croire qu'un projet refusé est un projet perdu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projet refusé est un projet daté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projet présenté correctement laisse une trace : une date à l'ordre du jour, un compte rendu, une note de service. Six mois plus tard, quand la situation aura empiré ou que le budget se sera libéré, cette trace existera encore - et c'est votre nom qui sera dessus. Aïcha n'a rien obtenu le premier jour : elle a obtenu quinze minutes le 15 septembre.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Une chose que vous allez faire cette semaine, à votre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Regarder s'il y a un programme de prévention.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Demander une place à l'ordre du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Écrire une note de service, ou juste son objet.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