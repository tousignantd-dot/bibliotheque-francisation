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phonétique, mais pas de sons : de prosodie. Prévenir le groupe que rien ne sera nouveau au niveau des mots - tout ce qu'on va travailler, ils le disent déjà, mais sur une seule note.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surprend toujours : les élèves croient qu'insister veut dire parler plus fort. En français, non.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deux phrases soi-même, deux fois chacune, sans rien expliquer. Laisser le groupe nommer la différence avec ses propres mots avant d'introduire « monte » et « descend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découper trois phrases du dialogue au tableau, à la barre oblique, avant de passer à la suite.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dernières cartes règlent une confusion très fréquente : les élèves croient que toute question monte. Faire dire les deux questions l'une après l'autre.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groupe deux fois, sans exagérer la première fois. Faire lever la main : main en haut si ça monte, main en bas si ça descend. C'est l'exercice `prProso` du module.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faire entendre trois fois : sans accent, avec l'accent au bon endroit, puis en criant. Le troisième essai fait rire, et c'est ce qui fait comprendre.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viennent de langues à intonation montante généralisée. Nommer ce fait, sans le présenter comme un défaut : c'est une habitude d'une langue transposée dans une autre.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double barre marque la charnière : ça monte avant, ça descend après. Faire passer chaque élève sur une phrase, debout. Deux minutes par personne, pas plus.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d'écoute de soi. Le téléphone suffit. C'est le seul moyen de corriger une intonation : personne ne s'entend en parlant.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voix qui monte et la voix qui descend</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exposé dit sur une seule note s'entend comme une liste, et une liste ne se retient pas. Ce qui fait qu'on suit quelqu'un pendant douze minutes, ce n'est pas son vocabulaire : c'est sa mélodie.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Présenter un projet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découper une phrase en groupes rythmiques de trois à sept syllabes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que la voix monte quand la phrase continue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qu'elle descend quand la phrase est finie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mettre un mot en avant en appuyant sa première syllabe, sans crier.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000" b="1" i="0">
                <a:solidFill>
                  <a:srgbClr val="17181A"/>
                </a:solidFill>
                <a:latin typeface="Verdana"/>
              </a:rPr>
              <a:t>Deux fois la même phrase. Qu'est-ce qui change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D'abord, on mesure... » puis « Voilà. Des questions ?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la voix finit en haut ou en bas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votre première langue, est-ce pareil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savez-vous qu'une personne a fini de parler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ON NE PARLE PAS MOT PAR MOT</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français se dit par groupes de trois à sept syllabes.</a:t>
            </a:r>
          </a:p>
        </p:txBody>
      </p:sp>
      <p:sp>
        <p:nvSpPr>
          <p:cNvPr id="8" name="Rounded Rectangle 7"/>
          <p:cNvSpPr/>
          <p:nvPr/>
        </p:nvSpPr>
        <p:spPr>
          <a:xfrm>
            <a:off x="566928" y="3467607"/>
            <a:ext cx="11057839" cy="2408428"/>
          </a:xfrm>
          <a:prstGeom prst="roundRect">
            <a:avLst>
              <a:gd name="adj" fmla="val 60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9512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Entre deux groupes, il y a un arrêt très court : trop court pour être une pause, assez long pour être entendu. « D'abord, on mesure / pendant deux semaines / chaque camion. » Trois groupes, trois respirations minuscules, et la phrase devient suivable. À l'intérieur d'un groupe, un seul mot est accentué : le dernier.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fait la voix, et ce que ça dit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La voix monte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À la fin d'un groupe qui n'est pas le dernier. Ce n'est pas une question : c'est un signal qui dit « ne partez pas, la suite arrive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La voix descend</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Au dernier groupe de la phrase, franchement. C'est le seul signal qui autorise l'autre à parler.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La question qui monte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Seule la question sans mot interrogatif monte : « On décide en novembre ?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La question qui descend</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Une question avec mot interrogatif descend comme une phrase ordinaire : « Quand est-ce qu'on décide ?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que la voix monte ou descend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chaque groupe et dites ce que fait la voix.</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quatre étapes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Voilà. Des questions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D'abord, on mesure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Enfin, on installe pour de bon.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 l'échéancier, maintenant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Rien n'est acheté avant la mi-novembre.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que la voix monte ou descend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quatre étapes   </a:t>
            </a:r>
            <a:r>
              <a:rPr sz="1400" b="1" i="0">
                <a:solidFill>
                  <a:srgbClr val="07734A"/>
                </a:solidFill>
                <a:latin typeface="Verdana"/>
              </a:rPr>
              <a:t>» elle monte - la phrase continue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Voilà. Des questions ?   </a:t>
            </a:r>
            <a:r>
              <a:rPr sz="1400" b="1" i="0">
                <a:solidFill>
                  <a:srgbClr val="07734A"/>
                </a:solidFill>
                <a:latin typeface="Verdana"/>
              </a:rPr>
              <a:t>» elle descend - la parole est rendue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D'abord, on mesure   </a:t>
            </a:r>
            <a:r>
              <a:rPr sz="1400" b="1" i="0">
                <a:solidFill>
                  <a:srgbClr val="07734A"/>
                </a:solidFill>
                <a:latin typeface="Verdana"/>
              </a:rPr>
              <a:t>» elle monte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Enfin, on installe pour de bon.   </a:t>
            </a:r>
            <a:r>
              <a:rPr sz="1400" b="1" i="0">
                <a:solidFill>
                  <a:srgbClr val="07734A"/>
                </a:solidFill>
                <a:latin typeface="Verdana"/>
              </a:rPr>
              <a:t>» elle descend</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 l'échéancier, maintenant   </a:t>
            </a:r>
            <a:r>
              <a:rPr sz="1400" b="1" i="0">
                <a:solidFill>
                  <a:srgbClr val="07734A"/>
                </a:solidFill>
                <a:latin typeface="Verdana"/>
              </a:rPr>
              <a:t>» elle monte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Rien n'est acheté avant la mi-novembre.   </a:t>
            </a:r>
            <a:r>
              <a:rPr sz="1400" b="1" i="0">
                <a:solidFill>
                  <a:srgbClr val="07734A"/>
                </a:solidFill>
                <a:latin typeface="Verdana"/>
              </a:rPr>
              <a:t>» elle descend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INSISTER, C'EST APPUYER, PAS CRIER</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L'accent d'insistance porte sur la PREMIÈRE syllabe du mot.</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Pour qu'un mot ressorte, on ne monte pas le volume : on appuie sa première syllabe, on la tient un peu plus longtemps, et on ralentit juste avant. « C'est la partie la moins SPEC-taculaire du projet. » Un ou deux accents d'insistance par minute suffisent. Trois de suite, et plus rien ne ressort.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PRONONCIATION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monter la voix à la fin de chaque phrase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descendre quand la phrase est finie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l'habitude la plus répandue chez les adultes qui présentent en français. Elle donne l'impression qu'on demande la permission à chaque phrase, et la salle finit par ne plus croire ce qu'on dit. Elle se corrige en une semaine, à condition de s'entendre : enregistrez-vous trente secondes et réécoutez-vous.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Dites-les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groupe qui monte, puis un groupe qui descend, dans la même phrase.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D'abord, on mesure, // pendant deux semaines.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quatre étapes, // et je vais les nommer.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budget, justement : // l'essai coûte quatre cents dollars.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Trois risques, // et je préfère les nommer moi-même.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 qui use le dos, // c'est de se pencher.</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 somme : // on mesure, on trace, on essaie, on installe.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Enregistrez-vous en disant trois phrases de votre choix.</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Réécoutez-vous : est-ce que vos phrases finissent en haut ou en bas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Redites-les en descendant nettement à la fin.</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Présenter un projet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