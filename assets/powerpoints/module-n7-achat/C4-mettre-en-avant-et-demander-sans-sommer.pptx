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points de grammaire dans la même séance, et c'est voulu : ils se combinent dans la même phrase. « Ce que je demande, c'est que vous acceptiez de réparer » contient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relie le bloc C au bloc D : conditionnel au comptoir, indicatif dans la lettre. C'est la progression qui rend une mise en demeure méritée.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Rien n'a changé sur le fond : les mêmes mots, dans un autre ordre. C'est le point de départ de la séance, et il rassure ceux qui croient qu'on va leur demander du vocabulaire nouveau.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celle qu'on oublie de dire : la reprise pronominale est excellente en parlant et refusée à l'écrit formel.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formuler à chacun sa phrase, avec sa vraie demande. Deux minutes, et on la retrouve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porte le piège de l'accord : « c'est moi qui ai », jamais « qui a ». Le verbe suit le pronom mis en relief. Corriger tout de suite et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rangée mérite un arrêt : à l'oral la différence ne s'entend presque pas, à l'écrit elle transforme une demande en 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l'exemple que donne le programme lui-même pour cette situation. Le signaler : ce n'est pas une phrase inventée par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que le bloc D repose là-dessus. Les élèves qui écriront leur lettre au conditionnel auront été prévenus deux séances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Ces deux phrases sont celles que chacun dira en E1 : les faire écrire maintenant évite de les improviser le jour du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et demander sans sommer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au comptoir retient la première moitié de votre phrase. Deux procédés décident vous-même de ce qu'elle emportera.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mot en relief avec « c'est… qui » et « c'est…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une idée en relief avec « ce que… c'est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à partir du radical du futur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passer du conditionnel à l'indicatif.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Ces deux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garantie légale s'applique.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la garantie légale qui s'applique, pas la prolongée.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retiendra la personne au comptoir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dans la deuxième, exactement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procédés de mise en relief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L'EMPLOYER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l'élément mis en avant est le sujet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tous les autres 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que…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idée entière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n'est pas…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forte : elle écarte et elle 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moi, je… ; l'auto, elle…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l'oral seulement, jamais dans la lettre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CE QUE JE DEMANDE, C'EST… » ANNONCE QU'IL N'Y A QU'UNE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phrase la plus rentable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coupe court à la négociation : une seule chose est sur la table, et l'autre doit répondre à celle-là. Deux demandes dans le même échange en font un marchandage, et le commerçant accordera la moins chère. Cette règle vaut aussi pour la lettre du bloc 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Refaites la phrase avec le procédé indiqué.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s'applique. (c'est… qui)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la réparation. (ce que… c'est)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conteste l'exclusion. (forme négative)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posé la question deux fois. (c'est… qui)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réparer avant vendredi. (c'est… que)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rapport établit la fuite. (c'est… qui)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s'applique. (c'est…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la garantie légale qui s'applique.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la réparation. (ce que… c'est)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 je demande, c'est la réparation.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conteste l'exclusion. (forme négative)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n'est pas le prix que je conteste, c'est l'exclusion.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posé la question deux fois. (c'est…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moi qui ai posé la question deux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réparer avant vendredi. (c'est… que)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avant vendredi que vous devez réparer.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rapport établit la fuite. (c'est… qui)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le rapport qui établit la fuite.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ON LA 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radical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du futur,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terminaisons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celles de l'imparfait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irréguliers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mêmes qu'au futur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 à « je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 : je voudrais, pas je voudrai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qu'il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ton, jamais le contenu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(accepter) ___ -vous de faire réparer la transmission sans frais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savoir à quelle catégorie appartient mon véhicule.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 (passer) ___ -vous une autre voiture en attendant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(falloir) ___ une copie du rapport.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J'(aimer) ___ que la réponse me soit donnée par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(être) ___ possible de faire le travail chez mon garage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(accepter) ___ -vous de faire réparer la transmission sans frais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Accepteriez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savoir à quelle catégorie appartient mon véhicule.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 (passer) ___ -vous une autre voiture en attendant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passeriez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(falloir) ___ une copie du rapport.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J'(aimer) ___ que la réponse me soit donnée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aimerais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(être) ___ possible de faire le travail chez mon garage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rester au conditionnel dans la lettre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passer à l'indicatif une fois le délai posé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vous demanderais de procéder » n'est pas une mise en demeure : c'est encore une demande. Dans la lettre, on écrit « je vous demande de procéder ». Le conditionnel au comptoir, l'indicatif dans la lettre — c'est cette progression qui rend l'écrit crédible.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ta demande au comptoir : une phrase emphatique et une demande au conditionnel.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Ce que je demande, c'est…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Accepteriez-vous de…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