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contenu, la plus factuelle du module. Tout ce qui est dit ici vient de l'Office de la protection du consommateur. Le préciser au groupe : ce ne sont pas des conseils, ce sont des règles.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seul qui protège avant l'achat. Y consacrer dix minutes pleines, même si le module n'y revient qu'en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est la révélation de la séance. Laisser un silence après l'avoir posée : personne ne répond, et c'est exactement ce que montre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dernière rangée est celle qu'on retient : la garantie légale survit à toutes les autres, et c'est pour ça qu'elle est la dernière ligne de défense.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la plus utile du module. Insister sur deux choses : il faut réussir les deux conditions pour entrer dans une catégorie, et D ne veut pas dire « aucun recours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« compte tenu du prix payé » est en faveur du consommateur : plus on a payé, plus la durée attendue est longue. Le dire dans ces mots-là.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Neuf items dans le module ; en projeter six. Faire justifier chaque réponse par un mot de l'énoncé : « dix jours » et « étiquette » sont des indices infaillibles.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Dix jours, c'est court : le dire maintenant est la seule façon que le groupe s'en souvienne le jour où il achètera.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les quatre échanges debout, deux par deux, avant de passer au billet. Trois minutes suffisent et l'effet sur E1 est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La réponse est D, et il reste la garantie légale. C'est le contrôle le plus honnête de la séance : il faut avoir compris les deux tableaux pour y répondre.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garanties sur la même auto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Elles ne se remplacent pas : elles s'additionnent. La plupart des gens n'en connaissent qu'une, et c'est celle qui comporte le plus d'exclusions.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trois garanties et dire ce que chacune donne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la table des catégories et en tirer une durée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dans quel ordre les invoquer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7782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8605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commerçant doit dire avant de vendre une garantie payante.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Combien de garanties pensez-vous avoir sur un bien acheté d'un commerçant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Celle du fabricant, quand elle existe.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Celle qu'on vous a vendue, si vous l'avez prise.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en a-t-il une que vous n'avez jamais payée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quand toutes les autres sont expirées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protections qui s'additionnent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GARANTIE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Légale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durée raisonnable, vu le prix payé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Bon fonctionnement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durée chiffrée, selon la catégorie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Prolongée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le contrat dit, moins les exclusions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qu'on paie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rien, rien, et le prix demandé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reste à la fin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légale, toujours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table des catégories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42816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CATÉGORIE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DURÉE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 · 4 ans ou moins, 80 000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 mois ou 10 000 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B · 5 ans ou moins, 100 000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mois ou 5 000 km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 · 7 ans ou moins, 120 000 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 mois ou 1 700 km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 · au-delà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330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458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règle commune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458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première limite atteinte arrête tout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CATÉGORIE D NE VEUT PAS DIRE AUCUN RECOURS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169413"/>
          </a:xfrm>
          <a:prstGeom prst="roundRect">
            <a:avLst>
              <a:gd name="adj" fmla="val 6743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3464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Une auto de catégorie D n'a pas de garantie de bon fonctionnement ; la garantie légale, elle,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69029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943349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l'erreur la plus coûteuse du domaine. La garantie légale s'applique à tout bien vendu par un commerçant, quel que soit l'âge du véhicule : le bien doit servir à un usage normal pendant une durée raisonnable, compte tenu du prix payé. Sur une vieille auto payée quatre mille dollars, les attentes sont moindres — mais elles existent.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des trois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énoncé décrit une seule garantie. Dites laquelle.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écrite dans la loi et ne s'achète pas.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durée est d'un mois ou 1 700 km en catégorie 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coûté 1 200 $ et exclut les joints.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durée se lit sur l'étiquette du véhicule.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la résoudre par écrit dans les dix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s'applique encore quand toutes les autres sont finies.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Laquelle des trois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écrite dans la loi et ne s'achète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légale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durée est d'un mois ou 1 700 km en catégorie 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 fonctionnement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coûté 1 200 $ et exclut les joints.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prolongée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 durée se lit sur l'étiquette du véhicule.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bon fonctionnement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la résoudre par écrit dans les dix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prolongée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s'applique encore quand toutes les autres sont finies.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légale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DE VENDRE UNE GARANTIE PAYANTE, LE COMMERÇANT DOIT INFORMER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doit dire, verbalement et par écrit, que la garantie légale existe et ce qu'elle contient.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Celui qui ne le fait pas est réputé passer sous silence un fait important — une pratique interdite. Et l'acheteur dispose de dix jours suivant la conclusion du contrat pour le résoudre, par un simple avis écrit. Le délai court à compter du lendemain de l'achat.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répondre au comptoir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On vous dit la phrase de gauche. Que répondez-vous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de l'usure normale.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garantie du fabricant est finie.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écrit à la page trois du contrat.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auto de sept ans, madame…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répondre au comptoir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de l'usure normale.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Vingt-quatre jours et 900 km : sur quoi vous appuyez-vous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garantie du fabricant est finie.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ne l'invoque pas. Je parle de la garantie légale.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C'est écrit à la page trois du contrat.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Cette exclusion vise la garantie que j'ai payée.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auto de sept ans, madame…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Mon étiquette dit catégorie C : un mois ou 1 700 km.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Une auto de trois ans avec 130 000 kilomètres : quelle catégorie, et quelle garantie reste-t-il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réponses courtes.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Attention : les deux conditions comptent.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