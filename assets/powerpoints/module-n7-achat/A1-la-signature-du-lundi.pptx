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signé un contrat sans avoir lu la page du milieu ? Presque tout le monde. C'est exactement le sujet du bloc, et il n'y a aucune honte à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que personne ne connaît. Le poser dès la première séance : l'étiquette est le document le plus utile du terrain et le moins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Presque tout le monde se souvient du versement mensuel et personne du total : c'est justement le point de la séance. Ne pas corriger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Onze mille quatre cents, deux mille, neuf mille quatre cents, dix mille six cents : écrire les quatre nombres au tableau et les y laisser toute la séance. Ils reviennent dans les quatre blocs.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vendeur répond à côté : la cliente ne parlait pas du fabricant. Cette réponse-là est le cœur du défi 2, et elle passe inaperçue à la première écoute. Y revenir.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Refaire la soustraction au tableau : 13 341,60 moins 10 600 égale 2 741,60. Le groupe voit alors ce que le versement mensuel cachait, et c'est le moment le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bloc A et il revient en A4, sous forme d'exercice sur le document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Poser la question au groupe avant de montrer la précision : pourquoi un vendeur préfère-t-il parler du versement ? La réponse vient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L'obligation totale » et « le taux de crédit » prennent le défini : il n'y en a qu'un par contrat.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quatrième prend deux minutes : le vendeur ne ment pas, il répond à une autre question. C'est la nuance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servent en A4 : elles montrent qui a compris que l'obligation totale est la seule case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signature du lundi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Onze mille quatre cents dollars, une garantie qu'on n'a pas demandée, et un contrat de cinq ans. Tout le module part de ce bureau vitré.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dans un contrat de crédit le taux, les frais et le total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qu'une garantie prolongée ajoute au montant financé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qu'une étiquette obligatoire accompagne toute auto d'occasion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six mots du contrat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As-tu déjà acheté quelque chose à crédit, et savais-tu combien ça coûtait en tout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 souviens-tu du montant du versement mensuel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 souviens-tu du total, une fois tous les versements faits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T'a-t-on proposé une garantie en plus ? L'as-tu prise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relu le contrat après l'avoir signé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chiffre qui ne concorde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8184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JEAN-ROCK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4529" y="2322576"/>
            <a:ext cx="836159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Madame Kabuya ! Entrez, entrez. Elle est prête, la grise. Lavée, le plein fait.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78184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4529" y="3374136"/>
            <a:ext cx="836159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Merci. J'ai apporté le chèque de l'acompte, comme vous m'aviez dit. Deux mille.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25696"/>
            <a:ext cx="178184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4529" y="4425696"/>
            <a:ext cx="836159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prix, c'est onze mille quatre cents, ça je l'ai vu sur le papier collé dans la vitre.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1266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477256"/>
            <a:ext cx="178184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4529" y="5477256"/>
            <a:ext cx="836159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là, en bas, il y a écrit dix mille six cents. D'où vient la différence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garantie qu'on n'a pas demandée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18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4529" y="1901952"/>
            <a:ext cx="83615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ça, c'est la garantie prolongée. Douze cents. Je vous l'ai mise dedans, c'est plus simple.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818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4529" y="2989072"/>
            <a:ext cx="83615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l'ai pas demandée, cette garantie.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818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4529" y="3738371"/>
            <a:ext cx="83615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l'auto, elle n'a pas déjà une garantie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7818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JEAN-ROCK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4529" y="4487671"/>
            <a:ext cx="83615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fabricant, c'est fini depuis longtemps. Elle est de 2019.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cases qui comptent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18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4529" y="1901952"/>
            <a:ext cx="83615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virgule quarante-cinq pour cent. Soixante versements de deux cent vingt-deux et trente-six.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818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4529" y="2989072"/>
            <a:ext cx="83615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combien, en tout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818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JEAN-ROCK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4529" y="3738371"/>
            <a:ext cx="83615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L'obligation totale ? Treize mille trois cent quarante et un et soixante.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7818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4529" y="4825491"/>
            <a:ext cx="83615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les frais de crédit, c'est deux mille sept cent quarante et un dollars.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cases d'un contrat de crédit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taux de crédit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pourcentage annuel, fixe pour toute la durée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frais de crédit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dollars, ce que le crédit coûte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L'obligation totale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montant financé plus les frais : le vrai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versement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dit rien : on le baisse en allongeant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contrat accessoire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été ajouté au capital, s'il y en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VERSEMENT MENSUEL NE DIT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169413"/>
          </a:xfrm>
          <a:prstGeom prst="roundRect">
            <a:avLst>
              <a:gd name="adj" fmla="val 6743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3464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Deux offres au même versement peuvent différer de trois mille dollars à l'obligation totale.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69029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943349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Allonger un contrat de cinq à sept ans fait baisser le versement et monter le total. C'est pour cela que la loi oblige à inscrire l'obligation totale dans une case : c'est la seule qui permette de comparer deux offres. Et ce qu'on ajoute au capital — une garantie, par exemple — porte des frais de crédit pendant toute la durée du contrat.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du contrat signé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675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4571" y="2121408"/>
            <a:ext cx="66844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document obligatoire apposé sur une auto d'occasion offerte par un commerçant.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3675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l'odomètre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4571" y="2778252"/>
            <a:ext cx="66844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 compteur qui affiche le nombre total de kilomètres parcourus.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3675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frais de crédit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4571" y="3435096"/>
            <a:ext cx="66844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Ce qu'on paie en plus du prix pour avoir le droit de payer plus tard.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3675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l'obligation totale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4571" y="4091939"/>
            <a:ext cx="66844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La somme complète qu'un acheteur à crédit s'engage à verser.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3675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taux de crédit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4571" y="4748784"/>
            <a:ext cx="66844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pourcentage annuel qui exprime les frais de crédit.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3675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garantie prolongée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4571" y="5405628"/>
            <a:ext cx="66844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Une protection payante proposée en plus, avec ses exclusions.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d'Ernestine et de monsieur Vachon.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de vente de l'auto est de 11 400 $.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Ernestine a demandé elle-même la garantie prolongée.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prolongée s'ajoute au montant financé.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explique qu'une garantie existe déjà dans la loi.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L'obligation totale est de 10 600 $.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de crédit s'élèvent à 2 741,60 $.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de vente de l'auto est de 11 400 $.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Ernestine a demandé elle-même la garantie prolongée.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vendeur l'a mise dans le contrat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prolongée s'ajoute au montant financé.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explique qu'une garantie existe déjà dans la loi.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répond que le fabricant est expiré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L'obligation totale est de 10 600 $.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- 13 341,60 $ ; 10 600 $ est le montant financé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de crédit s'élèvent à 2 741,60 $.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chiffre regarderais-tu en premier, la prochaine fois qu'on te propose un contrat de crédit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aussi pourquoi celui-là et pas un autre.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