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que chacun parle deux fois : une fois en jeu de rôle avec l'assistant, une fois seul pour l'enregistrement. Garder trente minutes pour la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deux intentions orales de la situation, dans l'ordre où le programme les nomme. Le dire au groupe : ce n'est pas un exercice de plus, c'est la tâche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ramène le billet de C4. Les élèves qui l'ont gardé démarrent tout de suite ; les autres l'écrivent maintenant, en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tous les enregistrements. Elle remplace la grille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dossier n'est pas une auto : c'est voulu. Il montre que la garantie légale s'applique à tout bien, et que la garantie de bon fonctionnement, elle, ne vise que les véhicules.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ces quatre cartes avant de lancer les postes. Un élève prévenu ne se décourage pas à la première réponse négative, et c'est là que la moitié du groupe abandonne d'habitude.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aussi la réponse à la question que quelqu'un posera : « et si je me fâche ? » On peut se fâcher — après avoir donné les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d'écriture, puis chacun dit ses quatre phrases à son voisin sans regarder sa feuille. C'est le seul moyen d'arriver à l'enregistrement sans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tourner la feuille des quatre phrases face contre table avant de lancer l'enregistrement. Le geste est symbolique et il 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Presque tous écriront « c'est de l'usure normale ». Faire lire trois réponses à voix haute : elles font la meilleure révision possible avant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Réclamez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que le module a préparé tient dans quatre-vingt-dix secondes : le dossier, la panne en trois coordonnées, la garantie, la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 dossier avec sa date et son montant, en deux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 problème de fonctionnement en trois coordonnées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la garantie invoquée et démontrer qu'on était dedans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formuler une demande précise et annoncer un délai.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Par quoi commencez-vous, une fois devant le comptoir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ce qui vous est arrivé, ou par ce que vous voulez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la date, ou par le problème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vous commencez par « vous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phrase avez-vous préparée en C4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Quatre-vingt-dix secondes,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 · Le dossier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date, le bien, le montant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 · Le problème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symptôme, le moment, la fréquence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 · La garantie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catégorie, les dates, le kilométrage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Puis la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seule, au conditionnel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Et le délai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vendredi, et ce qui suit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dossiers au 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transmission qui cogne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berline 2019, 11 400 $, catégorie C, 24 jours et 900 km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garantie qu'on n'a pas expliquée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1 200 $ financés, aucune information sur la garantie légale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laveuse de quatorze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1 150 $, garantie du fabricant expirée, durée raisonnable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l'assistant fera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ouvrira par l'usure normale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sans agressivité : c'est ce qu'on lui a appris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ramènera à la garantie payée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en connaît les exclusions par cœur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redemandera une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récemment » ne lui suffira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cédera devant un fait daté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 devant un ton ni une accusation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ON CÈDE DEVANT UN FAIT DATÉ, JAMAIS DEVANT UN 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Hausser la voix ne fait pas avancer un dossier ; une date et un kilométrage,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même chose dans la vraie vie qu'avec l'assistant, et c'est pour cela que le jeu de rôle sert. La personne au comptoir traite vingt dossiers par jour : ce qui la fait bouger, c'est ce qu'elle peut inscrire au dossier, pas ce qu'elle a ressenti.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Préparez vos quatre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Écrivez-les, puis dites-les sans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dossier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problème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garantie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demande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Préparez vos quatre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dossier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J'ai acheté chez vous… le… au prix de…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problème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C'est un… , à… , systématiquement…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garantie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L'étiquette dit… : la garantie courait jusqu'au…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demande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Ce que je demande, c'est… Accepteriez-vous… ?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son texte pendant l'enregistrement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quatre repères plutôt que quatre phrases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production orale lue s'entend tout de suite : le débit est plat, les hésitations disparaissent, et la rétroaction porte à faux. Quatre mots sur un papier — date, bruit, catégorie, demande — suffisent à tenir quatre-vingt-dix secondes.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le jeu de rôle : quelle phrase de l'assistant t'a le plus arrêté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et ce que tu as répondu.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Ou ce que tu répondras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