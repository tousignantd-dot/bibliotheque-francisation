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3, et séance la plus dense du module : un dialogue de vingt-cinq répliques et un document. Prévoir de couper l'écoute en trois, et de garder la lettre pour la seconde 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important et se dit en une phrase : l'Office renseigne, il ne règle pas le dossier à votre place. Beaucoup d'élèves croient l'inverse et sont déçus.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dernières réponses surprennent toujours : aucun avocat n'est nécessaire, et l'appel ne coûte rien. Le dire clairement, c'est le seul obstacle réel entre l'élève et son recours.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est celle qu'il faut retenir. La faire répéter : un organisme de renseignements renseigne, et c'est déjà beaucoup.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réplique est le modèle de phrase du bloc D : le prix et la durée côte à côte, et rien d'autre. L'écrire au tableau et l'y laisser jusqu'à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le critère de correction de E2. La citer telle quelle le jour de la production écrite : elle vient d'une agente de l'Office, pas de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laisser affichée pendant la lecture du document. C'est le plan de E2, donné trois séances d'avance.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pour le quatrième : l'accusé de réception ne prouve pas ce qu'on a écrit, il prouve la date. Et c'est la date qui fait courir les dix 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Le quatrième est celui qui libère : personne n'a besoin de payer pour écrire cette lettre-là.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billets sont la demande de la lettre de E2. Ceux qui en écrivent deux montrent qu'il faut y revenir : deux demandes en font une négociation.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L'appel à l'Office, et la lettre qui en sort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mise en demeure n'est pas une lettre de plainte : c'est un document dont la forme est convenue, et cette forme est ce qui lui donne son poids.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qu'un organisme de renseignements fait et ne fait pas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qu'une mise en demeure doit contenir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six parties de la lettre d'Ernestine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cinq mots de la lettre.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À qui téléphone-t-on quand un commerçant refuse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Existe-t-il un organisme public pour cela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peut-il faire, et que ne peut-il pas faire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un avocat pour écrire une mise en demeure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coûte un appel de renseignements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l'Office peut dire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2910" y="2322576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Office de la protection du consommateur, Édith Vanasse, bonjour.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2910" y="3071876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peux pas régler le dossier à votre place, mais je peux vous dire quelles règles s'appliquent.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2910" y="4158995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l'étiquette. Catégorie 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2910" y="4908296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la garantie de bon fonctionnement est d'un mois ou de mille sept cents kilomètres. Vous étiez dedans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durée raisonnable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2910" y="190195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Même si vous n'y étiez plus, la garantie légale ne se compte pas en 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910" y="2989072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bien doit servir pendant une durée raisonnable, compte tenu du prix payé.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910" y="4076191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mille quatre cents dollars pour vingt-quatre jours, personne ne trouvera ça raisonnable.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910" y="5163312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Ils m'ont dit que c'était de l'usure normale.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lettre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2910" y="1901952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envoyez une mise en demeure.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78022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ERNESTINE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2910" y="2651252"/>
            <a:ext cx="836321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avocat qui la fait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78022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2910" y="3400551"/>
            <a:ext cx="836321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du tout. C'est une lettre que vous écrivez vous-même. Elle raconte les faits, elle dit ce que vous demandez, elle accorde un délai.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78022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ÉDITH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2910" y="4825491"/>
            <a:ext cx="836321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les faits, pas ce que vous ressentez. Une lettre qui donne des dates obtient une réponse.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parties de la lettre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L'objet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annonce le genre et le dossier, sans verbe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faits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l'achat, puis la panne, par ordre de 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droit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garantie invoquée, en deux phrases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demande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seule, avec « à vos frais 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délai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dix jours, à compter de la réception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annoncée au futur, jamais menacée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mots de la lettre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mise en demeure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lettre qui expose des faits, formule une demande et accorde un délai.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délai raisonnable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909620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temps accordé pour agir : dix jours, le plus souvent.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pièce justificative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697833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papier daté qui prouve ce qu'on avance.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accusé de réception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4486046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qui prouve la date à laquelle la lettre est arrivée.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4372523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Division des petites créances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5274259"/>
            <a:ext cx="5679475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tribunal où l'on réclame soi-même, jusqu'à 15 000 $.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 à l'Office.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Vanasse propose de régler le dossier à sa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catégorie C, la garantie dure un mois ou 1 700 km.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légale se compte en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mise en demeure doit être rédigée par un avocat.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habituel est de dix jours.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Aux petites créances, la réclamation doit être de 15 000 $ ou moins.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 Vanasse propose de régler le dossier à sa place.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elle renseigne, elle ne règle pas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En catégorie C, la garantie dure un mois ou 1 700 km.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garantie légale se compte en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en durée raisonnable, vu le prix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mise en demeure doit être rédigée par un avocat.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on l'écrit soi-même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délai habituel est de dix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Aux petites créances, la réclamation doit être de 15 000 $ ou moins.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Quelle est la seule demande que tu ferais, si c'était ton dossier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Réparer, remplacer ou rembourser : une seule.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phrase, avec « à vos frais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