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1, et la plus grammaticale. La justifier en une phrase : une réclamation est d'abord une chronologie, et une chronologie floue affaiblit un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seul qui soit du sens ; les trois autres sont de la forme. Y consacrer la moitié de la séance et pas davantage.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est le cœur de la séance. Dans la première version, un commerçant peut dire que la fuite a causé le bruit ; dans la seconde, non. Ce n'est pas du style : c'est de la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le groupe : aucun verbe n'a de forme spéciale au plus-que-parfait. Qui sait dire « j'ai signé » sait dire « j'avais signé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l'essai sur trois phrases du groupe : celles où « déjà » n'entre pas n'ont pas besoin du plus-que-parfait.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Huit items dans le module ; en projeter six. Le cinquième change d'auxiliaire : le faire remarquer avant de corriger,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développer davantage l'accord avec « que » : une phrase suffit à ce niveau, et l'exercice du module n'en contient aucun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squelette du paragraphe des faits de la lettre, écrit six séances d'avance.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paires deux à deux racontent deux dossiers différents avec le même vocabulaire. C'est l'argument le plus fort de la séance, et il ne se voit qu'en les mettant côte à côte.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Ces billets sont la matière première du bloc C : chacun arrive au comptoir avec une chronologie écrite de sa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s'était passé avant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Quand j'ai vu la flaque, le bruit avait déjà commencé. » Un temps de verbe, et la chronologie du dossier bascule.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plus-que-parfait avec avoir et avec être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qu'un fait est antérieur à un autre fait déjà passé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test du mot « déjà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correctement le participe passé.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Ces deux phrases racontent-elles la même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vu la flaque et le bruit a commencé.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Quand j'ai vu la flaque, le bruit avait déjà commencé.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laquelle sait-on ce qui est arrivé en premier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montre que la fuite n'explique pas le bruit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il se forme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j'avais signé, nous avions remarqué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être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j'étais partie, elles étaient revenues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choix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même qu'au passé composé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l'auxiliaire passe à l'imparfait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mot compagnon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déjà, entre l'auxiliaire et le participe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PLUS-QUE-PARFAIT N'EXISTE QU'EN PAIRE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ne dit pas qu'un fait est ancien : il dit qu'il est antérieur à un autre fait passé.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événement d'il y a vingt ans se raconte très bien au passé composé s'il n'est antérieur à rien. C'est pour cela que le test du « déjà » fonctionne si bien : il oblige à chercher le deuxième fait. S'il n'y en a pas, le passé composé suffit.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elle a vu la flaque, le cognement (commencer) ___ depuis trois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(ajouter) ___ la garantie avant même qu'elle arrive.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ne le lui (expliquer)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 (servir) ___ de voiture de location pendant deux ans.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(partir) ___ de chez elle à six heures.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plaquettes (être) ___ changées par le commerçant.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elle a vu la flaque, le cognement (commencer) ___ depuis trois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commencé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(ajouter) ___ la garantie avant même qu'elle arrive.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ajouté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ne le lui (expliquer)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expliqué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 (servir) ___ de voiture de location pendant deux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servi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(partir) ___ de chez elle à six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 partie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plaquettes (être) ___ changées par le commerçant.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avaient été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« elle avait signée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avec avoir, le participe ne s'accorde jamais avec le sujet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être, on accorde avec le sujet : elle était partie. Avec avoir, jamais : elle avait signé. Le seul accord possible avec avoir arrive quand un « que » place le complément avant le verbe — « la lettre qu'elle avait écrite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chronologie d'Ernestine, au bon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78224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6 avril, elle a acheté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passé composé : le point de départ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L'auto avait servi de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antérieur à tout : plus-que-parfait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24 avril, un cognement est apparu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passé composé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867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14800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bruit avait commencé avant la fuite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14800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antérieur : plus-que-parfait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30 avril, le garage a établi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passé composé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2166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34466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Elle avait fait 900 kilomètres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34466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état antérieur : plus-que-parfait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faits, dans quel ordre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paire et dites lequel s'est produit en premier.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je me suis présentée, le garage avait écrit son rapport.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suis présentée, puis j'ai fait établir un rapport.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je suis arrivée, le vendeur avait ajouté la garantie.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arrivée et le vendeur a ajouté la garantie devant moi.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faits, dans quel ordre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je me suis présentée, le garage avait écrit son rapport.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rapport, avant la visite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suis présentée, puis j'ai fait établir un rapport.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la visite, avant le rapport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je suis arrivée, le vendeur avait ajouté la garantie.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l'ajout, avant l'arrivée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arrivée et le vendeur a ajouté la garantie devant moi.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les deux à la suite, devant elle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faits de ton dossier de B2, en mettant le plus ancien au plus-que-parfait.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Quand j'ai remarqué…, cela avait déjà…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au plus.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