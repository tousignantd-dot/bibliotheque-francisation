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Deux documents à l'écran, et l'exercice du module met les questions à côté du texte. Prévoir que chacun l'ouvre sur son poste après la première demi-heure.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prépare tout le bloc C. Il ne sera compris qu'à moitié aujourd'hui, et c'est normal : la table des catégories revient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est la bonne surprise de la séance : l'étiquette est remise à l'acheteur et elle fait partie du contrat. Presque personne ne le sait.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rangées, pas de note en plus : elle se lit de loin telle quelle. C'est le document le plus utile du terrain et le moins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Dire de la ranger avec le contrat, dans la même enveloppe, le jour même. C'est un geste de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ligne exacte à voix haute avant de donner la réponse. L'exercice du module fait cliquer dans le document : c'est le même geste, et il vaut mieux l'avoir fait une fois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par la question ouverte : pour 11 400 $ d'auto, combien sortira du compte en tout ? Treize mille trois cent quarante et un, plus les deux mille d'acompte. Le groupe fait le calcul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photos sont dans le module, à associer à leur phrase. Les projeter ici sert à installer le décor du dossier avant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réponse est C : six ans dépasse les cinq ans de B. Corriger tout de suite, et annoncer que la table complète revient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L'étiquette et le contrat, ligne par ligne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documents, quatre chiffres. Le reste peut se lire plus tard ; ces quatre-là se lisent avant de signer.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catégorie d'une auto d'occasion sur son étiquette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la catégorie annonce sur la durée de la garantie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dans un contrat le taux, les frais et l'obligation totale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usage antérieur particulier du véhicule.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regardez-vous en premier sur une auto à vendre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? L'année ? Le kilométrage ? La couleur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Saviez-vous qu'un papier obligatoire est collé dans la vitre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pourrait y être écrit et que le vendeur ne dira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 reste-t-il au commerçant, ou vous appartient-il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l'étiquette doit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 ELLE Y 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Année et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décide de la catégorie avec le kilométrage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Kilométrage réel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diffère de l'odomètre, le compteur a bougé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Catégorie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donne la durée de la garantie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Usages antérieurs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taxi, école de conduite, location, police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Réparations faites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commerçant a touché ; le reste, non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Dernier propriétaire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en obtenir le nom sur demande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TOUT CE QUI EST ÉCRIT SUR L'ÉTIQUETTE FAIT PARTIE DU CONTRAT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Sauf le prix et les caractéristiques de la garantie, qui peuvent être modifiés.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Cela veut dire qu'une mention inexacte engage le commerçant, et qu'une mention absente — un usage de location tu, par exemple — est un manquement. C'est aussi la raison de la garder : sans elle, prouver la catégorie six semaines plus tard demande de faire ressortir le dossier du commerce.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dans l'étiquette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réponse par ligne, en citant le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quelle année est le véhicule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kilomètres à l'odomètre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catégorie appartient-il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A-t-il déjà servi à autre chose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 réparé le commerçant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Peut-on savoir qui le possédait avant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dans l'étiquette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quelle année est le véhicule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2019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kilomètres à l'odomètre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104 216 km, et le kilométrage réel est identique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catégorie appartient-il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catégorie C : sept ans ou moins, au plus 120 000 km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A-t-il déjà servi à autre chose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voiture de location à court terme, de 2019 à 2021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Qu'a réparé le commerçant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quatre plaquettes de frein et la batterie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Peut-on savoir qui le possédait avant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oui, sur demande, avec son numéro de téléphone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dans le contrat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réponse par ligne, avec le montant.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a-t-elle versé comptant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s'ajoute au capital net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taux de crédit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s'élèvent les frais de crédit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versements, et de quel montant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l'obligation totale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dans le contrat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a-t-elle versé comptant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2 000,00 $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s'ajoute au capital net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garantie supplémentaire de 1 200,00 $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taux de crédit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9,45 % par année, fixe pour toute la durée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s'élèvent les frais de crédit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2 741,60 $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versements, et de quel montant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soixante versements de 222,36 $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l'obligation totale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13 341,60 $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lieux du dossier d'Ernestine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bureau de vente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bureau vitré au fond d'une salle de montre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L'entrée de la maison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berline grise stationnée devant le bungalow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L'atelier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auto levée sur un pont élévateur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comptoir du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haut, avec deux tabourets vides devant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table de cuisine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soir, un portable et une pile de papiers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Tu achètes une auto de six ans avec 90 000 kilomètres. De quelle catégorie est-elle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Regarde le tableau : deux conditions, toutes les deux à respecter.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lettre suffit.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