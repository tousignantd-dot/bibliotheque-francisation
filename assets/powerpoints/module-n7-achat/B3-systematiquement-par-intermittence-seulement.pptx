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mais rentable tout de suite : ces adverbes servent au garage, au comptoir et dans la lettre. Le dire en ouvrant, sinon le groupe croit qu'on change de sujet.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porte le piège de la séance : « ne… que » n'est pas une négation. Le poser tôt et y revenir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question a une réponse concrète : il fera un essai routier qui ne reproduira rien, et il facturera l'essai. « Toujours » est presque toujours faux.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la différence entre les deux dernières rangées : « systématiquement » nomme une condition, « toujours » n'en nomme aucune.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l'essai à voix haute sur trois phrases : le remplacement par « seulement » est infaillible et se retient mieux qu'une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carte demande un geste : trois lignes dans la boîte à gants, la date, l'heure, la température, ce qui se passait. C'est le seul cas où l'élève doit tenir un registre.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Huit items dans le module ; en projeter six. Le dernier est celui qui arrête tout le monde : faire relire la règle de « ne… que » avant de donner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réécrire trois phrases du groupe sur ce modèle. Les élèves voient alors que la précision n'affaiblit rien : elle rend crédible.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règle en une phrase : entre l'auxiliaire et le participe, sauf les adverbes longs, qui passent après. Le troisième item montre l'exception, et le quatrième prépare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Faire lire trois billets à voix haute et demander au groupe si la fréquence se vérifie. C'est le seul critère.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Systématiquement, par intermittence, seulement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Entre « ça arrive souvent » et « ça arrive systématiquement », il n'y a qu'un mot — et toute la différence entre une impression et un fait vérifiable.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Réclamer après l'achat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un adverbe de fréquence sur l'échelle du jamais au toujours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par intermittence » et savoir ce qu'il oblige à faire en plus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restreindre avec « seulement » et avec « ne… que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l'adverbe au bon endroit avec un temps composé.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Souvent » et « systématiquement » : est-ce la même chose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des deux se vérifie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vous dites « toujours », que fera le mécanicien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veut dire « des fois » pour quelqu'un qui doit chercher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diriez-vous « trois matins sur cinq » sans chiffre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L'échelle de la fréquence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 EXACTEMENT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jamais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pas une fois, souvent dans une condition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rarement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moins d'une fois sur cinq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souvent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 d'une fois sur deux, sans plus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systématiquement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chaque fois que la condition est réunie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toujours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sans aucune condition : rare pour une panne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NE… QUE » RESTREINT, IL NE NIE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n'ai fait que 900 kilomètres » affirme les 900 kilomètres, et souligne qu'ils sont peu.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exactement l'effet qu'on cherche dans une réclamation : poser un chiffre et faire entendre qu'il est petit, sans commentaire. Le test est simple : si l'on peut remplacer par « seulement » sans changer le sens, c'est une restriction. Si la phrase demande un « pas », c'est une négation.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outils, quatre emplois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par intermittence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apparaît et disparaît : il faut alors noter chaque fois, avec la 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seulement, ne… 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restreint, donc élimine tout le reste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à peine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juste perceptible : utile pour comparer deux moments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nettement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façon marquée : utile pour dire que ça empire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adverbe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mot ou une locution par trou.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cognement revient ___ le matin, quand l'auto a passé la nuit dehors.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Dans la montée, il se produit ___ : jamais une seule fois il n'a manqué.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soir, on l'entend ___ : il faut baisser la radio pour l'entendre.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témoin s'allume ___ : deux fois en avril, puis plus rien.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samedi, le jeu du levier est ___ plus grand qu'à la livraison.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ne roule ___ entre la maison et l'école.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adverbe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cognement revient ___ le matin, quand l'auto a passé la nuit dehors.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seulement (ou uniquement)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Dans la montée, il se produit ___ : jamais une seule fois il n'a manqué.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systématiquement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soir, on l'entend ___ : il faut baisser la radio pour l'entendre.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peine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témoin s'allume ___ : deux fois en avril, puis plus rien.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 intermittence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samedi, le jeu du levier est ___ plus grand qu'à la livraison.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nettement (ou franchement)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ne roule ___ entre la maison et l'école.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employer « toujours » pour insister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remplacer par la condition qui déclenche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Ça fait toujours ça » devient « ça le fait chaque fois que je pars à froid ». Même force, et la deuxième version se vérifie. C'est la seule correction de cette séance qui change quelque chose au comptoir d'un garage.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se place l'adverbe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Placez « souvent » au bon endroit, puis lisez la phrase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bruit revient. (temps simple)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bruit est revenu. (temps composé)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revenu. (avec « systématiquement »)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 signalé le problème. (avec « déjà »)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se place l'adverbe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bruit revient. (temps simple)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bruit revient souvent.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bruit est revenu. (temps composé)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bruit est souvent revenu.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revenu. (avec « systématiquement »)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est revenu systématiquement.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 signalé le problème. (avec « déjà »)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a déjà signalé le problème.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qui décrit un problème, avec un adverbe de fréquence précis.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Pas de « souvent » ni de « des fois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chiffre ou « systématiquement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Réclamer après l'achat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