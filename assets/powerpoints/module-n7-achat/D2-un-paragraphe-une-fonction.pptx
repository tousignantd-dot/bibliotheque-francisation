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avant la production. Tout ce qui est vu ici se retrouve en E2, et le groupe doit le savoir : c'est la séance de préparation, pas une leçon de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surprend : on enseigne le subjonctif et on montre en même temps comment l'éviter. C'est pourtant ce que font les modèles officiels de mise en demeure.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deuxième question amène la réponse : elle voit la structure. Le blanc n'est pas de l'espace perdu, c'est un signe de ponctuation.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Sept rangées et aucune note en plus : elle tient telle quelle et elle se recopie en trente secondes dans un cahier.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relire la lettre d'Ernestine dans cet ordre-là : les sept paragraphes y sont, et dans cet ordre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Deux règles de nombre : « or » une seule fois par lettre, sur le fait le plus fort ; « en conséquence » une seule fois, sur la demande.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Huit items dans le module ; en projeter six. Faire remarquer que « à ce jour, je n'ai reçu aucune réponse » constate, là où « vous ne m'avez jamais répondu » accuse. Même fait, deux lettres différentes.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 n'est pas le sens de la phrase qui décide, c'est le verbe d'avant. Le dire dans ces mots-là : c'est ce qui débloque les élèves qui cherchent une logique.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Soit » et « soient » font la moitié des subjonctifs d'une lettre de réclamation, parce que la demande porte presque toujours sur un passif. Le faire remarquer : c'est rassurant.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minutes. Ramasser et relire avant E2 : ceux qui ont écrit « je vous demanderais » au conditionnel ont manqué le point de C4, et il faut le reprendre en trente secondes au début de la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D2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 paragraphe, une fonction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qui bloque dans une lettre de réclamation n'est presque jamais l'orthographe : c'est le paragraphe qui raconte, argumente et exige en même temps.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Réclamer après l'achat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la fonction de chaque paragraphe avant de rédiger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un connecteur en tête de paragraphe, suivi d'une virgule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subjonctif après un verbe de demande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préférer l'infinitif quand le destinataire est celui qui agit.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Pourquoi une lettre d'une page bien découpée obtient-elle plus qu'une lettre pleine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la personne y consacrera-t-elle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voit-elle avant d'avoir lu un seul mot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quoi sert la ligne blanche entre deux paragraphes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Qu'arrive-t-il quand un paragraphe fait deux choses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Sept étiquettes, écrites avant de rédiger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299204"/>
          </a:xfrm>
          <a:prstGeom prst="roundRect">
            <a:avLst>
              <a:gd name="adj" fmla="val 340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PARAGRAPHE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SA FONCTION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faits de l'achat : date, bien, prix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chronologie du défaut, une date par phrase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l'état au moment du défaut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garantie chiffrée, et la preuve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garantie légale, en appui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8813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0938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0938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demande, une seule, et le délai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54041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32688" y="553212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636" y="553212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pièces jointes, sans commentaire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L'ORDRE N'EST PAS LIBRE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Faits, puis droit, puis demande, puis délai.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Demander avant d'avoir raconté fait paraître la demande arbitraire ; raconter après avoir demandé la fait oublier. La lettre se résume en une phrase : voici ce qui s'est passé, voici pourquoi vous devez agir, voici ce que je veux, voici jusqu'à quand. C'est aussi l'ordre d'une plaidoirie.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familles de connecteurs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FAMILLE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LES MOTS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Ajouter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outre, par ailleurs, de plus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Opposer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or, toutefois, cependant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Conclure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conséquence, par conséquent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Situer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dès, à compter de, à ce jour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place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tête, suivi d'une virgule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bon connecteur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connecteur par trou, jamais deux fois le même.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le lendemain de la livraison, j'ai noté le kilométrage.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rappelle ___ que la garantie légale s'applique.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invoquez l'usure normale. ___ , l'auto avait 24 jours.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, je vous demande de procéder à la réparation.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disposez de dix jours ___ la réception de la présente.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téléphoné le 2 mai ; ___ , personne ne m'a rappelée.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le bon connecteur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le lendemain de la livraison, j'ai noté le kilométrage.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Dès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rappelle ___ que la garantie légale s'applique.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outre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invoquez l'usure normale. ___ , l'auto avait 24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, je vous demande de procéder à la réparation.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conséquence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disposez de dix jours ___ la réception de la présente.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compter 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téléphoné le 2 mai ; ___ , personne ne m'a rappelée.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 la suite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Indicatif ou subjonctif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VERBE D'AVANT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constate 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indicatif : un fait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vous informe 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indicatif : un fait transmis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demande 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subjonctif : pas encore un fait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j'exige 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subjonctif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il faut 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subjonctif : nécessité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je vous demande 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infinitif : plus court et plus ferme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subjonctif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demande que la réparation (être) ___ effectuée à vos frais.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J'exige que votre réponse me (parvenir) ___ par écrit.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vous (répondre) ___ dans les dix jours.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J'aimerais que nous (pouvoir) ___ régler cela sans tribunal.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souhaite que le garage de mon choix (faire) ___ le travail.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demande que les pièces (être) ___ comprises.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Mettez au subjonctif présent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demande que la réparation (être) ___ effectuée à vos frais.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J'exige que votre réponse me (parvenir) ___ par écrit.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parvienne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faut que vous (répondre) ___ dans les dix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répondiez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J'aimerais que nous (pouvoir) ___ régler cela sans tribunal.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puissions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souhaite que le garage de mon choix (faire) ___ le travail.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fasse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demande que les pièces (être) ___ comprises.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soient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Réclamer après l'achat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les deux phrases centrales de ta lettre : la demande, et le délai.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Je vous demande de… à vos frais.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Vous disposez d'un délai de dix jours à compter de…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D2 · Réclamer après l'achat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