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un appareil qui porte bien dans la salle : tout le contenu se joue sur des différences de mélodie, et un haut-parleur d'ordinateur portable ne suffit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compte à long terme. Il ne s'enseigne pas : il se démontre, en faisant jouer les trois versions devant le groupe et en demandant ce qu'on répondrait.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ouvre une discussion utile : la mélodie du reproche n'est pas la même d'une langue à l'autre, et un débit rapide fait tomber la fin des phrases en français. Ce n'est pas un défaut de 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celle qui convainc : personne ne veut de la deuxième colonne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trois à voix haute soi-même avant de les faire écouter. Le groupe entend mieux la différence chez une personne présente que dans un extrait enregistré.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l'ordre : les faits d'abord, la plainte ensuite si elle sert, l'accusation jamais à l'oral. Ce qui est grave s'écrit.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Douze cartes dans le module ; en projeter six et garder les six autres pour la reprise à l'écran. Faire redire chaque phrase par un élève sur le bon ton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pour vrai : chacun écrit ses trois phrases d'ouverture et les lit à son voisin. Cinq minutes, et l'effet se voit dès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item est la réécriture du troisième. Le faire remarquer explicitement : on ne renonce à rien en passant de l'un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les billets : ceux qui contiennent un adjectif de jugement montrent où en est le groupe, et ils resservent en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Constater, se plaindre, accuser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même information, dite de trois façons, ne produit pas le même effet. Et ce n'est pas le vocabulaire qui décide : c'est la voix.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un constat, une plainte et une accusation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syllabe que la voix appuie dans chaque cas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la même information sur les trois tons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laquelle des trois fait avancer une réclamation.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a-t-il déjà mal pris une phrase que vous pensiez neutre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Qu'aviez-vous dit exactement, avec quels mots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personne a compris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Auriez-vous pu le dire autrement avec les mêmes mots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arrivé plus souvent en français que dans votre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intentions, trois mélodies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 constate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plate, régulière, descente légère à la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 se plaint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monte sur le mot de jugement, puis retombe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On accuse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appuie sur « vous », débit qui s'accélère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Ce qu'on retient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fait, une émotion, ou une attaque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Ce qu'on obtient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note au dossier, de la pitié, ou une défense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panne, trois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constate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transmission cogne le matin, depuis le vingt-quatre avril.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se plaint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trouve inacceptable qu'une auto brise après vingt-quatre jours.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On accuse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m'avez vendu une auto que vous saviez brisée.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Ce qui les sépare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vérifiable, le deuxième est vrai, le troisième est indémontrable.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CONSTAT EST LA VOIX QUI OBTIENT QUELQUE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813052"/>
          </a:xfrm>
          <a:prstGeom prst="roundRect">
            <a:avLst>
              <a:gd name="adj" fmla="val 8069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990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Un fait daté ne se discute pas ; une émotion se plaint ; une accusation se défend.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1266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58698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plaindre n'est pas interdit, et le programme le demande même explicitement : manifester sa déception et son mécontentement. Mais une plainte ne fait pas avancer un dossier toute seule. Elle s'emploie une fois, après les faits, et de préférence avec un chiffre : « c'est la troisième fois que je me déplace » est une plainte qui laisse une trace.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la voix fait entendre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: on constate, on se plaint, ou on accuse.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transmission cogne le matin, depuis le 24 avril.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trouve inacceptable qu'une auto brise après 24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m'avez vendu une auto que vous saviez brisée.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L'étiquette porte la mention « catégorie C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troisième fois que je me déplace pour rien.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faites exprès de ne pas rappeler vos clients.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la voix fait entendre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transmission cogne le matin, depuis le 24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constate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trouve inacceptable qu'une auto brise après 24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se plaint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m'avez vendu une auto que vous saviez brisée.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accuse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L'étiquette porte la mention « catégorie C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constate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troisième fois que je me déplace pour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se plaint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faites exprès de ne pas rappeler vos clients.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accuse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un fait avec la voix d'une plainte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ses trois premières phrases à voix haute avant d'entrer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fait dit sur un ton de plainte s'entend comme une plainte, et se traite comme telle. Se les répéter une fois dans l'auto suffit à les aplatir. C'est le conseil le plus utile de tout le bloc, et il ne coûte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sur le bon 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 : l'un dit la phrase, l'autre nomme l'intention entendue.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rendez-vous promis n'a pas eu lieu.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déçue du service que je reçois.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rappelez jamais personne.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deviez me rappeler vendredi ; nous sommes mardi.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idée, sur le bon 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rendez-vous promis n'a pas eu lieu.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constat : deux dates, rien de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déçue du service que je reçois.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plainte : vraie, et elle ne prouve rien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ne rappelez jamais personne.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accusation : « jamais » la rend invérifiable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deviez me rappeler vendredi ; nous sommes mardi.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constat : la même chose, en mieux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que tu dirais au comptoir, sur le ton du constat.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date, un fait, aucun adjectif.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Relis-la à voix haute avant de l'écrire.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