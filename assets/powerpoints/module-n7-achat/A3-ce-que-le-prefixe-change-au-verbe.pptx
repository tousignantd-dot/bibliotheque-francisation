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lexique, mais pas de liste à apprendre : c'est une méthode. Le but est qu'un élève devant un mot inconnu retire la pièce ajoutée et retrouve le verbe, plutôt que d'ouvrir un dictionnaire.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vrai. « En cas de dysfonctionnement, le remboursement n'est pas automatique » veut dire « si ça ne marche pas, on ne vous rembourse pas forcément ». Le montrer dès l'ouverture.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bonne : réclamer, c'est redemander ce qui vous revient. Le préfixe porte tout le sens, et l'élève le sait déjà sans le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Dé- et dys- se confondent à l'oreille : on démonte une transmission, on ne la « désfonctionne » pas. Faire répéter les deux mots l'un après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-tion donne toujours du féminin et -ment toujours du masculin : c'est une des rares règles de genre qui ne souffre pas d'exception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l'exercice à voix haute sur trois phrases du contrat du module : chaque fois, qui fait l'action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est un mot que les élèves rencontreront s'ils vont aux petites créances. Le donner maintenant évite une mauvaise surprise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items dans le module ; en projeter six. Faire dire le genre de chaque nom en même temps que le mot : c'est la seule façon de le fixer.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le groupe : personne ne sera pénalisé pour avoir compris un mot en le décomposant. La prudence ne vaut que pour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billets font une liste que le groupe reconnaît, et ils servent d'amorce en A4, où l'on ouvre les deux documents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le préfixe change au verbe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documents de la consommation paraissent difficiles. La plupart de leurs mots sont fabriqués avec des verbes que vous employez déjà tous les 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préfixes ré-, dé- et dys- dans un mot inconnu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le nom d'un verbe avec -tion et avec -ment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l'adjectif en -able et sa forme négative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verbe caché sous un nom de document officiel.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Réclamer » : quel mot entendez-vous à l'intérieur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le début du mot, avant « clamer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d'autres mots qui commencent pareil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« ré- » dans « refaire », dans « revenir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Réclamer, est-ce demander pour la première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préfixes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PRÉFIXE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AJOUTE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ré-, re-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nouveau, ou en retour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dé-, dés-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contraire, ou défaire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dys-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fonctionne mal, sans être défait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in-, im-, ir-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négation d'un adjectif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suffixes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FABRIQUE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féminin : réclamation, réparation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masculin : versement, remboursement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adjectif de possibilité : réparable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in- plus -able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contraire : inacceptable, irréparable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NOM EN -TION CACHE CELUI QUI AGIT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documents officiels préfèrent le nom au verbe, parce que le nom ne dit pas qui fait l'action.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remboursement n'est pas automatique » ne nomme personne. Remettre le verbe et son sujet fait tomber le brouillard : « nous ne vous rembourserons pas tout seuls ». C'est le geste de lecture le plus rentable devant un contrat, et il ne demande aucun vocabulaire nouveau.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EXEMPLES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module, décomposés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réclamation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réclamer plus -tion : le fait de redemander ce qui vous revient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dysfonctionnement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dys- plus fonctionner plus -ment : ça marche, mais 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réparable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réparer plus -able : qui peut être réparé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irrecevable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ir- plus recevoir plus -able : qu'un tribunal refusera d'examiner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mot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au commerçant de réparer : elle fait une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garage a fait le travail : la ___ a coûté 1 200 $.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n'est pas à jeter : elle est encore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transmission ne fait pas ce qu'elle devrait : il y a un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mois, elle paie un ___ de 222,36 $.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récupérer les 1 200 $ : elle en demande le ___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mot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au commerçant de réparer : elle fait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réclamation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garage a fait le travail : la ___ a coûté 1 200 $.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n'est pas à jeter : elle est encore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réparable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transmission ne fait pas ce qu'elle devrait : il y a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dysfonctionnement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mois, elle paie un ___ de 222,36 $.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versement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récupérer les 1 200 $ : elle en demande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remboursement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fabriquer un nom qui n'existe pas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vérifier qu'on l'a déjà lu quelque part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réclamement », « un résolvement » : la règle est bonne, le mot n'existe pas. La fabrication des mots sert à comprendre ce qu'on lit, pas à inventer ce qu'on écrit. Dans le doute, employer le verbe.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mot en -tion ou en -ment que tu as déjà vu sur un papier officiel, et le verbe qui se cache dedans.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mot, un verbe.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Bail, banque, école, hôpital : n'importe quel papier fait l'affaire.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