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 orale, la première du module. Prévoir que chacun décrive une panne devant deux personnes au moins. C'est l'exercice qui prépare directement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court à enseigner et le plus long à installer : il demande de renoncer à donner son hypothèse, ce que tout le monde fait spontanément.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dérange, et c'est voulu : une hypothèse oblige le mécanicien à la vérifier, même quand il sait déjà qu'elle est fausse. Laisser le groupe y arriver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laisser affichée pendant toute la pratique orale. Elle remplace toute autre consigne.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formules de gauche sont celles qu'on entend vraiment. Les écrire au tableau et les barrer une par une au fil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trouver au groupe trois « jamais » utiles à partir du dialogue de B1 : le soir, après dix minutes, sur le plat.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items dans le module ; en projeter six. Faire réécrire à voix haute les trois mauvais énoncés en bons énoncés : c'est là que l'apprentissage se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minutes, quatre situations, deux tours chacun. Circuler et n'intervenir que sur une chose : la fréquence, qui est toujours la coordonnée oubliée.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Ces billets se rendent en B4, où ils servent d'énoncés au passage du plus-que-parfait : on y ajoute ce qui s'était passé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coordonnées, et rien d'autre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Ça marche mal » coûte deux heures de recherche. « Un cognement, à froid, au passage des rapports » fait ouvrir le capot au bon endroit.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Réclamer après l'achat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un symptôme avec un mot précis ou une comparaison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la condition qui déclenche le problème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chiffrer la fréquence au lieu de dire « des fois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aide un mécanicien de ce qui ne l'aide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Pourquoi un garagiste facture-t-il une heure de diagnostic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fait-il pendant cette heure-là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s'il sait déjà où regarder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décide de la durée de la recherche : lui, ou le client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donner votre hypothèse l'aide ou lui coûte du temps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coordonnées d'une panne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COORDONNÉE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quoi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cognement, grincement, sifflement, vibration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l'avant, à droite, sous le plancher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quand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froid, en côte, au freinage, en tournant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combien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systématiquement, une fois sur trois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Depuis quand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date, et ce qui a changé avant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Ce qui ne se dit pas, et par quoi le remplacer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Ça marche mal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 bruit, ou quel symptôme, et où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Des fois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fois sur trois, ou trois matins sur cinq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Depuis un bout de temps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depuis le 24 avril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Je pense que c'est le moteur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 : décrire, et laisser conclure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DIRE QUAND ÇA N'ARRIVE PAS VAUT AUTANT QUE DIRE QUAND ÇA ARRIVE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« jamais » élimine une famille d'hypothèses.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Jamais le soir », « jamais sur le plat », « aucun témoin lumineux ne s'est allumé » sont des informations complètes, et elles ne coûtent rien à donner. C'est même l'une des rares occasions où l'on rend service en disant ce qu'on n'a pas vu.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ça aide le garagiste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phrase, dites : ça aide, ou ça n'aide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marche mal depuis un bout de temps.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cognement sous le plancher, à droite, au passage des rapports.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fait un drôle de son des fois.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bruit apparaît à froid et disparaît après dix minutes.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 témoin lumineux ne s'est allumé.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pense que c'est le moteur, ou peut-être autre chose.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ça aide le garagiste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marche mal depuis un bout de temps.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n'aide pas : aucune coordonnée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cognement sous le plancher, à droite, au passage des rapports.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aide : trois coordonnées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fait un drôle de son des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n'aide pas : « des fois » ne se vérifie pas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bruit apparaît à froid et disparaît après dix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aide : la condition et sa limite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 témoin lumineux ne s'est allumé.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aide : élimine tout l'électronique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pense que c'est le moteur, ou peut-être autre chose.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n'aide pas : une hypothèse à vérifier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une panne, deux par deux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décrit, l'autre coche les trois coordonnées.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laveuse qui ne vidange plus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four qui chauffe mal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auto qui tire à droite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chauffe-eau qui manque d'eau chaude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une panne, deux par deux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laveuse qui ne vidange plus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symptôme, moment du cycle, fréquence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four qui chauffe mal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trop chaud ou pas assez, en combien de temps, en quel 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auto qui tire à droite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à quelle vitesse, au freinage ou non, toujours ou parfois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chauffe-eau qui manque d'eau chaude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après combien de minutes, à quelle heure, chaque jour ou non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Réécris « ça marche mal » en trois coordonnées, pour un appareil de ton choix.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quoi, le quand, le combien.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mais complète.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Réclamer après l'achat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