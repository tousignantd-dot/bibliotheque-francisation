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2, et la séance la plus attendue du module. Poser d'entrée que la personne au comptoir n'est pas l'ennemie : elle applique ce qu'on lui a appris. Cette nuance change la façon dont le groupe écoute le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difficile et le plus utile. Une exclusion vise la garantie qu'on a payée ; elle ne retire rien à celle que la loi donne. Le répéter au moins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a une réponse nette : celui qui avance l'usure normale doit la démontrer. Presque personne ne le sait, et c'est le renversement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Relever la réponse d'Ernestine : quatre mots, une question, aucun adjectif. C'est le modèle de réplique du bloc, et le groupe peut l'apprendre par cœur sans risque.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réplique est une phrase emphatique, et elle sera reprise telle quelle en C4. La faire répéter maintenant, sans l'expliquer : l'analyse viendra à sa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ton de la dernière réplique change tout : la personne au comptoir n'est pas hostile, elle est surprise. Faire écouter deux fois et demander au groupe ce qu'il entend dans sa voix.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explique pourquoi on invoque la garantie chiffrée en premier : elle est écrite sur le document du commerçant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deux premières l'une après l'autre : c'est la paire que tout le monde confond, et le bloc entier repose sur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item ouvre C4 et la lettre du bloc D. Le laisser en suspens : on ne dit pas encore ce que ce manquement vaut.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billets sans chiffre montrent qui n'a pas encore saisi le mécanisme, et ils resservent en C2 quand la table des catégories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 du service à la clientèle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Une auto de sept ans, c'est de l'usure normale. » La phrase tombe dès la deuxième réplique. Ce qui suit décide de 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l'argument de l'usure normale et savoir qu'il se démontre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exclusion de contrat d'une règle de loi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la catégorie de son étiquette pour appuyer une réclamation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cinq mots de la réclamation.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a-t-on déjà répondu « c'est normal » à propos d'un objet brisé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objet, et depuis combien de temps l'aviez-vous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Qu'avez-vous répondu ? Qu'auriez-vous pu répondre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prouve-t-on que ce n'est pas normal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doit prouver : vous, ou la personne qui l'affirme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L'usure normale, tout de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2910" y="2322576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madame. Je viens pour l'auto que j'ai achetée ici le six avril. La transmission cogne.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910" y="3409696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auto de sept ans avec cent quatre mille kilomètres, c'est de l'usure normale. Ça ne se couvre pas.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910" y="4496816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Vingt-quatre jours après l'achat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2910" y="5246116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date ne change rien à l'usure. Vous avez pris la garantie prolongée, ça je le vois.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L'exclusion de la page trois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910" y="190195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la transmission, dans ce contrat-là, il y a une exclusion pour les joints et les carters.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910" y="298907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j'ai payé douze cents dollars pour une garantie qui ne couvre pas la transmission.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910" y="4076191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Turgeon, ce n'est pas de la garantie prolongée que je viens vous parler. C'est de celle qui est dans la loi.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910" y="516331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Pardon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lettre sur l'étiquette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910" y="190195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l'étiquette que monsieur Vachon m'a remise, il y a une case « catégorie ». Elle dit 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910" y="298907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auto de catégorie C est couverte un mois ou mille sept cents kilomètres, selon la première limite atteinte.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910" y="4076191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six avril plus un mois, ça nous mène au six mai. On est le deux. J'ai fait neuf cents kilomètres.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910" y="516331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lu ça où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arguments, deux effets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J'ai payé 1 200 $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lui répond par les exclusions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C'est écrit page trois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discussion reste dans son contrat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Mon étiquette dit C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va chercher le dossier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Un mois ou 1 700 km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chiffre remplace l'opinion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24 jours, 900 km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reste rien à contredire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de la réclamation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garantie légale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protection écrite dans la loi, qui ne s'achète pas.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i="0">
                <a:solidFill>
                  <a:srgbClr val="17181A"/>
                </a:solidFill>
                <a:latin typeface="Verdana"/>
              </a:rPr>
              <a:t>la garantie de bon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909620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Celle des autos d'occasion, dont la durée dépend de la catégorie.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l'usure normale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697833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détérioration qu'un objet subit forcément à l'usage.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réclamation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486046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démarche par laquelle un client demande de réparer ou de rembourser.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exclusion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5274259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qu'un contrat de garantie payante refuse de couvrir.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l'échange au comptoir.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Turgeon commence par invoquer l'usure normale.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prolongée couvre les fuites de joint.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catégorie C, la garantie dure six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Ernestine réclame les pièces et la main-d'œuvre.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Turgeon accepte sur-le-champ.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avait informé Ernestine de la garantie légale.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Turgeon commence par invoquer l'usure normale.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prolongée couvre les fuites de joint.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elles sont exclues, page trois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catégorie C, la garantie dure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un mois ou 1 700 km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Ernestine réclame les pièces et la main-d'œuvre.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Turgeon accepte sur-le-champ.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doit en parler au directeur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vendeur avait informé Ernestine de la garantie légale.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l'a demandé deux fois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 répondrais-tu à « c'est de l'usure normale »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un chiffre dedans.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de reproche : un fait.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