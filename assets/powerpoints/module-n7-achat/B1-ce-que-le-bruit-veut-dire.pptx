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1. Annoncer d'entrée que ce bloc n'est pas de la mécanique : c'est de la langue. Aucun élève n'aura à réparer quoi que ce soit, tous auront à décrire quelque chose.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même compétence sert pour une laveuse, un four, un chauffe-eau. Le dire dès le début : personne ne quittera ce bloc en n'ayant appris que des mots d'automobile.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Beaucoup diront « ça fait un drôle de bruit ». Ne pas corriger : le dialogue va le faire, et le conseiller le fait mieux qu'un enseignant.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réponse d'Ernestine contient déjà deux choses : le mot précis et une comparaison. Le faire remarquer. Une comparaison juste vaut mieux qu'un mot technique employé de travers.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conseiller traduit « le matin, quand l'auto a passé la nuit dehors » en « à froid ». C'est du vocabulaire technique offert gratuitement : le relever et l'écrire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ouvre B3. « Systématiquement » est le mot le plus utile du bloc, et un élève de niveau 7 doit pouvoir le dire sans hésiter. Le faire répéter par trois personnes.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tableau de référence du bloc B, et il revient tel quel en B2 sous forme d'exercice.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Ajouter la couleur des liquides : rouge pour la transmission, vert ou orangé pour le refroidissement, noir pour l'huile. Une flaque est une information, pas une saleté.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sixième item ouvre tout le bloc C. Le souligner : un garagiste honnête renvoie chez le vendeur quand la garantie peut courir encore.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Ramasser : les billets sans coordonnée servent d'exemples anonymes en B2, et ils font mieux comprendre l'exercice que n'importe quelle consigne.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que le bruit veut dire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 comptoir d'un garage, un conseiller pose trois questions dans le même ordre à tout le monde. Y répondre précisément vaut deux heures de recherche en moins.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Réclamer après l'achat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les trois questions d'un conseiller au service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un bruit avec un mot précis ou une comparaison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quand un symptôme apparaît et à quelle fréquence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cinq mots pour nommer une panne.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Comment décririez-vous un bruit que fait un appareil chez 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mot emploieriez-vous : sifflement, grincement, cognement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bruit revient-il toujours, ou seulement dans certains cas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quel moment précis se produit-il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L'avez-vous déjà expliqué à quelqu'un ? Vous a-t-on compris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bruit, ça ne suffit pas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Écouter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7802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ERNESTINE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12910" y="2322576"/>
            <a:ext cx="83632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Je viens pour mon auto. Elle fait un bruit.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78022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WILFRID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2910" y="3071876"/>
            <a:ext cx="836321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bruit. Bon. On va être plus précis que ça, sinon je vais chercher deux heures pour rien.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78022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WILFRID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2910" y="4158995"/>
            <a:ext cx="836321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Premièrement : quel genre de bruit ? Un sifflement, un grincement, un cognement, un cliquetis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815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46116"/>
            <a:ext cx="178022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ERNESTINE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12910" y="5246116"/>
            <a:ext cx="836321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cognement. Comme si quelqu'un frappait une fois sous le plancher, du côté droit.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Quand, exactement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7802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WILFRID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12910" y="1901952"/>
            <a:ext cx="83632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Deuxièmement : quand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7802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ERNESTINE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2910" y="2651252"/>
            <a:ext cx="83632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matin, surtout. Quand l'auto a passé la nuit dehors.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7802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WILFRID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2910" y="3400551"/>
            <a:ext cx="83632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froid, donc. Et après dix minutes de route, il est encore là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78022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ERNESTINE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2910" y="4149851"/>
            <a:ext cx="836321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Non. Après, il s'en va. Le soir en revenant, je ne l'entends presque jamais.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Chaque fois, ou souvent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78022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WILFRID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12910" y="1901952"/>
            <a:ext cx="836321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Troisièmement : à quel moment exactement ? En partant, en freinant, en montant une côte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78022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ERNESTINE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2910" y="2989072"/>
            <a:ext cx="836321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Quand ça change de vitesse. Au coin de la rue Notre-Dame, il y a une petite montée : c'est là que ça cogne.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7802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WILFRID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2910" y="4076191"/>
            <a:ext cx="83632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Chaque fois, ou souvent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90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2"/>
            <a:ext cx="17802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ERNESTINE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2910" y="4825492"/>
            <a:ext cx="83632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Chaque fois, le matin. Systématiquement.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questions, trois coordonnées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639312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CHERCHE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Quel genre de bruit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symptôme, nommé ou comparé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Quand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froid, à chaud, à quelle vitesse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À quel moment exactement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manœuvre : freiner, monter, changer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Chaque fois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fréquence, chiffrée si possible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7274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85546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Depuis quand 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85546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date, et ce qui a changé avant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mots pour nommer une panne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90121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cognement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08227" y="2121408"/>
            <a:ext cx="715077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 bruit sourd et bref, comme un coup frappé une seule fois.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90121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transmission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8227" y="2909620"/>
            <a:ext cx="715077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La partie mécanique qui transmet la force du moteur aux roues.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90121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fuite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08227" y="3697833"/>
            <a:ext cx="715077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liquide qui s'écoule là où il ne devrait pas.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90121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diagnostic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08227" y="4486046"/>
            <a:ext cx="715077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résultat de l'examen par lequel un spécialiste trouve la cause.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90121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témoin lumineux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08227" y="5274259"/>
            <a:ext cx="715077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petite lampe du tableau de bord qui signale un problème.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la conversation au comptoir du garage.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conseiller pose trois questions dans un ordre précis.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cognement se fait entendre surtout le soir.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bruit revient au moment où l'auto change de vitesse.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flaque rouge est apparue avant que le bruit commence.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description précise fait gagner du temps de recherche.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conseiller conseille de faire réparer tout de suite chez lui.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conseiller pose trois questions dans un ordre précis.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cognement se fait entendre surtout le soir.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le matin, à froid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bruit revient au moment où l'auto change de vitesse.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flaque rouge est apparue avant que le bruit commence.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le bruit avait commencé trois jours avant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description précise fait gagner du temps de recherche.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conseiller conseille de faire réparer tout de suite chez lui.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il renvoie d'abord au vendeur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Décris en une phrase un bruit ou un problème que tu as déjà eu avec un appareil.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symptôme, un moment, une fréquence.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Pas de mot technique : dis ce que tu entends.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Réclamer après l'achat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