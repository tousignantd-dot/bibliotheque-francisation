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lecture. Le document est long et la méthode est courte : trois gestes. Le montrer au tableau une fois, puis laisser chacun travailler sur l'exercice du module, qui met les questions à côté du texte.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Cette compétence est une attente de fin de cours du niveau 7. Elle sert pour un bail, une police d'assurance, un formulaire : le dire, sinon le groupe croit qu'on travaille l'automobile.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question amène la méthode d'elle-même : ce qui fait lire un document, c'est une question précise. Sans question, on ne lit pas, on parcourt.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cinquième geste est celui qui distingue le niveau 7 des niveaux inférieurs : on cite pour réutiliser, pas pour comprendre.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« Est réputé » est la plus utile : quand la loi le dit, on n'a pas à démontrer l'intention. C'est en faveur du consommateur.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fabriquer trois phrases de ce modèle par le groupe, avec des biens de leur choix. Une minute chacune, et l'effet est 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Treize questions dans le module ; en projeter six. Chronométrer : deux minutes pour les six, ce qui est faisable avec la méthode et impossible sans elle. C'est la démonstration.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chercher dans la fiche un autre mot du même genre — « notamment », « le cas échéant ». Ils marquent tous une souplesse qu'un lecteur pressé prend pour une règle.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 les quatre traductions dans le cahier. Elles resservent telles quelles en D2, quand la lettre s'écrit.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minutes. Ramasser : les questions trop larges — « qu'est-ce que j'ai le droit de faire ? » — montrent qui n'a pas encore la méthode.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C3  · 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Lire une fiche de droits sans la lire en entier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n'arrive pas devant une fiche officielle : on arrive avec une question. Le titre en majuscules est l'index, et la phrase à retenir porte presque toujours un nombre.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Réclamer après l'achat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formuler sa question avant d'ouvrir un document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le paragraphe par son titre en majuscules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six formules du vocabulaire juridique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citer la phrase qui répond, plutôt que de la résumer.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MISE EN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Que faites-vous devant un document officiel de quatre pages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lisez-vous du début à la fin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rangez-vous pour plus tard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Demandez-vous à quelqu'un de le lire pour vous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vous ferait le lire en deux minutes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gestes, dans cet ordre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337560"/>
          </a:xfrm>
          <a:prstGeom prst="roundRect">
            <a:avLst>
              <a:gd name="adj" fmla="val 4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GESTE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COMMENT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Écrire sa 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phrase, avant d'ouvrir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Parcourir les titres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ils annoncent la question traitée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Lire un paragraphe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celui-là seulement, en entier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Repérer le nombre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presque toujours la réponse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Citer, pas résumer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phrase exacte servira dans la lettre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formules à reconnaître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877056"/>
          </a:xfrm>
          <a:prstGeom prst="roundRect">
            <a:avLst>
              <a:gd name="adj" fmla="val 37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FORMULE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VEUT DIRE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à titre onéreux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contre de l'argent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est réputé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loi le considère comme acquis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à compter 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partir de : la formule du délai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à défaut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si cela n'est pas fait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au préalable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avant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9651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093207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compte tenu 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093207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 tenant compte de, en pesant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« COMPTE TENU DU PRIX PAYÉ » N'EST PAS UNE ÉCHAPPATOIRE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06016"/>
          </a:xfrm>
          <a:prstGeom prst="roundRect">
            <a:avLst>
              <a:gd name="adj" fmla="val 7675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083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C'est un argument : plus vous avez payé, plus la durée attendue est longue.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05631"/>
            <a:ext cx="11057839" cy="2408428"/>
          </a:xfrm>
          <a:prstGeom prst="roundRect">
            <a:avLst>
              <a:gd name="adj" fmla="val 607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679951"/>
            <a:ext cx="10234879" cy="19512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formule paraît vague et ne l'est pas. Elle nomme les éléments qui servent à juger : le prix, le contrat, les conditions d'utilisation. Dans une lettre, la façon la plus efficace de s'en servir tient en une phrase : « onze mille quatre cents dollars pour vingt-quatre jours de service ». Le prix et la durée côte à côte, et le lecteur conclut lui-même.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Cherchez la réponse dans la fiche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Donnez le titre du paragraphe, puis le nombre qu'il contient.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Combien de temps suis-je couvert en catégorie C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Puis-je annuler la garantie que j'ai payée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délai accorde une mise en demeure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Jusqu'à quel montant aux petites créances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 devient la garantie pendant la réparation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 doit faire le commerçant avant de vendre 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Cherchez la réponse dans la fiche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Combien de temps suis-je couvert en catégorie C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DURÉES : un mois ou 1 700 km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Puis-je annuler la garantie que j'ai payée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ANNULER : dix jours, par avis écrit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délai accorde une mise en demeure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SI LE COMMERÇANT REFUSE : dix jours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Jusqu'à quel montant aux petites créances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SI RIEN NE BOUGE : 15 000 $ ou moins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 devient la garantie pendant la réparation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IMMOBILISATION : elle se prolonge d'autant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 doit faire le commerçant avant de vendre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AVANT DE VENDRE : informer, verbalement et par écrit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prendre « généralement » pour une obligation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lire comme un usage, pas comme une règle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Un délai raisonnable, généralement de dix jours » : dix jours est ce qui se fait, pas ce qui est imposé. Quinze jours reste raisonnable ; deux ne le sont pas. Le mot « généralement » se lit, il ne se saute pas.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Traduisez en langue de tous les jours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phrase par formule.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titre onéreux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8648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1912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5526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54096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est réputé passer sous silence un fait important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77639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2702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3342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33087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compter de la réception de la présente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05663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189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253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21208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selon la première limite atteinte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Traduisez en langue de tous les jours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titre onéreux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contre de l'argent, pas gratuitement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8648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1912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5526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54096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est réputé passer sous silence un fait important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la loi le considère comme s'il avait caché quelque chose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77639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2702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3342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33087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compter de la réception de la présente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à partir du jour où vous recevrez cette lettre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05663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189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253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21208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selon la première limite atteinte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celle des deux qui arrive en premier arrête tout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la question que tu poserais à l'Office si tu avais un bien brisé.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phrase, la plus précise possible.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C'est cette question-là qui te fera trouver le bon paragraphe.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Réclamer après l'achat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