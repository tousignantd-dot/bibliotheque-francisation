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et dernière séance du bloc D. Deux points de grammaire dans une seule séance, mais ils vont ensemble : ce sont les deux temps de la note. Donner quarante minutes au premier, trente au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du jour. Rappeler que le module est écrit au féminin : Nourhane écrit « allée », « restée », « revenue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moitiés de la règle comptent autant l'une que l'autre : on oublie l'accord avec être, et on en ajoute un avec 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ligne est la plus rentable : tout verbe qui porte « se » à l'infinitif prend être, sans exception à ce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le geste à installer. Le faire pratiquer trois fois à voix haute sur des phrases du groupe, puis le laisser tomber : il doit devenir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est le piège : « téléphoner » prend avoir, donc aucun accord. Elle est placée au milieu exprès. Faire justifier l'auxiliaire avant l'accord,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Signaler les six irréguliers utiles : être, avoir, aller, venir, pouvoir, devoir. Ils ne se déduisent pas de l'infinitif.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« r » dans chaque verbe. Puis faire produire trois autres promesses à partir de la situation réelle de chaque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phrases à voix haute : elles se prononcent presque pareil, et la différence de sens est totale. C'est le même mécanisme que le « e » de « allée », dans l'autre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d'écriture individuelle. Passer dans les rangées. Ne corriger que trois choses : le mot « abandonner », la date, et la longueur. Le reste attend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règle du bloc D. Beaucoup d'élèves du groupe sont dans cette situation sans l'avoir dite. La séance est parfois l'occasion d'une démarche réelle : le proposer, sans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annoter. Ces billets deviennent la production écrite de E2 : les rendre au début de la séance, pour que chacun parte d'un texte déjà relu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passé composé avec être, et le futur simple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temps, deux moitiés de la note. Le passé composé dit ce qui est arrivé ; le futur dit ce qui va se passer. Et entre les deux, une lettre qu'on n'entend pas et qui se voit : le « e » de « je suis allée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verbes qui prennent l'auxiliaire être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avec le sujet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futur simple à son « r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deux dernières lignes d'une note d'abandon.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AVEC ÊTRE, LE PARTICIPE S'ACCORDE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est allé. Elle est allée. Ils sont allés. Elles sont allées.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avoir, il ne bouge pas : elle a téléphoné, jamais « téléphonée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VERBES QUI PRENNENT 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quinzaine, et la liste ne s'allonge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Aller et venir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aller, venir, revenir, retourner, arriver, partir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Entrer et sortir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entrer, sortir, monter, descendre, rester, tomber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Naître et devenir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naître, mourir, devenir, rentrer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Tous les pronominaux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lever, se rendre, s'absenter, se présenter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Tous les autres verbes prennent avoir.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NE S'ENTEND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qui se voit quand même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allé, allée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prononcent exactement pareil. C'est pourquoi la faute survit à l'oral.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test en deux secondes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Remplacez le sujet par « une femme » : une femme est allée.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revenu,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Ici, un peu de différence s'entend. Écoutez les deux.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Relire à voix haute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ainsi que Nourhane a entendu son « je suis allé » sans 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participe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C'est une femme qui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(aller) ___ à la clinique avec mon fils.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fils est (tomber) ___ malade dimanche soir.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(rester) ___ à la maison toute la journée.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(téléphoner) ___ au centre à sept heures dix.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(revenir) ___ trop tard pour le cours.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suis (lever) ___ à cinq heures.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participe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(aller) ___ à la clinique avec mon fils.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allée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fils est (tomber) ___ malade dimanche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tombé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(rester) ___ à la maison toute la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restée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(téléphoner) ___ au centre à sept heures dix.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téléphoné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(revenir) ___ trop tard pour le 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revenue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suis (lever) ___ à cinq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levée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FUTUR SE RECONNAÎT À SON « R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remettrai, je rattraperai, je serai, j'irai, je viendrai.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« r » est là dans tous les cas. Cherchez-le : c'est le repère le plus sûr.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QUE VOUS PROMETTEZ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de fin de note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26764"/>
          </a:xfrm>
          <a:prstGeom prst="roundRect">
            <a:avLst>
              <a:gd name="adj" fmla="val 38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PROMET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serai en classe demain matin.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Votre retour, avec le jour.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rattraperai la matière.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Comment vous reprendrez ce qui a été manqué.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vous remettrai le papier jeudi.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Une preuve, à une date.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vous rappellerai avant seize heures.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Un second appel, aujourd'hui.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759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604003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devrai quitter à onze heures.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604003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Un départ avant la fin, annoncé.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J'irai au secrétariat avant midi.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Où vous irez, et avant quelle heure.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« JE REMETTRAIS » AVEC UN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remettrais le papier jeudi.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remettrai le papier jeudi.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un « s », c'est un conditionnel : cela veut dire « si les choses le permettaient ». Dans une note, on écrit le futur, sans « s » : c'est un engagement, pas une intention.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arrêtez le cours du soir. Trois phrases, pas une de plus.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note-remise-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 : le mot « abandonner » et le nom exact du cours.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 : la date à partir de laquelle l'abandon prend effet.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3 : le motif, court et général.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une quatrième, facultative : je souhaiterais me réinscrire plus tard.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MOT FAIT PEUR, ET C'EST LUI QU'IL FAUT ÉCRIRE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abandon annoncé avant la date limite ne laisse aucune trace négative. Un cours qu'on cesse de fréquenter, 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personnel entend ce mot dix fois par semaine et n'y met aucun jugement.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note complète : les six lignes, avec le passé composé et le futur.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l'accord du participe passé avec être.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qu'il n'y a pas de « s » au futur.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