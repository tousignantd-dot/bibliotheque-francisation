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bloc C, et la seule du module qui travaille la compréhension orale pure. Distribuer un papier et un crayon à chacun AVANT de faire écouter quoi que ce soit : c'est la consigne de la séance, et elle doit être vécue, pas dite.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difficile à faire admettre et le plus libérateur. Un message de trente secondes contient une centaine de mots ; trois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grille d'écoute pour les trois messages du jour et pour tous ceux que les élèves recevront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 : la première pour saisir, la seconde en écrivant. Puis demander les trois renseignements. La troisième réplique est celle qui rappelle la règle des deux moitiés, vue en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message-là ne demande presque rien : c'est un renseignement, plus une proposition. Faire remarquer la dernière réplique — quand un message dit « ne vous inquiétez pas », c'est aussi un renseignement, et il se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message porte l'information la plus lourde du module. Le faire réécouter une fois de plus que les autres, et faire écrire la date limite au tableau : avant la fin du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la colonne de droite pendant l'écoute, pas après. Comparer ensuite les notes de deux voisins : ce qui manque à l'un et pas à l'autre montre où l'attention a lâché.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observation ouvre le bloc D. Ne pas donner les réponses aujourd'hui : les noter au tableau et les laisser jusqu'à D1, où on les vérifiera une à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coûte du temps et du courage. Le nommer soulage : plusieurs élèves croient qu'ils écoutent mal alors qu'ils écoutent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sixième vérifie qu'on a bien identifié les voix. C'est le premier des trois renseignements, et c'est celui qu'on manque quand on n'écoute pas les cinq premières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Ceux qui écrivent quatre ou cinq choses n'ont pas encore fait le tri : leur redire qu'il n'y en a que trois, et que le reste est du confort.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messages, trois choses à faire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soir venu, c'est le téléphone de Nourhane qui clignote. Le secrétariat, l'enseignant, puis le secrétariat encore. Aucun des trois ne se répète, aucun ne pose de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écouter un message et en tirer qui appelle, pourquoi, et quoi faire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pendant l'écoute plutôt qu'après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de ne pas comprendre tous les mots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rappeler, et quand ne pas rappeler.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CHOSES, JAMAIS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appelle, au début. Pourquoi, juste après. Ce qu'on attend de vous,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un message n'est pas comprendre tous les mots.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MESSAGE 1 · LE SECRÉTARIAT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note écrite avant vendredi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masquée, crayon en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1020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889" y="2322576"/>
            <a:ext cx="853323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 madame Ouazzani, ici Murielle Sansregret, du secrétariat de la Pointe-aux-Ormes.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610201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889" y="3303016"/>
            <a:ext cx="8533237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bien reçu votre message de ce matin et j'ai inscrit votre absence au dossier.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343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998975"/>
            <a:ext cx="161020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889" y="3998975"/>
            <a:ext cx="853323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 contre, une absence n'est motivée que si vous nous remettez une note écrite et signée.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148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79415"/>
            <a:ext cx="161020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889" y="4979415"/>
            <a:ext cx="853323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Apportez-la-moi avant vendredi, au comptoir, avec le papier de la clinique. Merci.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MESSAGE 2 · L'ENSEIGNANT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rattrapage au local 214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701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2846" y="1901952"/>
            <a:ext cx="88732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Nourhane, c'est Fabien Corriveau, votre enseignant du groupe 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701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2846" y="2989072"/>
            <a:ext cx="88732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fait les nombres et l'heure ce matin ; je vous ai gardé les feuilles.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701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2846" y="3738371"/>
            <a:ext cx="88732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rattrapage a lieu demain sur l'heure du dîner, au local 214, si ça vous convient.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2701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2846" y="4825491"/>
            <a:ext cx="88732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vous inquiétez pas pour aujourd'hui : ça arrive à tout le monde. À demain.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MESSAGE 3 · LE SECRÉTARIAT ENCORE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détail oublié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Ouazzani, Murielle Sansregret encore. Un détail que j'ai oublié.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98907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aussi inscrite au cours d'informatique du soir. Si vous l'abandonnez, il faut nous le dire par écrit avant la fin du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MURIELLE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407619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Sinon, l'abandon est inscrit comme un échec, et ce n'est pas la même chose du tout.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8052" y="516331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je ne le savais pas. Grâce à elle, je l'apprends à temps.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QUE VOUS NOTEZ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messages, six renseignements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· qui appelle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Murielle Sansregret, du secrétariat.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· à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note écrite et signée, avant vendredi.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· qui appelle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Fabien Corriveau, l'enseignant du groupe 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· à 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Rattrapage demain midi, local 214.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· qui appelle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Murielle Sansregret, une deuxième fois.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· à faire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Annoncer l'abandon par écrit avant la fin du mois.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feuille pliée qui passe d'une main à une autre. Qu'est-ce qui est écrit dessus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note-remise-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écrire sur une note d'absence, à votre 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la remet-on : à l'enseignant ou au secrétariat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la signer ? Pourquoi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gardez-vous, vous, quand vous remettez ce papier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VOULOIR TOUT 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réécoute dix fois la même phrase, je ne comprends pas un 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note le nom, la raison et ce qu'il faut faire, et je passe.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que vous n'avez pas compris n'est presque jamais l'un des trois renseignements utiles. Vérifiez à la fin s'il vous manque quelque chose : la plupart du temps, non.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trois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L'absence de Nourhane est inscrite au dossier.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enregistré suffit, aucun papier n'est demandé.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rattrapage a lieu le midi, au local 214.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Corriveau appelle pour reprocher son absence.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 non annoncé est inscrit comme un échec.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messages viennent de la même personne.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L'absence de Nourhane est inscrite au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enregistré suffit, aucun papier n'est demandé.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note écrite avant vendredi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rattrapage a lieu le midi, au local 214.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Corriveau appelle pour reprocher son absence.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pour rassurer et proposer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abandon non annoncé est inscrit comme un échec.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messages viennent de la même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du secrétariat, un de l'enseignant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choses qu'il faut attraper dans un message téléphonique.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l'ordre où on les entend.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Ajoutez, pour chacune, à quel moment du message elle se trouve.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