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elle sert d'abord à comprendre : l'impératif est ici une forme à reconnaître avant d'être une forme à produire. Commencer par faire écouter le menu de B1 en demandant seulement de compter les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difficile. Les trois premiers se règlent en vingt minutes ; garder le reste de la séance pour les pronoms.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quatre autres impératifs à partir du présent : vous signez, vous rappelez, vous remettez, vous descendez.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Masquer la colonne de droite et faire produire à l'oral. C'est l'exercice le plus rapide du module : quatre-vingts pour cent du groupe l'a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Signaler « ne quittez pas », qui est une formule fixe du téléphone et veut dire « restez en ligne ». Elle n'a rien à voir avec quitter un lieu, et elle surprend tout le monde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se voit à l'écrit seulement, et c'est le point du jour qui reviendra en D2 : une note où l'on écrit « rappelez moi » se lit encore, mais elle se voit.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portent le trait d'union. Les faire écrire au tableau par deux élèves : c'est là que le trait manque, jamais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de la séance. Faire remarquer que le pronom traverse le verbe : derrière au positif, devant au négatif. Le montrer avec la main, physiquement,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faute-là s'entend, contrairement au trait d'union. La corriger à l'oral chaque fois qu'elle passe, sans commentaire : la répétition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cinq-là couvrent presque tous les menus du Québec, celui de la banque et celui de la clinique compris. Les faire répéter les yeux fermés, comme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réponses viennent souvent de la banque, du service à la clientèle ou de la clinique : les lire à voix haute au début de B3, elles montrent que la forme se retrouve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L'impératif : la langue des répondeurs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Appuyez. Composez. Laissez. Ne quittez pas. Raccrochez. Cinq verbes sans sujet, et vous traversez n'importe quel menu téléphonique du Québec.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l'impératif dans un menu téléphonique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l'impératif avec « vous » en enlevant le pronom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 mettre à la forme négative : ne raccrochez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derrière au positif, devant au négatif.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ENLÈVE LE PRONOM, RIEN DE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appuyez donne appuyez. vous laissez donne laissez.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Aucune autre modification. Aucune exception dans les verbes du module.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DU PRÉSENT À L'IMPÉRATIF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verbes du répondeur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L'IMPÉRATIF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appuyez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appuyez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composez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composez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laissez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laissez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raccrochez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raccrochez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restez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restez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signez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signez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FORME NÉGATIVE, RIEN NE BOUGE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« ne » devant le verbe, le « pas » derrière : ne raccrochez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le « ne » tombe souvent — mais il ne s'écrit jamais sans lui.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UN PRONOM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places, une seule règle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 positif : derrière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Rappelez-moi. Parlez-lui. Lisez-la. Avec un trait d'union.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 négatif : devant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me rappelez pas. Ne lui parlez pas. Sans trait d'union.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me » devient « moi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me rappelez donne rappelez-moi, jamais « rappelez-me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trait d'union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montre que le pronom fait partie du verbe. Il n'est pas facultatif.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l'impératif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la forme « 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(Appuyer) ___ sur le 1 pour signaler une absence.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(Laisser) ___ votre message après le signal sonore.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(Composer) ___ le poste 224.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(raccrocher) ___ pas avant la fin du message.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(Rappeler) ___-moi cet après-midi.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(Lire) ___-la à voix haute avant de la remettre.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l'impératif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(Appuyer) ___ sur le 1 pour signaler une absence.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Appuyez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(Laisser) ___ votre message après le signal sonore.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Laissez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(Composer) ___ le poste 224.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Composez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(raccrocher) ___ pas avant la fin du message.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raccrochez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(Rappeler) ___-moi cet 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Rappelez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(Lire) ___-la à voix haute avant de la remettre.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Lisez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POSITIF ET NÉGATIF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consigne, deux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la phrase à la forme négative.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Rappelez-moi avant midi.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Parlez-lui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Appuyez tout de suite.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Remettez-la au comptoir.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Quittez la ligne.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Téléphonez-moi ce soir.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consigne, deux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Rappelez-moi avant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me rappelez pas avant midi.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Parlez-lui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lui parlez pas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Appuyez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N'appuyez pas tout de suite.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Remettez-la au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la remettez pas au comptoir.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Quittez la ligne.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quittez pas la ligne.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Téléphonez-moi ce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me téléphonez pas ce soir.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LAISSER LE PRONOM DERRIÈRE AU NÉGATIF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rappelez-moi pas avant 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me rappelez pas avant 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positif, le pronom passe derrière avec un trait d'union. Au négatif, il revient devant, sans trait d'union. C'est la seule chose à retenir en plus, et elle vaut pour tous les verbes.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PHRASES DES RÉPONDEURS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reconnaître partout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Faites le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Appuyez sur la touche 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Composez le poste.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Tapez le numéro interne de la personne.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Restez en ligne.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Attendez, quelqu'un va répondre.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quittez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même chose, en plus court.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le signal sonore.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Parlez seulement quand vous entendez le 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consignes que vous avez déjà entendues dans un répondeur,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verbe à l'impératif, comme au téléphone.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vous souvenez pas des mots exacts, écrivez ce que ça voulait dire.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