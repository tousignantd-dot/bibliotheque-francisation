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des deux séances du bloc D. Elle est courte en grammaire et longue en lecture à voix haute : c'est le geste qu'on veut installer. Faire lire chaque élève, sans exception, même une seule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se transmette vraiment : personne ne relit une note d'absence, et c'est pour cela qu'elles sont mal écrites.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Lisez-la-moi » : deux pronoms, deux traits d'union, la grammaire de B2 en trois mots. La faire remarquer au passage, sans s'y arrêter.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de Fabien annonce D2 au complet. Ne pas l'expliquer aujourd'hui : la faire seulement remarquer, et dire qu'on y reviendra demain.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Fabien contient la raison d'être du futur dans une note. L'écrire au tableau : une note qui ne parle que du passé demande à être excusée, une note qui finit au futur referme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phrase que les élèves retiennent du module. La faire répéter. Puis demander qui, dans le groupe, a déjà remis un papier sans en garder de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grille d'écriture en D2 et de grille d'évaluation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cinq et demander laquelle paraît la moins grave. C'est presque toujours la copie — et c'est la seule qui protège l'élève plutôt que l'établissement.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la note en entier et la faire lire par six élèves, une ligne chacun. Puis effacer une ligne au hasard et demander laquelle manque : c'est l'exercice qui reste en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a une conséquence concrète, pas seulement grammaticale. Le dire ainsi : ce n'est pas une faute de temps, c'est une journée d'absence de plus au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demande d'écouter jusqu'au bout : la signature est bien là, c'est la ligne du haut qui manque. Faire réécouter la quatrième partie du dialogue avant de trancher.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: c'est le brouillon de la note de D2, qui deviendra la production écrite de E2. Trois séances pour un même texte, à chaque fois plus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sa note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enregistré s'efface ; une note reste. Le centre demande donc un papier, cinq ou six lignes, daté et signé. Nourhane le lit devant monsieur Corriveau — et c'est en le lisant qu'elle entend ce qui cloche.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six lignes d'une note d'absence et leur 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manque à une note incomplète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à voix haute pour entendre ses propres fautes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on garde une copie.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vous la lire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8052" y="2322576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Corriveau, voici ma note pour lundi. Est-ce que je peux vous la lire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8052" y="3409696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Lisez-la-moi, oui. C'est le meilleur moyen de voir ce qui manque.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8052" y="4158995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Laval, le 16 septembre. Madame, Monsieur. Je suis Nourhane Ouazzani, du groupe 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8052" y="5246116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 début. La date et le groupe sont là dès les deux premières lignes.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phrase, un motif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été absente le lundi 14 septembre parce que mon fils est tombé malade.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98907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phrase, un motif. C'est exactement ce qu'il faut.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allée à la clinique avec lui et je suis revenue trop tard pour le 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8052" y="482549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Attention : vous avez écrit « je suis allé », sans e. C'est vous qui êtes allée.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futur, ici, c'est ce qu'on attend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être, le participe s'accorde. Je l'oublie chaque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6512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fois, mais vous vous en souvenez quand vous relisez à voix haute. Continuez.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rattraperai la matière au local 214 et je vous remettrai le papier de la clinique.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8052" y="482549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futur, ici, c'est ce que le centre attend. Vous dites ce qui va se passer.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manque une chose, et une seule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Veuillez agréer mes salutations. Nourhane Ouazzani. Et je signe en dessous.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98907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une chose, et une seule : à qui la note est adressée.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réécris la ligne du haut et je descends au comptoir avant midi.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8052" y="448767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Faites-en une copie avant. Une note remise sans copie, ça n'a jamais existé.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SIX LIGNES, ET IL FAUT LES SIX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date. Le destinataire. Qui vous êtes. Ce qui est arrivé. Ce que vous ferez. La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note à laquelle il manque une ligne ne fait pas ce qu'elle devrait faire.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ARRIVE QUAND UNE LIGNE MANQUE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conséquences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LA NOTE NE PEUT PLUS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Prouver quand elle a été écrite et remise.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Arriver au bon dossier parmi douze listes.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destinataire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Se distinguer d'un brouillon.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Être officielle. Sans elle, c'est une feuille.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copie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Vous défendre le jour où le dossier dit le contraire.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NOTE DE NOURHANE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lignes,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Laval, le 16 septembre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59303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et la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Madame, Monsieur,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559303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destinataire.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Je suis Nourhane Ouazzani, du groupe 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3758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vous êtes.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J'ai été absente le lundi 14 septembre parce que mon fils est tombé malade.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03758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est arrivé, au passé composé.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Je rattraperai la matière et je vous remettrai le papier.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51586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ferez, au futur.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Veuillez agréer mes salutations.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51586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formule, puis la signature.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ÉCRIRE LE MOTIF AU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absente parce que mon fils est malade.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été absente le lundi 14 parce que mon fils est tombé malade.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note remise après coup parle du passé. Le présent laisse croire que vous êtes absente aujourd'hui aussi, et le secrétariat inscrit alors deux journées au lieu d'une.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lit sa note à voix haute devant son enseignant.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note commence par la date et le nom de la ville.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Corriveau trouve le motif trop court.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écrit « je suis allé » sans 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manquait la signature.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conseille de faire une copie.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lit sa note à voix haute devant son enseignant.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note commence par la date et le nom de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Corriveau trouve le motif trop court.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ce qu'il 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écrit « je suis allé » sans 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manquait la signature.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destinataire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conseille de faire une copie.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Reprenez votre phrase de C4 et écrivez au-dessus les trois lignes qui manquent : la date, le destinataire, votre nom et votre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ville et la date en toutes lettres.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Madame, Monsieur — cela suffit comme destinataire.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