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Commencer par faire écouter les trois formes dites l'une après l'autre — « vous devez », « il faut », « il faudrait » — et demander laquelle est la plus douce. Le groupe l'entend sans qu'on l'explique.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la faute numéro un du niveau : « je dois je téléphone ». La corriger dès la première apparition, sans attendre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la plus rentable de la séance : elle vaut aussi après pouvoir, vouloir, aller et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« je dois » et « il doit » au tableau côte à côte. Le t de la troisième personne est la seule difficulté, et elle ne s'entend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celle que les élèves emporteront : au téléphone comme au comptoir, la première phrase après le bonjour est presque toujours « est-ce que je peux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règle-là paraît évidente et ne l'est pas : « je faut » se dit régulièrement au niveau 4, par analogie avec « je peux » et « je veux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est la seule où deux réponses se défendent : « il faut » n'est pas faux, mais « il faudrait » est ce que le personnel dirait, à cause de « si c'est possible ».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à faire à trois voix : un élève dit la forme ferme, un autre la forme générale, un troisième la forme douce. Le ton change plus que les mots, et c'est ce ton-là qu'il faut reconnaître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corriger par reformulation plutôt que par explication : répéter la phrase juste, une fois, et continuer. L'explication a déjà été donnée en début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premières sont dans votre bouche, les trois dernières dans celle du secrétariat. Faire jouer les six par paires, debout, dos à dos : au téléphone, on ne se voit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La faute de l'infinitif se voit d'un coup d'œil sur les billets ; ceux qui la font se revoient individuellement au début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Devoir, il faut, il faudrait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façons de dire qu'une chose doit se faire, et elles ne sont pas interchangeables. Le personnel d'un centre emploie surtout les deux dernières ; vous emploierez la première pour dire ce que vous vous engagez à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conjuguer devoir au présent, sans faute d'orthographe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» pour une règle qui vaut pour tout le monde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adoucir avec « il faudrait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l'infinitif après ces trois formes.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DEVOIR ET APRÈS FALLOIR, L'INFINITIF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dois téléphoner. Il faut remettre. Il faudrait signer.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second verbe ne se conjugue jamais. « Je dois j'appelle » ne se dit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DEVOIR AU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formes, deux pièges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dois — un seul s, jamais de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dois — la même chose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doit — avec un 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devez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ils, 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doivent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DEGRÉS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 plus ferme au plus doux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Vous devez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Ferme, et cela nomme la personne. Le centre l'emploie quand rien n'est négociable.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règle, sans personne. « Il » ne désigne rien : c'est un sujet vide.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faudrait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conditionnel de politesse. Une suggestion posée sur la 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Est-ce que je peux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plus une obligation, c'est une permission. On commence presque toujours par 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FALLOIR N'EXISTE QU'À UNE FORME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faut, il faudra, il faudrait. Jamais « je faut », jamais « nous fallons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parler de soi, on emploie devoir : je dois.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COMPLÉTEZ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Dois, doit, devez, faut, faudrait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forme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signaler mon absence avant le 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nous remettre une note écrite et signée.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téléphoner avant huit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apporter le papier de la clinique jeudi.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nous prévenir un peu plus tôt, si c'est possible.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élève à temps plein ___ justifier ses absences.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Dois, doit, devez, faut, faudrait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signaler mon absence avant le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___ nous remettre une note écrite et signée.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téléphoner avant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apporter le papier de la clinique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nous prévenir un peu plus tôt, si c'est possible.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faudrait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élève à temps plein ___ justifier ses absences.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DU FERME AU DOUX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la même chose trois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vous devez, il faut, puis il faudrait.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remettre une note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téléphoner avant huit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signer le papier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annoncer un abandon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la même chose trois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remettre une note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devez remettre une note. Il faut remettre une note. Il faudrait la remettre avant vendredi.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téléphoner avant huit heures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devez téléphoner avant huit heures. Il faut téléphoner tôt. Il faudrait appeler un peu plus tôt.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signer le papier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devez signer le papier. Il faut le signer à la main. Il faudrait le signer avant de le remettre.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annoncer un abandon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Vous devez l'annoncer par écrit. Il faut le faire avant la fin du mois. Il faudrait le faire cette semaine.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CONJUGUER LE SECOND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dois je téléphone au centre avant huit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dois téléphoner au centre avant huit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devoir et après falloir, le verbe qui suit reste à l'infinitif. C'est la faute la plus fréquente du niveau, et elle s'entend tout de suite.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QUE VOUS DIREZ 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toutes faites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vous engagez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dois vous remettre une note.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demandez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 je peux vous rappeler demain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explique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téléphoner avant huit heures.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suggère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faudrait nous apporter le papier.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rappelle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devez nous remettre une note signée.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rassure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ne faut pas attendre la fin du mois.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phrase avec « je dois » et une avec « il faut », à propos de votre 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second verbe à l'infinitif dans les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choses vraies : ce que vous devez faire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