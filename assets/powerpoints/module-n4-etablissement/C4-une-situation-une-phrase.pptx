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C. Elle assemble tout ce qui précède : le mot du motif de A4, la cause de C2, le pronom de C3. Séance de production orale guidée, à faire debout autant que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vrai travail de la séance. Une phrase lue n'est pas une phrase acquise : viser la production sans support à la fin des soixante-quinze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Masquer la colonne de droite. Faire produire chaque phrase par un élève différent, debout, avant de révéler. Puis comparer : ce que le groupe produit est souvent très proche.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ouvre une petite discussion utile : personne au secrétariat n'a le droit de demander un détail médical, et personne ne le demande. Le dire clairement rassure.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règle la question de la longueur une fois pour toutes, et elle revient en E1 comme critère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dans les rangées. Corriger deux choses seulement : la date, qui manque souvent, et la longueur du motif. Le reste, laisser passer.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surprend et soulage. Beaucoup d'élèves rappellent par politesse et occupent une ligne pour rien. Dire que faire ce qu'on demande est la meilleure des réponses.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phrase de sortie du module, et la plus rentable de toutes. La faire dire par chacun, à voix haute, avec sa propre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Nuancer une fois : si le message était difficile à comprendre, rappeler pour vérifier est parfaitement légitime. Ce qui ne sert à rien, c'est la confirmation pure.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: ces billets servent de brouillon en D1, où la même phrase devient la quatrième ligne d'une note écrite. Rien ne se perd d'un bloc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Une situation, une phrase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situations qui arrivent vraiment, et six phrases toutes faites pour les dire. Ce sont les phrases que vous emporterez : elles servent au centre, au travail, chez le médecin et à la garderie.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Prévenir le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une situation réelle à la phrase qui la dit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cette phrase sans hésiter et sans la lire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un message plutôt que de rappeler pour rien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ce qu'on a compris avant de raccrocher.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SIX SITUATIONS, SIX PHRASES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dire sans réfléchir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61460"/>
          </a:xfrm>
          <a:prstGeom prst="roundRect">
            <a:avLst>
              <a:gd name="adj" fmla="val 36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Enfant malade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serai absente aujourd'hui parce que mon fils est malade.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754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0344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Autobus manqué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0344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J'aurai une heure de retard à cause de l'autobus.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2618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Cours du soir arrêté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2618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vous écris pour abandonner le cours du soir.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Raison privée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J'ai un empêchement familial ce matin.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6436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77164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Départ avant la fin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77164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devrai quitter à onze heures pour un rendez-vous.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1663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29437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Papier rapporté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29437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vous remets le papier qui justifie mon absence.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enfant couché, un thermomètre à côté. Vous appelez, et vous dites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nfant-malade-l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est la première phrase, après « bonjour »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phrases pour le motif : une, deux, trois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Dites-vous le nom de la maladie ? Pourquoi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promettez avant de raccrocher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PHRASE POUR LE MOTIF, JAMAIS DEUX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Personne ne vérifie, personne ne juge. Un motif court est un motif de personne qui sait comment ça marche.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détail médical, familial ou financier ne regarde pas un dossier scolaire.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la phrase, debout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situation vous est donnée, vous dites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enfant a de la fièvre et vous allez à la clinique.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panne de métro et vous arriverez vers dix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319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346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986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6864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un rendez-vous à l'immigration à onze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4995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714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354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0539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arrêtez le cours du soir à partir du 1er octobre.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88670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610819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617219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604215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voiture ne démarre pas et vous ne viendrez pas.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823455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9204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9844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978903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rapportez le papier de la clinique.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la phrase, debout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enfant a de la fièvre et vous allez à la clinique.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serai absente aujourd'hui, jeudi le 17, parce que mon fils est malade.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panne de métro et vous arriverez vers dix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J'aurai deux heures de retard à cause d'une panne de métro.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319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346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986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6864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un rendez-vous à l'immigration à onze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devrai quitter le cours à dix heures et demie pour un rendez-vous.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4995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714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354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0539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arrêtez le cours du soir à partir du 1er octobre.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vous écris pour abandonner le cours du soir à partir du 1er octobre.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88670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610819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617219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604215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voiture ne démarre pas et vous ne viendrez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serai absent aujourd'hui à cause d'un problème de voiture.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823455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9204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9844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978903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rapportez le papier de la clinique.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vous remets le papier qui justifie mon absence de lundi.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RÉPONDRE À UN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Rappeler, ou ne pas rappeler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On vous demande de rappeler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rappelez, en donnant votre nom et votre groupe d'abord.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manque un des trois renseignements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rappelez, et vous demandez précisément ce qui manque.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message est complet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ne rappelez pas : vous faites ce qu'on vous demande.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Vous voulez confirmer que vous avez écouté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n'est pas nécessaire. Le secrétariat en reçoit quarante par jour.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REDITES CE QUE VOUS AVEZ COMPRIS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Donc je remets la note avant vendredi, avec le papier de la clinique. C'est bien ça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secondes, et vous savez tous les deux que vous avez compris la même chose.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RAPPELER POUR DIRE QU'ON A BIEN REÇU LE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c'est juste pour vous dire que j'ai eu votre message.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Bonjour. Nourhane Ouazzani, groupe 6. Je vous apporte ma note.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secrétariat reçoit quarante appels par jour. Un appel qui n'apporte rien occupe une ligne. Faites ce qu'on vous demande : c'est la meilleure des confirmations.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une des six situations et écrivez la phrase complète, avec la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avec la date exacte et le motif.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Relisez-la à voix haute avant de la remettre.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Prévenir le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