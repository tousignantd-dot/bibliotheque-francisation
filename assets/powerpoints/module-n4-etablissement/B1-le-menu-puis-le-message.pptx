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bloc B. Faire écouter le dialogue en entier, sans rien montrer, avant toute explication : le groupe doit d'abord éprouver ce que c'est que d'entendre un menu sans pouvoir le relire. Puis seulement, ouvrir le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seul qui demande un vrai changement d'habitude. Tout le monde commence spontanément par la raison : c'est l'ordre de la pensée, ce n'est pas l'ordre du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la réponse à la troisième : le message est horodaté. Un message laissé à sept heures dix prouve ce qu'aucun appel de huit heures cinq ne prouvera.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les heures d'ouverture arrivent avant les choix : c'est toujours le cas, et c'est le moment où l'attention retombe. Or c'est le seul renseignement qu'on ne pourra pas redemander.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Pour réentendre ce menu, ne faites rien » est la phrase la plus utile du dialogue : elle dit qu'on a le droit d'écouter deux fois. Beaucoup d'élèves appuient au hasard plutôt que d'attendre.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phrases, trois morceaux. Les faire compter par le groupe. Faire remarquer que la raison arrive en troisième position, jamais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L'épellation arrive tard, et c'est voulu : on se nomme d'abord normalement, on épelle ensuite. Faire épeler à chacun son nom de famille, puis le faire écrire par le voisin.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reste affichée jusqu'à E1, où elle devient la grille d'évaluation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 menu une seconde fois en demandant au groupe de lever un, deux ou trois doigts au bon moment. C'est un exercice d'écoute rapide, et il fait 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l'enseignant lit un message qui commence par la raison, et demande au groupe d'écrire le nom de la personne. Personne n'y arrive. La démonstration vaut mieux que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réplique exacte. La cinquième est celle qu'on manque : on entend le numéro et on ne compte pas les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Ils reviennent en B4, où l'on ajoutera les deux derniers morceaux et où l'on chronométrera le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menu, puis le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Sept heures dix. Nourhane compose le numéro du centre et tombe sur une voix enregistrée qui donne cinq consignes. Puis c'est à elle : une minute, personne en face, aucune question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Prévenir le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menu téléphonique et choisir la bonne touche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cinq morceaux d'un message et leur ordre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commencer par son nom et son groupe, jamais par la raison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 numéro de téléphone par groupes de chiffres, deux fois.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réveille-matin dans une chambre encore sombre. Il est quelle heure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eveil-avant-au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heure décide-t-on qu'on ne pourra pas aller au cours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bureau ouvre à huit heures : que faites-vous entre-temps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mieux d'appeler tôt ou d'attendre l'ouverture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prouve que vous avez prévenu avant l'heure du cours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avez rejoint le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95602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VOIX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8712" y="2322576"/>
            <a:ext cx="9187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Vous avez rejoint le Centre d'éducation des adultes de la Pointe-aux-Ormes.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95602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VOIX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8712" y="3409696"/>
            <a:ext cx="9187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Nos bureaux sont ouverts de huit heures à seize heures, du lundi au vendredi.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95602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VOIX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8712" y="4496816"/>
            <a:ext cx="9187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signaler une absence ou un retard, appuyez sur le 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95602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VOIX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8712" y="5246116"/>
            <a:ext cx="9187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parler au secrétariat, appuyez sur le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faites rien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VOIX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8052" y="1901952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connaître le numéro d'un poste, appuyez sur le 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VOIX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8052" y="2651252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réentendre ce menu, ne faites rien.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8052" y="3400551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1. C'est bien le 1, pour une absence.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VOIX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8052" y="4149851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Laissez votre message après le signal sonore. Pour terminer, raccrochez.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Ici Nourhane Ouazzani, groupe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8052" y="1901952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Ici Nourhane Ouazzani, groupe 6, francisation de jour.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8052" y="2651252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appelle pour signaler mon absence aujourd'hui, lundi le 14.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8052" y="3738371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serai pas au cours parce que mon fils a une otite et j'ai un rendez-vous à la clinique.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répète : 450 555-0147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8052" y="1901952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serai en classe demain matin et je remettrai le papier de la clinique jeudi.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8052" y="2989072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nom s'épelle O, U, A, deux Z, A, N, I. Ouazzani.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7753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8052" y="3738371"/>
            <a:ext cx="83680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pouvez me rappeler au 450 555-0147. Je répète : 450 555-0147.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25491"/>
            <a:ext cx="17753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NOURHANE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8052" y="4825491"/>
            <a:ext cx="83680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beaucoup. Bonne journée.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CINQ MORCEAUX, TOUJOURS DANS CET ORDRE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vous êtes. Pourquoi vous appelez, avec la date. Le motif. Ce que vous ferez. Votre numéro, deux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Cinquante secondes suffisent. Ce qui fait déborder un message, ce n'est jamais l'information : c'est l'explication.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MENU DU 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consignes, cinq touches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TOUCHE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Signaler une absence ou un retard.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Parler au secrétariat, aux heures d'ouverture.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Connaître le numéro d'un poste.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Réentendre le menu depuis le début.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COMMENCER PAR LA 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mon fils est malade, il a une otite depuis hier soir, alors...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Bonjour. Ici Nourhane Ouazzani, groupe 6, francisation de jour.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personne écoute trente secondes sans savoir de qui il s'agit, puis doit tout réécouter. Votre nom d'abord : c'est ce qu'elle écrit en premier sur son papier.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appuyer sur le 1 pour signaler une absence.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menu dit que les bureaux ouvrent à sept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réentendre le menu, il ne faut rien faire.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Nourhane commence par la raison de son absence.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laisse son numéro une seule fois.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épelle son nom de famille.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appuyer sur le 1 pour signaler une absence.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menu dit que les bureaux ouvrent à sept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à huit heures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réentendre le menu, il ne faut rien faire.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Nourhane commence par la raison de son absence.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par son nom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laisse son numéro une seule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deux fois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épelle son nom de famille.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Reprenez la phrase que vous avez écrite en A4 et ajoutez devant votre nom, votre groupe et la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morceaux sur cinq : c'est déjà l'essentiel.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Écrivez-les dans l'ordre, comme au téléphone.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Prévenir le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