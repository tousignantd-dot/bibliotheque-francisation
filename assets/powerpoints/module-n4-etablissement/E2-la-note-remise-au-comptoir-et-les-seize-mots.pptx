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Quarante-cinq minutes d'écriture, trente de bilan. Rendre d'abord les billets annotés de D2 : chacun repart d'un texte déjà relu une fois, et l'écriture démarre sans blocage.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qu'on veut voir persister après le module. Le rappeler à voix haute avant l'écriture,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de A1, à dessein. Demander au groupe qui s'en souvient. C'est la seule phrase du module qu'on veut retrouver dans six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Grille d'écriture, puis grille de relecture par le voisin. Sept rangées sans note : c'est le maximum lisible de loin, et chaque libellé de gauche tient sous vingt caractères.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les trois relectures pour vrai, chronomètre en main : deux minutes en tout. C'est court, et c'est ce qui manque à toutes les notes mal reçues.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Quarante-cinq minutes. Faire vérifier le texte dans le module, où l'assistant rend une rétroaction ; l'envoi à l'enseignant se fait ensuite, sur un geste de l'élève seulement.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piège du module, et le plus facile à corriger. Faire vérifier la signature de chacun avant de ramasser : c'est un geste de trente secondes pour tout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seize mots, choisis parmi ceux qui reviendront le plus. Faire réviser les dix autres avec les cartes mémoire du module, qui donnent trois exercices sur la même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dans une phrase, sans article isolé. Les trois derniers sont ceux du bloc D et ils viennent d'être employés : ils sortent tout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rangées sans note : le contrôle de densité refuse six rangées avec note. Faire remplir l'autoévaluation du module en parallèle, seize énoncés, trois choix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lire quelques billets à voix haute, anonymement. C'est la dernière minute du module : la phrase qui revient le plus est presque toujours celle de la première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note remise au comptoir, et les seize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message enregistré a prévenu ; la note, elle, justifie. C'est le papier que le secrétariat classe au dossier, et c'est lui qui fait passer une absence de « signalée » à « motivée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note de six à neuf phrases, datée et signée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passé composé pour ce qui est arrivé, le futur pour la suite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à voix haute avant de remettre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les seize mots et évaluer ce qu'on sait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DEUX MOITIÉS, PAS UNE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L'appel dit que vous avez prévenu. La note écrite dit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règle de la première séance. Le module entier tient entre les deux.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QUE LA NOTE DOIT CONTENIR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points à cocher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81856"/>
          </a:xfrm>
          <a:prstGeom prst="roundRect">
            <a:avLst>
              <a:gd name="adj" fmla="val 349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ÉCRIVEZ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Ligne du haut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La ville et la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Destinataire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Madame, Monsieur — ou le secrétariat.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Nom complet et numéro de groupe.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jour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La date exacte du retard, de l'absence ou de l'abandon.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motif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Au passé composé, avec parce que ou à cause 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7975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492556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492556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Au futur : je remettrai, je rattraperai, je serai.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3035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43153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43153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La formule, votre nom, votre signature.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TROIS RELECTURES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cet ordre, et pas un 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première, à voix haute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attrape les accords qu'on n'entend pas en lisant des yeux.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deuxième, sur les 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du haut, la date de l'absence, la date de la suite. Trois 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troisième, sur la fin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formule, le nom écrit en toutes lettres, la signature à la 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Et le geste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photo ou une photocopie, avant de descendre au comptoir.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note, en six à neuf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Reprenez votre billet de D2 et complétez-le.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et la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destinataire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vous êtes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est arrivé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vous ferez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SIGNER D'UN PRÉNOM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Nourhane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Nourhane Ouazzani, groupe 6, francisation de jour.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y a plusieurs Nourhane dans un centre de mille élèves. Nom complet, groupe, et la signature en dessous : c'est ce qui fait arriver la note au bon dossier.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téléphone et les motifs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1401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boîte vocale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7180" y="2121408"/>
            <a:ext cx="79118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service qui enregistre quand personne ne décroche.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1401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clavier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180" y="2778252"/>
            <a:ext cx="79118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touches numérotées du téléphone.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1401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poste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7180" y="3435096"/>
            <a:ext cx="79118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numéro interne qui mène à une personne.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1401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retard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7180" y="4091939"/>
            <a:ext cx="79118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Arriver après l'heure, mais venir quand même.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1401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absence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7180" y="4748784"/>
            <a:ext cx="79118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Manquer un cours en entier.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14017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abandon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7180" y="5405628"/>
            <a:ext cx="79118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Arrêter un cours avant la fin, et le dire officiellement.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et le papier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2393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signal sonore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942" y="2121408"/>
            <a:ext cx="75280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qui dit que l'enregistrement commence.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52393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coordonnées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942" y="2778252"/>
            <a:ext cx="75280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permet de vous joindre.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52393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empêchement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942" y="3435096"/>
            <a:ext cx="75280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survient et vous empêche de venir.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52393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942" y="4091939"/>
            <a:ext cx="75280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court texte écrit et signé qu'on remet.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52393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942" y="4748784"/>
            <a:ext cx="75280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Votre nom écrit de votre main.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52393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copie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942" y="5405628"/>
            <a:ext cx="752806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double qu'on garde quand on remet l'original.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QUE JE SAIS FAIRE MAINTENANT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Bilan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COMPÉTENCE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JE L'AI PRATIQUÉE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Écouter un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Bloc C, trois messages, trois choses à noter.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Laisser un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Bloc B et séance E1, cinq morceaux.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Justifier par écrit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Bloc D et séance E2, six lignes.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Nommer le motif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Séance A4, trois mots, trois cases.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Téléphoner et répondre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Séance E1, jeu de rôle au secrétariat.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du module que vous voulez garder.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Celle que vous direz vraiment,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