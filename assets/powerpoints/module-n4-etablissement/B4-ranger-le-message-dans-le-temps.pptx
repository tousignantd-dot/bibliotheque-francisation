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B. Elle sert à assembler : la grammaire des trois séances précédentes se déverse dans un message complet, qu'on chronomètre à la fin. Prévoir un chronomètre projeté ou celui d'un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utile et le moins grammatical. Y consacrer la deuxième moitié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trois phrases par le groupe entier, debout, deux fois. Elles seront la colonne vertébrale de la production orale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anticipe D2. La signaler sans l'expliquer : l'accord du participe passé avec être aura sa séance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Masquer une colonne, faire produire l'autre. C'est l'exercice qui installe la construction : dire la même chose dans les deux sens fait cesser l'hésitation.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les deux exemples côte à côte au tableau : « avant le cours » et « avant de commencer ». La règle se voit alors sans être énoncée.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premières se font en une minute. Prendre le temps sur les trois dernières : c'est la construction, pas le sens, qui demande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devant le groupe : lire le message complet de Nourhane à voix haute, à vitesse normale. Il fait quarante-huit secondes. La démonstration règle la question mieux que l'argument.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pourquoi on coupe, à chaque fois. Les deux raisons sont toujours les mêmes : c'est du détail, ou c'est de l'excuse. Ni l'un ni l'autre n'entre dans un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cinq morceaux, puis faire lire par paires, l'un tourné vers le mur. Chronométrer : viser entre quarante-cinq et soixante secondes. Ceux qui dépassent coupent l'explication, jamais le numéro.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: c'est le brouillon de la production orale de E1. Le rendre annoté à la séance suivante plutôt que de le corriger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Ranger le message dans le temps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D'abord, ensuite, enfin. Trois mots qui ne coûtent rien à dire et qui transforment un message confus en message clair, sans qu'un seul renseignement soit ajouté.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d'abord, ensuite et enfin pour ranger un message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« avant de » et « après avoir » avec un infinitif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trier ce qui a sa place dans un message d'une minute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message complet en cinquante secondes.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MOTS SUFFISENT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D'abord, je me nomme. Ensuite, je dis quel jour. Enfin, je laisse mon numéro.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eux, un message d'une minute ressemble à une seule longue phrase.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AVANT DE, APRÈS 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pour deux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Avant de + 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parler, attendez le signal sonore.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Après avoir + participe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avoir écouté le menu, j'ai appuyé sur le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seule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personne fait les deux actions. Sinon, il faut une phrase complète.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Avec être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être allée à la clinique, je suis rentrée. Le participe s'accorde.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ACTIONS, DEUX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paire, dans les deux ordres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AVANT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d'appuyer, écoutez le menu.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écouté le menu, appuyez.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parler, attendez le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entendu le signal, parlez.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remettre la note, copiez-la.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fait la copie, descendez.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raccrocher, redites le numéro.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laissé le message, raccrochez.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AVANT PARLER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parler, j'attends le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de parler, j'attends le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verbe, c'est toujours « avant de ». Devant un nom, en revanche, on dit « avant le cours », sans « de ». Les deux constructions existent, et c'est le mot qui suit qui décide.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D'abord, ensuite, enfin, avant de, après avoir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me nomme et je donne mon groupe.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dis quel jour je serai absente et pourquoi.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laisse mon numéro de téléphone deux fois.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parler, attendez le signal sonore.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écouté le menu, elle a appuyé sur le 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raccrocher, redites votre numéro lentement.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D'abord, ensuite, enfin, avant de, après avoir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me nomme et je donne mon groupe.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dis quel jour je serai absente et pourquoi.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je laisse mon numéro de téléphone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parler, attendez le signal sonore.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écouté le menu, elle a appuyé sur le 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avoir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raccrocher, redites votre numéro lentement.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MINUTE, C'EST BEAUCOUP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morceaux tiennent en cinquante secondes. Ce qui déborde, c'est l'explication.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vérifie votre motif. Personne ne le juge. Une phrase suffit.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la garde, ou on la coupe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un message d'une minute.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 Nourhane Ouazzani, groupe 6, francisation de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a commencé à pleurer vers deux heures du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aujourd'hui, lundi le 14.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 vraiment, je suis désolée, je m'excuse encore.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en classe demain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rappeler au 450 555-0147. Je répète.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la garde, ou on la coupe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 Nourhane Ouazzani, groupe 6, francisation de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garde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fils a commencé à pleurer vers deux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coupe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aujourd'hui, lundi le 14.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garde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 vraiment, je suis désolée, je m'excuse encore.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coupe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en classe demain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garde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rappeler au 450 555-0147. Je répète.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la garde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ASSEMBLAGE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message, en cinq morceaux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votre billet de B1 et complétez-le.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Morceau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Morceau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Morceau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Morceau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Morceau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message complet, les cinq morceaux, et notez combien de secondes il vous 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Entre quarante-cinq et soixante secondes.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dépassez, coupez dans le motif, jamais dans le numéro.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