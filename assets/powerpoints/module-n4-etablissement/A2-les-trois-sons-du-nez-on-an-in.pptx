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phonétique, à faire debout la première demi-heure si la salle le permet. Ces trois sons se travaillent avec les lèvres avant de se travailler avec l'oreille : le geste vient d'abord, le son suit. Prévoir une petite glace ou faire utiliser l'écran éteint d'un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tenace. Ajouter un « n » entendu au milieu du mot est le défaut le plus fréquent et le plus discret : personne ne corrige, mais on fait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« bo-njour » puis « bonjour » pour que la différence s'entende. Beaucoup d'élèves découvrent ici qu'ils ajoutaient une consonne.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les trois gestes sans son, puis avec. Passer dans les rangées : c'est le seul moment du module où l'on corrige une bouche et non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explique pourquoi il n'y a pas de règle courte. Ne pas chercher à en donner une : ces mots s'apprennent avec leur son, pas avec leurs lettres.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chaque mot deux fois, sans le montrer. Faire répondre par le geste des lèvres plutôt qu'à voix haute : on voit d'un coup d'œil qui suit et qui devine.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Cinq » et « impossible » sont ceux qu'on manque : le son de matin y est court et suivi d'une consonne. Les redire seuls, puis dans « cinq cent cinquante-cinq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colonnes de haut en bas, puis les lignes de gauche à droite. C'est en lisant les lignes que la différence s'entend : bon, banc, bain, trois fois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numéro du centre, 450 555-0180, par groupes de trois et quatre chiffres, lentement. Puis le faire écrire par le voisin sous la dictée : c'est le vrai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Exagérer les deux versions au tableau. Puis proposer un exercice d'une semaine : bouche fermée sur « on », mâchoire tombée sur « an », lèvres étirées sur « in ». Après, on relâche.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enregistrer la deuxième et la sixième avec le téléphone de l'élève, puis réécouter. S'entendre soi-même fait plus que dix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Ceux qui écrivent trois mots du même son n'ont pas encore la distinction : les revoir individuellement au début de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trois sons du nez : on, an,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téléphone, personne ne voit vos lèvres et personne ne peut vous faire répéter. Trois sons décident si votre nom, votre date et votre numéro seront écrits correctement : celui de bonjour, celui d'absence et celui de matin.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les trois voyelles nasales du niveau : on, an, 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les distinguer à l'écoute dans des mots du module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plus prononcer le « n » qui les suit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les nombres du numéro de téléphone sans les mélanger.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« N » NE SE PRONONCE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bonjour, absence et matin, la lettre « n » ne s'entend pas : elle fait seulement passer la voyelle par le nez.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vous entendez un « n » au milieu du mot, il y en a trop.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TROIS LÈVRES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geste par 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FONT LES LÈVRES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 avancent et se ferment presque, en rond.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mâchoire descend, la bouche s'ouvre large.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 s'étirent sur les côtés, comme un sourire.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Rond, ouvert, étiré. Trois gestes, dans cet ordre.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COMMENT ÇA S'ÉCRIT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son, plusieurs orthographes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son de bonjour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on, om : bonjour, un répondeur, composer, le nom, un abandon.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son d'absence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an, am, en, em : avant, une absence, un empêchement, un enfant.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son de matin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in, im, ain, ein : le matin, la main, demain, cinq, impossible.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piège de « en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donne le son d'absence dans absence, mais celui de matin dans examen.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bonjour, absence ou matin.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absence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répondeur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empêchement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bonjour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absence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d'absence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répondeur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bonjour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empêchement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d'absence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matin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 ·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consigne, un peu plus vite.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abandon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cinq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composer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enfant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impossible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abandon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bonjour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d'absence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cinq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composer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bonjour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enfant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d'absence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impossible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matin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TROIS MOTS, UNE CONSONNE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série qui sépare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SÉRIE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bon  ·  son  ·  ton  ·  long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banc  ·  sans  ·  temps  ·  lent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bain  ·  saint  ·  teint  ·  lin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NOMBRES PASSENT TOUS PAR LE NEZ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un, cinq, onze, vingt, cent, cinquante : cinq des six portent une voyelle nasale.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numéro de téléphone mal nasalisé est un numéro qu'on ne rappellera 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AJOUTER UN « N »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Bonn-jour, madame. Je serai ab-senn-ce demain.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madame. Je serai absente demain.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lettre « n » n'est pas une consonne ici : elle indique que la voyelle sort par le nez. Un « n » entendu au milieu fait sonner le français comme une autre langue, et c'est le défaut qui résiste le plus longtemps.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RÉPÉTITION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du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dire à voix haute, deux fois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ici Nourhane Ouazzani, groupe 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appelle pour signaler mon absence.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en classe demain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Composez le poste deux cent vingt-quatre.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un empêchement ce matin, mais je viendrai demain.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abandon annoncé n'est pas un échec.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du module : un avec le son de bonjour, un avec celui d'absence, un avec celui de matin.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mots vus aujourd'hui, pas des mots inventés.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les lettres qui donnent le 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