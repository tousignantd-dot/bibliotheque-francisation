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module. Ouvrir par une seule question, à main levée : qui, dans le groupe, a déjà manqué un cours sans prévenir personne ? Puis : pourquoi ? Les réponses tournent presque toujours autour de deux choses — le bureau était fermé, ou on ne savait pas quoi dire. Le module répond exactement à ces deux-là.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est le vrai contenu de la séance. Beaucoup d'élèves croient l'affaire close après l'appel et découvrent trois semaines plus tard une absence non motivée. Insister là-dessus plutôt que sur le vocabulaire, qui viendra en A3.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deuxième piste est celle qui déclenche la discussion : presque personne ne connaît les heures d'ouverture du secrétariat de son propre centre. Les faire chercher, et écrire les deux heures au tableau.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Relever la précision de Wilner : « le vrai, pas celui du site ». Un centre a souvent plusieurs numéros, et celui du site mène au standard général. Demander au groupe qui a le bon numéro dans son téléphone.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question de Nourhane est celle de tout le groupe. Répondre franchement : oui, le message compte, et il est même daté — c'est ce qui prouvera que vous avez prévenu avant le début du cours.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Voilà la contrainte qui tient tout le module : personne ne peut vous faire répéter. Faire épeler son nom de famille à chacun, à voix haute, tout de suite. C'est court et c'est utile toute la vie.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L'avant-dernière réplique est le plan du bloc B au complet. La faire répéter et l'écrire au tableau : les cinq morceaux resteront affichés jusqu'à la fin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Elle revient en D1 et en E2. C'est la phrase du module que les élèves emporteront s'ils n'en retiennent qu'une.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avec l'article. Signaler que « peser sur le 1 » s'entend partout au Québec et veut dire « appuyer sur le 1 » : ce n'est pas une faute, c'est la langue de tous les jours.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compléter la colonne de droite avant de l'afficher. Ne pas présenter la colonne de gauche comme fautive : elle est juste entre camarades. C'est l'interlocuteur qui change, pas la qualité du français.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piège est le vrai obstacle du module, et il ne vient pas d'un manque de vocabulaire : il vient de ce qu'un appel donne le sentiment d'avoir fait sa part. Le nommer maintenant, il reviendra en C1 et en D1.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réponse par la réplique exacte. La quatrième est celle que le groupe manque : on croit spontanément qu'une machine ne compte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billets. Ceux qui ne connaissent pas le numéro le chercheront d'ici A4 : c'est le petit devoir de la semaine, et il servira vraiment.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A1  ·  MODULE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« Il faut appeler avant huit heures 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2499868"/>
          </a:xfrm>
          <a:prstGeom prst="roundRect">
            <a:avLst>
              <a:gd name="adj" fmla="val 58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8872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Nourhane Ouazzani est arrivée du Maroc il y a un an. Son fils de cinq ans s'est réveillé dimanche soir avec une otite, et demain matin elle sera à la clinique au lieu d'être en classe. Le bureau du centre ouvre à huit heures, le cours commence à huit heures : quand elle appellera, il n'y aura personne.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Prévenir le centre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21203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202688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pourquoi le centre est fermé au moment où l'on doit appeler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006343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31841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3266439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2075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ce qu'il y a au bout du fil : la ligne, le clavier, la boîte vocale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892295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4070095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4152391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093463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ce qu'un message enregistré règle, et ce qu'il ne règle pas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782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9560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50383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979415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ce qu'on se dit entre élèves de ce qu'on dit au bureau.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Un téléphone qui sonne sur un comptoir vide. Qui va répondre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telephone-comptoir-v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438"/>
            <a:ext cx="3760927" cy="25229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Quelle heure est-il, à votre avis, sur cette photo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quelle heure ouvre le bureau de votre centre ? Et le cours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0362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213352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428650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se passe-t-il si vous appelez avant l'ouverture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22732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5337048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41020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le message que vous laissez sera écouté ? Par qui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Tu sais le numéro du centre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77536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NOURHANE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08052" y="2322576"/>
            <a:ext cx="836807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Wilner, tu sais le numéro du centre ? Le vrai, pas celui du site.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77536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WILNER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8052" y="3071876"/>
            <a:ext cx="836807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450 555-0180. Pourquoi ? Tu es là, pourtant.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177536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NOURHANE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08052" y="3821175"/>
            <a:ext cx="836807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pour demain. Mon garçon a une otite et la clinique est à neuf heures.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74370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908295"/>
            <a:ext cx="177536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WILNER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08052" y="4908295"/>
            <a:ext cx="836807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Alors tu appelles demain matin, avant huit heures. Pas ce soir.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machine, ça compte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77536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NOURHANE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08052" y="1901952"/>
            <a:ext cx="836807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bureau est fermé le matin. Personne ne va décrocher.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77536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WILNER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8052" y="2651252"/>
            <a:ext cx="836807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Justement. Tu laisses ton message dans la boîte vocale, et ça compte pareil.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8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77536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NOURHANE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8052" y="3738371"/>
            <a:ext cx="836807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Ça compte ? Une machine, ça compte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2308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7672"/>
            <a:ext cx="177536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WILNER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8052" y="4487672"/>
            <a:ext cx="836807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Madame Sansregret écoute tout à huit heures et elle écrit dans le dossier.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Elle ne pourra pas te faire répéter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77536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NOURHANE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08052" y="1901952"/>
            <a:ext cx="836807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si je parle mal ? Elle ne pourra pas me demander de répéter.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77536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WILNER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8052" y="2651252"/>
            <a:ext cx="836807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ça, le piège. Ton nom, ton groupe, la date. Lentement, au début.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8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77536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NOURHANE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8052" y="3738371"/>
            <a:ext cx="836807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Mon nom est long. Ouazzani, personne ne l'écrit du premier coup.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2308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7672"/>
            <a:ext cx="177536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WILNER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8052" y="4487672"/>
            <a:ext cx="836807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Tu l'épelles. Et tu laisses ton numéro deux fois, à la fin.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fait long, c'est l'otite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77536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NOURHANE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08052" y="1901952"/>
            <a:ext cx="836807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Deux fois le numéro ? Ça fait long, pour une minute.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77536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WILNER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8052" y="2651252"/>
            <a:ext cx="836807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minute, c'est beaucoup. Ce qui fait long, c'est de raconter l'otite.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8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77536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NOURHANE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8052" y="3738371"/>
            <a:ext cx="836807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Bon. Le nom, le groupe, la date, la raison en une phrase, le numéro.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825492"/>
            <a:ext cx="177536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WILNER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08052" y="4825492"/>
            <a:ext cx="836807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Voilà. Et pour le papier de la clinique, tu le donnes à Fabien jeudi.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DEUX MOITIÉS, PAS UNE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L'appel dit que vous avez prévenu. La note écrite dit pourquoi.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message enregistré ne motive jamais une absence à lui seul : il faut le papier, ensuite.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AU BOUT DU FIL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mots avant tout le reste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La boîte vocale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service qui enregistre votre message quand personne ne décroche.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Un répondeur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L'appareil ou le service qui répond tout seul et garde ce qu'on lui dit.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Le clavier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touches numérotées sur lesquelles on appuie pour choisir.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La ligne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liaison elle-même, qui peut être libre, occupée ou coupée.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DEUX FAÇONS DE PARLER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Entre nous, et au bureau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AVEC UN CAMARADE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AU TÉLÉPHONE, AU BUREAU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viens pas demain.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Je serai absente demain, jeudi le 17.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Mon petit est malade.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Mon fils est malade et j'ai un rendez-vous.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vais être en retard.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J'aurai environ trente minutes de retard.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Bon, ben, merci là.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Je vous remercie. Bonne journée.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CROIRE QUE L'APPEL SUFFIT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J'ai téléphoné, c'est réglé.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J'ai téléphoné, et j'apporte ma note écrite avant vendredi.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message est écouté et inscrit au dossier, mais il ne motive rien. Sans note signée, l'absence reste marquée non motivée, et personne ne vous préviendra que quelque chose manque.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fils de Nourhane a une otite.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Wilner lui conseille de téléphoner ce soir.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bureau du centre est fermé tôt le matin.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message dans la boîte vocale ne compte pas.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Nourhane doit épeler son nom de famille.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Wilner conseille de raconter l'otite en détail.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fils de Nourhane a une otite.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Wilner lui conseille de téléphoner ce soir.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demain avant huit heures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bureau du centre est fermé tôt le matin.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message dans la boîte vocale ne compte pas.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il est écouté et inscrit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Nourhane doit épeler son nom de famille.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Wilner conseille de raconter l'otite en détail.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c'est ce qui fait long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à quelle heure ouvre le bureau de votre centre, et à quelle heure commence votre cours.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Les deux heures, en chiffres.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Ajoutez le numéro de téléphone du secrétariat si vous le connaissez.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Prévenir le centre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