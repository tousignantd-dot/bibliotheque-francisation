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Commencer par lire à voix haute un court paragraphe où le nom est répété cinq fois, puis le même avec les pronoms. Le groupe entend tout de suite lequel des deux sonne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qui surprend. « Lui » ne veut pas dire « un homme » : c'est la découverte de la séance, et elle se fait en trente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Signaler qu'il existe un autre « lui », celui de « avec lui » et « chez lui », qui désigne un homme : ce n'est pas le même mot, et il vient après une préposition.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le « à » dans chaque verbe : c'est le seul indice fiable. Les élèves qui apprennent la liste par cœur oublient ; ceux qui cherchent le « à » ne se trompent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au tableau « il leur répond » et « leurs papiers » côte à côte. La différence se voit d'un coup d'œil, et elle se retient par le mot qui suit, pas par une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J'ai lui parlé » est la faute qui reste le plus longtemps. La corriger par reformulation : répéter la phrase juste, et continuer.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et la quatrième vérifient que « lui » vaut pour un homme comme pour une femme. La sixième vérifie l'impératif : le pronom passe derrière, avec un trait d'union.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est au passé composé et c'est là que le pronom se déplace mal. La faire écrire au tableau, puis effacer et refaire dire de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les six phrases de l'exercice précédent en insistant sur la place du pronom. C'est un déplacement, pas une règle : le montrer avec la main au tableau fonctionne mieux qu'une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six à voix haute, en chaîne, sans pause. C'est un exercice de fluidité : le pronom doit se coller au verbe sans qu'on y pense.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 « s » fautif se voit d'un coup d'œil ; l'erreur de place, un peu moins. Marquer les deux et rendre les billets en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Lui et leur : remplacer la personne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petits mots qui évitent de répéter « madame Sansregret » quatre fois dans le même message. C'est la construction avec « à » qui les commande, et rien d'autre.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Prévenir le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la construction avec « à » qui appelle lui ou leur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lui » pour une personne, homme ou femme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leur » pour plusieurs, sans jamais de « s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le pronom devant le verbe, sauf à l'impératif positif.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LUI VAUT POUR UNE PERSONNE, QUELLE QU'ELLE SOIT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parle à Fabien : je lui parle. Je parle à Murielle : je lui parle.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935228"/>
          </a:xfrm>
          <a:prstGeom prst="roundRect">
            <a:avLst>
              <a:gd name="adj" fmla="val 1564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478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seul mot pour les deux. « Lui » ne dit rien du genre de la personne.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VERBES QUI APPELLENT LUI ET LEUR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Tous avec « à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parler 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lui parle après le cours.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téléphoner 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lui téléphone au poste 224.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écrire 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lui écris ce soir.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remettre 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lui remets la note jeudi.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vais lui demander le numéro.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répondre 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L'enseignant leur répond après le cours.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LEUR, SANS « 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Ne pas confondre deux mots identiques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pronom : leur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un verbe. Il ne prend jamais de « s » : il leur répond.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déterminant : leur, leurs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un nom. Il s'accorde : leur papier, leurs papiers.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test en une seconde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mot qui suit est-il un verbe ? Alors jamais de « s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faute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il leurs répond » — le « s » n'a rien à faire là.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PRONOM PASSE DEVANT LE VERBE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lui téléphone. Je lui ai téléphoné. Je vais lui téléphoner.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passé composé, devant l'auxiliaire — jamais entre l'auxiliaire et le participe.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COMPLÉTEZ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Lui ou leur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seule forme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Sansregret a téléphoné : elle ___ a laissé un message.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Nourhane écrit à monsieur Corriveau : elle ___ remet sa note.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élèves ont des questions : l'enseignant ___ répond.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Wilner connaît le numéro : je vais ___ demander.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secrétariat écrit aux parents : il ___ envoie un avis.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vous ne comprenez pas, rappelez-___ avant midi.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Lui ou leur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Sansregret a téléphoné : elle ___ a laissé un message.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Nourhane écrit à monsieur Corriveau : elle ___ remet sa note.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élèves ont des questions : l'enseignant ___ répond.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Wilner connaît le numéro : je vais ___ demander.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secrétariat écrit aux parents : il ___ envoie un avis.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vous ne comprenez pas, rappelez-___ avant 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REMPLACEZ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 longue, puis la courte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Remplacez le nom par le pronom.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téléphone à madame Sansregret.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remet la note à monsieur Corriveau.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L'enseignant répond aux élèves.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secrétariat écrit aux parents.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demande le numéro à Wilner.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parlé à la secrétaire ce matin.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 longue, puis la courte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téléphone à madame Sansregret.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lui téléphone.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remet la note à monsieur Corriveau.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lui remet la note.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L'enseignant répond aux élèves.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leur répond.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secrétariat écrit aux parents.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leur écrit.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demande le numéro à Wilner.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lui demande le numéro.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parlé à la secrétaire ce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lui ai parlé ce matin.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PLACER LE PRONOM APRÈS LE VERBE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lui parlé hier matin.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lui ai parlé hier matin.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pronom passe devant l'auxiliaire, jamais entre l'auxiliaire et le participe. La seule exception est l'impératif positif : « parlez-lui 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DANS LES MESSAGES DU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phrases réelles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personne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Elle lui a laissé un message ce matin.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personne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lui remets ma note jeudi, en classe.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plusieurs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L'enseignant leur répond après le cours.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plusieurs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secrétariat leur envoie un avis chaque session.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avec deux verbes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vais lui demander le numéro à la pause.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l'impératif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Rappelez-lui avant midi, s'il vous plaît.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Prévenir le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phrases : une avec « lui », une avec « leur », à propos de votre centre.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que le verbe se construit avec « à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Pas de « s » sur « leur » devant un verbe.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Prévenir le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