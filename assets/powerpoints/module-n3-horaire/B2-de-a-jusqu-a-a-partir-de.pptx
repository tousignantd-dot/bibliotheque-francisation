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Commencer par écrire au tableau le quart de trois élèves, tel qu'ils l'ont noté en A4, et faire dire la phrase complète avant d'expliquer quoi que ce soit.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la phrase par chaque élève, avec ses vraies heures. Cinq minutes, tout le monde parle.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trouver au groupe une situation pour chaque ligne : « la cuisine est ouverte à partir de… », « je reste jusqu'à…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`t1prep` du module interactif, mot pour mot. Les trois premières lignes se répondent : « de… à » se travaille en bloc, pas mot par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s'attarder : nommer, corriger, faire répéter trois fois la forme juste, et passer. L'erreur disparaît d'elle-même avec l'usage.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Chacun écrit ses vraies heures, puis les lit à son voisin. Corriger seulement les petits mots : les heures sont personnelles, elles ne se corrigent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Ne pas ouvrir tout le chapitre des articles contractés ici : donner la forme « au plus tard », qui est celle qu'on entend au travail, et laisser le reste au niveau suivant.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La double écriture — chiffres et lettres — est exactement l'exercice de B3 : l'horaire écrit d'un côté, l'heure parlée de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De… à, jusqu'à, à partir 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petits mots encadrent une heure, et chacun dit autre chose : les deux bouts, la fin seule, le début seul, ou la durée sans aucune heure.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quart entier avec « de… à…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jusqu'à » quand on ne donne que la fin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à partir de » quand on ne donne que le début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pendant » pour la durée.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DEUX BOUTS : DE… À…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travaille de six heures à quatorze heures.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forme de l'horaire, et la plus utile de toutes : elle donne le début et la fin dans la même phrase. Les deux petits mots vont ensemble — l'un sans l'autre laisse la phrase en suspens.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façons d'encadrer une heure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six heures à quatorze heures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début et la fin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jusqu'à quatorze heures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fin seulement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partir de six heures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début seulement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pendant huit heures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durée — aucune heure d'horloge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quatrième ne place rien dans la journée : elle compte le temps. « Pendant huit heures » ne dit pas quand.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à, jusqu'à, à partir de ou pendant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petit mot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travaille ___ six heures à quatorze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travaille de six heures ___ quatorze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pause dure ___ onze heures et demie à midi.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Miguel reste ___ vingt-deux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cuisine est ouverte ___ cinq heures du matin.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quart dure huit heures : je travaille ___ huit heures.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à, jusqu'à, à partir de ou pendant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travaille ___ six heures à quatorze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travaille de six heures ___ quatorze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pause dure ___ onze heures et demie à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Miguel reste ___ vingt-deux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jusqu'à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cuisine est ouverte ___ cinq heures du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partir 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quart dure huit heures : je travaille ___ huit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pendant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« JE TRAVAILLE À SIX HEURES À QUATORZE HEURES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travaille à six heures à quatorze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travaille de six heures à quatorze heures.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premier bout prend « de », jamais « à ». L'erreur est minuscule et elle s'entend beaucoup : c'est celle qui signale le plus vite qu'on récite un horaire sans le comprendre.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votre semaine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 par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quart de lundi.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L'heure où vous finissez, sans dire quand vous commencez.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L'heure où vous commencez, sans dire quand vous finissez.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durée de votre quart.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pause.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ATTENTION À « À » DEVANT « LE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plus tard — jamais « à le plus tard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midi et minuit, rien ne change : « jusqu'à midi », « à partir de minuit ». C'est seulement devant « le » que « à » se transforme.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vos cinq journées avec « de… à…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ligne par jour, les heures en chiffres et en lettres.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Mardi : de 7 h à 15 h — de sept heures à trois heures.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