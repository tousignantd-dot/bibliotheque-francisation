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Le renversement de rôle est le cœur de la séance : un employé qu'on n'ose pas déranger devient vite un employé qu'on n'aide pas non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`t2poli` du module interactif. La troisième ligne est la seule qui n'a pas de « est-ce que » : entre collègues, l'impératif suffit — avec « s'il te plaît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dernière note : dans le bruit d'une cuisine, ne rien répondre passe pour un refus ou pour du mépris, alors que c'est souvent de la timidité.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trois refus polis à partir de situations réelles du groupe. Le mot « désolée » convient aussi bien que « je regrette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`t2repondre` du module interactif. La quatrième ligne n'est pas une réponse mais une vérification : c'est le geste du défi 3, et il arrive ici pour la deuxième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copier les quatre phrases dans le cahier, dans l'ordre : c'est le squelette de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les refus sont ceux qui demandent le plus de travail, et ce sont ceux que les élèves écrivent le moins volontiers.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la phrase demande, et comment on répond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Jusqu'ici on demandait. Cette fois, c'est un collègue qui demande — et il faut répondre en trois mots, sans laisser l'autre en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qu'une phrase demande vraiment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oui en trois mots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refuser en donnant une raison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attendre sans laisser l'autre sans réponse.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cette phrase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permission, de l'aide, un service, ou autre chose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peux partir à midi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vous pouvez m'aider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Passe-moi ton crayon, s'il te plaît.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qui se passe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pourrais échanger mon jeudi ?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pouvez répéter, s'il vous plaît ?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cette phrase demande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peux partir à midi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permission : le responsable dit oui ou non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vous pouvez m'aider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l'aide : quelqu'un fait la chose avec toi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Passe-moi ton crayon, s'il te plaît.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petit service, tout de suite, entre collègues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qui se passe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explication : tu ne comprends pas la situation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je pourrais échanger mon jeudi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permission, demandée très poliment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pouvez répéter, s'il vous plaît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redire la phrase : tu n'as pas bien entendu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répondre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L'EMPLOYER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Oui, bien sûr. Pas de problème.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êtes libre : la réponse la plus courte est la meilleure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regrette, je suis occupée.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refusez : jamais « non » tout seul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minute, j'arrive.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n'êtes pas libre tout de suite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est une vraie réponse : elle dit que vous avez entendu. Le silence, lui, n'en est pas une.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REFUS SE DONNE AVEC SA RAISON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regrette, je dois éteindre le four.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dit pas « non » tout seul au travail : on dit qu'on regrette, et on dit pourquoi. La raison peut être très courte — elle montre qu'on a considéré la demande.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chaque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réponse courte et polie.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: « Est-ce que tu peux m'aider deux minutes ? » Vous êtes libre.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: « Passe-moi ton crayon. » Vous le lui donnez.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568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208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demande de l'aide, mais vous devez éteindre le four.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899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958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598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453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Votre chef dit : « Le four à onze heures. » Vous vérifiez.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955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014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654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6509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accepte votre échange de quart. Vous répondez.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chaque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7896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4297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: « Est-ce que tu peux m'aider deux minutes ? » Vous êtes libre.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Oui, bien sûr. — ou : Pas de problème.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12008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1792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819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67456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: « Passe-moi ton crayon. » Vous le lui donnez.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Tiens, le voilà.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568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208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collègue demande de l'aide, mais vous devez éteindre le four.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Je regrette, je dois éteindre le four.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899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8958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598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453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Votre chef dit : « Le four à onze heures. » Vous vérifiez.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Le four à onze heures, c'est bien ça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955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014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654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6509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accepte votre échange de quart. Vous répondez.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Merci beaucoup, monsieur Roy.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ENTOURE UNE DEMANDE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savoir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Avant : demander 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peux vous parler deux minutes ? » Elle évite d'arriver au mauvais moment, en plein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Pendant : donner la raison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dois aller à la clinique avec mon garçon. » Une phrase, jamais deux. Une demande sans raison inquiète.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Après : redire l'entente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Alors jeudi, c'est Miguel à six heures ? » Trois secondes qui écartent la moitié des malentendus.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la fin : remercier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Merci beaucoup. » Même si la réponse est non. C'est ce qui rend la prochaine demande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réponses : un oui, un non, un « attendez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avec sa raison quand il en faut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Une minute, je finis les plateaux et j'arrive.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