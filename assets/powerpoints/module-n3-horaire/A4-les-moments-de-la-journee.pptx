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d'écriture, dernière du bloc A. Elle prépare directement le défi 1 : on ne peut pas lire un horaire sans savoir dire à quel moment de la journée on travaille.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Faire dire à chacun son propre moment : « je travaille le soir », « j'étudie l'après-midi ». La phrase complète, pas le mot seul.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Faire produire les deux versions pour chaque élève, à partir de son vrai horaire. C'est là que la différence s'installe, pas dans l'explication.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Le piège se joue à l'oral aussi : « le lundi » et « lundi » se distinguent mal quand on parle vite. Faire répéter lentement.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l'exercice `prMoments` du module interactif, mot pour mot. La dernière ligne est la plus importante du module : une case vide veut dire congé, et ça ne s'écrit jamais.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Beaucoup d'élèves cherchent une confirmation écrite et n'osent pas demander. Leur dire qu'ils peuvent demander — « samedi, je suis en congé, c'est bien ça ? » — vaut la séance entière.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lire la parenthèse avant d'écrire : c'est elle qui donne la réponse, et c'est le raisonnement qu'il faut installer, pas la forme.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court. Ramasser : cette semaine écrite servira de matière au défi 1, où chacun lira son propre horaire au lieu de celui de Fabiola.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A4  ·  MODULE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Les moments de la journée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matin, le midi, l'après-midi, le soir. Quatre mots, et une petite lettre qui change tout : « je travaille le lundi » n'est pas « je travaille lundi ».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Mon quart de travail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Mon quart de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nommer les quatre moments d'une journée de travail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« le matin » et « ce matin »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« lundi » et « le lundi »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ce qu'une case vide veut dire sur un horaire.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Mon quart de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moments, et rien de plus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MOMENT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À PEU PRÈS QUAND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matin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de six heures à onze heures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midi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autour de midi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l'après-midi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de treize heures à dix-sept heures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soir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après dix-huit heures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1175004"/>
          </a:xfrm>
          <a:prstGeom prst="roundRect">
            <a:avLst>
              <a:gd name="adj" fmla="val 12451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7178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 quart de travail se dit presque toujours avec l'un de ces quatre mots, avant même de donner les heures.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Mon quart de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« LE » VEUT DIRE : CHAQUE FOIS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Je travaille le matin. — Je travaille ce matin.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La première phrase parle d'une habitude : tous les matins. La seconde parle d'aujourd'hui seulement. Un seul petit mot les sépare, et un chef d'équipe n'entendra pas la même chose.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Mon quart de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LUNDI, OU LE LUNDI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Je travaille lundi. — Je travaille le lundi.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Sans « le » : ce lundi-ci, celui qui vient. Avec « le » : tous les lundis, c'est mon horaire habituel. La même règle que pour le matin.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Mon quart de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ÉCRITURE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matin, le midi, l'après-midi ou le soir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Complétez d'après l'horaire de Fabiola et de Miguel.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quart de Fabiola commence à six heures : elle travaille ___ 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Miguel entre à quatorze heures : il travaille ___ 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Miguel finit à vingt-deux heures : il travaille aussi ___ 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pause de onze heures et demie, c'est presque ___ 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Samedi, rien n'est écrit sur sa ligne : Fabiola est en ___ 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Mon quart de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matin, le midi, l'après-midi ou le soir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quart de Fabiola commence à six heures : elle travaille ___ 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le matin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Miguel entre à quatorze heures : il travaille ___ 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l'après-midi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Miguel finit à vingt-deux heures : il travaille aussi ___ 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le soir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pause de onze heures et demie, c'est presque ___ 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le midi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Samedi, rien n'est écrit sur sa ligne : Fabiola est en ___ 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congé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Mon quart de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CE QUI N'EST PAS ÉCRIT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Une case vide sur l'horaire veut dire congé.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Personne n'écrit le mot « congé » sur un tableau de personnel : on le lit dans le vide. C'est la seule information d'un horaire qui se comprend par l'absence.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Mon quart de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ÉCRITURE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Habitude, ou aujourd'hui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Écrivez « le » quand il s'agit d'une habitude.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travaille ___ matin, de six heures à quatorze heures. (toutes les semaines)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matin, je commence plus tôt : à cinq heures. (aujourd'hui)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prends ma pause ___ midi. (chaque jour)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après-midi, je finis à quatorze heures. (aujourd'hui)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Miguel travaille ___ soir. (son quart habituel)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ne travaille pas ___ mercredi. (tous les mercredis)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Mon quart de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Habitude, ou aujourd'hui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travaille ___ matin, de six heures à quatorze heures. (toutes les semaines)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matin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matin, je commence plus tôt : à cinq heures. (aujourd'hui)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Ce matin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prends ma pause ___ midi. (chaque jour)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midi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après-midi, je finis à quatorze heures. (aujourd'hui)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Cet après-midi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Miguel travaille ___ soir. (son quart habituel)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soir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ne travaille pas ___ mercredi. (tous les mercredis)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mercredi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Mon quart de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votre semaine, en cinq lignes.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 jour par ligne, avec le moment de la journée.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« Lundi : je travaille le matin, de 7 h à 15 h. 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Mon quart de travail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