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d'écriture, la plus grammaticale du module. Partir des demandes ramassées au billet de C1 : plusieurs contiendront déjà l'un des trois verbes, correctement ou non.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distinction devoir / falloir est celle qui manque le plus : « je dois » explique ma situation, « il faut » rappelle la règle. Les deux se disent au travail, jamais au même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règle la plus rentable du module : elle s'applique aussi à « aller », « vouloir » et « savoir », donc à presque toutes les phrases utiles au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`t2modal` du module interactif, mot pour mot. La cinquième ligne accepte deux réponses, et la différence vaut d'être discutée : « peut » dit qu'il est libre, « doit » dit que c'est décidé.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Ne pas en faire une règle absolue — beaucoup de milieux tutoient tout le monde. Ce qui compte, c'est de savoir observer ce que font les autres pendant la première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le choix du verbe d'abord, la forme ensuite. Un élève qui écrit « il faut » là où il devait dire « je dois » a un problème de sens, pas de conjugaison.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paire « je veux / je peux » à voix haute, plusieurs fois. La différence est une voyelle, et elle change tout le rapport entre les deux personnes.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Deux phrases, dans cet ordre : la demande, puis la raison. C'est la structure exacte de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Pouvoir, devoir, falloir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peux partir à midi », « je dois partir à midi », « il faut partir à midi » : trois phrases, trois situations complètement différentes. Un chef d'équipe entend la différence tout de 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pouvoir » pour la permission et la capacité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devoir » pour l'obligation qui vient de quelqu'un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il faut » pour la règle de la place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laisser le verbe qui suit à l'infinitif.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verbes, trois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pouvoir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permission, ou la capacité : « je peux partir ?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devoir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l'obligation qui vient de ma vie : « je dois y aller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falloir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règle de la place : « il faut aviser 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Il faut » ne nomme personne : c'est la règle pour tout le monde. Ce verbe n'existe qu'avec « il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VERBE QUI SUIT NE CHANGE JAMAIS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peux partir. Je dois finir. Il faut aviser.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ces trois-là, l'autre verbe reste à l'infinitif — la forme du dictionnaire. On ne dit jamais « je peux je pars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Peux, pouvez, dois, doit ou faut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___ vous parler deux minutes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Roy, est-ce que vous ___ m'aider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Jeudi, je ___ aller à la clinique avec mon garçon.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aviser le chef d'équipe trois jours avant.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___ me remplacer jeudi matin.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employé ___ poinçonner en arrivant.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Peux, pouvez, dois, doit ou faut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___ vous parler deux minutes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Roy, est-ce que vous ___ m'aider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pouvez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Jeudi, je ___ aller à la clinique avec mon garçon.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___ aviser le chef d'équipe trois jours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Miguel ___ me remplacer jeudi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peut — ou : doit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Chaque employé ___ poinçonner en arrivant.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DIT VOUS AU CHEF D'ÉQUIPE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vous pouvez m'aider, monsieur Roy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travail, on vouvoie la personne responsable et on tutoie souvent les collègues. Miguel tutoie Fabiola ; tous deux vouvoient Gaétan. Dans le doute, on vouvoie : c'est l'erreur qui ne coûte rien.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Permission, obligation ou règle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avec le bon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demandez à sortir plus tôt vendredi.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expliquez pourquoi : votre fille est malade.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rappelez la règle de la place à un nouveau.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demandez de l'aide pour porter des boîtes.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dites qu'un collègue est libre jeudi.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Permission, obligation ou règle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demandez à sortir plus tôt vendredi.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Est-ce que je peux partir à midi vendredi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expliquez pourquoi : votre fille est malade.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Je dois aller la chercher à l'école.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rappelez la règle de la place à un nouveau.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Il faut poinçonner avant d'entrer.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demandez de l'aide pour porter des boîtes.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Est-ce que vous pouvez m'aider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dites qu'un collègue est libre jeudi.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Miguel peut me remplacer.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DIRE « JE VEUX » À LA PLACE DE « JE PEUX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veux partir à midi.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que je peux partir à midi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veux » annonce une décision déjà prise : devant un chef d'équipe, il sonne comme un ordre. Les deux mots se ressemblent à l'oreille, et l'erreur coûte cher pour une seule lettre.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votre demande de C1 avec le bon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demande avec « est-ce que je peux », la raison avec « je dois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Est-ce que je peux partir à midi ? Je dois aller à la clinique.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