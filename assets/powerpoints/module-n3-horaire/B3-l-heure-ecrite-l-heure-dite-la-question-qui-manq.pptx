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Sortir les questions ramassées au billet de B1 : elles serviront à la deuxième moitié de la séance, et les élèves verront que leur propre question devient la matière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la conversion à voix haute pour toutes les heures de l'après-midi : 13, 14, 15… moins douze. C'est un calcul, et il se fait vite avec l'habitude.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`t1heures` du module interactif. Faire ajouter le moment de la journée à chaque réponse : c'est ce qui lève l'ambiguïté quand on parle, et c'est justement ce que l'écriture en vingt-quatre heures évite.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difficulté réelle de la séance : compter à rebours dans une langue étrangère demande un temps que le chef d'équipe ne laisse pas toujours. Faire pratiquer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classer les questions ramassées au billet de B1 dans ces cinq catégories : presque toutes y entrent, et l'élève voit que sa question a une forme connue.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`t1quest` du module interactif, mot pour mot. La réponse donne le mot : faire lire la réponse en premier, puis chercher la question. C'est plus facile et c'est le bon raisonnement.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les deux versions de la même question, l'une après l'autre. La différence s'entend sans qu'on ait besoin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 sont les questions que l'élève posera vraiment, et plusieurs les poseront pour de bon dans la semaine. Le demander au retour, en B4 : la réponse obtenue vaut mieux que n'importe quel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L'heure écrite, l'heure dite, la question qui manque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« 14 h » et on dit « deux heures ». Deux systèmes pour la même heure — et cinq mots courts pour demander ce qu'on n'a pas compris.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passer de l'heure écrite à l'heure parlée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et demi, et quart, moins dix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à quelle heure, quand, combien de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» pour adoucir la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ÉCRIT 14 H, ON DIT DEUX HEURES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14 h se dit : deux heures de l'après-midi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L'horaire de travail s'écrit toujours sur vingt-quatre heures, pour qu'aucune confusion ne soit possible. Mais personne ne dit « quatorze heures » à un collègue : on dit « deux heures », et on ajoute « de l'après-midi » s'il y a un doute.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 de l'horaire et l'heure qu'on 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Comment dit-on chaque heure écrite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11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13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14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18 h 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22 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 de l'horaire et l'heure qu'on 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six heures du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11 h 30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onze heures et demie, juste avant la pause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13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heure de l'après-midi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14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 heures de l'après-midi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18 h 15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six heures et quart, le soir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22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dix heures du soir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minutes qu'on dit tous les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 h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sept heures et quart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sept heures et demie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 h 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huit heures moins quart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 h 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huit heures moins dix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partir de la demie, on annonce l'heure suivante et on enlève : « huit heures moins dix », jamais « sept heures cinquante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MOTS POUR POSER UNE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heure · quand · combien de temps · qui · où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L'heure précise, le jour, la durée, la personne, l'endroit. Ces cinq mots règlent presque tout ce qu'un employé a besoin de demander.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à quelle heure, quand, combien de temps, qui ou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mon quart commence ? — À six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travaille cette semaine ? — Du lundi au vendredi.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la pause dure ? — Trente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qui me remplace jeudi ? — Miguel.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poinçonne ? — À côté de la porte grise.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mon quart commence ? — À six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quelle heure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travaille cette semaine ? — Du lundi au vendredi.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la pause dure ? — Trente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Combien de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qui me remplace jeudi ? — Miguel.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est-ce que je poinçonne ? — À côté de la porte grise.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EST-CE QUE ADOUCIT LA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heure est-ce que je finis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finis quand ? » est correct, mais sec — surtout adressé à un chef d'équipe. « Est-ce que » prend deux secondes de plus et change complètement le ton de la demande.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à poser à votre chef d'équipe.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« est-ce que », et un des cinq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À quelle heure est-ce que je finis vendredi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