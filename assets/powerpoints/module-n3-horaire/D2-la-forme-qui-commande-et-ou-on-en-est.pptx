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dernière avant les productions. Commencer par la lecture des consignes notées au billet de D1 : elles contiennent presque toutes un impératif, sans que les élèves l'aient 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dernier point compte beaucoup : plusieurs élèves entendent un impératif comme un reproche et se croient mal vus. Le dire explicitement enlève une inquiétude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faire conjuguer les trois formes pour vingt verbes : donner celle qui sert, et laisser les autres se reconnaître à la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`t3imp` du module interactif, mot pour mot. Les deux dernières lignes sont irrégulières : « venez », « faites », « soyez » s'apprennent par cœur, il n'y a pas de règle utile derrière.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À l'oral, le « ne » tombe souvent : « oubliez pas le four ». Le signaler pour la compréhension, mais faire écrire la forme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tableau le plus utile du défi : un chef d'équipe ne demande pas si c'est parfait, il demande où on en est pour organiser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`t3aspect` du module interactif, mot pour mot. Après ces trois tournures, le verbe reste à l'infinitif — c'est la même règle qu'au défi 2 avec pouvoir et devoir.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`t3ecoute` du module interactif, mot pour mot. Le faire livre fermé : c'est le petit mot du début — viens, suis, vais — qui donne la réponse, et il passe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Ces trois phrases entrent telles quelles dans le mot écrit de E1 : le dire, ça change le soin que les élèves y mettent.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forme qui commande, et où on en 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Sortez », « rangez », « éteignez » : le verbe passe en premier et le sujet disparaît. Et quand le chef revient, trois réponses possibles — c'est fait, je suis en train, je vais le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et former l'impératif en -ez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négation « n'oubliez pas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on en est : c'est fait, en train de, je vais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 chef qui demande si c'est terminé.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SUJET DISPARAÎT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sortez les plateaux. — Sortez les plateaux.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donner une consigne, on enlève le mot « vous » et le verbe se retrouve en premier. Rien d'autre ne change. Ce n'est pas impoli : c'est la forme normale du travail, souvent adoucie par « s'il vous plaît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formes, et une seule sert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QUI ON PARLE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un collègue qu'on tutoie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rangez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vous, ou à plusieurs, ou poliment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rangeons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tout le groupe, en s'incluant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 travail, c'est presque toujours la forme en -ez. Les deux autres s'entendent, mais rarement d'un chef d'équipe.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la forme du chef d'équipe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forme en -ez, sans le mot « 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les plateaux du chariot. (sortir)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les boîtes dans la chambre froide. (ranger)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four à onze heures. (éteindre)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N'___ pas de poinçonner en arrivant. (oublier)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 voir avant votre pause. (venir)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là à six heures, s'il vous plaît. (être)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la forme du chef d'équipe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les plateaux du chariot. (sortir)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Sortez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les boîtes dans la chambre froide. (ranger)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Rangez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four à onze heures. (éteindre)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Éteignez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N'___ pas de poinçonner en arrivant. (oublier)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oubliez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 voir avant votre pause. (venir)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Venez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là à six heures, s'il vous plaît. (être)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NÉGATION ENTOURE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N'oubliez pas le four. Ne partez pas avant midi.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Comme d'habitude : « ne » devant, « pas » derrière. C'est la forme qu'un chef emploie pour ce qui a déjà été oublié une fois.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où on en 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fait. Je viens de finir.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terminé, à l'instant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en train de le faire.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commencé, pas fini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le faire à onze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 commencé, mais prévu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sont de bonnes réponses. La seule mauvaise est celle qui laisse croire que c'est fait quand ça ne l'est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Viens de, suis en train de, ou vais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en est la tâche.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plateaux sont sortis depuis deux minutes : je ___ finir.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me reste trois boîtes : je ___ les ranger.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dix heures et demie : je ___ éteindre le four dans trente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lave-vaisselle tourne encore : il ___ laver la dernière brassée.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est terminé : les trois tâches, ___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Viens de, suis en train de, ou vais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plateaux sont sortis depuis deux minutes : je ___ finir.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viens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me reste trois boîtes : je ___ les ranger.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suis en train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dix heures et demie : je ___ éteindre le four dans trente minutes.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lave-vaisselle tourne encore : il ___ laver la dernière brassée.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 en train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est terminé : les trois tâches, ___ 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fait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fait, ou pas encore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la phrase : est-ce que la tâche est terminée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viens de finir les plateaux.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en train de ranger les boîtes.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four est éteint depuis onze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poinçonner dans deux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plateaux, c'est fait.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reste trois boîtes.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terminé la chambre froide.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commence tout de suite après ma pause.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fait, ou pas encore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viens de finir les plateaux.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en train de ranger les boîtes.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encore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four est éteint depuis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poinçonner dans deux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encore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plateaux, c'est fait.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reste trois boîtes.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encore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terminé la chambre froide.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fait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commence tout de suite après ma pause.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encore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où vous en êtes dans trois tâches d'aujourd'hui.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terminée, une commencée, une à venir.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Les plateaux, c'est fait. Je suis en train de…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