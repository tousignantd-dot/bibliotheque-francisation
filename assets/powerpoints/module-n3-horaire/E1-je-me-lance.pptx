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Avant-dernière séance. Prévoir des écouteurs : la production orale se fait à l'ordinateur, chacun de son côté. C'est ce qui permet de se reprendre dix fois sans témoin — et pour ce module, c'est décisif.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grille de la production orale, et c'est aussi celle avec laquelle l'enseignante écoute.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chef joué par l'assistant ne devine rien : il faut lui dire le jour, l'heure et la raison. Un élève qui attend qu'on lui demande n'obtient rien — c'est exactement la leçon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s'enregistre, on s'écoute, on recommence autant de fois qu'on veut. Rien ne part avant que l'élève appuie sur envoyer : le rappeler avant de commencer enlève la moitié de la peur.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partie de la remarque compte : plusieurs élèves expliquent trop, par crainte de ne pas être crus. Une phrase courte est plus crédible qu'un récit.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billets de B2, C2 et D2 contiennent déjà presque tout : le faire remarquer avant de commencer. L'élève assemble plutôt qu'il n'invente, et c'est ce qui rend l'exercice tenable en une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Le dire avant, plutôt que de le corriger vingt fois après.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Le dire avant que les élèves commencent, pas au moment de rendre les corrections.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correction n'est pas conservée par le système : elle s'affiche et elle disparaît. Cette note est la seule trace qu'il en restera — le dire clairement pour que les élèves la prennent.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me 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trois défis se rassemblent en une seule visite au chef d'équipe : dire l'heure dont on parle, demander, expliquer, redire l'entente, remercier. Une production orale, un mot à écrire.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Mon quart de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tenir une conversation complète avec un chef d'équipe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trois défis dans une même production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le mot qu'on laisse sur son bureau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recevoir une correction et la relire.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TROIS DÉFIS, RÉUNIS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doit apparaître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Défi 1 · l'heure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Dire quel jour et quelle heure posent problème, avec « de… à… ». Redire l'heure entendue pour la vérifier.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Défi 2 · la demande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Demander une permission ou de l'aide — « est-ce que je peux… ? » — puis donner sa raison en une phrase avec « je dois 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Défi 3 · la tâche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Dire où on en est : c'est fait, je suis en train de, je vais le faire. Et noter ce qu'on vous répond.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JEU DE RÔLE VIENT EN PREMIER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situations, autant de reprises qu'on veut.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Dans l'activité :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échanger un quart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(le rendez-vous de jeudi),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je n'ai pas compris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(une consigne donnée trop vite),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c'est fait, et après ?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(la tâche finie avant l'heure). L'assistant joue le chef d'équipe.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est demandé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Environ 45 secondes, à l'ordinateur.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1 · s'annoncer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2 · dire l'heure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3 · demander et expliquer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02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442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4 · redire et remercier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DEMANDER SANS DONNER LA RAISON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Est-ce que je peux échanger mon jeudi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17181A"/>
                </a:solidFill>
                <a:latin typeface="Verdana"/>
              </a:rPr>
              <a:t>Est-ce que je peux échanger mon jeudi ? Mon garçon a un rendez-vous.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demande sans raison oblige le chef à la demander lui-même, ou à refuser par prudence. Une phrase suffit — jamais deux, et jamais de détails intimes.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est demandé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mot laissé sur le bureau du chef, de 5 à 8 phrases.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tâche terminée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tâche non terminée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heure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demande polie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 et 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PETITS MOTS DE L'HEURE, À L'ÉCRIT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 six heures à quatorze heures · jusqu'à midi · à partir de lundi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ce que la correction signale le plus souvent sur ce travail : un « à » à la place d'un « de », ou une heure donnée sans son petit mot.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est regardé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CRITÈRE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COMPTE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tâche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quatre temps sont là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vocabulaire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mots du travail sont employés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langue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heures, la demande polie, où on en est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clarté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comprend du premier coup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clarté passe avant la perfection : une phrase simple et juste vaut mieux qu'une phrase compliquée et fausse.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Notez ce que la correction vous a signalé.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choses réussies, deux choses à travailler.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Gardez la note : elle sert à la séance E2.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Mon quart de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