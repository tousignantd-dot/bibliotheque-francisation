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Rendre tous les billets corrigés du module avant de commencer : la progression d'un billet à l'autre se voit, et elle vaut plus qu'un commentaire.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Quart » est le mot que les élèves comprennent le plus mal : il n'a rien à voir avec le quart d'une heure. Le redire une dernière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Poinçonner » est un mot d'ici. Ailleurs on dit « pointer » — les deux se comprennent, mais c'est le premier qui est affiché sur les machines.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Aviser » est le verbe de la règle des trois jours. C'est celui qu'un employé doit connaître avant tous les 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mots reviennent dans les consignes du défi 3 : les faire relire en même temps que les consignes notées au billet de D1.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reformuler chaque ligne par un élève différent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celle que les élèves rapportent le plus souvent comme utile dès la semaine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phrase de clôture du module. La lire, laisser un silence, et enchaîner sur l'autoévaluation sans commentaire.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trois à l'écran, une minute chacun. Beaucoup d'élèves ignorent que le module reste ouvert après la dernière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interactive. La faire remplir là : elle est conservée avec les traces de l'élève, et l'enseignante la retrouve sur la fiche.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mots, neuf points de langue. Dernière séance : on rassemble, on révise, et chacun fait le point sur ce qu'il est maintenant capable de faire pendant son quart.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Mon quart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rassembler le vocabulaire du module en quatre familles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avec les cartes mémoire, seul ou à deux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les points de langue en une phrase chacun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temps de travail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1500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quart de travail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2014" y="2121408"/>
            <a:ext cx="733699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bloc d'heures qu'on fait dans une journée.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71500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horaire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014" y="3106674"/>
            <a:ext cx="733699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tableau qui dit qui travaille, quel jour et à quelle heure.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71500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014" y="4091939"/>
            <a:ext cx="733699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moment court où on arrête pour manger ou se reposer.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71500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congé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2014" y="5077205"/>
            <a:ext cx="733699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journée sans travail — rien n'est écrit sur l'horaire.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gens et les lieux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4235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chef d'équipe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549" y="2121408"/>
            <a:ext cx="762845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donne les tâches et répond aux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4235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vestiaire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549" y="3106674"/>
            <a:ext cx="762845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pièce avec des casiers, où on se change avant de commencer.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4235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uniforme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549" y="4091939"/>
            <a:ext cx="762845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vêtements pareils que tous les employés portent.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4235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poinçonner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549" y="5077205"/>
            <a:ext cx="762845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Marquer l'heure de son arrivée et de son départ sur une machine.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 et s'organiser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53619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aviser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21408"/>
            <a:ext cx="851580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Prévenir quelqu'un à l'avance, pour qu'il ne soit pas surpris.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53619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remplacer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106674"/>
            <a:ext cx="851580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Faire le travail de quelqu'un qui n'est pas là.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53619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échanger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91939"/>
            <a:ext cx="851580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Donner une chose et prendre celle de l'autre à la place.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53619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prêter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077205"/>
            <a:ext cx="851580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Donner une chose pour un moment, en sachant qu'elle revient.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tâches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9248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tâche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1820" y="2121408"/>
            <a:ext cx="81271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travail précis, qui a un début et une fin.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9248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livraison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1820" y="3106674"/>
            <a:ext cx="81271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boîtes de marchandise qu'un camion apporte au travail.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9248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ranger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1820" y="4091939"/>
            <a:ext cx="81271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Mettre chaque chose à la place où elle doit être.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9248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éteindre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1820" y="5077205"/>
            <a:ext cx="81271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Arrêter un appareil pour qu'il cesse de fonctionner.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663952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les moments de la journée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matin, c'est chaque matin ; ce matin, c'est aujourd'hui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de… à, jusqu'à, à partir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deux bouts, la fin seule, le début seul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l'heure écrite et l'heure dite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écrit 14 h, on dit deux heures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les cinq mots de la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quelle heure, quand, combien de temps, qui, où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12208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4968240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Cinq autres au tableau suivant.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pouvoir, devoir, falloir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permission, mon obligation, la règle de la place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permission ou aide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qui va faire la chose : moi, ou vous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répondre à une demande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oui, non avec sa raison, ou « une minute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l'impératif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sujet disparaît, le verbe passe en premier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on en 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c'est fait, je suis en train de, je vais le faire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QU'IL FAUT RETENIR DU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début, je n'osais pas. Maintenant, je demande tout de 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Fabiola qui le dit, à la fin. Elle n'a pas appris tout le vocabulaire d'une cuisine : elle a appris à lire son horaire, à demander, et à redire ce qu'elle a compris. C'est ce qui fait tenir un emploi.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RÉVISER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le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cartes mémoire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Dans l'activité interactive, section « Je retiens des mots ». La traduction est masquée par défaut.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trois exercices de vocabulaire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mot et sa définition, le mot et l'image, le mot à écrire. Les mêmes seize mots.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neuf mini-leçons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Neuf panneaux « Ouvrir la mini-leçon », avec de l'audio. Ils restent accessibles après la fin du module.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Autoévaluation : pour chaque énoncé,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nommer les lieux et les objets de mon travail.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lire mon quart sur l'horaire et le dire à voix haute.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demander une permission ou de l'aide, et donner ma raison.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178296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6333744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comprendre une consigne, la noter et dire où j'en suis.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Mon quart de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