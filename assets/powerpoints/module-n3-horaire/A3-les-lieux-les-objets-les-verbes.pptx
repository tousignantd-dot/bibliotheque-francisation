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Commencer par la lecture à voix haute des six mots rapportés au billet de A2 : ça revoit la prononciation et ça ouvre sur le métier de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question ramène souvent d'autres affiches : les consignes de sécurité, le numéro d'urgence, les congés fériés. Toutes se lisent, et presque personne ne les 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`prImg` du module interactif, qui se fait avec les photos. Ici, faire deviner le mot à partir de la description seule : c'est plus difficile, et c'est ce que fait un employé qui entend un mot nouveau.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« Aviser » est le verbe du défi 2 : il reviendra dans la règle des trois jours. Le souligner au passage.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jouer la paire : « Est-ce que tu peux me prêter ton crayon ? — Oui, tiens. » L'un prête, l'autre emprunte, dans la même seconde.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`prVocab` du module interactif, qui reprend les cartes mémoire. Insister sur « quart » : le mot n'a rien à voir avec le quart d'une heure, et beaucoup d'élèves le comprennent ainsi.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L'article est la vraie difficulté : le faire écrire obligatoirement. Un nom appris sans son article est un nom à réapprendre.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lieux, les objets, les verbes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Huit endroits, huit objets, six verbes. C'est tout le décor du module — et c'est le vocabulaire qu'un employé entend dès sa première journée, sans qu'on le lui explique.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Mon quart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lieux et les objets d'une cuisine de résidence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chaque photo à sa description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six verbes du travail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poinçonner », « aviser » et « remplacer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Qu'est-ce qu'on voit dans une salle du personnel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siers-vestiai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s'appelle cette pièce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y laisse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s'y change, à votre travail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affiché sur les murs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lieux et les objets du travail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quelle photo va chaque description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grand tableau blanc où les heures de chacun sont écrites.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petite machine où on marque son heure d'arrivée.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rangée d'armoires étroites où les employés laissent leurs choses.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chariot à roulettes chargé de plateaux vides.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grande pièce froide où on garde la nourriture.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L'appareil chaud qu'il faut éteindre avant midi.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boîtes de carton laissées dans le corridor par le camion.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petit papier qu'on laisse sur le bureau du chef d'équipe.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lieux et les objets du travail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grand tableau blanc où les heures de chacun sont écrites.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l'horaire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petite machine où on marque son heure d'arrivée.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poinçonneuse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rangée d'armoires étroites où les employés laissent leurs choses.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casiers du vestiaire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chariot à roulettes chargé de plateaux vides.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chariot à plateaux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grande pièce froide où on garde la nourriture.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chambre froide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L'appareil chaud qu'il faut éteindre avant 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four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boîtes de carton laissées dans le corridor par le camion.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livraison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petit papier qu'on laisse sur le bureau du chef d'équipe.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note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verbes de la journée de travail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VEUT DIRE AU TRAVAIL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poinçonner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marquer son heure d'arrivée et de départ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remplacer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faire le travail de quelqu'un qui n'est pas là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aviser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prévenir la personne responsable à l'avance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éteindre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arrêter un appareil pour qu'il cesse de fonctionner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Deux autres au tableau suivant : « s'occuper de » et « emprunter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verbes qu'on confond souvent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VEUT DIRE AU TRAVAIL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s'occuper 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prendre une tâche en charge, du début à la fin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emprunter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prendre une chose à quelqu'un et la lui rendre après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prêter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donner une chose pour un moment — c'est l'inverse d'emprunter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J'emprunte à quelqu'un ; je prête à quelqu'un. Les deux verbes décrivent le même geste, vu des deux côtés.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sa 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chaque mot du module à ce qu'il veut dire.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quart de travail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chef d'équipe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tâche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uniforme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pause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congé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sa 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quart de travail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bloc d'heures qu'on fait dans une journée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chef d'équipe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celui qui donne les tâches et répond aux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tâche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travail précis, qui a un début et une fin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uniforme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vêtements pareils que tous les employés portent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pause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moment court où on arrête pour manger ou se reposer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congé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journée où on ne travaille pas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cinq objets de votre lieu de travail, avec leur article.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un chariot », « la chambre froide », « le vestiaire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ne travaillez pas : cinq objets de votre école.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Mon quart de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