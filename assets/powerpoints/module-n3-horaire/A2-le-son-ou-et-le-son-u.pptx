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Elle vient tôt exprès : les deux sons sont dans « douze », « une minute », « le four », « la cuisine » — c'est-à-dire dans le vocabulaire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« ou-u-ou-u » lentement, main devant la bouche : les lèvres ne bougent presque pas. C'est la démonstration la plus convaincante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les colonnes verticalement, puis horizontalement. C'est en passant d'un mot à l'autre que l'oreille se forme, pas en répétant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`prPhon` du module interactif, mot pour mot. Le faire livre fermé, à l'oreille seulement. « Une heure » surprend souvent : le « eu » n'est ni l'un ni l'autre, mais il est du côté de « u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un numéro à voix haute — casier, appartement, autobus. Corriger doucement, une seule fois par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minutes, puis on inverse. Celui qui écoute a le rôle le plus utile : c'est lui qui travaille l'oreille. Le dire, sinon les élèves croient que seul celui qui parle apprend.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entière plutôt que les sons isolés : c'est en contexte que la prononciation 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mots rapportés sont souvent hors du module — outil, chariot, uniforme, ustensile — et c'est tant mieux : ils ancrent le son dans le métier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« ou » et le son « u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Douze et du. Jour et jure. Four et fut. Deux sons que beaucoup de langues n'opposent pas — et qui séparent, ici, des mots qu'on emploie toute la journée.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« ou » et « u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la langue et les lèvres pour chacun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travail qui les contiennent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confondre douze et du, jour et jure.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SONS, UN SEUL GESTE QUI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: la langue en arrière. U : la langue en avant.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lèvres sont arrondies dans les deux cas — c'est ce qui trompe. Ce n'est pas la bouche qu'il faut regarder, c'est la langue, qui avance pour « u » et recule pour « ou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paires du lieu de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elle jure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douze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du café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de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tu commences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il fut chaud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ligne est celle du casier : « le douze », pas « le duze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comme JOUR, ou U comme MINUTE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classez-le.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minute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heure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uniforme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de suite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 comme JOUR, ou U comme MINUTE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jour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minute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heure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uniforme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de suite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DIRE « LE CASIER DUZE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casier, c'est le duze.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casier, c'est le douze.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numéro mal prononcé envoie quelqu'un au mauvais casier, au mauvais étage, à la mauvaise porte. C'est le genre d'erreur qu'on ne corrige jamais parce que personne n'ose la relever.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 : lisez et faites deviner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lit un mot de la paire, l'autre dit lequel il a entendu.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jour / jure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/ 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/ tu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four / fut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/ pur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sous / su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PHRASE QUI CONTIENT LES DEUX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minute, je poinçonne.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» et « minute » portent le son U ; « poinçonne » n'en a aucun des deux, mais la phrase entière est celle qu'on dit dix fois par semaine au travail. La prononcer juste, c'est déjà beaucoup.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mots de votre travail, trois avec OU, trois avec 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mots que vous dites vraiment, pas des mots de dictionnaire.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les lirez à voix haute en A3.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