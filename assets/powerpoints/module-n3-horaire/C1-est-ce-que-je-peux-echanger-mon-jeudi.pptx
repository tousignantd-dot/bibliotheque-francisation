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Faire remarquer d'entrée que Fabiola ne demande pas une faveur : elle demande un échange prévu par les règles de la place. La différence compte pour la confiance en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vraie : dans la plupart des milieux, c'est à l'employé de trouver son remplaçant. Beaucoup d'élèves l'ignorent et croient qu'un refus est un refus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une demande avant la demande : on demande d'abord du temps, ensuite la chose. C'est ce qui évite d'arriver au mauvais moment au milieu d'un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à relever : Fabiola a trouvé son remplaçant avant de demander, elle emploie la forme polie « je pourrais », et elle vérifie la règle en comptant les jours à voix haute. Trois réflexes d'employé d'expérience.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demandes sont côte à côte : Miguel demande de l'aide — quelqu'un doit faire quelque chose —, Fabiola demande une permission — elle veut faire quelque chose. C'est tout le défi, en quatre répliques.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tableau de référence du défi, et il sert directement à l'exercice de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`t2vf` du module interactif, mot pour mot. La dernière ligne mérite un arrêt : Fabiola demande à apprendre quelque chose qui n'est pas sa tâche. C'est ce qui la rend précieuse pour l'équipe.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ces demandes réelles serviront en C3 et en E1. Chacun travaillera la sienne plutôt qu'un exemple inventé.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je peux échanger mon jeudi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phrases changent tout au travail : « est-ce que je peux… ? » demande une permission, « est-ce que vous pouvez m'aider ? » demande un service. Fabiola a besoin des deux dans la même semaine.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demande d'échange de quart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la règle de la place : aviser trois jours avant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demande de permission d'une demande d'aide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une réponse conditionnelle : « vous pouvez, mais…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demander à changer une journée de travail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note-pap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faut-il demander, à votre travail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à l'avance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trouver quelqu'un soi-même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doit dire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vous parler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Roy, est-ce que je peux vous parler deux minutes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Qu'est-ce qui se passe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 prochain, mon garçon a un rendez-vous à la clinique.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heure, le rendez-vous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m'aviser trois jours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peut prendre votre quart de jeudi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Miguel dit qu'il peut. Est-ce que je pourrais échanger avec lui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pouvez, oui. Mais il faut m'aviser trois jours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jours. Aujourd'hui, c'est lundi : est-ce que ça va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pouvez m'aider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Roy, est-ce que vous pouvez m'aider une seconde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Miguel. Qu'est-ce qu'il y 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lave-vaisselle affiche un chiffre rouge. Je ne comprends pas.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regarder ? Je ne l'ai jamais fait.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demandes qui ne se ressemblent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je peux…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une permission : l'autre dit oui ou non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vous pouvez m'aider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service : l'autre fait quelque chose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je pourrais…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même permission, en plus poli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aviser trois jours avant.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règle de la place, pour tout le monde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n'est pas une demande : c'est la réponse qui encadre toutes les autres.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demande à parler à monsieur Roy deux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garçon a un rendez-vous à la clinique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peut prendre son quart de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aviser le chef d'équipe trois jours avant.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comprend tout de suite le lave-vaisselle.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demande la permission de regarder.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demande à parler à monsieur Roy deux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garçon a un rendez-vous à la clinique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ne peut prendre son quart de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Miguel peut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aviser le chef d'équipe trois jours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comprend tout de suite le lave-vaisselle.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demande de l'aide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demande la permission de regarder.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demande que vous auriez à faire au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permission, ou de l'aide — dites laquelle.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Est-ce que je peux partir à midi vendredi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