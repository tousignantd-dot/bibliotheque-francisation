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C'est le défi le plus transférable du module : recevoir une consigne, la noter, la redire, se sert dans tous les métiers et dans toutes les salles de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tout le monde répond « non » à la première question et « oui » à la deuxième — puis avoue ne jamais l'avoir fait. C'est là qu'est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gestes en deux répliques : Fabiola annonce qu'elle note, puis elle redit la consigne en trois mots avant de demander la suite. Les faire relever tous les deux — ce sont les deux compétences du défi.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mots qui organisent la liste — premièrement, deuxièmement, troisièmement — sont un cadeau pour celui qui écoute : ils disent d'avance combien il y en a. Faire remarquer aussi la demande de Fabiola : elle demande la permission de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reformulation de Fabiola est plus courte que la consigne du chef : elle garde l'essentiel et laisse tomber le reste. C'est exactement l'exercice de la fin de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`t3vf` du module interactif, mot pour mot. La dernière ligne prépare la séance suivante : dire où on en est vaut mieux que prétendre avoir fini.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`t3note` du module interactif. La règle est simple : on garde le nom de la chose, le lieu ou l'heure, et rien d'autre. Les verbes et les articles se perdent sans dommage.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Prévoir de vrais carnets ou des cartons de format poche : plusieurs élèves n'ont jamais eu l'idée d'en avoir un sur eux, et c'est l'objet qui change le plus de choses dans une première année d'emploi.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choses avant midi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consigne de travail arrive vite et ne se répète pas toujours. Fabiola fait deux choses que personne ne lui a apprises : elle prend son crayon, et elle redit tout pour vérifier.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trois consignes données à la suite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forme du verbe qui commande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une consigne en trois mots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ce qu'on a compris pour le vérifier.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qu'on fait quand on reçoit trois consignes d'un coup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ariot-platea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retient trois choses de mémoire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demander de répéter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écrit, et où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arrive si on en oublie une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prends mon crayon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4487" y="23225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Fabiola, écoutez-moi bien. Trois choses avant midi.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4487" y="30718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écoute. Je prends mon crayon.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4487" y="38211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Premièrement, sortez les plateaux du chariot du deuxième étage.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4487" y="45704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plateaux du deuxième. Ensuite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Premièrement, deuxièmement, troisièmement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Deuxièmement, rangez les boîtes de la livraison dans la chambre froide.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98907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livraison de ce matin ? D'accord.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73837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Troisièmement, éteignez le four à onze heures. N'oubliez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48767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Onze heures pile. Est-ce que je peux répéter, pour vérifier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fait, monsieur Roy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plateaux, les boîtes dans la chambre froide, le four à onze heures.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4487" y="298907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Vous notez mieux que bien du monde ici.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4487" y="373837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Roy ? Les plateaux, c'est fait. Je viens de finir.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48767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4487" y="448767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en train de les ranger. Il reste trois boîtes.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Roy donne trois consignes à faire avant midi.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consigne est de ranger les boîtes.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boîtes de la livraison vont dans la chambre froide.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four doit être éteint à onze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répète les trois consignes pour vérifier.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le chef revient, les trois tâches sont terminées.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Roy donne trois consignes à faire avant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consigne est de ranger les boîtes.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sortir les plateaux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boîtes de la livraison vont dans la chambre froide.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four doit être éteint à onze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répète les trois consignes pour vérifier.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le chef revient, les trois tâches sont terminées.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reste trois boîtes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Noter une consigne en trois mots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Qu'est-ce que vous écrivez dans votre carnet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Sortez les plateaux du chariot du deuxième étage.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Rangez les boîtes de la livraison dans la chambre froide.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Éteignez le four à onze heures.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Miguel entre à six heures jeudi, à votre place.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pause est de onze heures et demie à midi.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Avisez-moi trois jours avant.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Noter une consigne en trois mots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Sortez les plateaux du chariot du deuxième étage.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plateaux — chariot 2e étage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Rangez les boîtes de la livraison dans la chambre froide.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boîtes livraison, chambre froide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Éteignez le four à onze heures.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four : 11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Miguel entre à six heures jeudi, à votre place.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jeudi : Miguel, 6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pause est de onze heures et demie à midi.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pause 11 h 30 - 12 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Avisez-moi trois jours avant.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aviser 3 jours d'avance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trois consignes que vous recevez souvent.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trois mots chacune, comme dans un carnet.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travail, à l'école, ou à la maison.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