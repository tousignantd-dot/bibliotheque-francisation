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Fabiola travaille depuis deux semaines : elle n'est plus la nouvelle, mais elle n'a encore rien osé demander. C'est exactement la situation de beaucoup d'élèves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question ramène des histoires vraies dans presque tous les groupes : une journée manquée, un quart oublié. Les laisser sortir, elles justifient tout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le vouvoiement du chef d'équipe : il vouvoie Fabiola, elle le vouvoie aussi et l'appelle « monsieur Roy ». C'est l'usage au travail, et il vaut la peine d'être nommé dès la première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y a beaucoup de chiffres » est la phrase la plus honnête du dialogue. Fabiola ne dit pas qu'elle ne comprend pas — elle le laisse entendre. Le défi 1 va lui apprendre à le demander franchement.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Changement de registre à relever : Miguel tutoie Fabiola, ils sont collègues. Le chef vouvoie. Deux personnes, deux façons de s'adresser à elle, dans la même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au groupe ce qui n'est jamais écrit sur un horaire : le congé, et la raison d'une absence.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`pr1` du module interactif, mot pour mot. La dernière ligne compte : poinçonner après, c'est du temps travaillé qui n'est pas payé.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La deuxième ligne est le vrai matériau du module : les ramasser et en lire deux ou trois à voix haute en A2, sans nommer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Ton horaire est affiché en haut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qu'un employé doit savoir tient sur un tableau blanc, dans la salle du personnel. Encore faut-il savoir le lire — et oser demander quand on ne comprend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et les objets d'un lieu de travail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qu'on lit sur un tableau d'horaire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fait en arrivant : poinçonner, se changer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qui est le chef d'équipe et à quoi il sert.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Qu'est-ce qu'on regarde en arrivant au travail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au-hora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écrites vos heures, à votre travail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faites en arrivant, avant de commencer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posez-vous vos questions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quand on a mal lu son horaire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avez vu le tableau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23225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Fabiola ! Deux semaines déjà. Ça va, la cafétéria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3071876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monsieur Roy. Ça va bien, merci. J'apprends.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8211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vu le tableau, dans la salle du personnel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570475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grand tableau blanc, à côté des casiers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ligne par personne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Votre horaire de la semaine est affiché en haut.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l'ai regardé ce matin. Il y a beaucoup de chiffres.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ligne par personne. Votre nom, puis vos cinq journées.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dessous. Les tâches de la journée, dans l'ordre.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poinçonne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487" y="19019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Fabiola ! Ton uniforme propre est dans ton casier.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FABIOLA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4487" y="2651252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Miguel. Le vestiaire, c'est la porte grise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MIGUEL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4487" y="34005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grise, oui. Ton numéro de casier, c'est le douze.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417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4487" y="4149851"/>
            <a:ext cx="87016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poinçonnez avant d'entrer dans la cuisine, pas après.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y a sur le tableau du personnel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ligne par personne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cherchez votre nom, pas la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journées sur la ligne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vos heures, jour par jour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tâches, en dessous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dans l'ordre où on les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case vide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congé — vous ne venez pas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ligne se lit dans le vide : personne n'écrit jamais le mot « congé » sur un horaire.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travaille à la cafétéria depuis deux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L'horaire est affiché sur un tableau blanc, dans la salle du personnel.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ligne par journée de la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tâches sont écrites en dessous des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casier de Fabiola porte le numéro douze.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poinçonne après être entré dans la cuisine.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Fabiola travaille à la cafétéria depuis deux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L'horaire est affiché sur un tableau blanc, dans la salle du personnel.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une ligne par journée de la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une ligne par personne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tâches sont écrites en dessous des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casier de Fabiola porte le numéro douze.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poinçonne après être entré dans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avant d'entrer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trois lignes votre premier matin à un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vous vous changez, ce que vous faites en arrivant.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chose que vous n'avez pas osé demander.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