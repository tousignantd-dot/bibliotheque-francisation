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d'écoute, dernière du défi 2. Elle se joue sur un seul indice, et il vaut la peine de laisser le groupe le trouver avant de le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Poser la question « qui va le faire ? » après chaque phrase entendue : c'est le seul raisonnement à installer, et il marche à tous les coups.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`t2ecoute` du module interactif, mot pour mot. Le faire livre fermé. La dernière ligne n'a ni « est-ce que » ni « pouvoir » : c'est l'impératif entre collègues, et il demande quand même de l'aide.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Savoir à qui s'adresser fait autant partie du travail que savoir le dire. Beaucoup de nouveaux employés posent toutes leurs questions à la même personne, par prudence.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puis on inverse les rôles. Demander à celui qui répond de nommer le type de demande avant de répondre : c'est ce qui fixe la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est fréquent chez ceux qui n'osent pas déranger : ils transforment toute demande en permission. Le nommer doucement — c'est de la politesse mal placée, pas une faute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Souligner le sujet est ce qui rend la différence visible sur le papier : « je peux » d'un côté, « vous pouvez »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Permission ou aide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l'oreille, les deux demandes se ressemblent : elles commencent toutes les deux par « est-ce que ». Ce qui les sépare tient en un mot — qui va faire la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à l'oreille une permission d'une demande d'aide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qui fera la chose demandée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correctement à chacune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deux formes dans une même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QUI VA FAIRE LA CHOSE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peux… = moi. Vous pouvez… =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permission demande le droit de faire quelque chose soi-même. Une demande d'aide demande à l'autre de le faire. Le verbe est le même — « pouvoir » — mais le sujet change, et c'est tout.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Permission, ou aide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la phrase et dites ce qu'elle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prendre ma pause maintenant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pouvez m'aider avec le chariot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partir à midi jeudi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peut m'aider à porter les boîtes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pourrais échanger mon quart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peux me montrer le lave-vaisselle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poser une question 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Passe-moi ton crayon, s'il te plaît.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Permission, ou aide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prendre ma pause maintenant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permission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pouvez m'aider avec le chariot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l'aide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partir à midi jeudi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permission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peut m'aider à porter les boîtes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l'aide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pourrais échanger mon quart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permission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tu peux me montrer le lave-vaisselle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l'aide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poser une question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permission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Passe-moi ton crayon, s'il te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l'aide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on adresse chaque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QUI, LE PLUS SOUVENT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permission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chef d'équipe — lui seul peut la donner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l'aide sur une tâche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un collègue, d'abord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un collègue, sans formalité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explication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celui qui sait — collègue ou chef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Demander une permission à un collègue fait perdre du temps ; demander de l'aide au chef pour un crayon en fait perdre aussi.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 : demandez, répondez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demande, l'autre répond — et dit ce qui a été demandé.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prendre votre pause plus tôt.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chariot est trop lourd pour vous seul.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n'avez pas compris la consigne du chef.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apprendre à partir le lave-vaisselle.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vous manque un crayon pour noter.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UNE PERMISSION POUR DE L'AIDE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je peux porter les boîtes avec 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vous pouvez m'aider à porter les boîtes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demande la permission de faire soi-même une chose que l'autre est en train de faire. Elle est correcte, mais elle ne demande pas ce qu'on veut : personne ne viendra aider.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demandes : une permission, une demande d'aide.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situations vraies, de votre travail ou de votre école.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sujet du verbe : je, ou vous.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