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d'écoute, dernière du défi 1. Demander d'abord si quelqu'un a posé une de ses questions de B3 au travail cette semaine — et ce que la réponse a donné.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`t1ecoute` du module interactif, mot pour mot. Le faire livre fermé. Les heures au-dessus de douze sont faciles ; les autres demandent d'écouter jusqu'au bout de la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La dernière ligne est celle qui coûte le plus cher : arriver à midi pour un quart de deux heures, ou l'inverse. Insister.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C'est le geste central du module, et il reviendra au défi 3 avec les consignes. Le faire pratiquer à deux, cinq minutes, sur des heures inventées.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Quinze minutes, puis on inverse. Insister pour que celui qui répond reformule au lieu de répéter : « quinze heures — trois heures » montre qu'on a vraiment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dire franchement : beaucoup d'élèves ont peur de passer pour quelqu'un qui ne comprend pas le français. C'est la peur qui fait manquer les quarts, pas le niveau de langue.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C'est le dernier travail du défi 1 : après ça, l'élève sait lire son horaire, le dire, et demander ce qu'il n'a pas compris.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SÉANCE B4  ·  MODULE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Matin ou après-midi 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heure entendue au téléphone ou dans le bruit d'une cuisine se rattrape mal. Cette séance entraîne l'oreille à placer l'heure dans la journée, sans la voir écrite.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50 minutes  ·  Mon quart de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une heure entendue et la placer dans la journée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entendre la différence entre treize et trente, quinze et cinquante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l'heure entendue pour la vérifier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demander de répéter sans se sentir mal à l'aise.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matin, ou l'après-midi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 chaque heure et placez-la dans la journée.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heures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quatorze heures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sept heures et demie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seize heures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onze heures et quart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quinze heures moins dix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huit heures moins cinq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dix-sept heures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matin, ou l'après-midi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six heures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matin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quatorze heures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l'après-midi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sept heures et demie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matin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seize heures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l'après-midi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onze heures et quart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matin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quinze heures moins dix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l'après-midi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huit heures moins cinq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 matin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dix-sept heures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l'après-midi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paires qui se confondent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ENTEND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OU BIEN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treize heures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trente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quinze heures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cinquante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seize heures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soixante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heures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1D6B8F"/>
                </a:solidFill>
                <a:latin typeface="Verdana"/>
              </a:rPr>
              <a:t>douze heures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C'est la fin du mot qui décide. En cas de doute, on redit l'heure à voix haute : « treize heures, c'est bien ça ? »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REDIRE POUR VÉRIFIER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E7F0F6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— Vous commencez à six heures. — À six heures, c'est bien ça 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secondes, et l'erreur est écartée. Ce n'est ni impoli ni un aveu d'incompréhension : les employés d'expérience le font tout le temps, dans toutes les langues.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par deux : dites, redites, vérifiez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L'un donne une heure, l'autre la redit pour vérifier.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commencez à treize heures. »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La pause est à onze heures et demie. »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Vous finissez à quinze heures. »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Miguel entre à quatorze heures. 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246624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5388102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E7F0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452110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1D6B8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402072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Le four à onze heures.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1D6B8F"/>
                </a:solidFill>
                <a:latin typeface="Verdana"/>
              </a:rPr>
              <a:t>FAIRE SEMBLANT D'AVOIR COMPRIS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— Vous commencez à treize heures. — Oui, oui, d'accord.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300" b="1" i="0">
                <a:solidFill>
                  <a:srgbClr val="17181A"/>
                </a:solidFill>
                <a:latin typeface="Verdana"/>
              </a:rPr>
              <a:t>— Vous commencez à treize heures. — Excusez-moi, vous pouvez répéter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 « oui, oui » qui cache un doute coûte une journée de travail. Faire répéter coûte trois secondes. Personne, dans une cuisine, n'a jamais été renvoyé pour avoir demandé de répéter.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Notez les heures de votre semaine, en lettres.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Sans regarder les chiffres pendant que vous écrivez.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Lundi : de six heures à deux heures de l'après-midi.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Mon quart de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