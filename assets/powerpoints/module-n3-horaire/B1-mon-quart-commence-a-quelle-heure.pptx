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Faire le lien avec le billet de A4 : chacun a écrit sa semaine. Ce sont ces horaires-là qu'on lira, pas seulement celui de Fabiola.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surprend presque toujours : la pause est dans le quart, mais elle n'est pas payée partout. Ne pas trancher — dire que ça dépend du milieu, et que ça se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réplique est la leçon entière du module : « je ne suis pas sûre » suffit à ouvrir la conversation. Aucune honte, aucune excuse — et le chef répond aussitôt.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questions modèles de Fabiola : « ça veut dire quoi ? » et « ça dure combien de temps ? ». Les faire relever — elles reviennent à l'exercice de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règle de la case vide, vue en A4, est ici confirmée par le chef d'équipe. C'est exactement le geste qu'on veut enseigner : vérifier ce qu'on croit avoir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note du bas est le pont vers B3 : l'horaire écrit et l'heure parlée ne sont pas la même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`t1vf` du module interactif, mot pour mot. 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anonyme si l'élève préfère. Ces questions serviront en B3, où on apprend à les poser. C'est le matériau le plus utile du module et il ne s'invente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Mon quart commence à quelle heure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6 h - 14 h » se comprend en une seconde quand on sait le lire, et fait manquer une journée quand on ne le sait pas. Fabiola, elle, a fini par demander.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quart écrit en chiffres sur un horaire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l'heure de vingt-quatre heures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la durée d'un quart et celle d'une pause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sur son horaire à son chef d'équipe.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« 6 h - 14 h » veut dire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bleau-horai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cette personne commence-t-elle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finit-elle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d'heures cela fait-il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pause est comprise dedans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suis pas sûre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4487" y="23225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Roy, je regarde l'horaire et je ne suis pas sûre.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4487" y="30718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Dites-moi. Quelle journée vous inquiète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4487" y="38211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Mercredi. C'est écrit « 6 h - 14 h ». Ça veut dire quoi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4487" y="45704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quart commence à six heures et finit à quatorze heures.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heures, moins la pause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heures du matin ? Il fait encore noir.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déjeuner des résidents est à sept heures. On prépare avant.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ça dure combien de temps, huit heures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heures, moins la pause du midi. Trente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Rien d'écrit, c'est congé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je travaille de quatorze heures à vingt-deux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samedi ? Il n'y a rien d'écrit sur ma ligne.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d'écrit, c'est congé. Vous êtes en congé samedi et dimanche.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onze heures et demie à midi. Vous mangez avant les résidents.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lit sur la ligne de Fabiola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3100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ÉCRIT SUR LE TABLEAU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6 h - 14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de six heures du matin à deux heures de l'après-midi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8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durée du quart, pause comprise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11 h 30 - 12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pause, trente minutes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(rien)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congé — on ne vient pas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9264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35296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L'heure de vingt-quatre heures s'écrit toujours sur un horaire, et se dit rarement à voix haute : on dit « deux heures », on écrit « 14 h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6 h - 14 h » veut dire de six heures à quatorze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déjeuner des résidents est à six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pause du midi dure trente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travaille de quatorze heures à vingt-deux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et Miguel se croisent quinze minutes.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travaille samedi et dimanche.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6 h - 14 h » veut dire de six heures à quatorze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déjeuner des résidents est à six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à sept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pause du midi dure trente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travaille de quatorze heures à vingt-deux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et Miguel se croisent quinze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à deux heures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travaille samedi et dimanche.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est en congé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question que vous n'avez jamais osé poser au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Sur l'horaire, sur la pause, sur une tâche.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Est-ce que la pause est payée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