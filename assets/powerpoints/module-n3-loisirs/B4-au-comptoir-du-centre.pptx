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Elle ferme la boucle : on a téléphoné, on se présente, et on découvre ce qu'on n'avait pas pensé à demander.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piste amène la preuve d'adresse. Si personne n'y pense, laisser passer : le dialogue l'apporte deux minutes plus tard, et la surprise vaut mieux que l'annonce.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J'aimerais savoir autre chose » est la formule à relever : elle ouvre une question nouvelle sans avoir l'air de déranger. La faire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croient qu'il faut une carte d'identité officielle. La réponse — un compte d'électricité, un bail — surprend et rassure. Demander à chacun quel papier il aurait sous la main chez 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Merci de votre patience » est une formule de sortie utile et rare chez les élèves. L'écrire au tableau à côté de « merci beaucoup » : deux façons de finir, l'une plus chaleureuse que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calculer l'économie sur une session de douze semaines : vingt-quatre dollars pour un papier qu'on a déjà chez soi.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distinction identité / adresse est le point à faire passer : elle revient dans presque toutes les démarches municipales.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t1comptoir du module, rattaché au deuxième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t1rep du module. Le faire d'abord à l'oral, réponses masquées, puis découvrir : la moitié se devine, et c'est justement ce qu'on veut installer avant le défi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 et concret. Plusieurs élèves reviendront en disant qu'ils n'en ont trouvé aucun à leur nom : c'est une vraie difficulté de vie, et elle mérite deux minutes en début de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B4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 comptoir du centre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téléphone ne dit pas tout. Marisol se présente au comptoir, et deux renseignements nouveaux arrivent : l'heure des familles, et la preuve d'adresse qui fait baisser le tarif de cinq dollars à trois.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Choisir une activité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échange au comptoir d'un service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qu'on n'avait pas prévue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qu'est une preuve d'adresse et à quoi elle sert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chaque question à la réponse qui lui correspond.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fait-on à ce comptoir-là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mptoir-accue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sur le comptoir, et à quoi ça sert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peut demander à la personne qui est derrière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faut un rendez-vous pour se présenter ici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peut avoir à montrer, et pourquoi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L'heure des familles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J'ai téléphoné mardi passé, pour le badminton.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ROXANE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07187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 oui ! Vous êtes venue. Le gymnase est au fond du corridor, à gauche.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MARISOL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4158995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J'aimerais savoir autre chose : ma fille a huit ans. Est-ce qu'elle peut venir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ROXANE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524611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mardi soir, c'est pour les adultes. Mais le samedi matin, il y a une heure pour les familles.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preuve d'adresse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Parfait. Est-ce que je dois montrer une carte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ROXANE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preuve d'adresse, la première fois. Un compte d'électricité ou votre bail, ça suffit.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73837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n'ai pas ça avec moi aujourd'hui.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ROXANE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48767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pas grave. Aujourd'hui, vous payez le tarif visiteur : cinq dollars.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dollars de différence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avec la preuve d'adresse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ROXANE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dollars, le tarif du quartier. Apportez-la samedi et je la note à votre dossier.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73837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Très bien. Merci de votre patience.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8767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ROXANE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1161" y="448767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me fait plaisir. Bon badminton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tarifs, une seule différence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TARIF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COMBIEN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tarif visiteur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5 $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 — on paie et on entre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tarif du quartier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3 $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preuve d'adresse, une seule fois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7647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heure des familles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77647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gratuit pour les enfants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77647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l'adulte paie son tarif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preuve d'adresse ne se montre qu'une fois : elle reste au dossier.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MOT À RETENIR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une preuve d'adresse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un papier qui montre où l'on habite : un compte d'électricité, un compte de téléphone, un bail. Ce n'est pas une carte d'identité : le centre ne veut pas savoir qui vous êtes, mais où vous habitez, pour appliquer le tarif du quartier.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gymnase est au fond du corridor, à gauche.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fille de Marisol peut venir le mardi soir.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L'heure des familles est le samedi matin.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montrer une preuve d'adresse la première fois.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Sans preuve d'adresse, Marisol paie trois dollars.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compte d'électricité peut servir de preuve d'adresse.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gymnase est au fond du corridor, à gauche.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fille de Marisol peut venir le mardi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le mardi soir est pour les adultes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L'heure des familles est le samedi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montrer une preuve d'adresse la première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Sans preuve d'adresse, Marisol paie trois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cinq dollars, le tarif visiteur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compte d'électricité peut servir de preuve d'adresse.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question et la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chaque question à la réponse de la préposée.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quel jour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à quelle heure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combien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qu'il faut apporter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où, exactement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ça dure longtemps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question et la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quel jour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mardi soir, toutes les semaines.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à quelle heure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 dix-neuf heures à vingt et une heures.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combien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Trois dollars par séance, payables à l'entrée.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qu'il faut apporter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espadrilles propres et une bouteille d'eau.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où, exactement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 gymnase, au fond du corridor à gauche.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ça dure longtemps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Jusqu'à la fin de la session, en décembre.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 papier avez-vous chez vous qui pourrait servir de preuve d'adresse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compte, une facture, un bail — écrivez lequel.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qu'il porte bien votre nom et votre adresse.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Choisir une activité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