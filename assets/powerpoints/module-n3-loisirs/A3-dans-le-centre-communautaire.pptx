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Si le centre communautaire du quartier est proche, une visite de vingt minutes vaut mieux que toutes les photos — la séance se fait alors sur place, feuillet en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question des espadrilles arrive presque toujours d'elle-même. Si personne ne la pose, la poser : elle prépare le défi 1, où c'est la quatrième question à poser au téléphone.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mot avec son article. « Un gymnase » et « une cuisine » : le genre ne s'entend pas dans le mot, seulement dans l'article.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Preuve d'adresse » est le mot le plus utile de la liste, et le moins deviné : beaucoup d'élèves ne savent pas qu'un compte d'électricité en tient lieu.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couvrir la colonne de droite et faire redire l'activité de chaque pièce.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prImg du module, où les mêmes phrases se glissent sur des photos. Le faire ici à l'oral prépare le glisser-déposer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passent par l'anglais pour ces mots-là. Le dire sans en faire un reproche : c'est un raccourci normal, pas une faute de paresse.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Relever les articles à la correction : c'est le seul endroit du module où le genre des mots se travaille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Dans le centre communautaire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gymnase, une cuisine, une salle de projection, un comptoir d'accueil. Quatre pièces, quatre activités possibles. Savoir les nommer, c'est déjà savoir demander où l'on 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Choisir une activité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pièces d'un centre communautaire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associer une pièce à l'activité qui s'y déroule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objets qu'on apporte à une activité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mots du module avec leur article.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Quelle activité peut se faire dans cette pièce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gymnase-badmint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peint sur le plancher, et pourquoi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le plancher est-il en bois, et pas en ciment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doit avoir aux pieds pour entrer ici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personnes peuvent jouer en même temps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pièces du centre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2898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gymnase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6847" y="2121408"/>
            <a:ext cx="67621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grande salle au plancher de bois où l'on joue et où l'on bouge.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2898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cuisine collective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6847" y="2909620"/>
            <a:ext cx="67621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grande cuisine où un groupe prépare des repas ensemble et les partage.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2898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salle de projection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847" y="3697833"/>
            <a:ext cx="67621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salle où l'on présente les films, avec des chaises en rangées.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2898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comptoir d'accueil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6847" y="4486046"/>
            <a:ext cx="67621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L'endroit où l'on se renseigne, en entrant. C'est là qu'on pose ses questions.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28983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babillard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6847" y="5274259"/>
            <a:ext cx="6762159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panneau de liège de l'entrée, couvert de feuilles et de punaises.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VOCABULAIRE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apporte, ce qu'on paie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31068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des espadrilles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3872" y="2121408"/>
            <a:ext cx="694513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Les souliers souples de sport, à semelle de caoutchouc. Propres, obligatoirement.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31068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bouteille d'eau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872" y="2909620"/>
            <a:ext cx="694513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Ce qu'on apporte à toutes les activités où l'on bouge, sans qu'on le demande.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31068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preuve d'adresse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3872" y="3697833"/>
            <a:ext cx="694513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 papier qui montre où l'on habite : un compte d'électricité, un bail.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31068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 tarif du quartier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3872" y="4486046"/>
            <a:ext cx="694513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prix plus bas offert aux gens qui habitent le quartier, sur preuve d'adresse.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310686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une séance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3872" y="5274259"/>
            <a:ext cx="6945134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Une fois où l'activité a lieu : un soir, une heure précise.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Chaque pièce, son activité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PIÈCE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S'Y PASSE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gymnase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badminton du mardi, la danse en ligne du jeudi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salle de projection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ciné-club du vendredi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cuisine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cuisine collective du mercredi après-midi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comptoir d'accueil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s'y renseigne et on y paie son entrée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babillard de l'entrée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on y lit ce que le centre annonce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même bâtiment, quatre pièces, quatre activités différentes.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photo, quelle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la phrase, puis dites de quelle pièce ou de quel objet il s'agit.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de liège de l'entrée, couvert de feuilles retenues par des punaises.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grande salle au plancher de bois, avec un filet tendu au milieu.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comptoir avec un ordinateur et un présentoir à dépliants.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salle avec des chaises placées en rangées devant un écran.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paire de souliers de sport propres, à côté d'une bouteille d'eau.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longues tables de travail et des chaudrons dans les armoires.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photo, quelle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panneau de liège de l'entrée, couvert de feuilles retenues par des punaises.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babillard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grande salle au plancher de bois, avec un filet tendu au milieu.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gymnase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comptoir avec un ordinateur et un présentoir à dépliants.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l'accueil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salle avec des chaises placées en rangées devant un écran.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salle de projection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paire de souliers de sport propres, à côté d'une bouteille d'eau.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des espadrilles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longues tables de travail et des chaudrons dans les armoires.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cuisine collective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gymnasium, une gymnase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un gymnase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est masculin — un gymnase — et il n'a pas de forme en -ium en français, contrairement à l'anglais. Même chose pour « auditorium », qu'on dit ici « une salle » tout simplement.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une activité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nom de trois pièces d'un centre communautaire, avec leur article.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Ajoutez, pour chacune, une activité qui peut s'y faire.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le gymnase — le badminton du mardi soir.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Choisir une activité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