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Première séance du défi 2, et premier vrai travail de lecture du module. Apporter si possible un vrai téléhoraire ou une page de cinéma de quartier : la forme est la même partout.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relire la quatrième réplique à voix haute par trois élèves différents. C'est le texte modèle de tout le défi : on y reviendra à chaque séance du bloc.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L'ordre annoncé dans la première réplique est la clé de la lecture. L'écrire au tableau en cinq mots et l'y laisser tout le bloc 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question de Marisol sur le documentaire est celle que posent la moitié des élèves. Ne pas la traiter comme une évidence : le mot existe dans beaucoup de langues avec un sens plus large.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couvrir la troisième colonne et faire redire l'ordre de mémoire. Puis distribuer le feuillet et faire vérifier sur les trois autres films.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Demander à chacun quel genre il regarderait ce vendredi. C'est une question de goût, donc facile à répondre même avec peu de mots.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lire cinq durées au hasard écrites au tableau. Le point revient en C2, appliqué aux heures de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t2vf du module. La dernière affirmation prépare C3, où le feuillet entier sera lu.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court. Les descriptions écrites ce soir servent d'exercice de lecture en C3 : on les échange entre élèves plutôt que d'en relire une de plus dans le feuillet.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C1  ·  MODULE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Quatre films, quatre petits textes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213156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feuillet du ciné-club tient sur une page. Quatre films, quatre textes de trois lignes, et toujours le même ordre : le jour, l'heure, l'histoire en une phrase, le genre, la durée. C'est cet ordre qui rend la page lisible.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Choisir une activité au centre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l'ordre des informations dans une description de film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les mots de genre : drame, comédie, documentaire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lire une durée écrite « 1 h 52 »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choisir une séance à partir de trois lignes de texte.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lignes chacune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d'abord, diapo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THIERRY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31161" y="2322576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Marisol, tu as pris le feuillet du ciné-club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149847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31161" y="3071876"/>
            <a:ext cx="864496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Oui, mais je ne comprends pas tout. Il y a quatre films et quatre petits textes.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99440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4158995"/>
            <a:ext cx="149847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THIERRY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31161" y="4158995"/>
            <a:ext cx="864496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sont les descriptions. Trois lignes chacune, pas plus. Lis-moi la première.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08152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5246116"/>
            <a:ext cx="149847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31161" y="5246116"/>
            <a:ext cx="864496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Vendredi 3 octobre, 19 h. Une famille quitte son village et recommence sa vie en ville. Drame. 1 h 52. »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Toujours dans le même ordre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9847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THIERRY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31161" y="1901952"/>
            <a:ext cx="864496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Alors : le jour, l'heure, l'histoire en une phrase, le genre et la durée. Toujours dans cet ordre.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82447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89072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31161" y="2989072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Drame », ça veut dire quoi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57377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738371"/>
            <a:ext cx="149847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THIERRY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31161" y="3738371"/>
            <a:ext cx="864496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histoire sérieuse, souvent triste. Une comédie, c'est le contraire : c'est drôle.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66089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825491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31161" y="4825491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« 1 h 52 » 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documentaire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THIERRY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31161" y="1901952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durée : une heure cinquante-deux. Presque deux heures.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31161" y="2651252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troisième dit « documentaire ». C'est un film avec des acteurs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149847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THIERRY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31161" y="3400551"/>
            <a:ext cx="864496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Non, justement. Un documentaire montre des choses vraies, des gens vrais.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4487671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31161" y="4487671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Celui-là parle des rivières du Québec. Camila aimerait ça.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cinq informations, dans l'ordre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1699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RANG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L'INFORMATION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DANS L'EXEMPLE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le jour et la date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Vendredi 3 octobre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7736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01696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01696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l'heure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01696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19 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2796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07664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407664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l'histoire, en une phrase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407664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Une famille quitte son village…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378561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3913631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3913631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le genre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3913631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Drame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2688" y="429158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32688" y="4419600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74794" y="4419600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la durée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6900" y="4419600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1 h 52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521817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69264" y="547420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Le même ordre pour les quatre films : la page se lit en diagonale.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VOCABULAIRE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genres de films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82997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drame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36980" y="2121408"/>
            <a:ext cx="722202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Une histoire sérieuse, souvent triste. C'est le genre le plus fréquent des ciné-clubs de quartier.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282997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comédie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36980" y="2909620"/>
            <a:ext cx="722202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histoire drôle, qui fait rire. Le contraire du drame.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282997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documentaire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36980" y="3697833"/>
            <a:ext cx="722202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Un film qui montre des choses vraies et des gens vrais, sans acteurs qui jouent un rôle.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282997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film d'animation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36980" y="4486046"/>
            <a:ext cx="722202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Des personnages dessinés. Souvent choisi pour les séances de familles.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282997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court métrage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36980" y="5274259"/>
            <a:ext cx="722202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Un film très court, de quelques minutes. On en présente parfois deux ou trois à la suite.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LIRE UNE DURÉE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1 h 52 » se dit « une heure cinquante-deux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petit h veut dire « heure ». Les chiffres après lui sont des minutes, jamais des centièmes. « 1 h 52 », c'est donc presque deux heures — et « 1 h 05 », à peine plus d'une heure.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Chaque description de film tient en trois lignes.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L'ordre est toujours : le jour, l'heure, l'histoire, le genre, la durée.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drame est une histoire drôle.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1 h 52 » veut dire une heure cinquante-deux minutes.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documentaire est joué par des acteurs.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film du 17 octobre est sous-titré.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Chaque description de film tient en trois lignes.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L'ordre est toujours : le jour, l'heure, l'histoire, le genre, la durée.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drame est une histoire drôle.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c'est une histoire sérieuse, souvent triste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1 h 52 » veut dire une heure cinquante-deux minutes.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documentaire est joué par des acteurs.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il montre des choses vraies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film du 17 octobre est sous-titré.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la description d'un film que vous aimez, en trois lignes.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Respectez l'ordre : le jour, l'heure, l'histoire, le genre, la durée.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Inventez le jour et l'heure : c'est la forme qu'on travaille, pas la vérité.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Choisir une activité au centre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