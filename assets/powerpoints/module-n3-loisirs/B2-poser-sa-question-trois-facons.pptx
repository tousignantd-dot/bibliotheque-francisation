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charnière du module. Le message à faire passer tient en une phrase : aucune des trois formes n'est impolie, et la plus simple est celle qu'on emploie le plus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la dernière colonne : c'est elle qui règle la question « laquelle dois-je employer ? ». Réponse : celle qui sort le plus facilement.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faire dire à voix haute par tout le groupe, trois fois. C'est la phrase qui débloque l'appel téléphonique.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surprend toujours. Prendre le temps : un élève qui ne l'a jamais entendue explicitement croit qu'on lui parle familièrement.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l'erreur de celui qui a préparé son appel et veut tout dire avant d'avoir peur. La nommer sans moquerie : elle vient du trac, pas de l'ignorance.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t1quest du module. Accepter toute question qui va chercher le bon renseignement : le corrigé donne des exemples, pas une liste fermée.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à dos, c'est le point de la consigne : sans le visage, on écoute vraiment. Circuler et noter les récapitulations réussies, pas les erreurs.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B3, où la même question sera reprise à la forme polie — « je voudrais », « vous pourriez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Poser sa question : trois façons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de gens n'osent pas téléphoner parce qu'ils cherchent la bonne façon de poser leur question. Il n'y en a pas une : il y en a trois, et les trois marchent. La plus courte est même la plus fréquente.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le mot de question seul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« est-ce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question où le sujet passe après le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la particule -tu, qu'on entend partout au Québec.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question, trois façons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9923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FAÇON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ON L'ENTEND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mot de question seul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C'est quand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téléphone, tout le temps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6816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est-ce 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6816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Est-ce que ça commence bientôt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6816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partout, à l'oral comme à l'écrit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sujet après le verbe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Quand commence la session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les feuillets, dans les services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9197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4774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particule -tu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4774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Ça commence-tu cette semaine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4774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Québec, à l'oral seulement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4748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0352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Aucune n'est impolie. Ce qui rend poli, c'est bonjour, s'il vous plaît et merci.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FAÇON LA PLUS SIMPLE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C'est quand ? » · « C'est combien ? » · « C'est où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ou trois mots, et on comprend très bien. C'est la forme la plus employée au téléphone, par tout le monde, y compris par les gens dont le français est la langue maternelle. Ajoutez « s'il vous plaît » si vous voulez l'adoucir.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DEUX AUTRES FAÇONS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reconnaître, puis à employer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Est-ce que…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24429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 pose devant une phrase normale, sans rien changer d'autre : « Il faut apporter quelque chose » devient « Est-ce qu'il faut apporter quelque chose ? ». Devant une voyelle, on écrit « est-ce qu'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Quand est-ce que…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24429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mot de question passe en avant, puis « est-ce que » : « Quand est-ce que ça commence ? », « Combien est-ce que ça coûte ? ». Plus long, tout aussi juste.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Combien coûte la session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41850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sujet passe après le verbe. On la lit sur les feuillets et on l'entend dans les services. À reconnaître d'abord ; à employer quand on se sentira prêt.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Ça commence-tu cette semaine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41850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« tu » collé au verbe ne veut pas dire « toi » : il transforme la phrase en question. C'est du français d'ici, très courant. À comprendre, pas à écrire.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quand combien où quoi apporter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quand ? … C'est combien ? … Il faut apporter quoi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question à la fois. Laissez la personne répondre avant de poser la suivante : c'est plus facile pour elle, et surtout pour vous — quatre réponses données d'un coup ne se retiennent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renseignement cherché, écrivez une question. Plusieurs réponses sont possibles.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le jour et l'heure du badminton.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le prix d'une séance.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dans quelle salle ça se passe.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2251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8652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ce qu'il faut apporter.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3778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8592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9232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79323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quand la session commence.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57453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79602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8600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729983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si votre enfant de huit ans peut venir.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le jour et l'heure du badminton.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quand ? · Quand est-ce que c'est ? · C'est à quelle heure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le prix d'une séance.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combien ? · Combien est-ce que ça coûte ? · Ça coûte combien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dans quelle salle ça se passe.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où ? · Où est-ce que c'est ? · C'est dans quelle salle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2251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8652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ce qu'il faut apporter.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Qu'est-ce qu'il faut apporter ? · Est-ce qu'il faut apporter quelque chose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3778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8592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9232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79323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quand la session commence.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Quand est-ce que la session commence ? · Quand commence la session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57453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79602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8600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729983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si votre enfant de huit ans peut venir.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ma fille peut venir ? · Est-ce que c'est pour les enfants aussi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deux, au téléphone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Dos à dos, sans se voir. L'un pose ses quatre questions, l'autre invente les réponses.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 qui appelle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 qui répond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 qui appelle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 qui appelle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 qui répond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même question de trois façons différentes.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 la question du prix, ou celle du matériel.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par façon, dans l'ordre du tableau de la séance.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