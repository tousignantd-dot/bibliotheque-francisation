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d'écriture, mais le point se travaille d'abord à l'oreille : la différence entre « je veux » et « je voudrais » s'entend avant de s'expliquer. Faire dire les deux, et demander laquelle surprend.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nom savant — le conditionnel de politesse — peut être donné, mais il n'aide personne : c'est la terminaison qui compte, et elle est régulière.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deux phrases à apprendre par cœur sont la première et la quatrième. Les faire recopier, puis les faire dire les yeux fermés.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Prendre cinq minutes entières là-dessus. Faire dire les deux phrases par chaque élève, une par une, à voix haute. C'est le contenu le plus directement utile de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deux formes au tableau, l'une sous l'autre. La faute revient dans le message écrit du bloc E : la signaler maintenant coûte moins cher que de la corriger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t1poli du module. Faire remarquer que la dernière ligne accepte deux réponses : les deux verbes disent la même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gauche puis celle de droite, à voix haute. La différence de ton s'entend immédiatement, et c'est ce qui convainc.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Ramasser : ce sont les phrases que la production orale du bloc E réclamera, et les corriger maintenant évite d'y 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voudrais, j'aimerais, vous pourriez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des renseignements » est juste, mais sec. Trois lettres de plus — la terminaison en -rais — et la demande devient celle qu'on attend au comptoir et au téléphone.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je voudrais » et « j'aimerais » pour dire ce que je veux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je pourrais » pour demander une permission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vous pourriez » pour demander un service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« il faut » et « il faudrait », et ce qui les sépare.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FORME POLIE,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se termine en -rais, et la demande s'adoucit.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voudrais », « j'aimerais », « je pourrais », « vous pourriez », « il faudrait ». La terminaison s'entend « rè » dans tous les cas. C'est la forme du comptoir, du téléphone et de tous les services.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emplois, quatre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 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dire ce qu'on veut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voudrais des renseignements, s'il vous plaît.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dire un souhait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J'aimerais essayer le badminton.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demander une permission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Est-ce que je pourrais venir voir une fois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demander un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pourriez répéter, s'il vous plaît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dire ce qui est nécessaire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faudrait apporter une preuve d'adresse.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premières lignes ouvrent la conversation ; la quatrième la sauve.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DEUX PHRASES À SAVOIR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ouvrent et elles sauvent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voudrais des renseignements, s'il vous plaît.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 d'ouverture de n'importe quelle conversation de service : au centre communautaire, à la bibliothèque, au bureau de poste, à la caisse. Elle dit qu'on vient chercher de l'information, et rien de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2793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302252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Vous pourriez répéter, s'il vous plaît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71678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 qui sauve toutes les conversations où ça va trop vite. Elle ne dit pas « je ne comprends rien » : elle demande simplement une deuxième écoute, ce que tout le monde accorde volontiers.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lettre, et deux sens différents. « Je voudrai » sans s parle du futur : plus tard, je voudrai. « Je voudrais » avec s est la demande polie. À l'oral, on entend « rè » pour le second et « ré » pour le premier — mais beaucoup de gens ne font plus la différence en parlant, alors c'est à l'écrit que le s compte.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je voudrais », « j'aimerais », « je pourrais », « vous pourriez » ou « il faudrait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___ des renseignements sur le badminton,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essayer la danse en ligne, mais je n'ai jamais dansé.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venir voir une fois avant de payer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___ répéter le prix, s'il vous plaît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le tarif du quartier, ___ apporter une preuve d'adresse.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inscrire ma fille au samedi matin.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___ des renseignements sur le badminton,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essayer la danse en ligne, mais je n'ai jamais dansé.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venir voir une fois avant de payer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pourrais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___ répéter le prix,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pourriez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le tarif du quartier, ___ apporter une preuve d'adresse.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faudrait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inscrire ma fille au samedi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· Je voudrais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chaque phrase à la forme polie.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des renseignements.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Répétez.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essayer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une preuve d'adresse.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Donnez-moi un feuillet.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des renseignements.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des renseignements,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Répétez.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pourriez répéter,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essayer jeudi.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venir essayer jeudi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une preuve d'adresse.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faudrait une preuve d'adresse.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Donnez-moi un feuillet.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avoir un feuillet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demandes polies que vous pourriez faire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au centre communautaire, une ailleurs — à l'école, dans un commerce.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je voudrais », « je pourrais » et « vous pourriez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