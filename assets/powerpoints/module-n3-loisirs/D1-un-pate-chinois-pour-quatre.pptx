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Première séance du défi 3. Si l'établissement a une cuisine, la séance gagne à s'y faire : la recette se comprend en la faisant, et les outils se nomment en les prenant dans la main.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piste est la vraie question, et la réponse est non. La donner clairement : c'est ce qui décide de venir ou non, et beaucoup d'élèves s'en interdisent l'entrée pour rien.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principe économique de la cuisine collective tient dans la cinquième réplique. Le faire reformuler par un élève : « on achète ensemble, donc ça coûte moins cher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Marisol demande le sens d'un mot en le répétant seul, avec une intonation de question : « Pelez ? ». C'est la technique la plus simple qui existe pour faire expliquer un mot, et elle marche partout. La faire pratiquer.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abréviations sont travaillées en D2. Ici, seulement les faire entendre : « c. à soupe » se dit en entier quand on parle, jamais « cé à soupe ». C'est une abréviation d'écriture, pas de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Chaque geste prépare le suivant : on ne saute pas de ligne. Faire mimer les six gestes debout, sans parler : c'est ridicule pendant trente secondes et ça retient les verbes pour de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six mots viennent directement du programme de niveau 3, qui nomme « les outils de cuisine : bol, tasse à mesurer, poêle, casserole ». Les faire répéter avec leur article.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t3vf du module. La dernière affirmation prépare la fin du dialogue, où Denis accepte de mettre le maïs dans deux portions seulement.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Les objets nommés servent d'exemples en D2, quand les quantités et les abréviations arrivent.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D1  ·  MODULE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Un pâté chinois pour quatre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personnes, une recette, un gros chaudron. Chacun repart avec quatre portions pour deux dollars. Il reste à comprendre ce que la feuille demande — et ce que veulent dire « pelez », « égouttez », « 60 ml ».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Choisir une activité au centre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ce qu'est une cuisine collective et comment elle marche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les outils d'une cuisine : le bol, le chaudron, l'économe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suivre les consignes d'une recette dans l'ordre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ce que veut dire un mot que je ne connais pas.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Qu'est-ce qui se passe dans cette cuisine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travaillent ensemble, et sur quoi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cuisiner à plusieurs plutôt que chacun chez soi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chacun rapporte à la maison, à la fin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1D6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qu'il faut savoir cuisiner pour venir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1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portions pour deux dollars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d'abord, diapo masquée.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498473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31161" y="2322576"/>
            <a:ext cx="8644966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Bienvenue à la cuisine collective ! Vous êtes Marisol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5394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3018536"/>
            <a:ext cx="1498473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1161" y="3018536"/>
            <a:ext cx="8644966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Oui. C'est ma première fois. Qu'est-ce qu'on fait, aujourd'hui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5499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714496"/>
            <a:ext cx="149847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31161" y="3714496"/>
            <a:ext cx="864496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 pâté chinois. Quatre personnes, une recette, et chacun repart avec quatre portions.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3034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694936"/>
            <a:ext cx="1498473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31161" y="4694936"/>
            <a:ext cx="8644966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Quatre portions pour deux dollars ? C'est peu.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22630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5390896"/>
            <a:ext cx="1498473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31161" y="5390896"/>
            <a:ext cx="8644966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C'est le principe : on achète ensemble, donc ça coûte moins cher. Prenez un tablier.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2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Pelez ? Faites bouillir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 lis la recette… « Pelez six pommes de terre. » Pelez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Enlevez la peau, avec l'économe. Ensuite, coupez-les en gros morceaux.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Faites bouillir vingt minutes. » Vingt minutes dans l'eau chaude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Dans l'eau qui bout, oui. Le gros chaudron est là, sur le rond arrière.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· 3 DE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Soixante millilitres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3736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01952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31161" y="1901952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Après : « Ajoutez 60 ml de lait et une cuillère à soupe de beurre.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486659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65125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31161" y="265125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tasse à mesurer est dans l'armoire. Soixante millilitres, c'est le quart d'une tasse.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573780"/>
            <a:ext cx="11057839" cy="667003"/>
          </a:xfrm>
          <a:prstGeom prst="roundRect">
            <a:avLst>
              <a:gd name="adj" fmla="val 219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738371"/>
            <a:ext cx="1498473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MARISOL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31161" y="3738371"/>
            <a:ext cx="8644966" cy="39268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« c. à soupe », c'est l'abréviation de cuillère à soupe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323080"/>
            <a:ext cx="11057839" cy="1004823"/>
          </a:xfrm>
          <a:prstGeom prst="roundRect">
            <a:avLst>
              <a:gd name="adj" fmla="val 14560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487672"/>
            <a:ext cx="1498473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 i="0">
                <a:solidFill>
                  <a:srgbClr val="1D6B8F"/>
                </a:solidFill>
                <a:latin typeface="Verdana"/>
              </a:rPr>
              <a:t>DENIS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1161" y="4487672"/>
            <a:ext cx="8644966" cy="730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Exactement. « c. à thé », c'est la petite ; « c. à soupe », c'est la grande.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recette, dans l'ordre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877056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GESTE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Pelez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enlevez la peau, avec l'économe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Coupez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faites de gros morceaux, pas des tranches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Faites bouillir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vingt minutes dans l'eau qui bout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Égouttez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jetez l'eau, gardez les pommes de terre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4256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55371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Écrasez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55371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puis ajoutez le lait et le beurre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32688" y="49651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32688" y="5093207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Mélangez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3636" y="5093207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jusqu'à ce que ce soit lisse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VOCABULAIRE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outils de la cuisine collective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1663" y="2121408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grand contenant rond et creux où l'on mélange.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chaudron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1663" y="2778252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Le gros contenant de métal à deux poignées, pour faire bouillir.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casserole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1663" y="3435096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à un seul manche, pour de petites quantités.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poêle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1663" y="4091939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plat rond et plat, à long manche, pour faire revenir.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 économe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61663" y="4748784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petit outil à lame qui enlève la peau des légumes.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2954655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une tasse à mesurer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1663" y="5405628"/>
            <a:ext cx="7097344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contenant transparent avec des traits sur le côté.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COMPRÉHENSION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le dialogue.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cuisine collective, chacun repart avec quatre portions.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cuisine ensemble parce que ça coûte moins cher.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Peler » veut dire couper en gros morceaux.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 de terre bouillent pendant vingt minutes.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millilitres, c'est le quart d'une tasse.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c. à thé » est l'abréviation de cuillère à soupe.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recette ne peut jamais être changée.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Vrai ou faux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la cuisine collective, chacun repart avec quatre portions.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On cuisine ensemble parce que ça coûte moins cher.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Peler » veut dire couper en gros morceaux.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c'est enlever la peau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Les pommes de terre bouillent pendant vingt minutes.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Soixante millilitres, c'est le quart d'une tasse.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vrai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« c. à thé » est l'abréviation de cuillère à soupe.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de cuillère à thé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626668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ounded Rectangle 32"/>
          <p:cNvSpPr/>
          <p:nvPr/>
        </p:nvSpPr>
        <p:spPr>
          <a:xfrm>
            <a:off x="841247" y="63637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841247" y="642772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44168" y="6422136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recette ne peut jamais être changée.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faux — on l'adapte, il suffit de le dire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 nom de trois outils de votre cuisine, avec leur article.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Ajoutez, pour chacun, ce qu'on fait avec.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Exemple : un chaudron — on y fait bouillir de l'eau.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Choisir une activité au centre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