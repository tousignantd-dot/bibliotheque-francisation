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Si l'établissement a une cuisine, la séance gagne à s'y faire : la recette se comprend en la faisant, et les outils se nomment en les prenant dans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la vraie question, et la réponse est non. La donner clairement : c'est ce qui décide de venir ou non, et beaucoup d'élèves s'en interdisent l'entrée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principe économique de la cuisine collective tient dans la cinquième réplique. Le faire reformuler par un élève : « on achète ensemble, donc ça coûte moins cher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demande le sens d'un mot en le répétant seul, avec une intonation de question : « Pelez ? ». C'est la technique la plus simple qui existe pour faire expliquer un mot, et elle marche partout. La faire pratiquer.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abréviations sont travaillées en D2. Ici, seulement les faire entendre : « c. à soupe » se dit en entier quand on parle, jamais « cé à soupe ». C'est une abréviation d'écriture, pas de parole.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Chaque geste prépare le suivant : on ne saute pas de ligne. Faire mimer les six gestes debout, sans parler : c'est ridicule pendant trente secondes et ça retient les verbes pour de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viennent directement du programme de niveau 3, qui nomme « les outils de cuisine : bol, tasse à mesurer, poêle, casserole ». Les faire répéter avec leur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t3vf du module. La dernière affirmation prépare la fin du dialogue, où Denis accepte de mettre le maïs dans deux portions seulement.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objets nommés servent d'exemples en D2, quand les quantités et les abréviations arrivent.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pâté chinois pour quatre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personnes, une recette, un gros chaudron. Chacun repart avec quatre portions pour deux dollars. Il reste à comprendre ce que la feuille demande — et ce que veulent dire « pelez », « égouttez », « 60 ml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une cuisine collective et comment elle marche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outils d'une cuisine : le bol, le chaudron, l'économe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les consignes d'une recette dans l'ordre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que veut dire un mot que je ne connais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se passe dans cette cuisine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travaillent ensemble, et sur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cuisiner à plusieurs plutôt que chacun chez soi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chacun rapporte à la maison, à la fin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savoir cuisiner pour venir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portions pour deux dollars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Bienvenue à la cuisine collective ! Vous êtes Marisol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5394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18536"/>
            <a:ext cx="1498473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18536"/>
            <a:ext cx="8644966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Oui. C'est ma première fois. Qu'est-ce qu'on fait, aujourd'hui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499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714496"/>
            <a:ext cx="149847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714496"/>
            <a:ext cx="8644966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pâté chinois. Quatre personnes, une recette, et chacun repart avec quatre portions.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3034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694936"/>
            <a:ext cx="1498473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694936"/>
            <a:ext cx="8644966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Quatre portions pour deux dollars ? C'est peu.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26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90896"/>
            <a:ext cx="149847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1161" y="5390896"/>
            <a:ext cx="8644966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le principe : on achète ensemble, donc ça coûte moins cher. Prenez un tablier.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Pelez ? Faites bouillir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lis la recette… « Pelez six pommes de terre. » Pelez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Enlevez la peau, avec l'économe. Ensuite, coupez-les en gros morceaux.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Faites bouillir vingt minutes. » Vingt minutes dans l'eau chaude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l'eau qui bout, oui. Le gros chaudron est là, sur le rond arrière.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Soixante millilitres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: « Ajoutez 60 ml de lait et une cuillère à soupe de beurre.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tasse à mesurer est dans l'armoire. Soixante millilitres, c'est le quart d'une tasse.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c. à soupe », c'est l'abréviation de cuillère à soupe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Exactement. « c. à thé », c'est la petite ; « c. à soupe », c'est la grande.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recette,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Pelez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enlevez la peau, avec l'économe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Coupez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faites de gros morceaux, pas des tranches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Faites bouillir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 minutes dans l'eau qui bout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Égouttez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jetez l'eau, gardez les pommes de terre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Écrasez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puis ajoutez le lait et le beurre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Mélangez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jusqu'à ce que ce soit lisse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outils de la cuisine collective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546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1663" y="2121408"/>
            <a:ext cx="709734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grand contenant rond et creux où l'on mélange.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9546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chaudron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1663" y="2778252"/>
            <a:ext cx="709734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gros contenant de métal à deux poignées, pour faire bouillir.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9546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casserole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1663" y="3435096"/>
            <a:ext cx="709734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contenant à un seul manche, pour de petites quantités.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9546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poêle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1663" y="4091939"/>
            <a:ext cx="709734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plat rond et plat, à long manche, pour faire revenir.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9546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économe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1663" y="4748784"/>
            <a:ext cx="709734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outil à lame qui enlève la peau des légumes.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9546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tasse à mesurer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1663" y="5405628"/>
            <a:ext cx="709734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contenant transparent avec des traits sur le côté.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cuisine collective, chacun repart avec quatre portions.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cuisine ensemble parce que ça coûte moins 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Peler » veut dire couper en gros morceaux.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pommes de terre bouillent pendant vingt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 millilitres, c'est le quart d'une tasse.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c. à thé » est l'abréviation de cuillère à soupe.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recette ne peut jamais être changée.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cuisine collective, chacun repart avec quatre portions.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cuisine ensemble parce que ça coûte moins 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Peler » veut dire couper en gros morceaux.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enlever la peau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pommes de terre bouillent pendant vingt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 millilitres, c'est le quart d'une tasse.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c. à thé » est l'abréviation de cuillère à soupe.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 cuillère à thé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recette ne peut jamais être changée.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l'adapte, il suffit de le dire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nom de trois outils de votre cuisine,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Ajoutez, pour chacun, ce qu'on fait avec.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un chaudron — on y fait bouillir de l'eau.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