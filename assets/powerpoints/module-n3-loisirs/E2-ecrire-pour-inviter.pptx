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Deux temps : la production écrite, puis le bilan du vocabulaire et l'autoévaluation. Garder vingt minutes pour le second, qui se bâcle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 — c'est la grille de correction. La laisser à l'écran pendant l'écriture. Cinq éléments, cinq à huit phrases : on peut en mettre deux dans la même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relire le message une fois en ne cherchant que ces deux choses-là : une relecture qui cherche tout ne trouve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L'écriture se fait dans le module, section « Je me lance ». La correction de l'assistant reste privée ; l'élève choisit ensuite d'envoyer ou non. Circuler pendant l'écriture plutôt que de corriger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mots du bloc A et du bloc B. Faire dire chacun avec son article, puis faire donner un exemple de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mots des blocs C et D. Les cartes mémoire du module reprennent les seize mots : renvoyer les élèves à l'outil « Réviser » de leur barre d'outils.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aComp du module. Le faire à livre fermé : c'est le seul moment du module où l'on demande de retrouver un mot sans indice.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est dans la section « Je retiens des mots ». Finir par le tour de table : chacun nomme une chose qu'il sait faire maintenant et qu'il ne savait pas faire il y a quatre avant-midis. C'est la meilleure minute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Écrire pour inviter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 renseigner ne sert à rien si l'on y va seul et sans le dire. Dernière tâche : écrire à quelqu'un pour l'emmener — le jour, l'heure, le prix, ce qu'il faut apporter, et une question à la fin.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Choisir une activité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court message d'invitation, de cinq à huit phrases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y mettre le jour, l'heure, le tarif et ce qu'il faut apporter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le mardi soir » et « de sept heures à neuf heures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bilan de ce que je suis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LA TÂCHE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message doit contenir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74592"/>
          </a:xfrm>
          <a:prstGeom prst="roundRect">
            <a:avLst>
              <a:gd name="adj" fmla="val 368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le nom de l'activité et l'endroit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du badminton, au centre de la rue Galt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le jour, avec « le » si c'est chaque semaine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mardi soir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944112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l'heure du début et de la fin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944112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 sept heures à neuf heures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le tarif et ce qu'il faut apporter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trois dollars, des espadrilles propres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962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224272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une question, à la fin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224272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Est-ce que ça te tente de venir avec moi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QUI SE RELIT AVANT D'ENVOYER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le » devant le jour · « de… à… » devant les heures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sont les deux formes travaillées au bloc A et au bloc C, et les deux qui sautent aux yeux quand elles manquent. « Mardi » sans « le » dit une seule fois ; « à sept heures » sans « de… à… » ne dit pas quand ça finit.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message d'invitation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 cinq à huit phrases. Vous écrivez à quelqu'un que vous voulez emmener avec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écrivez-vous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activité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et quand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Combien, et quoi apporter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finir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centre et son horaire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70760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centre communautaire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614" y="2121408"/>
            <a:ext cx="634439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maison du quartier, où l'on entre sans rendez-vous.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70760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babillard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4614" y="2778252"/>
            <a:ext cx="634439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panneau de liège de l'entrée, couvert de feuilles.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70760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feuillet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4614" y="3435096"/>
            <a:ext cx="634439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journal plié qui annonce les activités.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70760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4614" y="4091939"/>
            <a:ext cx="634439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semaines pendant lesquelles une activité a lieu.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70760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tarif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4614" y="4748784"/>
            <a:ext cx="634439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prix demandé pour participer.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70760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séance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4614" y="5405628"/>
            <a:ext cx="634439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fois où l'activité a lieu : un soir, une heure précise.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ciné-club et la cuisine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09876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ciné-club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5776" y="2121408"/>
            <a:ext cx="695323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cinéma de quartier, un film par semaine.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09876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téléhoraire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5776" y="2778252"/>
            <a:ext cx="695323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Le journal qui donne l'heure des films et une phrase sur chacun.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09876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documentaire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5776" y="3435096"/>
            <a:ext cx="695323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film qui montre des choses vraies, sans acteurs.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09876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cuisine collective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5776" y="4091939"/>
            <a:ext cx="695323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groupe qui cuisine ensemble et partage ce qu'il prépare.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09876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recette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5776" y="4748784"/>
            <a:ext cx="695323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papier qui dit les aliments à prendre et les gestes à faire.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09876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tasse à mesurer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5776" y="5405628"/>
            <a:ext cx="695323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contenant transparent avec des traits sur le côté.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un mot du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panneau de l'entrée où on affiche les annonces est un ___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semaines pendant lesquelles une activité a lieu forment une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prix demandé pour participer est le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activité qui ne coûte rien est ___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fois où l'activité a lieu s'appelle une ___ 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film qui montre des choses vraies est un ___ 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qui dit les aliments et les gestes est une ___ 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souliers de sport à semelle de caoutchouc sont des ___ 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panneau de l'entrée où on affiche les annonces est un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babillard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semaines pendant lesquelles une activité a lieu forment une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prix demandé pour participer est le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tarif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activité qui ne coûte rien est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gratuite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fois où l'activité a lieu s'appelle une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film qui montre des choses vraies est un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documentaire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qui dit les aliments et les gestes est une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recette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souliers de sport à semelle de caoutchouc sont des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espadrilles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Qu'est-ce que vous êtes maintenant capable de faire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Répondez aux onze énoncés de l'autoévaluation, dans le module.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dites-en un à voix haute : celui dont vous êtes le plus content.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Choisir une activité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