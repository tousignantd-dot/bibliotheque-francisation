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Demander d'abord qui a déjà téléphoné à un service en français, et ce qui a été difficile. La réponse est presque toujours la même : on ne voit pas la personne, et ça va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choses à faire remarquer : la préposée annonce le nom du centre en décrochant, ce qui laisse le temps de se préparer ; et Marisol répète « le mardi soir » avant de poser sa question suivante. C'est la technique du module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Pardon, la session ? » est la réplique la plus importante de la séance : un seul mot, et l'explication arrive. Le faire répéter par tout le groupe. C'est plus facile que « pouvez-vous répéter » et ça marche mieux, parce que ça dit exactement ce qu'on n'a pas compris.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récapitule les quatre renseignements dans l'ordre où ils ont été demandés. C'est le geste à installer cette semaine : on répète, et la personne au bout du fil confirme ou corrige.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remarquer qu'aucune question n'est longue : trois ou quatre mots suffisent, et c'est la réponse qui porte l'information.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critère d'évaluation du bloc E : la production orale demande explicitement cette récapitulation.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t1vf du module. Faire justifier chaque « faux » par la réplique exacte : la première affirmation est celle qui distingue ce module du module 13 du niveau 4, où l'on s'inscrit pour de 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quatre questions écrites ce soir sont celles qu'on travaillera en B2 : chacun arrive avec les siennes.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voudrais des renseignements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Marisol n'osait pas téléphoner. Elle prend le téléphone quand même, et la préposée répond à chacune de ses quatre questions. Quatre minutes, et l'activité est choisie.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une activité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appel de renseignements du début à la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quatre renseignements dans ce qu'on me répond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 mot « session » et ce qu'il recouvre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répéter ce que j'ai compris avant de raccrocher.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jour et l'heure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ROXANE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Centre communautaire Pointe-Verte, bonjour.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7187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voudrais des renseignements sur le badminton, s'il vous plaît.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ROXANE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4158995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 sûr. Le badminton libre, c'est le mardi soir, de sept heures à neuf heures.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524611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mardi soir. Toutes les semaines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Pardon, la session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ROXANE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Toutes les semaines, oui, jusqu'à la fin de la session.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Pardon, la session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40055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ROXANE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1161" y="340055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session d'automne : de septembre à décembre. Après, il y a la session d'hiver.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876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44876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Et c'est combien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prix et le matériel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ROXANE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dollars par séance. Vous payez à l'entrée du gymnase.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dollars. Est-ce qu'il faut apporter quelque chose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ROXANE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espadrilles propres, obligatoirement. Le gymnase est un plancher de bois.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48767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beaucoup. Alors mardi, sept heures, trois dollars, des espadrilles.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renseignements de l'appel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 DE 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ROXANE RÉPOND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C'est quel jour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mardi soir, toutes les semaines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C'est à quelle heure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sept heures à neuf heures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C'est combien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dollars par séance, payés à l'entrée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Il faut apporter quoi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espadrilles propres et de l'eau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 questions, quatre réponses, et l'appel est fini.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GESTE À INSTALLER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répète ce qu'on a compris avant de raccrocher.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Alors mardi, sept heures, trois dollars, des espadrilles. » Dix secondes, et l'erreur de soir est évitée. La personne au bout du fil confirme — « c'est exactement ça » — ou corrige. Personne n'a jamais trouvé ça impoli.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téléphone au centre pour s'inscrire tout de suite.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badminton libre a lieu de sept heures à neuf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session d'automne va de septembre à décembre.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payer trois dollars chaque fois qu'on vient.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doit apporter sa propre raquette.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espadrilles doivent être propres à cause du plancher de bois.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la fin, Marisol répète les quatre renseignements.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téléphone au centre pour s'inscrire tout de suite.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se renseigne avant de décider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badminton libre a lieu de sept heures à neuf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session d'automne va de septembre à décembre.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payer trois dollars chaque fois qu'on vient.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par séance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doit apporter sa propre raquette.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on en prête sur place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espadrilles doivent être propres à cause du plancher de bois.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la fin, Marisol répète les quatre renseignements.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quatre questions que vous poseriez au téléphone.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Choisissez l'activité que vous avez notée à la séance A1.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question par ligne, dans l'ordre où vous les poseriez.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une activité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