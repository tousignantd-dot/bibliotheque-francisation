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qui compte parmi les plus utiles du module, et parmi les plus réclamées par les élèves. Prévoir de la craie : le calcul « moins douze » se fait au tableau, plusieurs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faire le calcul à voix haute pour chaque ligne. La dernière est celle qui coince : y revenir avec le piège plus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écrire les trois dans le cahier, avec un exemple chacune tiré du feuillet du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de la séance, et elle est logique : on lit le 20 et on l'annonce. Faire dessiner une horloge au tableau et montrer l'aiguille qui monte vers le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heures du feuillet du centre avec « de… à… » : le badminton, la danse en ligne, l'heure des familles, la cuisine collective. Quatre phrases, et la forme est installée.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t2heure du module. Faire dire la réponse avant de l'écrire : l'oral va plus vite que le calcul écrit, et c'est l'oral qu'on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n'a pas de fin : un film n'annonce pas son heure de sortie, il annonce sa durée. Le faire remarquer — c'est le lien avec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: les erreurs de « moins quart » se voient tout de suite, et deux minutes en début de séance C3 suffisent à les reprendre.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Dix-neuf heures trente, ou sept heures et demie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feuillet écrit 19 h 30. La préposée dit « sept heures et demie ». Ce n'est pas une contradiction : l'un est l'heure des papiers, l'autre celle qu'on parle. Il faut savoir passer de l'une à l'autre, dans les deux sens.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l'heure officielle, de 0 h à 24 h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 dire dans l'heure de tous les jours, de 1 à 12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et demie », « et quart » et « moins quart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 début et la fin d'une activité avec « de… à…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systèmes, côte à côte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SUR LE PAPIER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PARLANT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CALCUL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10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dix heures du matin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avant midi : rien à changer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13 h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une heure et quart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13 moins 12 =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19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sept heures du soir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19 moins 12 =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19 h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sept heures et demie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19 moins 12 = 7, et 30 = demie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20 h 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neuf heures moins quart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compte sur l'heure suivante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Après midi, on enlève 12. Avant midi, les deux se disent pareil.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EXPRESSIONS À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demie · et quart · moins quart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30 minutes se dit « et demie ». 15 minutes, « et quart ». 45 minutes, « moins quart », en comptant sur l'heure suivante. Avec ces trois-là, on dit les trois quarts des heures qu'on rencontre dans un horaire.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huit heures moins quart pour 20 h 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neuf heures moins quart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Moins quart » veut dire : il manque quinze minutes avant l'heure suivante. À 20 h 45, l'heure suivante est 21 h, c'est-à-dire neuf heures. On dit donc « neuf heures moins quart », jamais huit.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PRÉCISIONS À NE PAS OUBLIER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évitent les malentendus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du matin · du soir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On se voit à sept heures » est ambigu : matin ou soir ? Douze heures d'écart. On ajoute « du matin » ou « du soir » dès qu'il y a le moindre doute. Personne ne trouve ça lourd.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2793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430225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de… à…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71678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activité a un début et une fin : « de dix-neuf heures à vingt et une heures ». Sans les deux petits mots, la phrase ne tient pas. C'est ce qui distingue un horaire d'un rendez-vous.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l'heure officielle à l'heure parlée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l'heure de tous les jours qui correspond.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ciné-club commence à 19 h, c'est-à-dire à ___ heures du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séance du 17 octobre est à 19 h 30, c'est-à-dire à sept heures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badminton finit à 21 h, c'est-à-dire à ___ heures du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L'heure des familles est à 10 h, c'est-à-dire à ___ heures du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collective commence à 13 h 15, c'est-à-dire à une heure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ferme à 20 h 45, c'est-à-dire à neuf heures ___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l'heure officielle à l'heure parlée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ciné-club commence à 19 h, c'est-à-dire à ___ heures du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séance du 17 octobre est à 19 h 30, c'est-à-dire à sept heures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demie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badminton finit à 21 h, c'est-à-dire à ___ heures du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neuf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L'heure des familles est à 10 h, c'est-à-dire à ___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collective commence à 13 h 15, c'est-à-dire à une heure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quart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ferme à 20 h 45, c'est-à-dire à neuf heures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 quart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ligne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activité, écrivez une phrase avec « de… à…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badminton, mardi, 19 h à 21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danse en ligne, jeudi, 19 h à 20 h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heure des familles, samedi, 10 h à 11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669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309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cuisine collective, mercredi, 13 h à 16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ciné-club, vendredi, 19 h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ligne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badminton, mardi, 19 h à 21 h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mardi soir, de dix-neuf heures à vingt et une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danse en ligne, jeudi, 19 h à 20 h 30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jeudi soir, de dix-neuf heures à vingt heures trente.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heure des familles, samedi, 10 h à 11 h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samedi matin, de dix heures à onze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669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309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cuisine collective, mercredi, 13 h à 16 h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mercredi après-midi, de treize heures à seize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ciné-club, vendredi, 19 h 30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vendredi soir, à dix-neuf heures trente. (pas de fin annoncée)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heures de votre semaine, des deux façons.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L'heure officielle d'abord, l'heure parlée ensuite.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18 h 30 — six heures et demie du soir.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