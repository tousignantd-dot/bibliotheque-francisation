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Le jeu de rôle avec l'assistant se fait à l'écran, en autonomie, avant l'enregistrement : c'est une répétition, pas une évaluation. Le dire clairement en ouvrant.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pose ses questions dans l'ordre du module et répète chaque réponse. Compter à voix haute avec le groupe : une question, une réponse, une répétition. C'est le rythme à tenir dans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l'essai gratuit est celle que personne n'ose poser, et elle existe presque partout. L'ajouter à la liste des sept sujets du jeu de rôle : « est-ce que je peux venir voir une fois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aQui du module. Faire remarquer que toutes les répliques de Marisol sont des questions, et toutes celles de Roxane des réponses : c'est la forme même de la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 — c'est la consigne de l'enregistrement. La laisser à l'écran pendant que le groupe s'enregistre.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« ça ne compte pas » : le jeu de rôle est une répétition privée, et rien n'en est conservé. Seul l'enregistrement envoyé arrive chez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dire à voix haute une dernière fois avant l'enregistrement. Ce sont les deux phrases que la rétroaction de l'assistant cherchera.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et noter les récapitulations réussies, pas les erreurs. Cinq minutes par personne suffisent : c'est court, et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L'enregistrement se fait dans le module, section « Je me lance ». La correction de l'assistant reste privée ; seul ce que l'élève choisit d'envoyer arrive dans le portail 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 renseigner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y retourne seule, pour une activité qu'elle n'a jamais essayée. Quatre questions, une récapitulation, et c'est fait. À votre tour : votre activité, votre quartier, votre voix.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renseigner sur une activité, du bonjour au merci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mes quatre questions, une à la fois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ce que je n'ai pas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récapituler ce que j'ai retenu avant de partir.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 seule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voudrais des renseignements sur la danse en ligne.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950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54096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54096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 ! C'est le jeudi soir, de sept heures à huit heures et demie.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21023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785615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785615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jeudi soir. Est-ce que ça commence cette semaine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5254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17136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17136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session commence le 2 octobre. Dix semaines, jusqu'en décembre.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8406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248655"/>
            <a:ext cx="14984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1161" y="5248655"/>
            <a:ext cx="864496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le tarif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essai gratuit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dollars pour les dix semaines, avec la preuve d'adresse.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apporter quelque chose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souliers plats, pas de talons. Et de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souliers plats. Est-ce que je peux venir voir une fois avant de décider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23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369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1161" y="52369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Le premier jeudi est un essai gratuit.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Marisol, ou Roxane la préposée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voudrais des renseignements sur la danse en ligne.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le jeudi soir, de sept heures à huit heures et demie.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ça commence cette semaine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Soixante dollars pour les dix semaines.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venir voir une fois avant de décider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premier jeudi est un essai gratuit.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voudrais des renseignements sur la danse en ligne.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Marisol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C'est le jeudi soir, de sept heures à huit heures et demie.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Roxane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ça commence cette semaine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Marisol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Soixante dollars pour les dix semaines.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Roxane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venir voir une fois avant de décider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Marisol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premier jeudi est un essai gratuit.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Roxane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production orale,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Saluer et dire ce qu'on 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voudrais des renseignements sur…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Poser les quatre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quand ? C'est combien ? C'est où ? Quoi apporter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Récapituler et remercier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Alors le mardi, à sept heures, trois dollars… Merci beaucoup 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45 secondes. On peut recommencer autant de fois qu'on veut.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 VIENT 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répète avec l'assistant, puis on s'enregistre.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l'écran, l'assistant joue Roxane, la préposée. Elle ne donne rien qu'on ne lui demande pas : c'est à vous d'aller chercher chaque renseignement. Trois situations au choix — le badminton, le ciné-club, la cuisine collective. On peut recommencer autant de fois qu'on veut, et ça ne compte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PHRASES À GARDER SOUS LA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sauvent l'échange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pourriez répéter, s'il vous plaît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ça va trop vite. Elle ne dit pas « je ne comprends rien » : elle demande une deuxième écoute, ce que tout le monde accorde volontiers.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27932"/>
            <a:ext cx="11057839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30225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Alors, le mardi, à sept heures, trois dollars, des espadrilles.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6780"/>
            <a:ext cx="10417759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de partir. Dix secondes, et l'erreur de soir est évitée. La personne confirme — « c'est exactement ça » — ou corrige.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avant de s'enregistrer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Dos à dos. L'un se renseigne, l'autre répond.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Choisissez une activité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Saluez et dites ce que vous cherchez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Posez vos quatre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 répéter au moins une fois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Récapitulez avant de partir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Enregistrez-vous, écoutez-vous, recommencez si vous voulez.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Environ 45 secondes, les trois temps du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Demandez la rétroaction avant d'envoyer à votre enseignant.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