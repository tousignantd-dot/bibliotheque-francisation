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Prévoir que chacun pose deux doigts sur sa propre gorge : c'est la seule façon de faire sentir la différence, et elle marche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faire faire à tout le groupe en même temps, debout si possible. Passer entre les rangées : ceux qui ne sentent rien serrent trop la gorge ou soufflent trop 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troisième ligne : c'est celle qui manque à presque tout le monde, et c'est elle qui explique pourquoi « gymnase » ne se lit pas « guymnase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prPhon du module, avec les mêmes mots : les élèves le retrouveront à l'écran avec l'audio. Faire répéter chaque mot après la correction, doigts sur la gorge.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 a déjà dit l'un ou l'autre. Dédramatiser : le mot est long et il porte les deux difficultés en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paire deux fois : la première pour comprendre, la seconde les yeux fermés, pour n'écouter que le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par toute la classe ensemble, puis un élève à la fois. Ne corriger que le son travaillé : le reste attendra.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mots trouvés serviront d'exemples à la séance A3, où le vocabulaire du centre se met en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« ch » et le son « j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sons voisins, faits au même endroit de la bouche. Une seule chose les sépare : pour « ch », la gorge est tranquille ; pour « j », elle vibre. Deux mots repères — chaudron, gymnase — et tout le module s'entend.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« ch » et le son « j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deux sons en contrôlant la vibration de ma gorge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son « j » s'écrit j, mais aussi g devant e, i et y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du module qui portent l'un ou l'autre.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SEULE DIFFÉRENCE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« ch », la gorge est tranquille. Pour « j », elle vibre.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langue est au même endroit, les lèvres sont un peu avancées dans les deux cas. Rien ne bouge, sauf la gorge. Posez deux doigts dessus et dites « chhh », puis « jjj » : au deuxième, vous sentez quelque chose bouger sous vos doigts.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sons, deux graphies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IL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 · comme chaudron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chaudron · chercher · chaque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j · comme gymnase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jeudi · je · journée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j · comme gymnase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 devant e, i, 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gymnase · gens · gigot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gu · pas le son 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 devant a, o, 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gâteau · gomme · légume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« j » a deux orthographes ; le son « ch » n'en a qu'une.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: le son de « chaudron » ou celui de « gymnase »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chaudron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gymnase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jeudi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chercher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séance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collective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congé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chaudron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 — la gorge est tranquille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gymnase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 — écrit avec un g devant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jeudi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 — écrit avec un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chercher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 — deux fois dans le même mot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séance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 — mais attention, il s'écrit c ici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 — le mot le plus utile du module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collective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 — dans « collective », pas dans « cuisine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congé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 — écrit avec un g devant 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chymnase, guymnase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gymnase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fautes pour un seul mot, et elles n'ont pas la même cause. « Chymnase » vient de la gorge qui ne vibre pas ; « guymnase » vient de la lettre g, lue comme dans « gâteau ». Devant e, i et y, le g se dit toujours « j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PAIRES À 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sens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chou / la joue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chou est un légume ; la joue est une partie du visage. Deux mots courants qu'on entend tous les jours, et qui ne se ressemblent que pour l'oreille qui n'a pas encore fait la différence.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chaque / la gêne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Chaque séance » et « la gêne de téléphoner » : les deux reviennent dans ce module-ci. Le premier a la gorge tranquille, le second la fait vibrer.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chercher / gérer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verbes de la vie courante. Dites-les l'un après l'autre, lentement, avec les doigts sur la gorge : la différence se voit avant de s'entendre.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phrases du centre de quartier. Deux doigts sur la gorge.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chaudron est dans la cuisine collective.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Jeudi, il y a de la danse au gymnase.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le babillard de l'entrée.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séance coûte trois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changer de journée.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congé du dimanche change tout.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de votre journée qui portent le son « j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aussi aux mots écrits avec un g : gens, gymnase, congé.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avec vos doigts sur la gorge avant d'écrire.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