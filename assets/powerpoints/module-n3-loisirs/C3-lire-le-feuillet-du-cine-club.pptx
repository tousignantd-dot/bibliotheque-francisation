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compréhension écrite, la plus proche de l'intention du programme : « lire une brève description de film dans un téléhoraire ». Projeter le feuillet et laisser le groupe chercher avant d'expliquer quoi que ce soit.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laisser à l'écran pendant les exercices qui suivent : chercher dans un texte qu'on a sous les yeux, c'est ce que fait un lecteur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Les deux mentions supplémentaires sont exactement celles qui font choisir : elles disent à qui la séance s'adresse. Le faire remarquer avant les 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t2choix du module. Chronométrer : vingt secondes par question, feuillet sous les yeux. La vitesse fait partie de la compétence — un feuillet se lit debout, dans une entrée.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t2genre du module. Les deux derniers genres ne sont pas au feuillet : ils élargissent la liste vers ce qu'on trouve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Beaucoup d'élèves ignorent que les sous-titres français existent sur les plateformes qu'ils ont déjà chez eux. Le dire : c'est une heure d'exposition gratuite par soir.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vient de Marisol dans le dialogue de C1. Y renvoyer : l'élève qui l'a posée voit que sa question était la bonne.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le message d'invitation du bloc E, où la même information devra être écrite à quelqu'un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C3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le feuillet du ciné-club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films, quatre descriptions, une seule page. Il ne s'agit pas de tout comprendre : il s'agit de trouver, en vingt secondes, celui qu'on veut aller voir.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une information précise dans un feuillet de quatre entrées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les durées et les heures de quatre séances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genre d'un film à sa description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une séance selon qui m'accompagne.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FEUILLET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Ciné-club d'automne · salle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Vendredi 3 octobre, 19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famille quitte son village et recommence sa vie en ville. Drame. 1 h 52.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Vendredi 10 octobre, 19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voisins se disputent un stationnement pendant tout un hiver. Comédie. 1 h 34.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jour, l'heure, l'histoire, le genre, la durée. Toujours dans cet ordre.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FEUILLET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Ciné-club d'automne · salle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Vendredi 17 octobre, 19 h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rivières du Québec, du printemps à l'automne. Documentaire. 1 h 10. En français, sous-titré.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Vendredi 24 octobre, 14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chien perdu traverse la ville pour retrouver sa rue. Film d'animation. 1 h 05. Pour les familles.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Ces deux-là portent une précision de plus : sous-titré, pour les familles.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quel film s'agit-il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les quatre descriptions, puis répondez : 3, 10, 17 ou 24 octobre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film le plus court des quatre.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seul film qui n'est pas présenté le soir.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celui qui commence à sept heures et demie.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film qui devrait faire rire.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film le plus long, presque deux heures.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celui qui montre des choses vraies, sans acteurs.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film à choisir pour venir avec un enfant de huit ans.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1760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2400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celui où on entend le français et où on peut le lire en même temps.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quel film s'agit-il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film le plus court des quatre.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24 octobre — 1 h 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seul film qui n'est pas présenté le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24 octobre — à 14 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celui qui commence à sept heures et demie.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17 octobre — 19 h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film qui devrait faire rire.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10 octobre — une comédie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film le plus long, presque deux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3 octobre — 1 h 52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celui qui montre des choses vraies, sans acteurs.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17 octobre — un documentaire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film à choisir pour venir avec un enfant de huit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24 octobre — pour les familles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1760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2400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celui où on entend le français et où on peut le lire en même 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17 octobre — en français, sous-titré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genre et ce qu'il 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genre à ce qu'il promet.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comédie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documentaire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film d'animation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film policier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court métrage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genre et ce qu'il 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drame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histoire sérieuse, souvent triste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comédie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histoire drôle, qui fait 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documentaire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choses vraies et des gens vrais, sans acteurs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film d'animation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personnages dessinés, souvent pour les familles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film policier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crime, une enquête et quelqu'un qui cherche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court métrage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film très court, de quelques minutes seulement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« SOUS-TITRÉ » VEUT DIRE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entend le film et on lit en même temps ce qui est 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quelqu'un qui apprend le français, une séance sous-titrée en français vaut deux séances ordinaires : l'oreille et l'œil travaillent ensemble, et le mot qu'on n'attrape pas au vol se lit au bas de l'écran.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documentaire, c'est un film avec de vrais acteurs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documentaire montre des gens vrais, qui ne jouent pas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joue un rôle dans un documentaire : on filme des personnes réelles dans leur vie réelle. Le mot existe dans beaucoup de langues avec un sens plus large — d'où la confusion, qui n'a rien d'une étourderie.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une des quatre séances et dites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le jour, l'heure, le genre et la durée.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phrase : avec qui iriez-vous, et pourquoi celle-là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