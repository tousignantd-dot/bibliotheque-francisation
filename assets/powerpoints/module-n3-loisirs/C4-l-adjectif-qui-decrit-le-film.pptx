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Point de langue court : garder vingt minutes pour l'écriture, où l'accord se joue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Toute la séance tient dans ces quatre lignes ; le reste n'est que de l'entraînement.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« court » et « courte » à voix haute : le t se met à sonner. C'est l'indice le plus utile à l'oreille, et il marche pour gratuit, petit, grand,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celle qu'on relit. « Belle » surprend toujours : signaler aussi « un bel automne », devant une voyelle.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la place revient à chaque niveau. La règle pratique : après le nom, sauf une petite série de mots courts et très courants — grand, gros, petit, beau, jeune, vieux.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t2adj du module. Faire dire, avant chaque réponse, si le nom est masculin ou féminin, singulier ou pluriel : c'est le raisonnement qu'on veut installer, pas la bonne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phrase juste : le corrigé donne un exemple, pas la réponse. Relever au tableau deux ou trois phrases d'élèves, mieux tournées que celles-là.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C'est la dernière écriture avant le défi 3 : ramasser et relever ce qui reviendra dans la production écrite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L'adjectif qui décrit le film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une description de film, presque tout tient en deux ou trois adjectifs : court, drôle, triste, vrai. Ce sont eux qui aident à choisir — et ils changent de forme selon le mot qu'ils décrivent.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un adjectif au féminin et au pluriel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adjectifs qui ne changent pas au féminin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l'adjectif après le nom, comme le fait le français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adjectifs du feuillet pour décrire un film.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L'adjectif s'accorde avec le nom qu'il décrit.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féminin, on ajoute un e. Au pluriel, un s. Aux deux, e puis s, dans cet ordre. Et si l'adjectif finit déjà par un e, on ne touche à rien au féminin.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cas, quatre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AJOUTE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singulier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film court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singulier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séance courte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pluriel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films courts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pluriel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séances courtes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e, puis un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 ne s'entend jamais. Le e s'entend parfois : il fait sonner la consonne d'avant.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FAMILLES À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se comportent autrement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drôle · triste · libre · propre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finissent déjà par un e : on n'ajoute rien au féminin. « Un film drôle », « une histoire drôle ». Au pluriel, le s revient quand même : des films drôles.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793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430225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gratuit · gros · beau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1678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changent plus que d'un e : gratuite, grosse, belle. Il n'y en a pas beaucoup, et ce sont les plus employés — donc on les apprend un par un, comme des mots.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court film, une drôlee histoire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film court, une histoire drôle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fautes différentes. La place, d'abord : en français, l'adjectif se met presque toujours APRÈS le nom, contrairement à l'anglais. Et le e ensuite : un adjectif qui en a déjà un n'en prend pas un second au féminin.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l'adjectif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la bonne forme de l'adjectif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est un film ___ . (court)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séance du samedi est ___ pour les enfants. (gratuit)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histoire ___ , tirée de la vie de vrais pêcheurs. (vrai)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comédies de la session sont très ___ . (drôle)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drame du 3 octobre est une histoire ___ . (triste)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places sont ___ dans la salle 2 : personne n'est venu. (libre)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l'adjectif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est un film ___ . (court)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court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séance du samedi est ___ pour les enfants. (gratuit)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gratuite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histoire ___ , tirée de la vie de vrais pêcheurs. (vrai)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comédies de la session sont très ___ . (drôle)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drôles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drame du 3 octobre est une histoire ___ . (triste)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triste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places sont ___ dans la salle 2 : personne n'est venu. (libre)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libres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un film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avec au moins deux adjectifs accordés.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documentaire de 1 h 10 sur les rivières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comédie de 1 h 34 sur deux voisins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drame de 1 h 52 sur une famille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781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421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film d'animation pour les familles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un film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documentaire de 1 h 10 sur les rivières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un documentaire court et vrai, sur les rivières du Québec.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comédie de 1 h 34 sur deux voisins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une comédie drôle, avec deux voisins jamais d'accord.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drame de 1 h 52 sur une famille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une longue histoire triste, sur une famille qui déménage.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781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421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film d'animation pour les familles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un film d'animation court, gratuit pour les enfants.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un film que vous avez aimé.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deux adjectifs, accordés.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le genre et la durée, comme dans le feuillet.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