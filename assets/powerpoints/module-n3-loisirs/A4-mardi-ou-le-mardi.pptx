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C'est le premier vrai point de langue du module, et il est court : garder du temps pour l'écriture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faire recopier telle quelle dans le cahier : c'est la phrase qu'on relira au moment d'écrire le message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une colonne par la moitié de la classe et l'autre par la seconde moitié, en alternance : la différence de sens s'entend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fin de semaine » est celui du Québec ; « week-end » se comprend mais ne s'écrit pas dans un texte scolaire. Le signaler en passant.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la séance, et elle vient souvent d'une langue où la préposition est obligatoire. Le dire ainsi : en français, ici, il n'y en 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prSemaine du module. Faire justifier chaque réponse par « une fois » ou « toutes les semaines » avant de valider.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heures ne sont pas encore travaillées — elles le seront en C2. Ici, n'exiger que le « le » et le moment de la journée ; accepter l'heure recopiée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premier écrit personnel du module. Ramasser : les erreurs relevées ici se corrigent seules au bloc E, quand le message d'invitation demande exactement la même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Mardi, ou le mardi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 de deux lettres sépare « mardi prochain » de « tous les mardis ». C'est le mot que porte tout horaire de loisirs, du début à la fin, et c'est celui qu'on oublie.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change le petit mot « le » devant un jour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rendez-vous unique et une habitude hebdomadaire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sept jours de la semaine correctement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le moment de la journée : le samedi matin, le jeudi soir.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Mardi » = une fois. « Le mardi » = toutes les semaines.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Mardi, je vais au badminton » parle de mardi prochain, une seule fois. « Le mardi, je vais au badminton » parle de tous les mardis de la session. Le feuillet du centre est écrit entièrement avec la deuxième forme : il décrit des habitudes, pas des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formes,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SANS « LE » — UNE FOIS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LE » — TOUTES LES SEMAINES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Mardi, j'essaie le badminton.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mardi, il y a du badminton.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Samedi, on va voir un film.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samedi, le centre ouvre à neuf heures.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Jeudi, j'y vais pour la première fois.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jeudi, il y a de la danse en ligne.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Mercredi prochain, je commence.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mercredi, la cuisine se réunit.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gauche, une date. À droite, un horaire.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jours et les trois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872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lundi · mardi · mercredi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4305" y="2121408"/>
            <a:ext cx="576470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Toujours en petites lettres, sauf au début d'une phrase. Jamais de majuscule au milieu d'un texte, contrairement à l'anglais.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2872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jeudi · vendredi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4305" y="3106674"/>
            <a:ext cx="576470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soirs les plus occupés du centre : la danse en ligne et le ciné-club.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2872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samedi · dimanche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4305" y="4091939"/>
            <a:ext cx="576470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fin de semaine. Le samedi matin est l'heure des familles ; le dimanche, le centre est fermé.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2872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matin · l'après-midi · le soir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4305" y="5077205"/>
            <a:ext cx="576470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se colle juste après le jour : le samedi matin, le jeudi soir. Rien entre les deux.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au jeudi soir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jeudi soir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met rien devant : ni « au », ni « du », ni « dans le ». Le jour et le moment de la journée se collent l'un à l'autre, et le petit mot « le » suffit à dire que c'est toutes les semaines.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Mardi, ou le mardi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mardi », « le mardi », « jeudi », « le jeudi », « samedi » ou « le samedi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il y a du badminton toutes les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prochain, j'essaie le badminton pour la première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danse en ligne, c'est ___ , de sept heures à huit heures et demie.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l'heure des familles va de dix heures à onze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Camila et moi, on y va ___ , parce que c'est mon congé cette semaine-là.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est fermé ___ , toute l'année.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Mardi, ou le mardi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il y a du badminton toutes les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mardi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prochain, j'essaie le badminton pour la première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danse en ligne, c'est ___ , de sept heures à huit heures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l'heure des familles va de dix heures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samedi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Camila et moi, on y va ___ , parce que c'est mon congé cette semaine-là.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samedi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est fermé ___ , toute l'année.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dimanche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 du feuillet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activité, écrivez une ligne comme celles du feuillet.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badminton libre, mardi, 19 h à 21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danse en ligne, jeudi, 19 h à 20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ciné-club, vendredi, 19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heure des familles, samedi, 10 h à 11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903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543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cuisine collective, mercredi, 13 h à 16 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ligne du feuillet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badminton libre, mardi, 19 h à 21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mardi soir, de dix-neuf heures à vingt et une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danse en ligne, jeudi, 19 h à 20 h 30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jeudi soir, de dix-neuf heures à vingt heures trente.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ciné-club, vendredi, 19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vendredi soir, à dix-neuf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heure des familles, samedi, 10 h à 11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samedi matin, de dix heures à onze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903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543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cuisine collective, mercredi, 13 h à 16 h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mercredi après-midi, de treize heures à seize heures.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lignes d'horaire pour votre propre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que vous faites toutes les semaines : « Le lundi, je…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que vous faites une seule fois : « Vendredi, je…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