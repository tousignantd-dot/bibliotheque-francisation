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un vrai mode d'emploi d'électroménager si possible. La séance prend tout son sens sur un document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honnête : presque personne ne lit. C'est justement pour cela qu'il faut savoir quelles quatre pages 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soulagement du groupe est audible à ce moment-là. Le livret cesse d'être intimidant.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Personne ne la lit » : la phrase qui fait sourire et qui installe la leçon. La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les quatre parties dans le livret apporté.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dommage le plus fréquent d'une première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lever la main à ceux qui l'ont fait sur leur propre appareil. Presque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rend la consigne concrète. C'est la meilleure façon de la faire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livret apporté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Beaucoup découvrent des consignes qu'ils n'avaient jamais suivies.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pages sur quarante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Quarante pages en trois langues. En réalité, quatre pages comptent : l'installation, la première utilisation, les avertissements, et le tableau des problèmes.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section française d'un livret trilingue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parties utiles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faire avant le premier usage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avertissement.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Par où commencer dans un livret comme celui-ci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ode-emploi-appar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est-il si épais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se trouve la partie en français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lire avant de brancher l'appareil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lisez, vous, dans un mode d'emploi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tiers du livret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2322576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reçu ta laveuse ? Tu as lu le mode d'emploi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3071876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l'ai ouvert. Il fait quarante pages, en trois langues.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3821175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que quatre pages à lire, en réalité. Le reste, ce sont les mêmes pages en anglais et en espagnol.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08295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4908295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Lesquelles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L'installation, la première utilisation, les avertissements, et le tableau des problèmes.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5822" y="298907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première utilisation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5822" y="373837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fait un cycle à vide, sans linge, avant tout. Ça enlève ce qui reste de l'usine.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5822" y="482549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à la page trois. Personne ne la 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parties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· L'installation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boulons de transport, mise de niveau, raccordement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· La première utilisation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cycle à vide, sans linge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· Les avertissements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peut blesser ou briser l'appareil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 · Le tableau des problèmes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problème, et quoi vérifier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quatrième est la plus rentable et la moins 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BOULONS DE TRANSPORT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boulons à l'arrière, à enlever avant le premier lavage.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bloquent le tambour pendant le transport. Oubliés, ils font sauter la machine au premier essorage — et le dommage n'est pas couvert par la garantie : c'est une mauvaise utilisation.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CYCLE À VIDE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lavage sans linge, avant la première brassée.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enlève les résidus d'usine — poussière de métal, huile de montage. Deux lignes à la page trois, que personne ne lit, et qui évitent que la première brassée sorte tachée.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JETER LE LIVRET AVEC L'EMBALLAGE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livreurs ont tout emporté.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sors le livret de la boîte avant qu'ils repartent.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livret contient le tableau des problèmes, qui règle neuf appels de service sur dix. Un déplacement de technicien coûte environ quatre-vingt-dix dollars. Ce petit livre vaut donc plusieurs centaines de dollars sur la vie de l'appareil.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quelle partie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Retirer les quatre boulons de transport.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Ajuster les pieds pour que l'appareil soit de niveau.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Effectuer un cycle à vide avant la première utilisation.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pas laver de vêtements imbibés de solvant.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L'appareil vibre : vérifier trois choses.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L'eau ne se vide pas : vérifier le tuyau.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quelle partie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Retirer les quatre boulons de transport.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l'installation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Ajuster les pieds pour que l'appareil soit de niveau.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l'installation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Effectuer un cycle à vide avant la première utilisation.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première utilisation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pas laver de vêtements imbibés de solvant.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avertissements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L'appareil vibre : vérifier trois choses.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tableau des problèmes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L'eau ne se vide pas : vérifier le tuyau.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tableau des problèmes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le mode d'emploi d'un appareil de chez vous et repérez les quatre parties.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 page de chacune.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Lisez la première utilisation : l'aviez-vous faite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