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Poser deux objets identiques sur la table, à distance l'un de l'autre. Toute la leçon se joue là.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centrale. Faire recopier. Le test de la note règle tous les cas.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produire cinq exemples de chaque par le groupe. La règle est mécanique et se retient vite.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 le groupe a fait le module des déplacements, c'est un rappel : la règle y était déjà.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Rassurer : la distinction -ci / -là est nette à l'écrit, floue à l'oral. Les élèves n'ont pas à s'en inquiéter en parlant.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relever les trois mots dans le dialogue de B1. Le vendeur les emploie tous.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produire les deux formes correctes par deux élèves différents.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dire à chaque ligne : le nom est-il écrit après 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Plusieurs récritures sont bonnes. Ce qui compte est que la répétition disparaisse.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surtout le mélange des deux outils. Rendre avant E1.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B3  ·  MODULE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Ce modèle-ci, celui-là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Devant deux appareils presque identiques, il faut désigner l'un plutôt que l'autre. Le français a deux outils — et il ne faut pas les mélanger.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Acheter un appareil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ce, cet, cette, ces devant un nom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celui, celle, ceux, celles à la place d'un nom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distinguer -ci et -là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reprendre un nom par un autre pour ne pas se répéter.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Accompagner, ou remplacer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258568"/>
          </a:xfrm>
          <a:prstGeom prst="roundRect">
            <a:avLst>
              <a:gd name="adj" fmla="val 647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4794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ACCOMPAGNE LE NOM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6900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REMPLACE LE NOM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Masculin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4794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ce modèle · cet appareil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6900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celui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2935224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Féminin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74794" y="2935224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cette laveuse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6900" y="2935224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celle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474720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Pluriel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74794" y="3474720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ces modèles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6900" y="3474720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ceux, celles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4306824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69264" y="4562856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test : le nom est-il écrit juste après ? Si oui, ce/cet/cette.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CET, DEVANT UNE VOYELLE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« cet appareil », jamais « ce appareil 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&lt;b&gt;cet&lt;/b&gt; existe précisément pour éviter la rencontre de deux voyelles : cet appareil, cet écran, cet homme. Devant une consonne, c'est &lt;b&gt;ce&lt;/b&gt; : ce modèle, ce magasin.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JAMAIS CELUI TOUT SEUL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-là, -ci, qui, que ou de : il faut toujours une suite.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celui-là », « celui de gauche », « celui qui consomme le moins ». « Celui » seul ne veut rien dire. Dans le doute, employez &lt;b&gt;-là&lt;/b&gt; : c'est toujours correct.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-CI ET -LÀ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Deux choses côte à côte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-ci désigne le plus proche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« Ce modèle-ci » : celui devant lequel on se tient.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-là désigne le plus éloigné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« Celui-là » : l'autre, plus loin dans le rayon.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À l'oral, -là l'emporte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Beaucoup de gens emploient « celui-là » pour les deux, en montrant du doigt. Ce n'est pas une faute, c'est l'usage courant.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REPRENDRE PAR UN AUTRE NOM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« la laveuse » devient « l'appareil », « le modèle », « la machine 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C'est ce que fait le vendeur pour ne pas répéter le même mot. &lt;b&gt;appareil&lt;/b&gt; est général, &lt;b&gt;modèle&lt;/b&gt; désigne une version précise, &lt;b&gt;machine&lt;/b&gt; est familier. Les alterner allège beaucoup un texte.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MÉLANGER LES DEUX OUTILS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Celui modèle est plus économe.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Ce modèle est plus économe. / Celui-là est plus économe.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285240"/>
          </a:xfrm>
          <a:prstGeom prst="roundRect">
            <a:avLst>
              <a:gd name="adj" fmla="val 113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Soit le nom est là, et on emploie &lt;b&gt;ce&lt;/b&gt;. Soit il disparaît, et on emploie &lt;b&gt;celui&lt;/b&gt;. Jamais les deux ensemble — c'est comme dire « le il ».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Accompagner ou remplacer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Complétez.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Quelle est la différence entre ___ modèle-ci et celui-là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appareil est plus économe que l'autre.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laveuse fait soixante-huit centimètres.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deux modèles se ressemblent beaucoup.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Prenez ___ de gauche : il entre partout.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est trop large pour votre local.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Accompagner ou remplacer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Quelle est la différence entre ___ modèle-ci et celui-là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ce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appareil est plus économe que l'autre.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Cet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laveuse fait soixante-huit centimètres.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Cette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deux modèles se ressemblent beaucoup.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Ces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Prenez ___ de gauche : il entre partout.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celui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est trop large pour votre local.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Celle-là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Supprimez la répétition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Récrivez la deuxième phrase.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Prenez la laveuse. La laveuse de gauche entre partout.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22681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2908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Regardez ce modèle. Ce modèle consomme le moins.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030980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34136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40537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186428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 deux appareils se ressemblent. Les appareils ont la même garantie.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14553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28701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35101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530098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J'aime cette laveuse. Cette laveuse est silencieuse.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Supprimez la répétition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Prenez la laveuse. La laveuse de gauche entre partout.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Prenez celle de gauche.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22681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2908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Regardez ce modèle. Ce modèle consomme le moins.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Celui-là consomme le moins.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030980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34136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40537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186428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 deux appareils se ressemblent. Les appareils ont la même garantie.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Les deux ont la même garantie.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14553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28701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35101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530098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J'aime cette laveuse. Cette laveuse est silencieuse.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Celle-ci est silencieuse.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Comparez deux appareils en cinq phrases, sans jamais répéter leur nom.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Employez ce/cet/cette une fois, celui/celle deux fois.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Reprenez au moins une fois par un autre nom : l'appareil, le modèle.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Acheter un appareil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