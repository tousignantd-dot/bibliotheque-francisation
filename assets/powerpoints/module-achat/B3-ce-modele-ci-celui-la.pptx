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deux objets identiques sur la table, à distance l'un de l'autre. Toute la leçon se joue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test de la note règle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exemples de chaque par le groupe. La règle est mécanique et se retient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des déplacements, c'est un rappel : la règle y était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la distinction -ci / -là est nette à l'écrit, floue à l'oral. Les élèves n'ont pas à s'en inquiéter en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les trois mots dans le dialogue de B1. Le vendeur les emploie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formes correctes par deux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ligne : le nom est-il écrit après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récritures sont bonnes. Ce qui compte est que la répétition disparaisse.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 mélange des deux outils.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modèle-ci, celui-là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deux appareils presque identiques, il faut désigner l'un plutôt que l'autre. Le français a deux outils — et il ne faut pas les mélanger.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ce, cet, cette, ces devant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celui, celle, ceux, celles à la place d'un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-ci et -là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nom par un autre pour ne pas se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Accompagner, ou remplacer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ACCOMPAGNE LE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REMPLACE LE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modèle · cet appareil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laveuse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 modèles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ceux, celles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: le nom est-il écrit juste après ? Si oui, ce/cet/cette.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CET, DEVANT UNE VOYELLE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cet appareil », jamais « ce appareil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cet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existe précisément pour éviter la rencontre de deux voyelles : cet appareil, cet écran, cet homme. Devant une consonne, c'est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ce modèle, ce magasin.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JAMAIS CELUI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-là, -ci, qui, que ou de : il faut toujours une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celui-là », « celui de gauche », « celui qui consomme le moins ». « Celui » seul ne veut rien dire. Dans le doute, employez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-là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c'est toujours correct.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-CI ET -LÀ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-ci désigne le plus proche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Ce modèle-ci » : celui devant lequel on se tient.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-là désigne le plus éloigné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Celui-là » : l'autre, plus loin dans le rayon.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l'oral, -là l'emporte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de gens emploient « celui-là » pour les deux, en montrant du doigt. Ce n'est pas une faute, c'est l'usage courant.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REPRENDRE PAR UN AUTRE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la laveuse » devient « l'appareil », « le modèle », « la machine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ce que fait le vendeur pour ne pas répéter le même mot.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appareil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général,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modèle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désigne une version précise,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machine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est familier. Les alterner allège beaucoup un texte.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MÉLANGER LES DEUX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Celui modèle est plus économe.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modèle est plus économe. / Celui-là est plus économe.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Soit le nom est là, et on emploie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Soit il disparaît, et on emploie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celui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Jamais les deux ensemble — c'est comme dire « le il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 ou remplacer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différence entre ___ modèle-ci et celui-là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appareil est plus économe que l'autre.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 fait soixante-huit centimètres.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modèles se ressemblent beaucoup.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de gauche : il entre partout.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trop large pour votre local.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Accompagner ou remplacer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la différence entre ___ modèle-ci et celui-là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appareil est plus économe que l'autre.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laveuse fait soixante-huit centimètres.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deux modèles se ressemblent beaucoup.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___ de gauche : il entre partout.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trop large pour votre local.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Celle-là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deuxième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laveuse. La laveuse de gauche entre partout.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ce modèle. Ce modèle consomme le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appareils se ressemblent. Les appareils ont la même garantie.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cette laveuse. Cette laveuse est silencieuse.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Supprimez la répétition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laveuse. La laveuse de gauche entre partout.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Prenez celle de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 ce modèle. Ce modèle consomme le moins.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Celui-là consomme le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appareils se ressemblent. Les appareils ont la même garantie.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deux ont la même garantie.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cette laveuse. Cette laveuse est silencieuse.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Celle-ci est silencieuse.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appareils en cinq phrases, sans jamais répéter leur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ce/cet/cette une fois, celui/celle deux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au moins une fois par un autre nom : l'appareil, le modèle.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