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Poser deux objets identiques sur la table, à distance l'un de l'autre. Toute la leçon se joue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Le test de la note règle tous les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cinq exemples de chaque par le groupe. La règle est mécanique et se retient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groupe a fait le module des déplacements, c'est un rappel : la règle y était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la distinction -ci / -là est nette à l'écrit, floue à l'oral. Les élèves n'ont pas à s'en inquiéter en parlant.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trois mots dans le dialogue de B1. Le vendeur les emploie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deux formes correctes par deux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chaque ligne : le nom est-il écrit après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récritures sont bonnes. Ce qui compte est que la répétition disparaisse.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le mélange des deux outils. Rendre avant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modèle-ci, celui-là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deux appareils presque identiques, il faut désigner l'un plutôt que l'autre. Le français a deux outils — et il ne faut pas les mélanger.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ce, cet, cette, ces devant un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celui, celle, ceux, celles à la place d'un nom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-ci et -là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nom par un autre pour ne pas se répéter.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Accompagner, ou remplacer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ACCOMPAGNE LE 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REMPLACE LE 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modèle · cet appareil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cette laveuse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Pluriel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ces modèles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ceux, celles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test : le nom est-il écrit juste après ? Si oui, ce/cet/cette.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CET, DEVANT UNE VOYELLE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cet appareil », jamais « ce appareil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&lt;b&gt;cet&lt;/b&gt; existe précisément pour éviter la rencontre de deux voyelles : cet appareil, cet écran, cet homme. Devant une consonne, c'est &lt;b&gt;ce&lt;/b&gt; : ce modèle, ce magasin.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JAMAIS CELUI TOUT SEUL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-là, -ci, qui, que ou de : il faut toujours une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celui-là », « celui de gauche », « celui qui consomme le moins ». « Celui » seul ne veut rien dire. Dans le doute, employez &lt;b&gt;-là&lt;/b&gt; : c'est toujours correct.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-CI ET -LÀ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choses côte à côte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-ci désigne le plus proche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Ce modèle-ci » : celui devant lequel on se tient.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-là désigne le plus éloigné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Celui-là » : l'autre, plus loin dans le rayon.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l'oral, -là l'emporte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Beaucoup de gens emploient « celui-là » pour les deux, en montrant du doigt. Ce n'est pas une faute, c'est l'usage courant.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REPRENDRE PAR UN AUTRE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la laveuse » devient « l'appareil », « le modèle », « la machine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ce que fait le vendeur pour ne pas répéter le même mot. &lt;b&gt;appareil&lt;/b&gt; est général, &lt;b&gt;modèle&lt;/b&gt; désigne une version précise, &lt;b&gt;machine&lt;/b&gt; est familier. Les alterner allège beaucoup un texte.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MÉLANGER LES DEUX OUTILS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Celui modèle est plus économe.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modèle est plus économe. / Celui-là est plus économe.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Soit le nom est là, et on emploie &lt;b&gt;ce&lt;/b&gt;. Soit il disparaît, et on emploie &lt;b&gt;celui&lt;/b&gt;. Jamais les deux ensemble — c'est comme dire « le il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Accompagner ou remplacer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différence entre ___ modèle-ci et celui-là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appareil est plus économe que l'autre.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laveuse fait soixante-huit centimètres.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deux modèles se ressemblent beaucoup.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___ de gauche : il entre partout.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 trop large pour votre local.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Accompagner ou remplacer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différence entre ___ modèle-ci et celui-là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appareil est plus économe que l'autre.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laveuse fait soixante-huit centimètres.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deux modèles se ressemblent beaucoup.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___ de gauche : il entre partout.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 trop large pour votre local.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Celle-là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Supprimez la répétition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deuxième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la laveuse. La laveuse de gauche entre partout.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ce modèle. Ce modèle consomme le moins.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appareils se ressemblent. Les appareils ont la même garantie.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 cette laveuse. Cette laveuse est silencieuse.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Supprimez la répétition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la laveuse. La laveuse de gauche entre partout.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Prenez celle de gauche.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ce modèle. Ce modèle consomme le moins.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Celui-là consomme le moins.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appareils se ressemblent. Les appareils ont la même garantie.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deux ont la même garantie.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J'aime cette laveuse. Cette laveuse est silencieuse.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Celle-ci est silencieuse.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Comparez deux appareils en cinq phrases, sans jamais répéter leur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ce/cet/cette une fois, celui/celle deux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Reprenez au moins une fois par un autre nom : l'appareil, le modèle.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