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B. Écrire au tableau : « qu'est-ce qui justifie cent dollars ? ». C'est la question de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La troisième piste est celle qu'on n'a pas le réflexe de poser : un appareil se garde dix 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répliques teintées : la question de comparaison, la réponse, la demande de définition, la définition. C'est le modèle exact de l'échange.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Ça change quoi pour nous ? » est la meilleure question du dialogue : elle ramène le chiffre à la vie réelle. La faire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décide s'il faut acheter aujourd'hui. Peu de gens la posent, et elle change souvent le calcul.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 : c'est la liste de vérification du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calcul au tableau avec le groupe. C'est de l'arithmétique simple, et elle change les décisions.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transformer cela en règle absolue : sur un budget serré, le prix d'achat peut primer, et c'est légitime.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comparaisons servent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modèle-ci ou celui-là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laveuses presque identiques, cent dollars d'écart. Ce qui les sépare tient en deux chiffres — encore faut-il savoir quoi demander.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ce qui distingue deux modèles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veut dire « capacité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calculer si un appareil plus cher revient moins cher à l'usage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jusqu'à quand un rabais est valable.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Deux appareils se ressemblent, mais l'un coûte cent dollars de plus. Que demandez-vous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est votre première question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savoir si l'écart vaut la peine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combien d'années faut-il calculer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moins cher est-il toujours le meilleur choix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les distingue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5713" y="2322576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est la différence entre ce modèle-ci et celui-là ? Ils se ressemblent beaucoup.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5713" y="3409696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Presque tout est pareil. Deux choses changent : la capacité et la consommation d'eau.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5713" y="4496816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capacité, ça veut dire quoi exactement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MARTIN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75713" y="5246116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linge entre dedans. Celui-ci prend quatre kilos et demi, celui-là cinq kilos et demi.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ça change vraiment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5713" y="1901952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kilo de plus, ça change quoi pour nous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5713" y="2651252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Environ une brassée de moins par semaine, pour une famille de quatre.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38371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5713" y="3738371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l'eau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87672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MARTIN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5713" y="4487672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modèle plus cher consomme trente litres de moins par brassée. Sur cinq ans, ça compense la différence de prix.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garantie et le rabais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5713" y="1901952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sont garantis pareil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51252"/>
            <a:ext cx="13430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MARTIN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5713" y="2651252"/>
            <a:ext cx="880041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an tous les deux, pièces et main-d'œuvre. La garantie prolongée est offerte sur les deux.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738371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5713" y="3738371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Celui-ci est en spécial jusqu'à quand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230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87672"/>
            <a:ext cx="13430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MARTIN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5713" y="4487672"/>
            <a:ext cx="880041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Jusqu'à dimanche. Après, il remonte de cent dollars.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questions du rayon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APPREND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 fait quelles dimensions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s'il entre, porte ouverte comprise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Quelle est la capacité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entre dedans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 est bruyant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je l'entendrai de l'étage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 consomme combien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qu'il coûtera chaque mois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Deux autres : « quelle est la différence ? » et « le spécial finit quand ?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CALCULER SUR LA DURÉE DE VIE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appareil se garde dix ans. Cent dollars d'écart, c'est dix dollars par 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Trente litres d'eau de moins par brassée, trois brassées par semaine, sur cinq ans : l'économie dépasse l'écart de prix. Le modèle plus cher revient moins cher. Ce raisonnement vaut pour tous les gros appareils.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COMPARER SEULEMENT LES PRIX AFFICHÉS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Celui-là coûte cent dollars de moins, je le prends.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7181A"/>
                </a:solidFill>
                <a:latin typeface="Verdana"/>
              </a:rPr>
              <a:t>Il consomme trente litres de plus par brassée. Sur cinq ans, il coûte davantage.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prix d'achat n'est qu'une partie du coût. L'eau, l'électricité et les réparations s'ajoutent année après année. Pour un appareil qu'on garde dix ans, c'est le coût d'usage qui décide.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choses différencient les deux modèles.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capacité, c'est la quantité de linge qui entre.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premier prend cinq kilos et demi.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modèle plus cher consomme plus d'eau.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ont la même garantie.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spécial se termine dimanche.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choses différencient les deux modèles.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capacité, c'est la quantité de linge qui entre.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premier prend cinq kilos et demi.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quatre et demi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modèle plus cher consomme plus d'eau.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trente litres de moins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deux ont la même garantie.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spécial se termine dimanche.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Comparez deux appareils du même type et écrivez quatre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qui les distingue, et ce que ça change pour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Terminez par votre choix, avec sa raison.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