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Apporter un ruban à mesurer. La séance vaut surtout si les élèves mesurent quelque chose pour de vrai pendant le 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piste amène le dégagement de la porte, la troisième le passage. Les deux sont les causes habituelles d'un achat raté.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mesurer la porte de la classe : presque personne n'en connaît la largeur.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exactement le premier modèle éliminé dans le dialogue de A1.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carte est le raisonnement du dialogue t1. Le faire calculer : 30 L × 3 brassées × 52 semaines × 5 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exactement l'avertissement du livreur dans le dialogue t2b. L'annoncer.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répondre à voix haute avant d'afficher. Ces six chiffres couvrent toutes les fiches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dessiner le local au tableau. Le raisonnement devient évident dès qu'il est vu.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billet servira au jeu de rôle de E1 : l'assistant demande l'espace disponible dès la première réplique.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Mesurer avant d'acheter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appareil qui n'entre pas repart avec le camion — et la livraison reste à payer. Cinq mesures suffisent à ne jamais vivre ça.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prendre les trois dimensions d'un espace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penser au dégagement et au passage, pas seulement au local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les chiffres d'une fiche technique : décibels, kilowattheures, litres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ce qu'un chiffre veut dire.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qu'on mesure ici, et pourquoi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ruban-mesur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Quelles dimensions faut-il prendre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oublie presque toujours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local suffit-il, ou faut-il mesurer autre chose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l'appareil n'entre pas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mesures à prendre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MESURE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hauteur du 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l'appareil doit y tenir debout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largeur du 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mesure la plus évidente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profondeur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souvent oubliée, avec les tuyaux derrière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dégagement devant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pour ouvrir la porte de l'appareil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passage jusqu'au local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portes, corridor, escalier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dernière est celle qui fait repartir le camion.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TOUJOURS LA PORTE OUVERTE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largeur d'une laveuse frontale se mesure porte ouverte.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Soixante-huit centimètres fermée, quatre-vingt-dix ouverte : sans le dégagement, la porte bute contre le mur et l'appareil est inutilisable. La fiche technique donne les deux chiffres.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LIRE LES CHIFFRES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unités et leur repère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Le centimètre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Hauteur × largeur × profondeur, toujours dans cet ordre : 145 × 55 × 60 cm.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Le décibel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bruit. Une conversation normale fait 60 dB ; 52 dB est nettement plus silencieux.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Le kilowattheure par année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L'électricité. Plus le chiffre est bas, moins l'appareil coûte à faire fonctionner.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Le litre par brassée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L'eau. Trente litres d'écart par brassée, sur cinq ans, compensent souvent une différence de prix.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MESURER SEULEMENT LE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local fait un mètre, l'appareil soixante-huit centimètres. C'est bon.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Et la porte du sous-sol ? Et l'escalier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L'appareil doit d'abord se rendre jusqu'au local. Une porte de soixante-dix centimètres, un escalier étroit, un tournant serré : chacun peut arrêter la livraison. Le livreur repartira avec l'appareil, et la livraison restera à payer.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chiffre et ce qu'il mesure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ce que chaque chiffre indique.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68 centimètres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4,5 kilos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52 décibels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30 litres par brassée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300 kilowattheures par année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12 mois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chiffre et ce qu'il mesure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68 centimètres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largeur de l'appareil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4,5 kilos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capacité : le linge qui entre dedans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52 décibels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bruit à l'essorage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30 litres par brassée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consommation d'eau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300 kilowattheures par année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consommation d'électricité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12 mois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durée de la garantie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Ça entre, ou pas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local fait 100 cm de large et la porte 70 cm.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Appareil de 68 cm, porte fermée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même, 90 cm porte ouverte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Appareil de 76 cm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Appareil de 60 cm, profondeur 65 cm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Ça entre, ou pas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Appareil de 68 cm, porte fermée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entre dans le local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même, 90 cm porte ouverte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faut 90 cm de dégagement devant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Appareil de 76 cm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n'entre pas par la porte de 70 cm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Appareil de 60 cm, profondeur 65 cm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vérifier aussi la profondeur du local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Mesurez un espace chez vous et écrivez les cinq mesures.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Hauteur, largeur, profondeur, dégagement, passage.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laquelle vous auriez oubliée sans cette séance.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