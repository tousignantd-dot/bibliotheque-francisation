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Apporter un ruban à mesurer. La séance vaut surtout si les élèves mesurent quelque chose pour de vrai pendant le cours.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deuxième piste amène le dégagement de la porte, la troisième le passage. Les deux sont les causes habituelles d'un achat raté.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Faire mesurer la porte de la classe : presque personne n'en connaît la largeur.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exactement le premier modèle éliminé dans le dialogue de A1.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dernière carte est le raisonnement du dialogue t1. Le faire calculer : 30 L × 3 brassées × 52 semaines × 5 ans.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exactement l'avertissement du livreur dans le dialogue t2b. L'annoncer.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répondre à voix haute avant d'afficher. Ces six chiffres couvrent toutes les fiches techniques.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dessiner le local au tableau. Le raisonnement devient évident dès qu'il est vu.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 billet servira au jeu de rôle de E1 : l'assistant demande l'espace disponible dès la première réplique.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SÉANCE A3  ·  MODULE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Mesurer avant d'acheter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 appareil qui n'entre pas repart avec le camion — et la livraison reste à payer. Cinq mesures suffisent à ne jamais vivre ça.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Acheter un appareil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prendre les trois dimensions d'un espace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penser au dégagement et au passage, pas seulement au local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lire les chiffres d'une fiche technique : décibels, kilowattheures, litres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demander ce qu'un chiffre veut dire.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Qu'est-ce qu'on mesure ici, et pourquoi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24927" y="1719072"/>
            <a:ext cx="4199839" cy="4361688"/>
          </a:xfrm>
          <a:prstGeom prst="roundRect">
            <a:avLst>
              <a:gd name="adj" fmla="val 34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ruban-mesur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383" y="2019452"/>
            <a:ext cx="3760927" cy="3760927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1856232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50976" y="2039112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Quelles dimensions faut-il prendre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642108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50976" y="2824988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qu'on oublie presque toujours 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427984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66928" y="3537712"/>
            <a:ext cx="50292" cy="821944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50976" y="3610864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local suffit-il, ou faut-il mesurer autre chose 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551680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66928" y="4661408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50976" y="4734560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 se passe-t-il si l'appareil n'entre pas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cinq mesures à prendre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253740"/>
          </a:xfrm>
          <a:prstGeom prst="roundRect">
            <a:avLst>
              <a:gd name="adj" fmla="val 449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QU'ON MESURE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POURQUOI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La hauteur du local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l'appareil doit y tenir debout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79044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18460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La largeur du local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18460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la mesure la plus évidente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1317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41192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La profondeur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41192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souvent oubliée, avec les tuyaux derrière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359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963924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Le dégagement devant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3963924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pour ouvrir la porte de l'appareil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35864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4486656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Le passage jusqu'au local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3636" y="4486656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portes, corridor, escalier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301996"/>
            <a:ext cx="11057839" cy="769874"/>
          </a:xfrm>
          <a:prstGeom prst="roundRect">
            <a:avLst>
              <a:gd name="adj" fmla="val 19003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69264" y="5558028"/>
            <a:ext cx="10234879" cy="312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La dernière est celle qui fait repartir le camion.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TOUJOURS LA PORTE OUVERTE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La largeur d'une laveuse frontale se mesure porte ouverte.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Soixante-huit centimètres fermée, quatre-vingt-dix ouverte : sans le dégagement, la porte bute contre le mur et l'appareil est inutilisable. La fiche technique donne les deux chiffres.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LIRE LES CHIFFRES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unités et leur repère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721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0D7A6F"/>
                </a:solidFill>
                <a:latin typeface="Verdana"/>
              </a:rPr>
              <a:t>Le centimètre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84373"/>
            <a:ext cx="4806543" cy="110464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Hauteur × largeur × profondeur, toujours dans cet ordre : 145 × 55 × 60 cm.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721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0D7A6F"/>
                </a:solidFill>
                <a:latin typeface="Verdana"/>
              </a:rPr>
              <a:t>Le décibel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84373"/>
            <a:ext cx="4806543" cy="110464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bruit. Une conversation normale fait 60 dB ; 52 dB est nettement plus silencieux.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721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0D7A6F"/>
                </a:solidFill>
                <a:latin typeface="Verdana"/>
              </a:rPr>
              <a:t>Le kilowattheure par année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01794"/>
            <a:ext cx="4806543" cy="110464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L'électricité. Plus le chiffre est bas, moins l'appareil coûte à faire fonctionner.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721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0D7A6F"/>
                </a:solidFill>
                <a:latin typeface="Verdana"/>
              </a:rPr>
              <a:t>Le litre par brassée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01794"/>
            <a:ext cx="4806543" cy="110464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L'eau. Trente litres d'écart par brassée, sur cinq ans, compensent souvent une différence de prix.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MESURER SEULEMENT LE LOCAL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Le local fait un mètre, l'appareil soixante-huit centimètres. C'est bon.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Et la porte du sous-sol ? Et l'escalier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L'appareil doit d'abord se rendre jusqu'au local. Une porte de soixante-dix centimètres, un escalier étroit, un tournant serré : chacun peut arrêter la livraison. Le livreur repartira avec l'appareil, et la livraison restera à payer.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chiffre et ce qu'il mesure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Dites ce que chaque chiffre indique.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68 centimètres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4,5 kilos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52 décibels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30 litres par brassée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300 kilowattheures par année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12 mois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chiffre et ce qu'il mesure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68 centimètres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la largeur de l'appareil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4,5 kilos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la capacité : le linge qui entre dedans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52 décibels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 bruit à l'essorage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30 litres par brassée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la consommation d'eau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300 kilowattheures par année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la consommation d'électricité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12 mois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la durée de la garantie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 · 2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Ça entre, ou pas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Le local fait 100 cm de large et la porte 70 cm.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Appareil de 68 cm, porte fermée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même, 90 cm porte ouverte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Appareil de 76 cm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Appareil de 60 cm, profondeur 65 cm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Ça entre, ou pas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Appareil de 68 cm, porte fermée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il entre dans le local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même, 90 cm porte ouverte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il faut 90 cm de dégagement devant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Appareil de 76 cm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il n'entre pas par la porte de 70 cm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Appareil de 60 cm, profondeur 65 cm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vérifier aussi la profondeur du local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Mesurez un espace chez vous et écrivez les cinq mesures.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Hauteur, largeur, profondeur, dégagement, passage.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Notez laquelle vous auriez oubliée sans cette séance.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Acheter un appareil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