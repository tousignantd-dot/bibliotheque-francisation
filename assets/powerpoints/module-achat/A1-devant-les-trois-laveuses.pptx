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module. Question d'entrée : « qui a déjà acheté un gros appareil ici ? ». Souvent peu de mains — et beaucoup d'appréhension.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troisième piste est la clé : ce n'est ni le prix ni la marque, c'est l'espace. Un appareil qui n'entre pas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leçon de la séance : un chiffre sans point de comparaison ne veut rien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vendeur ne demande ni le budget ni la marque : il demande l'espace. Le faire remarquer — c'est contre-intuitif et c'est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Avec la porte ouverte » : la mesure que tout le monde oublie. L'écrire au tableau et la souligner.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séance. Faire répéter la question par le groupe : « c'est beaucoup ou peu ? » s'emploie pour n'importe quel chiffre.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Laveuse » et « sécheuse » sont les mots d'ici. « Machine à laver » se comprend, mais sonne étranger.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unités reviennent sur toutes les étiquettes d'énergie. Les nommer une fois suffit à les rendre lisibles.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question par deux élèves.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d'achats ratés viennent de là.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 dernier point surprend toujours : un appareil qui entre dans la pièce mais pas dans l'escalier repart avec le camion.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Devant les trois laveuses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Yin vient d'emménager et il lui faut une laveuse. Trois modèles presque identiques, et un vendeur qui s'approche — avec une question qu'elle n'attendait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 vendeur qui aborde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l'espace dont je dispose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qu'un chiffre veut dire, quand je n'ai pas de point de comparaison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trois modèles sur trois critères.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êtes devant ces trois modèles.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ayon-laveu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choisissez-vous entre trois appareils qui se ressemblent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Attendez-vous qu'un vendeur vienne, ou allez-vous le chercher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première chose à savoir, selon 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inquiète le plus dans cet achat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Yin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D'où elle vient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Chine. Elle est au Québec depuis trois ans et vient d'emménager.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lui faut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laveuse, pour un local de sous-sol d'environ un mètre de large.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ne sait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veut dire « capacité », ni si cinquante-deux décibels c'est beaucoup.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fait de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demande. « Cinquante-deux, c'est beaucoup ou peu ? » — la question qui transforme un chiffre en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première question du vendeur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5713" y="2322576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Je peux vous aider ? Vous regardez les laveuses depuis un moment.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5713" y="3409696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Oui, je cherche une laveuse, mais je ne sais pas laquelle choisir.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5713" y="4496816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quel espace chez vous ? C'est souvent ça qui décide en premier.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583936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5713" y="5583936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petit local, dans le sous-sol. Un mètre de large, à peu près.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chiffre qui élimine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5713" y="1901952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celle-là est trop large : elle fait soixante-seize centimètres avec la porte ouverte.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5713" y="2989072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celle-ci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5713" y="3738371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Soixante-huit centimètres. Elle entre partout. C'est le modèle le plus vendu, justement pour ça.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25491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5713" y="4825491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bruyante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Beaucoup ou peu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5713" y="1901952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c'est une des plus silencieuses. Cinquante-deux décibels à l'essorage.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5713" y="2989072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Cinquante-deux, c'est beaucoup ou peu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5713" y="3738371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peu. Une conversation normale, c'est soixante. Vous ne l'entendrez pas de l'étage.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25491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5713" y="4825491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en faisons trois. Je vais regarder les deux premières de plus près.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L'appareil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électroménager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256" y="2121408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gros appareil de la maison : laveuse, réfrigérateur, cuisinière.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laveuse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256" y="2909620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qui lave le linge. En France : « machine à laver 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capacité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256" y="3697833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quantité de linge ou de nourriture qui entre dedans.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256" y="4486046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hauteur, la largeur, la profondeur.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522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économe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256" y="5274259"/>
            <a:ext cx="729975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consomme peu d'eau ou d'électricité.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chiffres qu'on 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4253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décibel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9541" y="2121408"/>
            <a:ext cx="730946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L'unité du bruit. Une conversation normale : 60 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4253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kilowattheure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9541" y="2909620"/>
            <a:ext cx="730946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L'unité d'électricité consommée en un 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4253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litre par brassée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9541" y="3697833"/>
            <a:ext cx="730946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consommation d'eau d'un lavage.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4253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garantie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9541" y="4486046"/>
            <a:ext cx="730946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promesse de réparer sans frais pendant une période donnée.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4253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spécial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9541" y="5274259"/>
            <a:ext cx="730946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rabais temporaire. « Le spécial finit dimanche.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chiffre sans point de comparaison ne veut rien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Cinquante-deux décibels » n'apprend rien. « Une conversation normale, c'est soixante » transforme le chiffre en information. La question à poser tient en cinq mots : « c'est beaucoup ou peu ?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MESURER SANS LA PORTE OUVERTE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Mon local fait un mètre, la laveuse fait soixante-seize centimètres. Ça entre.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Soixante-seize centimètres, c'est avec la porte ouverte. Il faut aussi l'espace pour l'ouvrir.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laveuse frontale a besoin de place devant elle. La largeur seule ne suffit pas : il faut le dégagement de la porte, et la largeur du passage pour amener l'appareil jusque-là.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Mesurez l'espace d'un appareil chez vous et notez les trois dimensions.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Hauteur, largeur, profondeur — et le dégagement devant.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Mesurez aussi la porte de la pièce et celle de l'immeuble.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