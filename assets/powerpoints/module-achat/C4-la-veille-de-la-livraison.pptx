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très pratique. Elle clôt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troisième piste est celle qui coûte : le camion repart, la livraison reste facturée, et il faut tout recommencer.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Entre huit heures et midi » est un créneau de quatre heures, pas un rendez-vous. Le dire : il faut prévoir la demi-journée.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livreur redit la distinction livraison / installation. La cohérence entre les séances est voulue : la même information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cinq points tiennent en dix minutes de préparation.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pratique utile : la question « pouvez-vous m'appeler avant d'arriver ? » obtient souvent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bloc D : c'est exactement ce dont il sera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donne la solution. La mesure du passage revient de A3 : c'est le même conseil, à un autre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C. Ce billet est très concret et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veille de la livraison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téléphone sonne : « je vous confirme entre huit heures et midi ». Cinq minutes de conversation qui décident si l'appareil entrera ou repartira.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appel de confirmation de livraison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qui doit être présent et pourquoi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le passage avant l'arrivée du camion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ce qui est prévu et ce qui ne l'est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camion arrive demain matin. Qu'avez-vous à préparer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mion-livra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doit être à la maison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dégager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l'appareil n'entre pas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L'ancien appareil, qui s'en occupe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725" y="2322576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c'est pour la livraison de demain. Je vous confirme entre huit heures et midi.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450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725" y="3409696"/>
            <a:ext cx="86984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Est-ce que quelqu'un doit être là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725" y="4158995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une personne majeure. On ne laisse pas l'appareil sans signature.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450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725" y="5246116"/>
            <a:ext cx="86984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préparer quelque chose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vérifier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725" y="190195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Dégagez le passage et mesurez la porte du sous-sol. Si elle fait moins de soixante-dix centimètres, appelez-nous avant.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4450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725" y="2989072"/>
            <a:ext cx="86984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fait soixante-quinze. Ça 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725" y="3738371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Bien. On monte l'appareil et on repart avec l'emballage. L'installation, c'est un autre technicien.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4450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725" y="4825491"/>
            <a:ext cx="86984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l'ancienne laveuse, vous la reprenez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choses à préparer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Être là, majeur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une signature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Dégager le passage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corridor, escalier, entrée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Mesurer la porte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sous les 70 cm, il faut prévenir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Sortir le livret de la boîte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livreurs repartent avec l'emballage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Vérifier le bon de livraison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reprise doit y être notée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quatrième est celle que personne ne fait — et le livret part à la poubelle.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CRÉNEAU N'EST PAS UN RENDEZ-VOUS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Entre huit heures et midi » veut dire quatre heures d'attente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équipes de livraison enchaînent plusieurs adresses et ne peuvent pas donner d'heure précise. Prévoyez la demi-journée, ou demandez si un appel est fait trente minutes avant — beaucoup d'entreprises le font sur demande.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LAISSER PARTIR L'EMBALLAGE AVEC LE LIVRET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Ils ont tout emporté, y compris le mode d'emploi.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sors le livret de la boîte avant qu'ils repartent.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mode d'emploi est dans la boîte, ou collé sur l'appareil. Les livreurs repartent avec le carton — et le livret avec. Or c'est lui qui contient le tableau des problèmes, qui vaut quatre-vingt-dix dollars par appel évité.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n'a besoin d'être présent.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mesurer la porte du sous-sol.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Sous soixante-dix centimètres, il faut appeler avant.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livreurs installent l'appareil.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technicien de l'installation vient le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reprise de l'ancienne laveuse est automatique.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n'a besoin d'être présent.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personne majeure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mesurer la porte du sous-sol.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Sous soixante-dix centimètres, il faut appeler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livreurs installent l'appareil.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un autre technicien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technicien de l'installation vient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l'après-midi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reprise de l'ancienne laveuse est automatique.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doit être notée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 L'APPAREIL N'ENTRE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passe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camion repart avec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livreurs n'ont ni le temps ni le mandat de démonter une 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livraison reste facturée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déplacement a eu lieu. Une deuxième livraison se paie une deuxième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Comment l'éviter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Mesurer le passage avant l'achat, et prévenir le magasin si un accès est étroit. Certaines entreprises envoient alors une équipe de deux.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Préparez la livraison d'un appareil chez vous, en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sera là, ce qu'il faut dégager, les mesures du passage.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la question que vous poserez à l'appel de confirmation.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