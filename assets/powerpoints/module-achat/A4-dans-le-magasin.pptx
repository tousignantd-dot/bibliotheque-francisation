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 et courte. Elle clôt le bloc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ouvre le raisonnement du bloc B : plus cher à l'achat, moins cher à l'usage. Ne pas conclure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reviendra en C4. Beaucoup de litiges viennent d'une promesse orale jamais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quatre services sont quatre lignes distinctes sur la facture — et quatre sources de malentendu.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du dialogue t2, et elle vaut quarante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au moment de l'achat, pas après. C'est le conseil pratique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A. Cette fiche servira de base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choses qu'on rencontre en achetant un appareil, de l'étiquette d'énergie au camion de livraison. Les nommer, c'est savoir de quoi le vendeur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éléments de l'achat d'un appareil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étiquette d'énergie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livraison de l'installation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électroménager, la capacité, le bon de livraison.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que cette étiquette vous apprend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iquette-energ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représentent les barres colorées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est-elle collée, sur un appareil neuf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les magasins la laissent-ils en place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appareil économe coûte plus cher à l'achat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QUI SE 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écrites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L'étiquette d'énergie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Collée sur la porte. Elle donne la consommation annuelle et situe l'appareil par rapport aux autres de sa catégorie.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fiche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Sur la tablette ou en ligne. Dimensions, capacité, bruit, consommation — tout ce dont on a besoin pour décider.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bon de livraison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papier qui dit quoi, quand, et ce qui est inclus. Tout ce qui n'y est pas écrit n'arrivera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mode d'emploi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la boîte. On le travaillera au bloc D — c'est la partie la moins lue et une des plus utiles.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QUI SE 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services distincts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livraison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apporte l'appareil chez vous et on le monte à l'endroit voulu. Souvent 50 à 80 $, parfois gratuite au-dessus d'un montant.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L'installation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le branche et on le met en marche. C'est un service à part, qui se paie à part. La confusion la plus coûteuse du module.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reprise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magasin repart avec l'ancien appareil. Souvent gratuite, mais seulement si c'est noté sur le bon.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service après-vente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technicien qui vient réparer. Son déplacement coûte environ 90 $, sauf si la garantie prolongée le couvre.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Livraison ou installation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Descendre l'appareil du camion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livraison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monter jusqu'au sous-sol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livraison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Repartir avec l'emballage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livraison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l'eau et l'électricité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installation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Vérifier que l'appareil est de niveau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installation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livreurs montent. Ils ne branchent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CROIRE QUE TOUT EST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payé la livraison, donc ils vont l'installer.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La livraison monte l'appareil. L'installation le branche. Deux services, deux prix.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surprise la plus fréquente du jour de la livraison : l'appareil est dans la pièce, mais il ne fonctionne pas — et le technicien n'est pas prévu.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sont au fond du magasin.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ce modèle est de cinq kilos.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les ___ de votre local.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est d'un an, pièces et main-d'œuvre.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est un service à part.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écrit sur le ___ de livraison.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sont au fond du magasin.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électroménagers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ce modèle est de cinq kilos.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capacité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les ___ de votre local.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dimensions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est d'un an, pièces et main-d'œuvre.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garantie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est un service à 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installation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écrit sur le ___ de livraison.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appareil que vous voudriez acheter et relevez sa fiche technique.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Dimensions, capacité, consommation, bruit, garantie.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ligne ou en magasin, comme vous préférez.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