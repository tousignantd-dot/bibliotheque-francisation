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du chapeau au tableau et demander laquelle vient du magasin. Le groupe sent la différence de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note lève l'inquiétude du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six formes par six élèves, une par personne du verbe 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six terminaisons au tableau et les y laisser. Elles ne changent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cinq-là couvrent la majorité des phrases au futur qu'on entend dans un magasin. Les apprendre comme une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ainsi rassure : le futur simple est un des temps les plus réguliers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difficulté de forme : c'est le verbe aller plus l'infinitif.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irréguliers sur cinq lignes : c'est représentatif de ce qu'on entend dans un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annonce la séance C3 : le prix affiché n'est pas le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la base du futur simple : l'infinitif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ça va arriver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Ils vont livrer jeudi. » « On vous appellera la veille. » Deux façons de parler du futur : celle de la conversation, et celle des engagements.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proche : aller + infinitif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simple sur l'infinitif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cinq verbes irréguliers au futur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engagement de livraison.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futurs, deux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L'EMPLOIE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 + infinitif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décidé, prévu, tout proche — à l'oral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futur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engagement, promesse, écrit officiel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corrects presque partout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magasin s'engage au futur simple ; vous pouvez répondre au futur proche.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PROCHE : UN VERBE QUE VOUS CONNAISSEZ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aller au présent, puis l'infinitif.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Ils &lt;b&gt;vont livrer&lt;/b&gt; jeudi. » · « Je &lt;b&gt;vais prendre&lt;/b&gt; l'installation. » · « Nous &lt;b&gt;allons payer&lt;/b&gt; en douze versements. » Aucune forme nouvelle à apprendre : c'est le verbe aller que vous employez déjà.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SIMPLE : L'INFINITIF PLUS UNE TERMINAISON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-ai, -as, -a, -ons, -ez, -ont.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livrer › je livrer&lt;b&gt;ai&lt;/b&gt;, il livrer&lt;b&gt;a&lt;/b&gt;, ils livrer&lt;b&gt;ont&lt;/b&gt;. Les verbes en &lt;b&gt;-re&lt;/b&gt; perdent leur e : prendre › je prendr&lt;b&gt;ai&lt;/b&gt;. Les terminaisons sont les mêmes pour tous les verbes, sans exception.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base change, pas la terminaison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être › je serai · avoir › j'aurai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plus fréquents. « La livraison sera gratuite. » « Vous aurez un an de garantie.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aller › j'irai · faire › je ferai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J'irai au magasin samedi. » « Ils feront l'installation jeudi.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venir › je viendrai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technicien viendra l'après-midi. » Très employé dans les rendez-vous de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Et quelques doublements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appeler › j'appellerai · jeter › je jetterai. Une petite liste, pas une règle générale.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FORMER LE FUTUR SUR AUTRE CHOSE QUE L'INFINITIF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livrai, je prendai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livrerai, je prendrai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base du futur simple est l'infinitif entier, pas le radical. « Livrer » donne « je livrerai » — avec le -er au complet. C'est plus simple qu'il n'y paraît : on ajoute, on n'enlève rien.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proche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au futur proche.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(livrer) jeudi prochain.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(prendre) l'installation.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(payer) en douze versements.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(choisir) le modèle silencieux.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proche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(livrer) jeudi prochain.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vont livrer jeudi prochain.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(prendre) l'installation.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prendre l'installation.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(payer) en douze versements.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allons payer en douze versements.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(choisir) le modèle silencieux.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va choisir le modèle silencieux.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au futur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(appeler) la veille.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technicien (venir) l'après-midi.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livraison (être) gratuite.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(avoir) un an de garantie.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(reprendre) l'ancienne laveuse.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Futur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vous (appeler) la veille.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vous appellera la veille.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technicien (venir) l'après-midi.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technicien viendra l'après-midi.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livraison (être) gratuite.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livraison sera gratuite.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(avoir) un an de garantie.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aurez un an de garantie.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(reprendre) l'ancienne laveuse.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reprendront l'ancienne laveuse.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COMPRENDRE UN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du magasin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« On vous appellera la veille.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9908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engagement de contact. S'il n'est pas tenu, vous pouvez le rappeler.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« Le technicien viendra l'après-midi.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9908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créneau, pas une heure. Prévoyez la demi-journée.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8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« La livraison sera gratuite au-dessus de mille dollars.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16500"/>
            <a:ext cx="4806543" cy="789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condition. Vérifiez si votre total, taxes comprises ou non, l'atteint.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phrases au futur sur un achat que vous ferez.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au futur proche, trois au futur simple.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deux verbes irréguliers.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