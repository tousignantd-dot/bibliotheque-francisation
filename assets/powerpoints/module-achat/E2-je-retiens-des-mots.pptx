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Pièces et main-d'œuvre » est la formule à reconnaître : elle figure sur tous les contrats.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Livraison et installation : la distinction la plus rentable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valent quatre-vingt-dix dollars par appel de service évité. Le redire une dernière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six questions de rayon.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L'appareil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électroménager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gros appareil de la maison.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laveuse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909620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lave le linge.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capacité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697833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entre dedans.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486046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Hauteur, largeur, profondeur.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économe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5274259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consomme peu d'eau ou d'électricité.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8488" y="2121408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promesse de réparer sans frais.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pièces et main-d'œuvre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8488" y="2909620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Ni la pièce ni le travail ne sont facturés.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défaut de fabrication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488" y="3697833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problème venu de l'usine.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 prolongée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8488" y="4486046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années de plus, en option.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déplacement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8488" y="5274259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venue du technicien — souvent facturée à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Payer et se faire livrer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versement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6784" y="2121408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prix, payée à une date donnée.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livraison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6784" y="2909620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transport jusque chez soi.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l'installation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3697833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branchement et la mise en marche.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reprise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4486046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repart avec l'ancien appareil.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 de livraison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5274259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dit quoi, quand, et ce qui est inclus.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mode d'emploi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boulon de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4220" y="2121408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qui bloque le tambour pendant le transport.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être de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4220" y="2909620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Être bien droit sur le plancher.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4220" y="3697833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programme complet, du début à la fin.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l'essorage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4220" y="4486046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du cycle où le tambour tourne vite.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tableau des problèmes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4220" y="5274259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page qui dit quoi vérifier quand ça ne marche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» et « pain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graphie décide : un/um, ou in/ain/ein/im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après le nom, sauf une petite 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et celui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l'un accompagne, l'autre remplace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garantie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défauts d'usine, pas les accidents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futurs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l'un pour la conversation, l'autre pour l'engagement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affiché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jamais le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mode d'emploi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pages sur quarante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Mesurez avant, demandez ce qui n'est pas dit, faites écrire ce qui est promis.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Yin n'a pas appris à réparer une laveuse. Elle a appris à mesurer son local, à demander ce que veut dire un chiffre, et à faire noter sur le bon ce qu'on lui avait promis. Trois réflexes qui valent pour tous les achats importants.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l'espace dont je dispose et demander si l'appareil y 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ce que couvre la garantie, et ce qu'elle ne couvre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ce qui s'ajoute au prix affiché.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