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bilan. Rendre tous les billets corrigés du module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redire l'article avec chaque mot. Dernière occasion de le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Pièces et main-d'œuvre » est la formule à reconnaître : elle figure sur tous les contrats.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Livraison et installation : la distinction la plus rentable du module. Dernier rappel.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cinq mots valent quatre-vingt-dix dollars par appel de service évité. Le redire une dernière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reformuler chaque ligne par un élève différent avant d'afficher la colonne de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ligne est celle que les élèves rapportent le plus souvent comme utile.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phrase de clôture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les trois à l'écran, une minute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L'autoévaluation complète est dans l'activité interactive. La faire remplir là : elle est conservée avec les traces de l'élève.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retiens des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Quinze mots, sept points de langue, six questions de rayon. Dernière séance : on rassemble, on révise, et chacun fait le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Acheter un appareil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rassembler le vocabulaire du module en quatre familles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réviser avec les cartes mémoire, seul ou à deux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reformuler les points de langue en une phrase chacun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honnêtement ce que je suis maintenant capable de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L'appareil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75224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électroménager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256" y="2121408"/>
            <a:ext cx="729975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gros appareil de la maison.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75224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laveuse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256" y="2909620"/>
            <a:ext cx="729975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L'appareil qui lave le linge.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75224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capacité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9256" y="3697833"/>
            <a:ext cx="729975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entre dedans.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75224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dimensions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9256" y="4486046"/>
            <a:ext cx="729975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Hauteur, largeur, profondeur.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75224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économe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9256" y="5274259"/>
            <a:ext cx="729975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Qui consomme peu d'eau ou d'électricité.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garantie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46148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garantie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8488" y="2121408"/>
            <a:ext cx="659051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promesse de réparer sans frais.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46148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pièces et main-d'œuvre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8488" y="2909620"/>
            <a:ext cx="659051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Ni la pièce ni le travail ne sont facturés.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46148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défaut de fabrication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8488" y="3697833"/>
            <a:ext cx="659051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problème venu de l'usine.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46148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garantie prolongée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8488" y="4486046"/>
            <a:ext cx="659051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Des années de plus, en option.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46148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déplacement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8488" y="5274259"/>
            <a:ext cx="659051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venue du technicien — souvent facturée à part.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Payer et se faire livrer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77977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versement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86784" y="2121408"/>
            <a:ext cx="72722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partie du prix, payée à une date donnée.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77977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livraison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86784" y="2909620"/>
            <a:ext cx="72722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transport jusque chez soi.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77977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l'installation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86784" y="3697833"/>
            <a:ext cx="72722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branchement et la mise en marche.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77977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reprise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6784" y="4486046"/>
            <a:ext cx="72722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magasin repart avec l'ancien appareil.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77977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bon de livraison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5274259"/>
            <a:ext cx="72722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papier qui dit quoi, quand, et ce qui est inclus.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mode d'emploi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60721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boulon de transport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14220" y="2121408"/>
            <a:ext cx="644478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pièce qui bloque le tambour pendant le transport.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60721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être de niveau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4220" y="2909620"/>
            <a:ext cx="644478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Être bien droit sur le plancher.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60721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4220" y="3697833"/>
            <a:ext cx="644478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programme complet, du début à la fin.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60721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l'essorage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4220" y="4486046"/>
            <a:ext cx="644478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partie du cycle où le tambour tourne vite.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60721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tableau des problèmes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14220" y="5274259"/>
            <a:ext cx="644478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page qui dit quoi vérifier quand ça ne marche pas.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POINTS DE LANGUE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chacun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un » et « pain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la graphie décide : un/um, ou in/ain/ein/im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l'adjectif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après le nom, sauf une petite liste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et celui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l'un accompagne, l'autre remplace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Quatre autres au tableau suivant.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POINTS DE LANGUE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chacun (suite)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garantie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défauts d'usine, pas les accidents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deux futurs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l'un pour la conversation, l'autre pour l'engagement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prix affiché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n'est jamais le total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mode d'emploi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quatre pages sur quarante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CE QU'IL FAUT RETENIR DU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Mesurez avant, demandez ce qui n'est pas dit, faites écrire ce qui est promis.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Yin n'a pas appris à réparer une laveuse. Elle a appris à mesurer son local, à demander ce que veut dire un chiffre, et à faire noter sur le bon ce qu'on lui avait promis. Trois réflexes qui valent pour tous les achats importants.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RÉVISER SEUL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façons de le faire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Les cartes mémoire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Dans l'activité interactive, section « Je retiens des mots ». La traduction est masquée par défaut.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Les trois exercices de vocabulaire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mot et sa définition, le mot et l'image, le mot à écrire. Les mêmes quinze mots.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Les sept mini-leçons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Sept panneaux « En apprendre plus », avec de l'audio. Ils restent accessibles après la fin du module.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Autoévaluation : pour chaque énoncé, pas encore, un peu, ou oui.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dire l'espace dont je dispose et demander si l'appareil y entre.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demander ce que couvre la garantie, et ce qu'elle ne couvre pas.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comprends ce qui s'ajoute au prix affiché.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un appareil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