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A3, B2 et D2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des dimensions données dans l'ordre, un pronom démonstratif, un superlatif, une unité de consommation. Tout le module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Rappeler les six questions du bloc B au tableau : beaucoup d'élèves en oublient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billets de A3 et B2 contiennent déjà les mesures et les adjectifs. Le rappeler : le travail est à moitié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de D2 — décrire un problème en trois éléments — est le brouillon direct de cette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versions à voix haute. La différence de traitement est évidente.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clairement, comme dans les autres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s'informer et décrire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une conversation au rayon avec l'assistant, un appareil décrit à voix haute, un message au service à la clientèle.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m'informer sur un appareil, à l'oral, avec un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appareil avec des adjectifs justes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au service à la clientèle pour un problème précis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réfrigérateur du sous-sol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Repérez tout ce que vous avez appris dans ces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5713" y="2322576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mètre cinquante de haut, soixante centimètres de large, pas plus.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5713" y="3071876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Celui-ci fait cent quarante-cinq sur cinquante-cinq. Il entre.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YIN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3821175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consomme beaucoup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MARTIN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5713" y="4570475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des plus économes de sa catégorie. Trois cents kilowattheures par année.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l'appareil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laveuse, un réfrigérateur ou une cuisinière. Trois situations ordinaires.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L'acheteur, ou le vendeur. Renseigner quelqu'un est plus difficile que s'informer.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L'assistant commence par ton espace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Comme le vendeur du module. Il ne parlera ni de la livraison, ni de l'installation, ni de la garantie prolongée avant que tu ne demandes.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Savoir si l'appareil entre, ce qu'il consomme, ce que couvre la garantie, et combien ça fait en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UN APPAREIL DÉCRIT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Temps 1 · Ce que c'est, et ses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une laveuse frontale. Elle fait soixante-huit centimètres de large.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Temps 2 · Ce qui la distingue, avec des adjectifs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Elle est silencieuse et économe en eau. C'est un modèle récent.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Temps 3 · Ce que tu conseilles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Prends celle-là si ton local est petit. Elle sera livrée en une semaine.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LE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service à la clientèle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qu'il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L'appareil et la date d'achat ; ce qui ne va pas, précisément ; ce que tu as déjà vérifié ; ce que tu demandes.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moins deux adjectifs accordés, et une phrase au futur : ce que tu attends du magasin.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Pourquoi « ce que j'ai vérifié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ce qui fait avancer le dossier. Sans cela, la première réponse du service sera de vous demander de vérifier.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la place et l'accord de l'adjectif, la base du futur simple, et le mélange ce/celui. Ce sont les trois fautes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AU SERVICE SANS RIEN AVOIR VÉRIFIÉ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 laveuse vibre, envoyez un technicien.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 laveuse vibre à l'essorage. J'ai vérifié les boulons et le niveau.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réponse du service à un message vague est toujours de demander des vérifications. Les faire d'avance et le dire fait gagner plusieurs jours — et évite parfois le déplacement.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L'appareil décrit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message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de demander si l'installation était comprise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