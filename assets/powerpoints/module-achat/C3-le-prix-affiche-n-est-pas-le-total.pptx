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« 800 $ » au tableau et demander combien on paiera vraiment. Les estimations du groupe sont presque toujours trop basses.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le total avec le groupe, ligne par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pratiquer sur trois montants au tableau. Après trois fois, le calcul devient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question à poser au moment de l'achat : « est-ce que l'installation est comprise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financier important : le taux appliqué après un retard dépasse souvent 20 %. Le dire sans dramatiser.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exactement ce que dit le livreur dans le dialogue t2b. Faire le lien.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calcul au tableau, ligne par ligne. L'écart avec le prix affiché frappe.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introduit un troisième service, souvent gratuit mais toujours à faire noter.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Ces quatre questions couvrent tout ce qui coûte cher et se règle en trente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L'écart calculé surprend et se retient.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prix affiché n'est pas le total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appareil affiché à 800 $ peut en coûter 1 100. Taxes, livraison, installation, garantie prolongée : quatre lignes qui s'ajoutent, et qu'on peut toutes prévoir.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calculer les taxes de tête, approximativement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la livraison de l'installation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veut dire « douze versements sans intérêt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écrire ce qui a été promis.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s'ajoute au prix affiché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COMBIEN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taxes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environ 15 %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livraison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50 à 80 $, parfois gratuite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L'installation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service à part, souvent 40 $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garantie prolongée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facultative, 100 à 200 $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Sur 800 $, le total dépasse fréquemment 1 000 $.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CALCULER LES TAXES DE TÊTE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Ajoutez le dixième, puis la moitié de ce dixième.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800 $ › 80 $ + 40 $ = 120 $. Total : 920 $. Le calcul est approximatif mais suffisant pour décider. Au Québec, les taxes ne sont jamais incluses dans le prix affiché — c'est différent de beaucoup de pays.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MONTER N'EST PAS BRANCHER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livraison apporte l'appareil. L'installation le met en marche.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livreurs montent l'appareil à l'endroit voulu et repartent avec l'emballage. Ils ne raccordent ni l'eau, ni l'électricité, ni le renvoi. C'est la surprise la plus fréquente du jour de la livraison.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VERSEMENTS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« sans intérêt » veut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principe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prix divisé en douze, sans frais supplémentaires. Douze mois pour payer un appareil au lieu d'un seul.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Payer à temps chaque mois. Un retard fait souvent tomber la gratuité et applique un taux élevé sur tout le solde restant.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Où c'est écrit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 petit, dans le contrat. Lisez la ligne qui commence par « en cas de retard » avant de signer.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NE RIEN FAIRE ÉCRIRE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vendeur a dit qu'ils reprendraient l'ancienne laveuse.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noté sur le bon de livraison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promesse orale ne voyage pas jusqu'au livreur. Le bon de livraison est le seul document que l'équipe de livraison consulte. Tout ce qui n'y est pas écrit n'arrivera pas — la reprise de l'ancien appareil en particulier.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Calculez le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Appareil à 800 $. Ajoutez les lignes demandées.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les taxes seulement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Plus la livraison à 60 $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Plus l'installation à 40 $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Plus la garantie prolongée à 120 $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Calculez le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les taxes seulement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environ 920 $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Plus la livraison à 60 $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environ 980 $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Plus l'installation à 40 $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environ 1 020 $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Plus la garantie prolongée à 120 $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environ 1 140 $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service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Livraison, installation, ou ni l'un ni l'autre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Descendre l'appareil du camion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monter jusqu'au sous-sol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Brancher l'eau et l'électricité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Vérifier que l'appareil est de niveau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Repartir avec l'ancien appareil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service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Descendre l'appareil du camion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livraison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monter jusqu'au sous-sol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livraison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Brancher l'eau et l'électricité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installation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Vérifier que l'appareil est de niveau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installation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Repartir avec l'ancien appareil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ni l'un ni l'autre — c'est la reprise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QUATRE QUESTIONS DU PAIEMENT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poser avant de signer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Ça fait combien, taxes comprises ?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seul chiffre qui compte vraiment.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L'installation est-elle comprise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réponse est presque toujours non. Autant le savoir.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Vous reprenez l'ancien appareil ?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Souvent oui, souvent gratuit — mais seulement si c'est noté.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Qu'est-ce qui arrive si je paie en retard ?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les versements. La réponse est dans le contrat, en petit.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Calculez le total réel d'un appareil qui vous intéresse.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Prix affiché, taxes, livraison, installation.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l'écart avec le prix affiché.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