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 son. Commencer en disant « un » puis « pain » lentement, en montrant les lèvres : la différence se voit avant de s'entendre.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produire les deux par tout le groupe, en se regardant. L'effet de miroir aide beaucoup.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Elle dispense de deviner à l'oreille : la façon d'écrire donne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rassure : la famille de « un » est très petite. Il suffit de la connaître.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 : beaucoup d'élèves se découragent sur les voyelles nasales. La règle graphique leur donne prise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module. Deux écoutes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 exercice est le plus utile : il montre que la règle graphique suffit, sans 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Cadrer l'objectif : la compréhension d'abord, la production ensuite. C'est aussi ce que demande le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consigne est ludique et juste : les mots du son « un » sont rares et méritent d'être repérés.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A2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Un » et « pain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voyelles nasales que beaucoup de francophones ont fondues en une seule — mais qui restent bien distinctes ici. Et « un » revient dans presque chaque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à l'oreille le son de « un » et celui de « pain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la graphie décide : un, um d'un côté ; in, ain, ein, im de l'autre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le son de « un » avec les lèvres arrondies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ces sons dans les mots du magasin.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sons, deux positions de lèvres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719072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LÈVRES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 DANS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celui de « un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arrondies, avancées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un, brun, lundi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celui de « pain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étirées, en sourire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pain, brin, magasin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67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023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différence se voit sur le visage de celui qui parle.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GRAPHIE DÉCIDE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et um d'un côté ; in, ain, ein, im, aim de l'autre.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son de « un » ne s'écrit que &lt;b&gt;un&lt;/b&gt; ou &lt;b&gt;um&lt;/b&gt; : un, brun, lundi, chacun, aucun, parfum. Tout le reste se dit comme « pain ». C'est une des rares règles d'orthographe française sans exception utile.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COURTE LISTE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son « un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un, aucun, chacun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trois plus fréquents. « Un » à lui seul revient dans presque chaque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brun, lundi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mots du quotidien. « Lundi » est le seul jour de la semaine dans cette famille.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parfum, humble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rares, mais ils s'écrivent avec &lt;b&gt;um&lt;/b&gt; — d'où le 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Tout le reste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magasin, linge, certain, plein, important, simple, matin : tous du côté de « pain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DEVINER À L'OREILLE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n'entends pas la différence, je ne sais pas lequel dire.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regarde comment le mot s'écrit : un/um, ou in/ain/ein/im.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n'avez pas à deviner. L'orthographe donne la réponse à tous les coups, et vous connaissez déjà l'orthographe des mots que vous employez. Entendre la différence viendra avec le temps.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brin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lundi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magasin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« un » — lèvres arrondies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« pain » — lèvres étirées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brun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« un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brin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« pain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lundi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« un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magasin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« pain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D'après la graphie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Sans écouter : lequel des deux sons, d'après l'orthographe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chacun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important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parfum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plein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D'après la graphie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chacun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› son de « un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certain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ain › son de « pain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› son de « un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important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im › son de « pain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parfum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um › son de « un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plein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ein › son de « pain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POURQUOI ÇA COMPTE 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particularité du Québec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La distinction se maintient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Beaucoup de francophones d'Europe prononcent « un » comme « in ». Ici, les deux sons restent distincts, et cela s'entend.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On vous comprendra quand même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Prononcer « un » comme « in » ne gêne pas la compréhension. Ce n'est pas une faute à corriger d'urgence.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Mais l'entendre aide à comprendre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Reconnaître les deux sons, c'est mieux distinguer « un » de « hein », « brun » de « brin » — et suivre plus facilement ce qu'on vous dit.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Relevez cinq mots contenant un de ces deux sons, entendus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Écrivez-les, puis classez-les d'après leur orthographe.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de la famille de « un » vaut deux mots de l'autre famille.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