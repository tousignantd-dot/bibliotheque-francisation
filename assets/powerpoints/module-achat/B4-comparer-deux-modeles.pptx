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bloc B. Elle prépare directement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L'ordre compte : les dimensions éliminent le plus de modèles, le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ce que fait le vendeur dans le dialogue de A1. Le rappeler.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formules valent bien au-delà des électroménagers : assurances, forfaits de téléphone, contrats de toutes sortes.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utile : plusieurs élèves achètent dans l'urgence et regrettent. Nommer la pression sans 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toutes les formulations qui obtiennent l'information.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tableau, étape par étape. Le résultat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qu'un vendeur emploiera. Les reconnaître suffit à suivre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B. Ce travail alimente directement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Comparer deux modèles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questions font le tour de n'importe quel appareil. Posées dans le bon ordre, elles éliminent les mauvais choix avant qu'on parle de prix.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six questions dans l'ordre utile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comparaison quand un chiffre ne dit rien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 coût sur la durée de vie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quand un rabais oblige à décider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questions,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quelles dimensions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la capacité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consomme combien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bruyant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Puis : « quelle est la différence entre les deux ? » et « le spécial finit quand ?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COMMENCER PAR CE QUI ÉLIMINE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dimensions d'abord. Le prix en dernier.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appareil qui n'entre pas est éliminé quel que soit son prix. Commencer par l'espace fait tomber la moitié du rayon en trente secondes — et évite de s'attacher à un modèle impossible.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DEMANDER UNE 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« C'est beaucoup ou peu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un chiffre isolé : décibels, kilowattheures, litres. La question qui transforme un nombre en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« Ça change quoi pour nous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une différence technique : un kilo de capacité, trente litres d'eau. Elle ramène le chiffre à la vie réelle.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« Sur combien d'années ?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une économie annoncée. Un appareil se garde dix ans : le calcul doit porter sur cette durée, pas sur un mois.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SE LAISSER PRESSER PAR UN RABAIS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spécial finit dimanche, il faut que je décide 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Le spécial finit dimanche. J'ai jusqu'à dimanche pour vérifier mes mesures.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rabais qui se termine crée une vraie urgence, mais pas une urgence immédiate. Le temps qui reste est du temps pour mesurer, comparer et vérifier que l'appareil entre — trois choses qui coûtent bien plus cher qu'un rabais manqué.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poser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voulez savoir ceci. Que demandez-vous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l'appareil entre dans votre 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linge entre dedans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qu'il coûtera chaque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52 décibels est acceptable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justifie cent dollars d'écart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poser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l'appareil entre dans votre local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fait quelles dimensions, porte ouverte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linge entre dedans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est la capacité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qu'il coûtera chaque mois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consomme combien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52 décibels est acceptable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Cinquante-deux, c'est beaucoup ou peu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justifie cent dollars d'écart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est la différence entre les deux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calcul sur la durée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modèle A coûte 100 $ de plus mais consomme 30 L de moins par brassée.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brassées par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année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cinq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Conclusion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calcul sur la durée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brassées par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90 L de moins par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année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4 700 L de moins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cinq ans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l'économie dépasse largement 100 $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Conclusion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modèle plus cher revient moins cher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98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capacité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5034" y="2121408"/>
            <a:ext cx="7553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entre dans l'appareil.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498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consommation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5034" y="2909620"/>
            <a:ext cx="7553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ou l'électricité utilisée.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498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économe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5034" y="3697833"/>
            <a:ext cx="7553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consomme peu.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498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silencieux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5034" y="4486046"/>
            <a:ext cx="7553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fait peu de bruit.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4980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spécial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5034" y="5274259"/>
            <a:ext cx="75539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rabais temporaire.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deux appareils réels et comparez-les en six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question du tableau.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votre choix et sa raison.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