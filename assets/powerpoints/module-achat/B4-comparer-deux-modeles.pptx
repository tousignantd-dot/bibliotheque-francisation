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synthèse du bloc B. Elle prépare directement le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L'ordre compte : les dimensions éliminent le plus de modèles, le plus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exactement ce que fait le vendeur dans le dialogue de A1. Le rappeler.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formules valent bien au-delà des électroménagers : assurances, forfaits de téléphone, contrats de toutes sortes.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utile : plusieurs élèves achètent dans l'urgence et regrettent. Nommer la pression sans dramatiser.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toutes les formulations qui obtiennent l'information.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le calcul au tableau, étape par étape. Le résultat surprend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mots sont ceux qu'un vendeur emploiera. Les reconnaître suffit à suivre la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bloc B. Ce travail alimente directement le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B4  ·  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Comparer deux modèles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questions font le tour de n'importe quel appareil. Posées dans le bon ordre, elles éliminent les mauvais choix avant qu'on parle de prix.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55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les six questions dans l'ordre utile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une comparaison quand un chiffre ne dit rien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calculer le coût sur la durée de vie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quand un rabais oblige à décider vite.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questions,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ORDRE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fait quelles dimensions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Quelle est la capacité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consomme combien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est bruyant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Puis : « quelle est la différence entre les deux ? » et « le spécial finit quand ?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COMMENCER PAR CE QUI ÉLIMINE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dimensions d'abord. Le prix en dernier.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appareil qui n'entre pas est éliminé quel que soit son prix. Commencer par l'espace fait tomber la moitié du rayon en trente secondes — et évite de s'attacher à un modèle impossible.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DEMANDER UNE COMPARAISON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formules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1D6B8F"/>
                </a:solidFill>
                <a:latin typeface="Verdana"/>
              </a:rPr>
              <a:t>« C'est beaucoup ou peu ?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Pour un chiffre isolé : décibels, kilowattheures, litres. La question qui transforme un nombre en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1D6B8F"/>
                </a:solidFill>
                <a:latin typeface="Verdana"/>
              </a:rPr>
              <a:t>« Ça change quoi pour nous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Pour une différence technique : un kilo de capacité, trente litres d'eau. Elle ramène le chiffre à la vie réelle.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1D6B8F"/>
                </a:solidFill>
                <a:latin typeface="Verdana"/>
              </a:rPr>
              <a:t>« Sur combien d'années ?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Pour une économie annoncée. Un appareil se garde dix ans : le calcul doit porter sur cette durée, pas sur un mois.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SE LAISSER PRESSER PAR UN RABAIS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spécial finit dimanche, il faut que je décide aujourd'hui.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Le spécial finit dimanche. J'ai jusqu'à dimanche pour vérifier mes mesures.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rabais qui se termine crée une vraie urgence, mais pas une urgence immédiate. Le temps qui reste est du temps pour mesurer, comparer et vérifier que l'appareil entre — trois choses qui coûtent bien plus cher qu'un rabais manqué.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question poser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Vous voulez savoir ceci. Que demandez-vous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l'appareil entre dans votre local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linge entre dedans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qu'il coûtera chaque mois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52 décibels est acceptable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justifie cent dollars d'écart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question poser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l'appareil entre dans votre local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fait quelles dimensions, porte ouverte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linge entre dedans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Quelle est la capacité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qu'il coûtera chaque mois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consomme combien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52 décibels est acceptable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Cinquante-deux, c'est beaucoup ou peu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justifie cent dollars d'écart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Quelle est la différence entre les deux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calcul sur la durée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modèle A coûte 100 $ de plus mais consomme 30 L de moins par brassée.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brassées par semaine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une année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cinq ans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Conclusion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calcul sur la durée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brassées par semaine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environ 90 L de moins par semaine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une année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environ 4 700 L de moins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Sur cinq ans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l'économie dépasse largement 100 $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Conclusion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modèle plus cher revient moins cher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Comparer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4980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capacité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5034" y="2121408"/>
            <a:ext cx="755397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entre dans l'appareil.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4980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consommation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5034" y="2909620"/>
            <a:ext cx="755397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L'eau ou l'électricité utilisée.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4980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économe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5034" y="3697833"/>
            <a:ext cx="755397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Qui consomme peu.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4980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silencieux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5034" y="4486046"/>
            <a:ext cx="755397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Qui fait peu de bruit.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4980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spécial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5034" y="5274259"/>
            <a:ext cx="755397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rabais temporaire.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deux appareils réels et comparez-les en six lignes.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ligne par question du tableau.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Terminez par votre choix et sa raison.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