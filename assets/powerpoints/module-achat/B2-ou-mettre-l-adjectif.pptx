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formes du chapeau au tableau et demander laquelle sonne juste. Le groupe entend la différence même sans connaître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 la liste : elle s'apprend comme une liste, pas comme une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Elle suffit à la majorité des 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quatre formes de « silencieux » à voix haute. La différence sonore est nette au féminin.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cinq-là couvrent presque tous les cas rencontrés dans un magasin d'électroménagers.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dire que c'est une faute grave : c'est compris, mais ça se remarque.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chaque ligne : est-il dans la liste, oui ou non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Plusieurs formulations sont bonnes. Vérifier la place et l'accord, pas le choix des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individuellement. Ces descriptions sont le brouillon de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Où mettre l'adjectif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Une laveuse silencieuse », pas « une silencieuse laveuse ». En français, l'adjectif suit le nom — sauf une petite liste qu'on apprend par cœur.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l'adjectif après le nom, par défaut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la petite famille qui précède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l'adjectif en genre et en nombre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 appareil en trois adjectifs.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Après, sauf une petite liste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Après le nom (la règle)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silencieux, économe, récent, frontal, blanc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 le nom (la liste)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grand, petit, gros, beau, bon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 aussi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nouveau, vieux, jeune, joli, premier, dernier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dizaine d'adjectifs précèdent. Tous les autres suivent.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PAR DÉFAUT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le doute, mettez l'adjectif après le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aurez raison neuf fois sur dix. C'est l'inverse de l'anglais, du chinois et de plusieurs autres langues — d'où l'erreur fréquente. « Une laveuse silencieuse », « un appareil économe », « un modèle récent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L'ACCORD EN GENRE ET EN NOMBRE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L'adjectif prend la forme du nom qu'il décrit.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appareil silencieu&lt;b&gt;x&lt;/b&gt; · une laveuse silencieu&lt;b&gt;se&lt;/b&gt; · des modèles récent&lt;b&gt;s&lt;/b&gt; · des laveuses silencieu&lt;b&gt;ses&lt;/b&gt;. Au féminin, la fin du mot change souvent — et ça s'entend.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CINQ FÉMININS IRRÉGULIERS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connaître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nouveau › nouvelle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une nouvelle laveuse ». Attention aussi à « nouvel » devant une voyelle : « un nouvel appareil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beau › belle · vieux › vieille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famille, même irrégularité. Et « bel appareil », « vieil appareil » devant une voyelle.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blanc › blanche · sec › sèche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consonne finale change de forme au féminin.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complet › complète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une garantie complète ». Le -et devient -ète.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PLACER L'ADJECTIF AVANT LE 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silencieuse laveuse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laveuse silencieuse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place est celle de l'anglais et de plusieurs autres langues. En français, elle est réservée à une dizaine d'adjectifs très courants. Employée ailleurs, elle sonne poétique ou étrange — jamais neutre.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Place et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l'adjectif à la bonne place et à la bonne forme.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laveuse (silencieux)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appareil (économe)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modèles (récent)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réfrigérateur (petit)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modèle (dernier)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garantie (complet)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Place et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laveuse (silencieux)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laveuse silencieuse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appareil (économe)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appareil économe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modèles (récent)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modèles récents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réfrigérateur (petit)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petit réfrigérateur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modèle (dernier)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dernier modèle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garantie (complet)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garantie complète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en trois adjectifs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une phrase complète pour chaque appareil.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laveuse : 68 cm, 52 dB, économe en 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réfrigérateur : 145 cm, 300 kWh, récent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cuisinière : 76 cm, vitrocéramique, facile à nettoyer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en trois adjectifs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laveuse : 68 cm, 52 dB, économe en eau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une petite laveuse silencieuse et économe.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réfrigérateur : 145 cm, 300 kWh, récent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un grand réfrigérateur récent et économe.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cuisinière : 76 cm, vitrocéramique, facile à nettoyer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C'est une cuisinière vitrocéramique, facile à nettoyer.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trois appareils de chez vous, en trois adjectifs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moins un adjectif de la liste qui précède le nom.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chaque accord au féminin.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