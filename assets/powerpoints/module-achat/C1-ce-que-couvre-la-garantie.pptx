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Question d'entrée : « qui a déjà fait réparer un appareil sous garantie ? ». Les récits sortent tout seuls, et ils sont instructifs.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répliques sont teintées : chacune contient une information essentielle. La dernière est la définition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vais y penser » est une réponse parfaitement acceptable devant une offre supplémentaire. Le dire : personne n'est obligé de décider sur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trouver le verdict par le groupe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déplacement est le poste le plus souvent oublié, et le plus contesté au comptoir de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utile et rarement dit. Les élèves subissent souvent une pression de vente sur ce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source de presque tous les malentendus au service à la clientèle. Le formuler clairement une fois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: défaut, accident, mauvaise utilisation, ou hors période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réflexes prennent cinq minutes le jour de l'achat et évitent des heures de discussion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situation est la plus intéressante à corriger : elle révèle ce que le groupe n'a pas encore assimilé.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couvre la garantie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garantie n'est pas une assurance tous risques. Elle couvre ce qui vient de l'usine — jamais ce qu'on fait à l'appareil. Toute la différence est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défaut de fabrication d'un accident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pièces et main-d'œuvre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si le déplacement du technicien est couvert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décider si une garantie prolongée vaut la peine.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couvert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5713" y="2322576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garantie couvre, au juste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5713" y="307187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an, pièces et main-d'œuvre. Si l'appareil brise, on répare sans frais.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158995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c'est moi qui l'abîme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5713" y="490829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ce n'est pas couvert. La garantie couvre les défauts de fabrication, pas les accidents.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garantie prolongée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5713" y="190195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parliez d'une garantie prolongée.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5713" y="265125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vingt dollars pour trois ans de plus. Elle couvre aussi le déplacement du technicien.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5713" y="3738371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y penser. Pour le paiement, vous prenez 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48767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Comptant, débit, crédit. Ou en douze versements sans intérêt, si vous préférez.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Couvert, ou pas couvert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moteur brise après huit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couvert — défaut de fabrication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L'appareil tombe au déménagement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pas couvert — accident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Trois fois trop de savon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pas couvert — mauvaise utilisation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Panne après quatorze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pas couvert — hors période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sur quatre ne sont pas couvertes. C'est le rapport habituel.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PIÈCES ET MAIN-D'ŒUVRE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Ni la pièce ni le travail du technicien ne vous sont facturés.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formule standard. Elle ne comprend pas toujours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déplacement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— souvent quatre-vingt-dix dollars. Certaines garanties prolongées le couvrent ; la garantie de base rarement. À demander avant d'acheter.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GARANTIE PROLONGÉE : QUAND ÇA VAUT LA PEINE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les appareils chers à réparer, pas pour les petits.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réfrigérateur ou une laveuse coûtent cher à réparer : la prolongée peut se justifier. Un petit appareil se remplace au lieu de se réparer : elle ne vaut presque jamais la peine. Repère : au-delà du tiers du prix de l'appareil, c'est rarement avantageux.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QUE LA GARANTIE COUVRE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L'appareil est tombé, mais il est sous garantie.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garantie couvre les défauts de fabrication, pas les accidents.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garantie n'est pas une assurance. Elle promet que l'appareil est conforme à sa sortie d'usine et qu'il le restera un certain temps. Ce qui lui arrive chez vous ne la concerne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Couvert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si la garantie de base s'applique.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moteur brise après huit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tombe pendant le déménagement.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pièce casse toute seule la première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ne fonctionne plus après quatorze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mis trois fois trop de savon.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déplacement du technicien, sans garantie prolongée.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Couvert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moteur brise après huit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couvert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tombe pendant le déménagement.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couvert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pièce casse toute seule la première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ne fonctionne plus après quatorze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couvert — hors période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mis trois fois trop de savon.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couvert — mauvaise utilisation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déplacement du technicien, sans garantie prolongée.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couvert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GARDER SES PREUVES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réflexes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Photographier la facture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de l'achat. La date déclenche la période de garantie, et le papier s'efface avec le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Garder le bon de livraison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prouve ce qui a été promis : installation, reprise,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Noter le numéro de modèle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sur une plaque, souvent à l'arrière ou dans la porte. Le service le demandera au premier appel.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situations et dites si elles seraient couvertes.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couverte, une non couverte, une dont vous n'êtes pas sûr.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la troisième, écrivez la question que vous poseriez au magasin.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