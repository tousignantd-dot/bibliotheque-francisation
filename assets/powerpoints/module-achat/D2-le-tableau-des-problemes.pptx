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très concrète. Si vous avez apporté un livret, ouvrez-le à cette page dès le début et laissez-la affichée.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Yin a déjà fait la bonne chose : elle a consulté le tableau avant d'appeler. Le souligner.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raisonnement est un diagnostic : on élimine les causes une à une. C'est exactement ce que fait le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: ce sont les quatre problèmes les plus fréquents d'une laveuse.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une méthode de diagnostic, transférable à beaucoup d'autres appareils.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éléments sont exactement ce que la production écrite de E1 demande.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calcul est le meilleur argument. L'écrire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limite de la séance, et elle est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qui compte le plus. La faire dire à voix haute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que les trois éléments sont là : quand, quoi, ce qui a été vérifié.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D. Ce billet est le brouillon direct de la production écrite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tableau des problèmes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colonnes à la fin du livret : le problème à gauche, quoi vérifier à droite. Neuf appels de service sur dix s'y règlent — et un déplacement coûte quatre-vingt-dix dollars.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tableau à deux colonnes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trois choses avant d'appeler le service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 problème avec précision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quand il ne faut PAS vérifier soi-même.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YIN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5822" y="2322576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vibre beaucoup à l'essorage. J'ai regardé le tableau.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THÉRÈSE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3071876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dit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YIN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3821175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choses : vérifier les boulons de transport, vérifier que l'appareil est de niveau, répartir le linge.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908295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THÉRÈSE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5822" y="4908295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enlevé les boulons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YIN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5822" y="190195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le technicien les a enlevés. Et le plancher est droit.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THÉRÈSE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5822" y="265125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c'est le linge. Tu as mis quoi dedans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YIN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5822" y="3400551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serviettes de bain, rien d'autre.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THÉRÈSE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5822" y="4149851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ça. Deux serviettes se collent d'un côté et le tambour tourne de travers. Ajoute des petites pièces.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tableau, en pratique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PROBLÈME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QUOI VÉRIFIER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L'appareil vibre 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boulons, niveau, répartition du linge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L'eau ne se vide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tuyau n'est ni plié ni bouché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L'appareil ne démarre 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porte est fermée, l'appareil branché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linge sort trempé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brassée n'est pas trop petite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causes possibles pour le premier problème : on les élimine dans l'ordre.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ÉLIMINER LES CAUSES DANS L'ORDRE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tableau les donne de la plus fréquente à la plus rare.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une vibration : les boulons d'abord (le plus fréquent sur un appareil neuf), le niveau ensuite, la répartition du linge en dernier. Suivre l'ordre du tableau fait gagner du temps.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DÉCRIRE UN PROBLÈME AVEC PRÉCISION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éléments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Quand ça arrive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À l'essorage », « au démarrage », « après cinq minutes ». Le moment oriente vers la cause.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qu'on 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Elle vibre », « l'eau ne se vide pas », « ça sent le brûlé ». Un fait, pas une interprétation.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qu'on a déjà vérifié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regardé les boulons et le niveau. » C'est ce qui fait gagner le plus de temps au téléphone avec le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APPELER AVANT DE VÉRIFIER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vibre, j'appelle le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vibre. Le tableau dit de vérifier trois choses. Je commence par 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déplacement de technicien coûte environ quatre-vingt-dix dollars, et si la cause est la répartition du linge, il ne fera rien de plus que vous. Cinq minutes de vérification contre quatre-vingt-dix dollars.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QUAND IL NE FAUT PAS VÉRIFIER SOI-MÊME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Odeur de brûlé, fumée, choc électrique : on débranche et on appelle.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tableau des problèmes couvre les pannes ordinaires. Tout ce qui touche à la chaleur, à la fumée ou à l'électricité sort de son domaine. Dans ces cas-là, on débranche l'appareil et on appelle — sans rien ouvrir.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Quoi vérifier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la première chose à regarder.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vibre fort à l'essorage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ne se vide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ne démarre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linge sort encore trempé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odeur dans le tambour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sent le brûlé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Quoi vérifier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vibre fort à l'essorage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boulons de transport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ne se vide pas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tuyau, plié ou bouché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ne démarre pas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porte fermée, l'appareil branché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linge sort encore trempé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brassée, trop petite ou mal répartie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odeur dans le tambour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cycle à vide à l'eau chaude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sent le brûlé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débranche et on appelle — rien d'autre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phrase précise pour le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bouge beaucoup pendant le dernier 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reste dans le tambour à la fin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ne se passe quand j'appuie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bouge beaucoup pendant le dernier cycle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vibre fort à l'essorage. J'ai vérifié les boulons et le niveau.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reste dans le tambour à la fin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L'eau ne se vide pas en fin de cycle. Le tuyau n'est pas plié.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ne se passe quand j'appuie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L'appareil ne démarre pas. La porte est fermée et il est branché.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un problème d'appareil que vous avez déjà eu, en trois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Quand ça arrivait, ce que vous observiez, ce que vous aviez vérifié.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n'en avez pas eu, inventez-en un à partir du tableau.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