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servent dès la première inscription. Les faire employer dans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adjectifs du milieu reviennent partout, bien au-delà des loisirs.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Résident » et « légende » sont les deux mots administratifs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a le plus marqué le groupe.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six questions.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S'inscrire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L'action de s'enregistrer pour une 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brochure qui présente les activités de la ville.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demandé.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récent à son nom, avec l'adresse.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pendant laquelle l'activité a lieu.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piscine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moniteur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2670" y="2121408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dirige l'activité.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maillot de bain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2670" y="2909620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pour se baigner.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bonnet de bain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70" y="3697833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Obligatoire dans plusieurs piscines d'ici.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vestiaire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2670" y="4486046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où on se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planche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2670" y="5274259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mousse qu'on tient devant soi pour apprendre à nager.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consignes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9062" y="2121408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donnée par la personne qui dirige.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obligatoire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9062" y="2909620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cela, on ne peut pas participer.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recommandé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9062" y="3697833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un conseil, pas une condition.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fourni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9062" y="4486046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donné sur place : rien à acheter.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9062" y="5274259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aide sans être payée.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le dépliant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légende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4617" y="2121408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L'explication des symboles, en bas de la page.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place disponible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4617" y="2909620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place encore libre.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chorale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4617" y="3697833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de personnes qui chantent ensemble.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résident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4617" y="4486046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habite la ville ; elle paie moins cher.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4617" y="5274259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cours refait plus tard pour remplacer un cours manqué.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chiffres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attends la fin du mot, puis fais répéter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faut, il est important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condition arrive : note-la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superlatif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le, la ou les devant plus ou moins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l'impératif avec un pronom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affirmatif : après. négatif :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chaque, plusieurs, quelques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 chaque demande le singulier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un dépliant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commence par ce qui t'élimine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registre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sont du bon français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Savoir quoi demander vaut mieux que tout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Rosa n'a pas appris le français en une session. Elle a appris six questions, et à répéter les réponses avant de partir. C'est ce qui lui a permis d'inscrire son garçon et de se trouver une activité à 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m'informer sur une activité : horaire, tarif, matériel, documents.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les consignes d'un moniteur, même dites 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un dépliant de ma ville et trouver ce que je cherche.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