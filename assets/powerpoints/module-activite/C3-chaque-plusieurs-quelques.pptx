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trois mots au tableau et demander lequel est suivi d'un singulier. Le vote est toujours partagé : c'est le point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centrale. Faire recopier. La note résume toute la difficulté.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faute la plus fréquente de la séance. Écrire la forme juste au tableau et l'y laisser.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Rassurer : c'est un des rares mots français qui ne s'accorde pas du 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Donner deux exemples de chaque. La confusion vient de la ressemblance, pas du sens.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à voix haute si le nom qui suit est singulier ou pluriel avant de répondre. C'est le raisonnement qui compte.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nommer la faute avant de corriger : accord du déterminant, ou accord du nom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Distinguer l'oral de l'écrit est un fil du module — il sera repris en D2 avec le registre.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surtout le singulier après chaque. Rendre à la séance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C3  ·  MODULE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Chaque, plusieurs, quelques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Chaque cours », « plusieurs parents », « quelques places ». Ces mots disent une quantité sans la compter — et chacun impose sa propre forme au nom qui suit.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S'inscrire à une activité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chaque avec un nom singulier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plusieurs et quelques avec un nom pluriel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quelques (peu) de plusieurs (un bon nombre)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que tous les et chaque veulent dire la même chose.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nom qui suit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NOM QUI SUIT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DIT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chaque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singulier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par un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plusieurs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pluriel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bon nombre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quelques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pluriel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petit nombre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tous 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pluriel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sans exception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seul demande le singulier : chaque.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CHAQUE — JAMAIS DE 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chaque cours », jamais « chaques cours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1" i="0">
                <a:solidFill>
                  <a:srgbClr val="4B4F52"/>
                </a:solidFill>
                <a:latin typeface="Verdana"/>
              </a:rPr>
              <a:t>chaque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ne prend jamais de s, et le nom qui suit reste au singulier — même si on parle de douze cours. C'est le contraire de ce que l'intuition suggère : on les prend un à la fois.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PLUSIEURS — INVARIABLE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même forme au masculin et au féminin.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plusieurs parents », « plusieurs activités », « plusieurs places ». Jamais de « plusieures ». Ce mot ne change jamais.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CONFONDRE QUELQUES ET QUELQUE CHOSE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reste quelque chose de places.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reste quelques places.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1" i="0">
                <a:solidFill>
                  <a:srgbClr val="4B4F52"/>
                </a:solidFill>
                <a:latin typeface="Verdana"/>
              </a:rPr>
              <a:t>quelques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(avec s) annonce un petit nombre et se met devant un nom pluriel.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quelque chose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est un mot différent, qui désigne une chose indéterminée et reste toujours au singulier. Les deux n'ont rien à voir.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déterminant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cours reprend ce qui a été vu la semaine d'avant.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parents s'installent devant la vitre.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reste ___ places dans la chorale.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cours a lieu ___ samedis, de neuf à dix heures.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enfant doit avoir son propre bonnet de bain.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dépliant présente ___ activités : une trentaine en tout.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déterminant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cours reprend ce qui a été vu la semaine d'avant.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Chaque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parents s'installent devant la vitre.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Plusieurs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reste ___ places dans la chorale.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quelques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cours a lieu ___ samedis, de neuf à dix heures.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tous 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enfant doit avoir son propre bonnet de bain.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Chaque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dépliant présente ___ activités : une trentaine en tout.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plusieurs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Corrigez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Chaque phrase contient une faute d'accord.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Chaques cours dure une heure.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Chaque enfants doit avoir son bonnet.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Plusieures activités sont offertes.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reste quelque place.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Corrigez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Chaques cours dure une heure.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Chaque cours dure une heure.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Chaque enfants doit avoir son bonnet.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Chaque enfant doit avoir son bonnet.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Plusieures activités sont offertes.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Plusieurs activités sont offertes.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reste quelque place.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reste quelques places.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À L'ORAL, AU QUÉBEC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formes très employées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« bien des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Veut dire « beaucoup de ». « Bien des parents arrivent en retard. » Très fréquent à l'oral, plus rare à l'écrit.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« tous les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Tous les samedis » et « chaque samedi » veulent exactement la même chose. « Tous les » est plus courant dans la conversation.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Ce qu'on écrit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Dans un texte, </a:t>
            </a:r>
            <a:r>
              <a:rPr sz="1600" b="1" i="0">
                <a:solidFill>
                  <a:srgbClr val="3A3D40"/>
                </a:solidFill>
                <a:latin typeface="Verdana"/>
              </a:rPr>
              <a:t>chaque</a:t>
            </a:r>
            <a:r>
              <a:rPr sz="1600" b="0" i="0">
                <a:solidFill>
                  <a:srgbClr val="3A3D40"/>
                </a:solidFill>
                <a:latin typeface="Verdana"/>
              </a:rPr>
              <a:t> et </a:t>
            </a:r>
            <a:r>
              <a:rPr sz="1600" b="1" i="0">
                <a:solidFill>
                  <a:srgbClr val="3A3D40"/>
                </a:solidFill>
                <a:latin typeface="Verdana"/>
              </a:rPr>
              <a:t>plusieurs</a:t>
            </a:r>
            <a:r>
              <a:rPr sz="1600" b="0" i="0">
                <a:solidFill>
                  <a:srgbClr val="3A3D40"/>
                </a:solidFill>
                <a:latin typeface="Verdana"/>
              </a:rPr>
              <a:t> passent partout. Gardez « bien des » pour l'oral.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quatre phrases sur une activité, une par déterminant.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chaque, plusieurs, quelques, tous 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le nom qui suit et indiquez s'il est au singulier ou au pluriel.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S'inscrire à une activité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