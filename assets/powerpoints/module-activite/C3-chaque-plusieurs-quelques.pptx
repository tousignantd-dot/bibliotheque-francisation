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au tableau et demander lequel est suivi d'un singulier. Le vote est toujours partagé : c'est le point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résume toute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la séance. Écrire la forme juste au tableau et l'y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c'est un des rares mots français qui ne s'accorde pas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deux exemples de chaque. La confusion vient de la ressemblance, pas du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si le nom qui suit est singulier ou pluriel avant de répondre. C'est le raisonnement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faute avant de corriger : accord du déterminant, ou accord du nom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l'oral de l'écrit est un fil du module — il sera repris en D2 avec le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 singulier après chaque. Rendre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Chaque, plusieurs, quelques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Chaque cours », « plusieurs parents », « quelques places ». Ces mots disent une quantité sans la compter — et chacun impose sa propre forme au nom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avec un nom singulier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plusieurs et quelques avec un nom pluriel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quelques (peu) de plusieurs (un bon nombre)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tous les et chaque veulent dire la même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qui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chaque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par 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plusieurs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bon nombre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nombre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sans exception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seul demande le singulier : chaque.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CHAQUE — JAMAIS DE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chaque cours », jamais « chaques cours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&lt;b&gt;chaque&lt;/b&gt; ne prend jamais de s, et le nom qui suit reste au singulier — même si on parle de douze cours. C'est le contraire de ce que l'intuition suggère : on les prend un à la fois.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PLUSIEURS — INVARIABLE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forme au masculin et au féminin.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plusieurs parents », « plusieurs activités », « plusieurs places ». Jamais de « plusieures ». Ce mot ne change jamais.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QUELQUES ET QUELQUE CHOSE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reste quelque chose de places.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reste quelques places.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&lt;b&gt;quelques&lt;/b&gt; (avec s) annonce un petit nombre et se met devant un nom pluriel. &lt;b&gt;quelque chose&lt;/b&gt; est un mot différent, qui désigne une chose indéterminée et reste toujours au singulier. Les deux n'ont rien à voir.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déterminant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cours reprend ce qui a été vu la semaine d'avant.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parents s'installent devant la vitre.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___ places dans la chorale.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a lieu ___ samedis, de neuf à dix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enfant doit avoir son propre bonnet de bain.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dépliant présente ___ activités : une trentaine en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déterminant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cours reprend ce qui a été vu la semaine d'avant.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parents s'installent devant la vitre.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Plusieurs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___ places dans la chorale.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quelques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a lieu ___ samedis, de neuf à dix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tous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enfant doit avoir son propre bonnet de bain.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dépliant présente ___ activités : une trentaine en 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plusieurs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faute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Chaques cours dure une 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enfants doit avoir son bonnet.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Plusieures activités sont offertes.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quelque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Chaques cours dure une heure.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Chaque cours dure une 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enfants doit avoir son bonnet.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Chaque enfant doit avoir son bonnet.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Plusieures activités sont offertes.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Plusieurs activités sont offertes.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quelque place.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reste quelques 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L'ORAL, AU QUÉBEC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formes très employées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bien des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Veut dire « beaucoup de ». « Bien des parents arrivent en retard. » Très fréquent à l'oral, plus rare à l'écrit.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tous les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Tous les samedis » et « chaque samedi » veulent exactement la même chose. « Tous les » est plus courant dans la conversation.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écrit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un texte, &lt;b&gt;chaque&lt;/b&gt; et &lt;b&gt;plusieurs&lt;/b&gt; passent partout. Gardez « bien des » pour l'oral.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une activité, une par déterminant.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chaque, plusieurs, quelques, tous 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nom qui suit et indiquez s'il est au singulier ou au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