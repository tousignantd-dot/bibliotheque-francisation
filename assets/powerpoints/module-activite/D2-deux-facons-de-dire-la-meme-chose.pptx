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délicate et très attendue des élèves. Annoncer d'emblée qu'aucune des deux façons de parler n'est une faute : c'est ce qui débloque la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répliques de Kevin disent la même chose. Le faire constater avant toute explication : c'est le cœur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La note est ce que les élèves doivent retenir avant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expressions valent à elles seules la séance. Les élèves les entendent chaque semaine sans les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dernière phrase règle une inquiétude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par tout le groupe, deux fois. C'est la phrase la plus utile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Certains élèves ont appris un français très soigné et jugent le parler d'ici. Le dire calmement et sans détour.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Y reste-tu » : le « -tu » n'est pas le pronom, c'est une marque de question propre au français du Québec. L'expliquer, elle s'entend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montre l'écart maximal : de l'oral familier à l'écrit administratif. Les deux disent la même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distinction sert directement à la production écrite de E1 — un courriel au service des loisirs.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meilleur billet du module. Les relevés font une excellente ouverture de la séance E1 — et souvent un grand moment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façons de dire la même chose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Envoye, embarque ! » et « Entrez dans l'eau, s'il vous plaît. » Deux façons de dire exactement la même chose. Aucune des deux n'est fautive.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registre familier et le registre standard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lequel employer selon la situation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quelques mots courants du français parlé au Québec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reformuler quand je ne comprends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Pardon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comparez la première et la troisième réplique.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KEVIN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750" y="2322576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Envoye, embarque ! On commence dans deux minutes 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ROSA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750" y="3071876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Pardon ? Je n'ai pas compris.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KEVIN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750" y="3821175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Excusez-moi. Je voulais dire : entrez dans l'eau, s'il vous plaît. On commence bientôt.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08295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LOUISE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750" y="4908295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Kevin parle vite quand il est au bord de la piscine. Avec les parents, il est plus tranquille.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registres, deux situations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FAMILIER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courte, directe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complète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 collègues, au bord de la piscine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 comptoir, à l'écrit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sont du bon français. Ce qui change, c'est la situation.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MOTS DU FRANÇAIS PARLÉ 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qu'ils veulent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Envoye !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Veut dire « vas-y, dépêche-toi ». Se dit aussi « enweille ». Très employé, absent des manuels.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Embarque !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Veut dire « entre, monte ». On embarque dans une voiture, dans l'eau, dans un projet.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C'est correct, pas de trouble.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Veut dire « c'est bien, il n'y a aucun problème ». Une des phrases les plus employées au Québec.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COMMENT SAVOIR LEQUEL EMPLOYER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inconnu, un service, un employeur : vous. Un collègue, un ami : tu.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le doute, employez &lt;b&gt;vous&lt;/b&gt;. Personne n'a jamais été vexé d'être vouvoyé. Et si un moniteur vous tutoie, vous n'êtes pas obligé de le tutoyer en retour — le tutoiement n'est pas toujours réciproque.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PHRASE À SAVOIR PAR CŒUR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Pardon ? Je n'ai pas compris.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ce que dit Rosa, et Kevin reformule immédiatement en standard. La plupart des gens passent spontanément au registre standard quand on le leur demande. Cinq mots suffisent.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CROIRE QUE LE FAMILIER EST UNE FAUTE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parle mal, je ne devrais pas l'écouter.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parle familièrement. C'est du bon français, dans la bonne situation.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registre familier n'est pas du français abîmé : c'est le français qu'on emploie entre proches. Employer le registre standard entre amis sonne aussi étrange que l'inverse. Ce n'est pas une question de correction, mais de situation.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Familier ou standard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Classez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Envoye, embarque ! On commence dans deux minutes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Entrez dans l'eau,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coûte combien, ton affaire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tarif pour les résidents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reste-tu des places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reste des places disponibles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Familier ou standard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Envoye, embarque ! On commence dans deux minutes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Entrez dans l'eau,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coûte combien, ton affaire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tarif pour les résidents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reste-tu des places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reste des places disponibles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Traduisez en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phrase familière en registre standard.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Envoye, embarque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coûte combien, ton affaire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Y reste-tu des places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correct, pas de trouble.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79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43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Amène ton papier d'adresse la semaine prochaine.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Traduisez en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Envoye, embarque !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Entrez dans l'eau,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coûte combien, ton affaire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Quel est le tarif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Y reste-tu des places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Est-ce qu'il reste des places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correct, pas de trouble.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 n'y a aucun problème.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79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43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Amène ton papier d'adresse la semaine prochaine.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Veuillez apporter votre preuve de résidence au premier cours.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QU'ON ÉCRIT, TOUJOURS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standard à l'écrit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Dans un courriel à un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Toujours le registre standard, même si la personne vous tutoie au téléphone.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Sur un formulaire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Standard, et souvent impersonnel : « il est nécessaire de », « veuillez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Dans un message à un collègue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familier passe très bien. Un courriel de travail trop soigné peut même paraître distant.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phrases familières entendues cette semaine et récrivez-les en standard.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dans l'autobus, à la télévision.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comprenez pas une phrase, écrivez-la comme vous l'avez entendue : on la décodera ensemble.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