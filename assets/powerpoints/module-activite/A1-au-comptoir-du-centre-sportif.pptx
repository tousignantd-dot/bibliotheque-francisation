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Demander d'entrée : « qui a déjà inscrit quelqu'un à une activité ici ? ». Souvent une ou deux mains seulement — c'est exactement le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du module : savoir quoi demander vaut mieux que tout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troisième piste est la bonne : le document oublié et le matériel obligatoire sont les deux causes de retour. Noter les réponses.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leçon de la séance, comme dans plusieurs modules. La répétition entre modules est voulue.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la formule complète : « je voudrais » + ce qu'on veut + l'âge. La faire répéter par le groupe. « Exactement » dans la troisième réplique est le mot qui obtient une heure précise.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dollars d'écart entre les deux tarifs : c'est ce qui rend la preuve de résidence intéressante. Le faire calculer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Obligatoire » est le mot à retenir : sans bonnet, l'enfant ne peut pas entrer dans l'eau. Faire la différence avec « recommandé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Résident » est un mot administratif que les élèves rencontreront partout : bibliothèque, piscine, camp de jour, stationnement.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Le bonnet de bain surprend beaucoup de gens : c'est une particularité locale qui mérite d'être dite.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de la carte blanche par deux élèves.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la gauche comme impolie : c'est simplement inefficace.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questions serviront de banque commune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du centre sportif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Rosa est arrivée de Colombie il y a un an. Son garçon Mateo, neuf ans, veut apprendre à nager. Elle se présente au comptoir sans savoir ce qu'il faut demander.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présenter à un comptoir de service et dire ce que je veux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six questions qui font le tour d'une inscription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tarif, un horaire et une durée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les informations avant de partir.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Vous êtes ici. Que demandez-vous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commencez-vous la phrase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première information dont vous avez besoin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revenir une deuxième fois pour rien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centre comme celui-là dans votre quartier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Rosa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D'où elle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 Colombie. Elle habite la ville depuis un 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veut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Inscrire Mateo, neuf ans, à un cours de natation. Il ne sait pas nager.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ignore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qu'il faut apporter, ce qui sert de preuve d'adresse, et combien ça coûte vraiment.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fait de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répète tout à la fin : « samedi neuf heures, quatre-vingt-cinq dollars, une preuve d'adresse, et le bonnet ». C'est ce qui lui évite un deuxième déplacement.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jour et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750" y="2322576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inscrire mon garçon à un cours de natation. Il a neuf 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750" y="3409696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Neuf ans, parfait. On a deux groupes : le samedi matin et le mardi après l'école.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750" y="4496816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samedi matin, ce serait mieux. À quelle heure exactement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50" y="5246116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neuf heures à dix heures. Douze semaines, de septembre à décembre.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 et le papier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750" y="1901952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ça coûte combien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750" y="2651252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Quatre-vingt-cinq dollars pour les résidents. Cent dix pour les autres.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750" y="3400551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J'habite ici depuis un an. Qu'est-ce que je dois apporter comme preuve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1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750" y="4487671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facture d'électricité ou un bail à votre nom. N'importe quel document récent avec l'adresse.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matériel obligatoire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750" y="1901952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il faut apporter quoi, pour le cours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750" y="2651252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Maillot, serviette, et des sandales pour le bord de la piscine. Le bonnet de bain est obligatoire.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750" y="3738371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bonnet est obligatoire. Vous en vendez ici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750" y="4487672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cinq dollars au comptoir. Prenez-en un tout de suite, ça évite un retour.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S'inscrire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496" y="2121408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L'action de s'enregistrer pour participer à une activité.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tarif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496" y="2909620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demandé.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résident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496" y="3697833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habite la ville ; elle paie moins cher.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preuve de résidence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496" y="4486046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récent à son nom, avec l'adresse.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496" y="5274259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pendant laquelle l'activité a lieu.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apporte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maillot de bain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2670" y="2121408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vêtement pour se baigner.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bonnet de bain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2670" y="2909620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Obligatoire dans plusieurs piscines du Québec.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serviette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2670" y="3697833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se sécher en sortant de l'eau.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vestiaire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2670" y="4486046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pièce où on se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obligatoire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2670" y="5274259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Sans cela, on ne peut pas participer. À distinguer de « recommandé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Répétez les informations avant de partir. Toujours.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Samedi neuf heures, quatre-vingt-cinq dollars, une preuve d'adresse, et le bonnet. » Quatre choses, une phrase. C'est ce qui distingue une inscription réussie d'un deuxième déplacement.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REPARTIR SANS AVOIR TOUT DEMANDÉ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Merci, je vais y penser.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Alors : samedi neuf heures, quatre-vingt-cinq dollars, une preuve d'adresse, et le bonnet.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Repartir sans avoir vérifié coûte un aller-retour complet — souvent une heure d'autobus et une journée de congé. Les quatre secondes que prend la récapitulation sont le meilleur investissement de la conversation.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les six questions que vous poserez la prochaine fois que vous inscrirez quelqu'un.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par ligne : l'horaire, le tarif, la durée, le matériel, les documents, l'inscription.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diriez, pas comme dans un manuel.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