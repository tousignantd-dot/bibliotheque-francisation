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les billets de A1 : les questions notées par le groupe. Les écrire au tableau et les comparer aux six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recopier. Ces six questions sont la liste de vérification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question est celle qu'on oublie le plus. Elle décide pourtant s'il faut se dépêcher.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ce que fait Rosa dans le dialogue de A1. Le faire remarquer et faire pratiquer sur trois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la plus efficace et la moins employée. Faire pratiquer : un élève donne une réponse vague, l'autre reformule en affirmant.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présenter la gauche comme une faute : c'est une question polie, mais peu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toutes les formulations qui obtiennent l'information. Ce n'est pas un exercice de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paires à deux. C'est l'exercice le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et rendre : cette page devient la fiche que l'élève emportera au comptoir. Plusieurs la garderont dans leur portefeuille.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six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Savoir quoi demander vaut mieux que tout comprendre. Six questions font le tour de n'importe quelle inscription — et elles sont toujours les mêmes.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six questions d'une inscription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que chaque question cherche vraiment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précision quand la réponse est vague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récapituler avant de partir.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VEUX SAVOIR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quand, exactement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jour, l'heure, la durée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coûte combien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tarif, et s'il change selon où j'habite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qu'il faut apporter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matériel obligatoire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autres au tableau suivant.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questions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VEUX SAVOIR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que je dois fournir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documents demandés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reste des places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si je peux encore m'inscrire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peux m'inscrire en ligne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façon de s'inscrire et de payer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MOT QUI OBTIENT UNE RÉPONSE PRÉCISE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« exactement » à votre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quand ? » obtient « le samedi matin ». « À quelle heure exactement ? » obtient « de neuf heures à dix heures ». Un seul mot change la précision de la réponse.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QUAND LA RÉPONSE EST VAGUE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préciser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Demander un chiffre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C'est vers quelle heure ? » — « De neuf à dix heures. » Un chiffre ne se discute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Demander un exemple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Qu'est-ce qui compte comme preuve, par exemple ? » — « Une facture d'électricité. » L'exemple vaut mieux que la catégorie.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Répéter en affirmant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Donc le bonnet est obligatoire ? » La personne confirme ou corrige. C'est la façon la plus rapide de vérifier.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QUESTION TROP LARGE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Comment ça marche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quel jour, et à quelle heure exactement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Comment ça marche ? » oblige la personne à choisir par où commencer — et elle commence rarement par ce qui vous intéresse. Une question précise obtient une réponse précise, en deux fois moins de temps.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 poser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voulez savoir ceci. Que demandez-vous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si vous payez 85 $ ou 110 $.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201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841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ce que votre enfant doit apporter.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s'il faut vous dépêcher.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quel papier fournir.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combien de temps ça dure.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 poser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si vous payez 85 $ ou 110 $.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Est-ce qu'il y a un tarif pour les résidents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201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841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ce que votre enfant doit apporter.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Qu'est-ce qu'il faut apporter pour le cours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s'il faut vous dépêcher.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Est-ce qu'il reste des places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quel papier fournir.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Qu'est-ce que je dois fournir comme preuve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voulez savoir combien de temps ça dure.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La session dure combien de semaines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Précisez la réponse vague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personne répond vaguement. Que dites-vous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C'est le samedi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Il faut une preuve d'adresse.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Il faut le matériel habituel.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Il en reste quelques-unes.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Précisez la réponse vague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C'est le samedi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quelle heure exactement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Il faut une preuve d'adresse.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Qu'est-ce qui compte, par exemple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Il faut le matériel habituel.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Qu'est-ce qui est obligatoire, exactement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Il en reste quelques-unes.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Donc je devrais m'inscrire cette semaine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questions, dans l'ordre où vous les poseriez.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« exactement » à au moins deux d'entre elles.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la phrase de récapitulation.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