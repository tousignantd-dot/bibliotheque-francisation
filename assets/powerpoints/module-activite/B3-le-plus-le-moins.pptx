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Commencer par une comparaison réelle : projeter ou distribuer un vrai dépliant et demander laquelle est la moins chère.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Le test de la note règle presque tous les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l'une sous l'autre au tableau et souligner le petit mot ajouté.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trois formes par trois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la paire complète : meilleur (adjectif), mieux (adverbe). L'erreur est fréquente et facile à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 test à voix haute : « y a-t-il un que après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au tableau par quatre élèves. Les chiffres viennent du module : les élèves les reconnaissent.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questions sont celles que se posent réellement les familles. Le dire : la grammaire sert ici à une décision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surtout l'accord du petit mot et l'emploi de « de » pour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plus, le moins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dépliant municipal contient une trentaine d'activités. Pour choisir, on compare : la moins chère, la plus proche, celle qui a le plus de places.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activités avec plus, moins ou aussi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une activité à toutes les autres avec le superlatif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petit mot : le, la ou les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meilleur au lieu de « plus bon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Comparer deux choses, ou toutes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choses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plus / moins / aussi … 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toutes les autres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/ la / les plus, le / la / les moins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groupe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s'introduit par de : la moins chère de toutes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test : y a-t-il un « que » après ? Alors on compare deux choses.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SUPERLATIF, EN UN MOT DE PLUS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Ajoutez le, la ou les devant plus ou moins. C'est tout.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moins chère que la natation » compare deux activités. « la moins chère de toutes » la compare à l'ensemble. La différence tient à deux lettres.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L'ACCORD DU PETIT 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le, la ou les s'accorde avec le nom, comme un 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cours &lt;b&gt;le plus&lt;/b&gt; court · l'activité &lt;b&gt;la plus&lt;/b&gt; chère · les places &lt;b&gt;les moins&lt;/b&gt; chères. Si vous savez mettre l'article, vous savez faire l'accord.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DIRE « PLUS BON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chorale, c'est plus bon que la natation.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chorale, c'est mieux que la natation.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adjectif fait exception, et c'est l'un des plus employés : &lt;b&gt;bon&lt;/b&gt; devient &lt;b&gt;meilleur&lt;/b&gt;. L'adverbe &lt;b&gt;bien&lt;/b&gt; devient &lt;b&gt;mieux&lt;/b&gt;. « Plus bon » n'existe pas, dans aucune situation.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choses, ou toutes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chorale coûte 30 $ : c'est ___ chère de toutes.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natation coûte 85 $ : c'est ___ chère des deux.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cours du samedi est ___ proche que celui du mardi.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toutes les activités, c'est celle qui a ___ de places.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Ces places-là sont ___ chères du dépliant.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jeudi soir, c'est ___ moment de la semaine pour 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choses, ou toutes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chorale coûte 30 $ : c'est ___ chère de toutes.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moins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natation coûte 85 $ : c'est ___ chère des deux.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plus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cours du samedi est ___ proche que celui du mardi.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toutes les activités, c'est celle qui a ___ de places.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moins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Ces places-là sont ___ chères du dépliant.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moins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jeudi soir, c'est ___ moment de la semaine pour 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meilleur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Comparez pour de vrai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une phrase comparant les deux activités.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Natation : 85 $, 12 semaines. Chorale : 30 $, 10 semaines.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Soccer : 120 $. Natation : 85 $. Chorale : 30 $.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991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631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Natation : 12 semaines. Chorale : 10 semaines. Soccer : 16 semaines.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Chorale : 3 places. Natation : 8 places. Soccer : 20 places.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Comparez pour de vrai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Natation : 85 $, 12 semaines. Chorale : 30 $, 10 semaines.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chorale est moins chère que la natation.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Soccer : 120 $. Natation : 85 $. Chorale : 30 $.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chorale est la moins chère des trois.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991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631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Natation : 12 semaines. Chorale : 10 semaines. Soccer : 16 semaines.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soccer est le plus long des trois.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Chorale : 3 places. Natation : 8 places. Soccer : 20 places.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chorale est celle qui a le moins de places.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QUE LA COMPARAISON SERT À DÉCIDER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vraies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Laquelle je peux me permettre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C'est la moins chère de toutes. » — la première question de bien des familles.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Laquelle est la plus proche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activité à quarante minutes d'autobus se termine souvent par un abandon en novembre.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Laquelle risque d'être pleine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Celle qui a le moins de places » est celle où il faut s'inscrire cette semaine, pas le mois prochain.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Comparez trois activités de votre ville en quatre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comparaisons entre deux activités, deux superlatifs.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au moins une fois meilleur ou mieux.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