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longue. Commencer par écrire « il faut » au tableau et demander : de qui parle-t-on ? Le flottement est instructif.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cherchent le sujet et se perdent. Le dire clairement règle une confusion durable.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adjectifs au tableau — important, préférable, interdit — et les classer du plus fort au plus faible avec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phrase : elle rassure et elle est conforme au programme. « Il faut arriver tôt » évite la difficulté et reste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distinction la plus utile de la séance. Y consacrer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sont acceptables. Faire justifier : obligation ou conseil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la plus fine : « pas nécessaire » ne veut pas dire « interdit ». C'est une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au groupe : cette séance ressert chez le médecin, à la banque et à l'école de leurs enfants. C'est ce qui justifie les quatre-vingt-dix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Rendre avant E1 : ces phrases servent à la production orale, où il faut expliquer une 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faut, il est important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une preuve de résidence. » Ce « il » ne désigne personne. C'est la langue des règles — celle des dépliants, des formulaires et des consignes.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forme impersonnelle et ce qu'elle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il faut + un nom ou un verbe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il est + adjectif + de +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il faut que suivi du subjonctif.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une seule fonction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+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une preuve.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+ verbe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arriver à l'heure.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+ adj + de +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important d'arriver tôt.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+ subjonctif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vous soyez là.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premières ne nomment personne. Seule la quatrième désigne quelqu'un.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IL » QUI NE DÉSIGNE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« il faut », le mot « il » est vide.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ni vous, ni moi, ni la personne au comptoir. La forme impersonnelle sert justement à énoncer une règle qui vaut pour tout le monde à la fois. Ne cherchez pas de qui on parle.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ÉCRITE : IL EST + ADJECTIF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celle des dépliants et des affiches.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est important d'arriver dix minutes d'avance. » · « Il est préférable de rester dans la salle. » · « Il est interdit de courir au bord de la piscine. » Trois adjectifs, trois forces différentes.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QUAND LA PERSONNE COMPTE : QUE + SUBJONCTIF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ajoute « que », et le verbe qui suit change de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que vous soyez là. » · « Il est important qu'il n'ait pas peur. » Cette forme s'appelle le subjonctif. Le cours vous demande de la &lt;b&gt;reconnaître&lt;/b&gt;, pas de la produire.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OBLIGATION ET CONSEIL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Il est préférable que les parents restent dans la salle. — Donc c'est interdit d'entrer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 : c'est un conseil. « Il faut » aurait été une obligation.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» oblige. « Il est préférable » conseille. « Il est interdit » défend. Trois formules qui se ressemblent et qui ne demandent pas du tout la même chose. Écoutez laquelle vous entendez.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il faut ou il est + adjectif.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une preuve de résidence pour le tarif réduit.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d'arriver dix minutes avant le 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apporter un maillot et une serviette.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les parents restent dans la salle.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vous soyez là à neuf heures pile.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qu'il n'ait pas peur de l'eau, c'est 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une preuve de résidence pour le tarif réduit.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d'arriver dix minutes avant le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important / préférable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apporter un maillot et une serviette.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les parents restent dans la salle.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préférable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vous soyez là à neuf heures pile.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qu'il n'ait pas peur de l'eau, c'est 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important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Obligation, conseil ou interdiction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bonnet de bain est obligatoire.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préférable que les parents restent dans la salle.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interdit de courir au bord de la piscine.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sandales sont recommandées.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une preuve de résidence.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n'est pas nécessaire de venir en personne.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Obligation, conseil ou interdiction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bonnet de bain est obligatoire.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préférable que les parents restent dans la salle.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conseil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interdit de courir au bord de la piscine.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interdiction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sandales sont recommandées.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conseil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une preuve de résidence.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n'est pas nécessaire de venir en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ni l'un ni l'autre — c'est permis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VOUS LE RETROUVEREZ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 au-delà des loisirs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Sur les formulaires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Il est important de remplir toutes les cases. » · « Il faut joindre une copie de votre pièce d'identité.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Dans les consignes de 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Il est interdit de fumer. » · « Il faut porter des chaussures fermées.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Dans les lettres officielles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Il est nécessaire de nous prévenir dix jours à l'avance. » C'est la formule la plus fréquente de l'administration.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conditions pour une activité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obligation, un conseil, une interdiction, une permission.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il faut, il est important de, il est interdit de, il n'est pas nécessaire 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