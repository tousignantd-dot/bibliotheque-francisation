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les postes et les écouteurs. Rendre d'abord les billets corrigés de A3, B2 et C2 : ce sont les brouillons.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: une question sur les conditions, une forme impersonnelle, un montant qu'on fait confirmer, une question sur les documents. Tout le module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Passer dans les rangées. Rappeler les six questions au tableau — beaucoup d'élèves en oublient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L'activité est libre : un sport, un jeu, une danse, une recette. Les billets de A4, B2 et C2 contiennent déjà tout le matériel.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billet de D2 sur le registre est le brouillon direct de cette production. Le rappeler.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les trois différences par le groupe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clairement. Plusieurs élèves n'osent pas se tromper devant l'assistant parce qu'ils croient que tout est 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annoté à la séance E2, où les élèves font leur 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s'informer et expliquer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productions, dans l'ordre : une conversation au comptoir avec l'assistant, une activité expliquée à voix haute, un courriel à sa ville.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m'informer sur une activité, à l'oral, avec un interlocuteur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activité que je connais en donnant de vraies consignes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à ma ville pour poser mes questions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relire et me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S'inscrire à la chorale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Repérez tout ce que vous avez appris dans ces quatre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750" y="2322576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savoir lire la musique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750" y="3071876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du tout. Il est important d'avoir envie de chanter, c'est tout.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620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750" y="3821175"/>
            <a:ext cx="88813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dollars, c'est bien ça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570475"/>
            <a:ext cx="12620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LOUISE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750" y="4570475"/>
            <a:ext cx="88813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pour les résidents. Avez-vous votre preuve d'adresse avec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1 ·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l'activité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natation pour un enfant, la chorale pour toi, ou le soccer. Trois situations ordinaires.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Tu choisis ton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personne qui s'informe, ou celle au comptoir. Les deux sont utiles : renseigner quelqu'un est plus difficile.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L'assistant ne déroule pas la fiche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répond à ce que tu demandes, rien de plus. Si tu oublies le matériel obligatoire, il ne te le dira pas de lui-même.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0D7A6F"/>
                </a:solidFill>
                <a:latin typeface="Verdana"/>
              </a:rPr>
              <a:t>Ton 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savoir avant de partir, pour ne pas avoir à revenir. Les six questions de A3 sont ta liste.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2 · EXPLIQUER UNE ACTIVITÉ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quarante-cinq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 · Ce qu'il faut 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Il faut un ballon et deux équipes de cinq. Il est important d'avoir de bons souliers.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 · Les consignes, à l'impératif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Prends le ballon à deux mains. Ne le lâche pas. Regarde-moi.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 · Ce qu'il ne faut pas 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Ne cours pas sur le bord. Sortez par l'échelle, pas par le bord.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3 · LE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ta ville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qu'il doit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L'activité qui t'intéresse ; pour qui, et l'âge ; trois questions précises ; une formule pour terminer.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vérifie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moins une fois « il faut » ou « il est important de », et une comparaison avec « le plus » ou « le moins ». Cinq à huit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registre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Standard, toujours, même si vous connaissez la personne. C'est un courriel à un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Relis-toi une fois, à voix basse.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vérifier, toujours les mêmes : le singulier après « chaque », la place du pronom à l'impératif, et l'accord du petit mot au superlatif. Ce sont les trois fautes du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UN COURRIEL EN REGISTRE FAMILIER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Salut ! Ça coûte combien, votre affaire de natation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Bonjour, j'aimerais des renseignements sur le cours de natation pour enfants.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courriel à un service se écrit en registre standard, même si la personne au téléphone vous a tutoyé. Ce n'est pas de la froideur : c'est ce qu'on attend d'un message écrit à quelqu'un qu'on ne connaît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L'ENSEIGNANT REÇOIT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qu'il ne reçoit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L'activité expliquée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enregistrement et sa transcription, si tu choisis de les envoyer. Rien ne part tant que tu n'as pas cliqué.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courriel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texte que tu déposes, tel que tu l'as écrit. Tu peux le reprendre autant de fois que tu veux.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 n'est jamais conservé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corrections de l'assistant et la conversation du jeu de rôle. Elles servent à t'entraîner, pas à t'évaluer.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avoir envoyé : notez une chose que vous corrigeriez si vous recommenciez.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oublié de demander ce qu'il faut apporter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