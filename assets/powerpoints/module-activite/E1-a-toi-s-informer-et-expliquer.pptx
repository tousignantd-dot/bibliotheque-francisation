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A3, B2 et C2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une question sur les conditions, une forme impersonnelle, un montant qu'on fait confirmer, une question sur les documents. Tout le module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Passer dans les rangées. Rappeler les six questions au tableau — beaucoup d'élèves en oublient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L'activité est libre : un sport, un jeu, une danse, une recette. Les billets de A4, B2 et C2 contiennent déjà tout le matériel.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de D2 sur le registre est le brouillon direct de cette production. Le rappeler.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les trois différences par le groupe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clairement. Plusieurs élèves n'osent pas se tromper devant l'assistant parce qu'ils croient que tout est 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s'informer et expliquer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une conversation au comptoir avec l'assistant, une activité expliquée à voix haute, un courriel à sa ville.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m'informer sur une activité, à l'oral, avec un interlocuteur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activité que je connais en donnant de vraies consignes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à ma ville pour poser mes questions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S'inscrire à la chorale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Repérez tout ce que vous avez appris dans ces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750" y="23225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savoir lire la musique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750" y="307187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du tout. Il est important d'avoir envie de chanter, c'est tout.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3821175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dollars, c'est bien ça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750" y="4570475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pour les résidents. Avez-vous votre preuve d'adresse avec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l'activité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natation pour un enfant, la chorale pour toi, ou le soccer. Trois situations ordinaires.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personne qui s'informe, ou celle au comptoir. Les deux sont utiles : renseigner quelqu'un est plus difficile.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L'assistant ne déroule pas la fiche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répond à ce que tu demandes, rien de plus. Si tu oublies le matériel obligatoire, il ne te le dira pas de lui-même.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savoir avant de partir, pour ne pas avoir à revenir. Les six questions de A3 sont ta liste.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EXPLIQUER UNE ACTIVITÉ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Ce qu'il faut 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faut un ballon et deux équipes de cinq. Il est important d'avoir de bons souliers.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Les consignes, à l'impératif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Prends le ballon à deux mains. Ne le lâche pas. Regarde-moi.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Ce qu'il ne faut pas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Ne cours pas sur le bord. Sortez par l'échelle, pas par le bord.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LE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ta ville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L'activité qui t'intéresse ; pour qui, et l'âge ; trois questions précises ; une formule pour terminer.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moins une fois « il faut » ou « il est important de », et une comparaison avec « le plus » ou « le moins ».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registre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Standard, toujours, même si vous connaissez la personne. C'est un courriel à un service.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le singulier après « chaque », la place du pronom à l'impératif, et l'accord du petit mot au superlatif. Ce sont les trois fautes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 COURRIEL EN REGISTRE FAMILIER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Salut ! Ça coûte combien, votre affaire de natation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Bonjour, j'aimerais des renseignements sur le cours de natation pour enfants.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à un service se écrit en registre standard, même si la personne au téléphone vous a tutoyé. Ce n'est pas de la froideur : c'est ce qu'on attend d'un message écrit à quelqu'un qu'on ne connaît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L'activité expliquée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courriel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de demander ce qu'il faut apporter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