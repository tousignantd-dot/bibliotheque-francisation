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de vrais dépliants municipaux, un par deux élèves si possible. La séance ne vaut la peine que sur un document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ouvrir un vrai dépliant en même temps. Les élèves vérifient que les trois chiffres y sont bien dans cet ordre — c'est presque toujours le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C'est celle qui m'intéresse le plus » réunit le pronom démonstratif et le superlatif du bloc B.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vérifier sur le dépliant réel : la constance entre les villes surprend et rassure.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en direct sur le dépliant réel, chronomètre en main. L'effet est spectaculaire.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la légende sur le dépliant réel. Beaucoup d'élèves ne l'avaient jamais remarquée.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Savoir ce qu'un document ne dit pas est une compétence de lecture à part entière. Le nommer comme telle.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pour de vrai dans le dépliant distribué,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à voix haute chaque ligne, comme on lirait une phrase. Le tableau devient parlant.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concret, à faire sur le dépliant distribué ou sur le site de la ville. Le plus utile du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dépliant de la 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trentaine d'activités sur quatre pages, trois colonnes de chiffres et des petites étoiles. Un dépliant n'est pas fait pour être lu : il est fait pour qu'on y trouve quelque chose.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une activité dans un dépliant en moins de deux minutes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les trois chiffres dans le bon ordre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chercher la légende avant de s'inquiéter d'un symbole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qu'un dépliant ne dit jamais.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 où commencer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repérez les deux conventions expliquées.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1179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0637" y="2322576"/>
            <a:ext cx="90254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reçu le dépliant de la ville. Il y a une trentaine d'activités là-dedans.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1179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0637" y="3071876"/>
            <a:ext cx="90254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 d'abord la colonne de gauche : c'est le nom de l'activité et l'âge.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158995"/>
            <a:ext cx="11179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0637" y="4158995"/>
            <a:ext cx="90254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les chiffres à droite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7437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908296"/>
            <a:ext cx="11179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0637" y="4908296"/>
            <a:ext cx="90254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premier, c'est le prix pour les résidents. Le deuxième, pour les autres. Le troisième, c'est le nombre de semaines.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symboles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1179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0637" y="1901952"/>
            <a:ext cx="90254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des petites étoiles à côté de certaines activités.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1179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0637" y="2651252"/>
            <a:ext cx="90254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veut dire qu'il reste peu de places. En bas de la page, la légende l'explique.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11794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0637" y="3738371"/>
            <a:ext cx="902548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chorale du jeudi soir a une étoile. C'est celle qui m'intéresse le plus.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487672"/>
            <a:ext cx="111794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DENIS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0637" y="4487672"/>
            <a:ext cx="902548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inscris-toi cette semaine. Les places partent vite quand il y a une étoile.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conventions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VOIT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colonne de gauche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 et l'âge — c'est le tri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premier chiffre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tarif résident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deuxième chiffre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tarif non-résident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troisième chiffre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nombre de semaines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Toujours le même ordre, d'une ville à l'autre.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COMMENCER PAR CE QUI ÉLIMINE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L'âge, le jour, le tarif. Dans cet 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Lire quatre pages en entier prend vingt minutes. Trier d'abord par âge, puis par jour disponible, puis par tarif, en prend deux — et il ne reste souvent que trois ou quatre activités à comparer.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LÉGENDE EST EN BAS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symbole ne veut rien dire tout seul.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Étoile, astérisque, couleur : chacun renvoie à la légende, toujours en bas de page, en petits caractères. C'est justement là que se trouve l'information qui change une décision — comme « il reste peu de places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CROIRE LE DÉPLIANT SUR LES PLACES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L'étoile dit qu'il reste des places, alors j'irai le mois prochain.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L'étoile dit qu'il en restait peu à l'impression. Je téléphone.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dépliant est imprimé des semaines avant la session. Il ne sait rien de ce qui reste aujourd'hui. Pour l'état réel des places, il n'y a qu'un moyen : téléphoner ou regarder en ligne.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chercher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où se trouve la réponse dans le dépliant.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Mon garçon a-t-il le bon âge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Combien je vais payer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Combien de temps ça dure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Que veut dire cette étoile ?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Reste-t-il des places aujourd'hui ?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chercher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Mon garçon a-t-il le bon âge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colonne de gauche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Combien je vais payer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premier chiffre, si j'habite la ville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Combien de temps ça dure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troisième chiffre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Que veut dire cette étoile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légende, en bas de la page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Reste-t-il des places aujourd'hui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nulle part — il faut téléphoner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la ligne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Voici une ligne de dépliant. Que dit-elle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Natation débutant · 8-10 ans · 85 · 110 ·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Chorale adultes · 16 ans et + · 30 · 45 · 10 (étoile)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102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5742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Soccer · 10-12 ans · 120 · 160 ·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la ligne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Natation débutant · 8-10 ans · 85 · 110 · 12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85 $ résident, 110 $ non-résident, 12 semaines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Chorale adultes · 16 ans et + · 30 · 45 · 10 (étoile)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30 $ résident, 10 semaines, peu de places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1027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57428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Soccer · 10-12 ans · 120 · 160 · 16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120 $ résident, 16 semaines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une activité dans un vrai dépliant et notez tout ce que la ligne vous apprend.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L'âge, les deux tarifs, la durée, les symboles.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ce que la ligne ne vous dit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