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Commencer en dictant trois montants et en faisant écrire : l'écart entre les réponses est saisissant.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La quatrième ligne rassure : le reste ne pose pas de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dire « soixante… » puis marquer une pause de deux secondes avant « quinze ». Le groupe comprend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cette question par tout le groupe, deux fois. C'est une phrase de six mots qui évite des malentendus coûteux.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à voix haute : 19 moins 12 égale 7. Le calcul devient automatique après une dizaine de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en dictée lente, avec des pauses au milieu des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 pour l'écoute. Deux passages avant de corriger. Les élèves peuvent le refaire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 calcul à voix haute. Après cinq fois, la conversion devient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chiffres reviendront dans tous les blocs. Les écrire au tableau et les y laisser jusqu'à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 et concret. Les relevés servent d'exemples réels aux séances suivantes.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Entendre les chiffres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comprend toute la conversation, et puis arrive le montant. « Quatre-vingt-quinze » ou « quatre-vingt-cinq » ? Une syllabe sépare dix dollars.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70, 80 et 90 à l'oral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confondre soixante et soixante-quinze, cinq et quinze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convertir une heure officielle en heure parlée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un montant sans gêne.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dizaines difficiles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IL SE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soixante-dix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quatre-vingts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quatre-vingt-dix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régulier : vingt, trente, quarante, cinquante, cent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nombres seulement font vraiment hésiter — et ce sont ceux des tarifs.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SOIXANTE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Soixante » et « soixante-dix » commencent exactement pareil.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faut attendre la fin du mot. S'il y a un deuxième nombre après « soixante », c'est 70 et plus. Le même piège existe entre « quatre-vingts » et « quatre-vingt-dix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CINQ OU QUINZE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Dix dollars d'écart, une syllabe de différence.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Quatre-vingt-cinq » et « quatre-vingt-quinze » sont l'erreur la plus fréquente sur les prix. La seule parade est de faire répéter : « quatre-vingt-cinq, c'est bien ça ?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HEURES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Écrit et parlé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SUR LE DÉPLIANT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LES GENS DISENT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9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neuf heures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13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heure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sept heures du soir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21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neuf heures du soir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formes sont correctes. C'est la même heure.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NOTER AVANT LA FIN DU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Soixante… — J'écris 60. — …quinze dollars.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J'attends la fin, puis j'écris 75.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nombre n'est pas fini tant que la personne parle. Écrire trop tôt donne un montant faux, et on ne s'en aperçoit qu'à la caisse. Attendez, puis répétez.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montant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et écrivez le nombre en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Quatre-vingt-cinq dollars.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Quatre-vingt-quinze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Soixante-quinze dollars.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dix dollars.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 dollars.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Quatre-vingt-dix dollars.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montant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Quatre-vingt-cinq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85 $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Quatre-vingt-quinze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95 $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Soixante-quinze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75 $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dix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110 $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60 $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Quatre-vingt-dix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90 $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heure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Traduisez l'heure officielle en heure parlée.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13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17 h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19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21 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heure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 h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neuf heures du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13 h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heure de l'après-midi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17 h 30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cinq heures et demie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19 h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sept heures du soir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21 h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neuf heures du soir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CHIFFRES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Ceux qu'il faut avoir entendus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tarif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85 $ pour les résidents, 110 $ pour les autres. Vingt-cinq dollars d'écart : c'est ce qui rend la preuve de résidence intéressante.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L'horaire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cours de natation : 9 h à 10 h, le samedi. La chorale : 19 h à 21 h, le jeudi.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durée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Douze semaines pour la natation, dix pour la chorale. C'est le troisième chiffre du dépliant.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le tarif d'une activité de votre ville et notez-le en toutes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Sur le site de la ville, sur un dépliant, ou en téléphonant.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aussi l'horaire, en heures officielles et en heures parlées.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