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visuelle et courte. Elle clôt le bloc A : à la fin, chacun doit pouvoir dire ce qu'il faut apporter à une activité.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amène le bonnet de bain. La quatrième amène souvent des histoires vécues : les laisser sortir, elles installent le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différence obligatoire / recommandé : elle décide si on peut entrer dans l'eau ou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situer chaque lieu par rapport aux autres : « le vestiaire est entre le comptoir et la piscine ». Cela réutilise les repères du module précédent.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Ces quatre formules reviennent partout, bien au-delà des loisirs.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deux adjectifs. Ce sont deux mots administratifs que les élèves rencontreront dans tous les contextes.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mots sont dans le banc de vocabulaire. Les élèves peuvent les réviser seuls avec les cartes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A. Les listes servent à la production orale de E1 — expliquer une activité qu'on connaît.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qu'on apporte, ce qu'on trouve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Huit lieux et objets d'un centre de loisirs. Les nommer, c'est pouvoir demander où ils sont — et savoir ce qu'on doit mettre dans son sac.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50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huit lieux et objets d'un centre de loisirs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est obligatoire de ce qui est recommandé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l'article juste : un maillot, le bonnet, la piscine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la liste de ce que je dois mettre dans mon sac.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faut-il mettre dans ce sac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c-pisc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Nommez chaque objet que vous voyez.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est obligatoire dans les piscines d'ici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manque, selon vous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été refusé quelque part faute d'un objet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QUATRE OBJETS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apporte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maillot de bain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 dit « maillot » tout court dans la conversation. Au Québec, on entend aussi « costume de bain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bonnet de bain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Obligatoire dans beaucoup de piscines publiques d'ici. Il se vend au comptoir, quelques dollars.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une serviette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Grande, pour se sécher. À ne pas confondre avec la serviette de 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des sandales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le bord de la piscine et la douche. Souvent recommandées plutôt qu'obligatoires.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QUATRE LIEUX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trouve sur 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comptoir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L'endroit où on s'inscrit, où on paie et où on pose ses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vestiaire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on se change et où on laisse ses affaires. Souvent avec des casiers à cadenas.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piscine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bassin lui-même. « Aller à la piscine » désigne aussi tout l'édifice.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gymnase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grande salle des sports d'équipe et des cours de groupe.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Obligatoire ou recommandé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Le bonnet est obligatoire.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sans lui, pas d'accès à l'eau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Des sandales sont recommandées.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un conseil, pas une condition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Il faut une preuve de résidence.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sans elle, je paie le tarif élevé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Les partitions sont fournies.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n'ai rien à acheter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Écoutez le mot exact : obligatoire, recommandé, fourni. Chacun décide d'une dépense ou d'un refus.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CONFONDRE OBLIGATOIRE ET RECOMMANDÉ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On m'a dit d'apporter des sandales, alors j'ai pensé que le bonnet aussi, c'était juste conseillé.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bonnet est obligatoire. Les sandales sont recommandées.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objet obligatoire vous empêche de participer si vous ne l'avez pas. Un objet recommandé, non. La différence tient à un mot, et elle décide si votre enfant entre dans l'eau ce samedi-là.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du vocabulaire.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de bain est obligatoire dans cette piscine.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enfants se changent au ___ avant le cours.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au ___ qu'on s'inscrit et qu'on paie.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Apportez un ___ , une serviette et des sandales.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cours de groupe a lieu dans le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une ___ de résidence pour le tarif réduit.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de bain est obligatoire dans cette piscine.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bonnet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enfants se changent au ___ avant le cours.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vestiaire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au ___ qu'on s'inscrit et qu'on paie.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comptoir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Apportez un ___ , une serviette et des sandales.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maillot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cours de groupe a lieu dans le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gymnase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une ___ de résidence pour le tarif réduit.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preuve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Faites la liste de ce qu'il faut apporter à une activité que vous connaissez.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Séparez ce qui est obligatoire de ce qui est recommandé.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pratiquez aucune activité, faites la liste pour le cours de natation de Mateo.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