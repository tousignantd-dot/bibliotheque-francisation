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Normaliser le fait de rappeler : personne ne pense à tout du premier coup, et rappeler n'a rien d'embarrassant.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Beaucoup diront qu'ils n'osent pas rappeler. C'est le sujet de la séance : la première phrase de Rosa est justement celle qui rend l'appel facile.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réplique est la formule à retenir : « je rappelle pour… » + « il y a des choses que je n'ai pas notées ». Elle règle toute la gêne en une phrase. La faire répéter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Il est préférable » n'est pas « il est interdit ». La nuance sera travaillée en B2 : ici, la faire seulement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« quand même » de la dernière réplique est un signal : une condition revient malgré ce qui vient d'être dit.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 du bloc. Faire recopier avant B2, qui reprendra ces formes une par 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faire répéter par deux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calcul est concret : le faire au tableau, 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 exacte. La dernière est celle qui contient le « quand même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questions servent au jeu de rôle de E1, où l'assistant ne donne rien sans qu'on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questions qui manquent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Rosa rappelle : il y a des choses qu'elle n'a pas notées. Faut-il savoir nager ? Peut-on rester pour regarder ? Les réponses arrivent dans une langue particulière : celle des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rappeler pour compléter une information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des questions sur les conditions d'admission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obligation, un conseil et une interdiction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qui arrive si on manque un cours.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avez oublié de demander quelque chose. Que faites-vous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Rappelez-vous, ou attendez-vous d'y retourner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commencez-vous l'appel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gênant de rappeler ? Pourquoi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vous ne rappelez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Rappeler sans gêne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750" y="2322576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rappelle pour le cours de natation. Il y a des choses que je n'ai pas notées.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LOUISE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750" y="3409696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Allez-y, je vous écoute.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158995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750" y="4158995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que mon garçon sache déjà nager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437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08296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LOUISE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750" y="4908296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Le groupe du samedi, c'est le niveau débutant. Il est important qu'il n'ait pas peur de l'eau, c'est tout.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arrive si…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750" y="1901952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s'il manque un cours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LOUISE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750" y="2651252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pas de reprise, mais ce n'est pas grave : chaque cours reprend ce qui a été vu.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750" y="3738371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rester pour regarder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LOUISE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750" y="4487672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préférable que les parents restent dans la salle d'attente. Les enfants écoutent mieux.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détail qui compte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750" y="1901952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l'inscription, il faut que je vienne en personne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LOUISE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750" y="2651252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nécessairement. Mais si vous payez en ligne, il faut quand même apporter la preuve d'adresse au premier cours.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forces de condition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EXIGE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faut…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obligation — sans cela, non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est important que…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condition réelle, souvent la seule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est préférable que…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conseil — on peut faire autrement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Pas nécessairement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n'est pas obligatoire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Écoutez lequel des quatre vous entendez : ils ne demandent pas la même chose.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PHRASE QUI REND LE RAPPEL FACILE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rappelle pour… Il y a des choses que je n'ai pas notées.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phrase dit tout : pourquoi vous appelez, et que vous ne recommencez pas à zéro. La personne au bout du fil sait immédiatement quoi faire — et personne ne trouve cela pénible.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NE PAS RAPPELER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me débrouiller, je verrai bien sur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17181A"/>
                </a:solidFill>
                <a:latin typeface="Verdana"/>
              </a:rPr>
              <a:t>Je rappelle pour le cours de natation. Il y a des choses que je n'ai pas notées.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 présenter sans le document ou sans le matériel obligatoire fait perdre un déplacement complet, et parfois une place. Un appel de deux minutes remplace un aller-retour d'une heure.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savoir nager pour s'inscrire au groupe du samedi.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l'enfant n'ait pas peur de l'eau.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cours manqué peut être repris plus tard.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parents sont invités à rester au bord de la piscine.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L'inscription doit obligatoirement se faire en personne.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preuve d'adresse peut être apportée au premier cours.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savoir nager pour s'inscrire au groupe du samedi.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le niveau débutant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l'enfant n'ait pas peur de l'eau.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c'est la seule condition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cours manqué peut être repris plus 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n'y a pas de reprise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parents sont invités à rester au bord de la piscine.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dans la salle d'attente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L'inscription doit obligatoirement se faire en personne.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en ligne aussi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preuve d'adresse peut être apportée au premier 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questions que vous poseriez en rappelant.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la formule : « Je rappelle pour…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questions sur les conditions, pas sur l'horaire ni le prix.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