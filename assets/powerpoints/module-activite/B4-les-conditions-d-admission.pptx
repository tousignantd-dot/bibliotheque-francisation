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compréhension fine. Elle clôt le bloc B en reliant les formes vues en B2 à ce qu'elles impliquent vraiment.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trouver la conséquence par le groupe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très utile : beaucoup d'élèves ignorent que leur ville émet une carte de citoyen. Vérifier avant le cours et donner l'information.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une leçon d'écoute autant que de langue : ne pas s'arrêter à la première moitié de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jouer la paire à deux élèves. La différence d'issue est frappante.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répondre à voix haute avant d'afficher. Les élèves trouvent presque toujours, mais lentement : c'est la vitesse qu'on travaille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reviennent dans tous les dépliants municipaux. Les élèves les reverront dans le banc de vocabulaire.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Bilan du bloc B. Le travail se fait sur un dépliant réel ou sur le site de la ville — c'est le meilleur devoir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B4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conditions d'admission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reste trois places. » « Il n'y a pas de reprise. » « Les partitions sont fournies. » Chaque phrase cache une conséquence concrète — encore faut-il la voir.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S'inscrire à une activité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traduire une condition en conséquence concrète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qui m'empêche de participer et ce qui ne m'empêche pas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 qu'une phrase ne dit pas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cinq documents demandés le plus souvent.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la phrase implique vraiment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 POUR MOI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une preuve de résidence.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sans elle, je paie 25 $ de plus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bonnet est obligatoire.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sans lui, mon enfant n'entre pas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n'y a pas de reprise.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cours manqué est perdu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reste trois places.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je m'inscris cette semaine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deuxième ligne est la seule qui empêche de participer le jour même.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CINQ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Ceux qu'on demande le plus souvent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Une preuve de résidence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Facture d'électricité, bail, relevé bancaire — n'importe quel document récent à son nom, avec l'adresse.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La carte d'assurance maladie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Souvent demandée pour les activités sportives des enfants, en cas d'accident.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Un certificat de naissance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Parfois demandé pour prouver l'âge d'un enfant dans une catégorie.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1D6B8F"/>
                </a:solidFill>
                <a:latin typeface="Verdana"/>
              </a:rPr>
              <a:t>Une carte de citoyen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Plusieurs villes en émettent une : elle remplace la preuve de résidence et donne accès aux tarifs réduits.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QU'UNE PHRASE NE DIT PAS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Il n'y a pas de reprise » ne veut pas dire que le cours est perdu.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Louise ajoute : « chaque cours reprend ce qui a été vu ». Une information négative est souvent suivie d'une information rassurante. Écoutez la suite avant de vous inquiéter.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S'ARRÊTER À LA MAUVAISE NOUVELLE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— Il n'y a pas de reprise. — Ah, alors ce n'est pas pour nous.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— Il n'y a pas de reprise. — …mais chaque cours reprend ce qui a été vu.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Beaucoup de réponses administratives commencent par une restriction et se terminent par une nuance. Couper après la restriction fait renoncer à des activités parfaitement accessibles.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conséquence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ce que la phrase change pour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Il faut une preuve de résidence.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 bonnet est obligatoire.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Il est préférable que les parents restent dans la salle.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Il reste trois places.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Les partitions sont fournies.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Il n'est pas nécessaire de venir en personne.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conséquence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Il faut une preuve de résidence.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sans elle, je paie le tarif élevé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 bonnet est obligatoire.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sans bonnet, pas d'entrée dans l'eau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Il est préférable que les parents restent dans la salle.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peux entrer, mais on préfère que non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Il reste trois places.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dois m'inscrire tout de suite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Les partitions sont fournies.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n'ai rien à acheter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Il n'est pas nécessaire de venir en personne.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peux m'inscrire en ligne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des conditions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676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obligatoire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74617" y="2121408"/>
            <a:ext cx="70843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Sans cela, on ne peut pas participer.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9676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recommandé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4617" y="2909620"/>
            <a:ext cx="70843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un conseil, pas une condition.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9676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fourni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74617" y="3697833"/>
            <a:ext cx="70843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donné sur place : rien à acheter.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9676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reprise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4617" y="4486046"/>
            <a:ext cx="70843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cours refait plus tard, pour remplacer un cours manqué.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96760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place disponible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4617" y="5274259"/>
            <a:ext cx="70843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place encore libre dans le groupe.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Trouvez une activité de votre ville et notez ses conditions d'admission.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L'âge, le niveau, les documents, le matériel obligatoire.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Pour chacune, écrivez ce que ça change pour vous.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S'inscrire à une activité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