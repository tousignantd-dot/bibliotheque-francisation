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courte. Elle clôt le bloc C en renversant la situation : de celui qui écoute à celui qui parle.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Cinq minutes. La quatrième piste est celle qui compte : le bénévolat est une des voies d'entrée les plus rapides dans un réseau local. Le dire.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Qu'est-ce que je fais ? » est la bonne réponse : accepter, puis demander. La faire répéter par le groupe.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réplique est la récapitulation en trois mots. C'est ce que le module enseigne depuis A1, appliqué à des consignes de travail.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retrouver chaque mot remplacé avant d'afficher. Le contexte suffit presque toujours.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Faire répéter par deux élèves.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Annoncer D2 : la variété de langue est un point du programme et une vraie difficulté pour les élèves.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jouer les deux versions. La différence est immédiate.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ligne prépare D2. Demander pourquoi il la tutoie : la réponse vient toute seule.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Bilan du bloc C. Les billets alimentent la production orale de E1.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C4  ·  MODULE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Donner un coup de main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Cette fois, c'est Rosa qui reçoit les consignes — et qui va devoir en donner. Compter les enfants, garder les serviettes, envoyer à la douche. Trois consignes, et de vraies responsabilités.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55 minutes  ·  S'inscrire à une activité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S'inscrire à une activité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trois consignes données rapidement, à l'oral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les répéter dans mes mots pour vérifier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le tutoiement entre collègues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savoir qu'accepter d'aider est une façon d'entrer dans un groupe.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S'inscrire à une activité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MISE EN SITUATION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On vous demande un coup de main. Que répondez-vous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Acceptez-vous tout de suite, ou demandez-vous d'abord ce qu'il faut faire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 faites-vous si vous n'avez pas compris la consigne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le bénévolat existe dans votre pays ? Sous quelle forme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que ça change, d'aider une fois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S'inscrire à une activité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qu'il faut faire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d'abord, diapo masquée.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322576"/>
            <a:ext cx="111794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DENIS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50637" y="2322576"/>
            <a:ext cx="902548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Rosa, tu peux m'aider deux minutes ? Il me manque quelqu'un pour les petits.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324510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3409696"/>
            <a:ext cx="111794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ROSA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0637" y="3409696"/>
            <a:ext cx="902548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Oui, bien sûr. Qu'est-ce que je fais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99440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158995"/>
            <a:ext cx="111794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DENIS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0637" y="4158995"/>
            <a:ext cx="902548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Assieds-toi au bout, là. Compte-les quand ils entrent dans l'eau.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74370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908296"/>
            <a:ext cx="111794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ROSA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50637" y="4908296"/>
            <a:ext cx="902548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les compte, d'accord. Et s'il en manque un 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S'inscrire à une activité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consignes, et la récapitulation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11794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DENIS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50637" y="1901952"/>
            <a:ext cx="902548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Tu me le dis tout de suite, tu ne le cherches pas toi-même.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11794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DENIS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0637" y="2651252"/>
            <a:ext cx="902548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Donne-les-leur à la sortie, pas avant. Sinon elles traînent par terre.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3595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00551"/>
            <a:ext cx="111794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DENIS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0637" y="3400551"/>
            <a:ext cx="902548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Si un enfant a froid, envoie-le à la douche chaude. N'attends pas qu'il pleure.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32307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487671"/>
            <a:ext cx="111794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ROSA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50637" y="4487671"/>
            <a:ext cx="902548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D'accord. Compter, garder les serviettes, envoyer à la douche.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S'inscrire à une activité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consignes, trois pronoms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663952"/>
          </a:xfrm>
          <a:prstGeom prst="roundRect">
            <a:avLst>
              <a:gd name="adj" fmla="val 549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CONSIGNE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QUE LE PRONOM REMPLACE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Compte-les quand ils entrent.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les enfants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7368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01696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Tu me le dis tout de suite.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01696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le fait qu'il en manque un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27964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07664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Donne-les-leur à la sortie.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07664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les serviettes, aux enfants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78561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913631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Envoie-le à la douche chaude.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3913631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l'enfant qui a froid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712208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4968240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La troisième ligne enchaîne deux pronoms : c'est la forme vue en C2.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S'inscrire à une activité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RÉPÉTER, ENCORE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Compter, garder les serviettes, envoyer à la douche. 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Trois mots, une phrase. C'est la même technique qu'au comptoir en A1, et elle vaut encore plus ici : une consigne mal comprise dans une piscine, ce n'est pas un déplacement perdu, c'est un risque.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S'inscrire à une activité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LE TUTOIEMENT ENTRE COLLÈGUES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qui change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Denis tutoie Rosa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Ils travaillent ensemble, même bénévolement. Le tutoiement est normal entre collègues d'une même activité.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Louise vouvoie Rosa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Au comptoir, c'est un service : on vouvoie. La même personne peut être tutoyée et vouvoyée dans le même édifice.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Ce qu'on fait dans le doute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On vouvoie. La personne dira elle-même « tu peux me tutoyer » si elle le souhaite. Ce sujet sera repris en D2.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S'inscrire à une activité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ACCEPTER SANS DEMANDER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— Tu peux m'aider ? — Oui oui. [et ne rien faire de ce qui était attendu]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— Oui, bien sûr. Qu'est-ce que je fais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Accepter est bien ; accepter en sachant quoi faire est mieux. La question « qu'est-ce que je fais ? » prend deux secondes et évite un malentendu qui, au bord d'une piscine, peut être sérieux.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S'inscrire à une activité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le dialogue.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Rosa doit compter les enfants quand ils entrent dans l'eau.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S'il manque un enfant, elle doit le chercher elle-même.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serviettes se donnent à la sortie, pas avant.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Si un enfant a froid, il faut attendre qu'il le dise.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Rosa répète les trois consignes à la fin.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Denis vouvoie Rosa.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S'inscrire à une activité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Rosa doit compter les enfants quand ils entrent dans l'eau.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S'il manque un enfant, elle doit le chercher elle-même.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elle prévient Denis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serviettes se donnent à la sortie, pas avant.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Si un enfant a froid, il faut attendre qu'il le dise.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on l'envoie à la douche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Rosa répète les trois consignes à la fin.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Denis vouvoie Rosa.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il la tutoie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S'inscrire à une activité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Racontez en quatre phrases une fois où vous avez aidé quelqu'un, ou refusé d'aider.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Qu'est-ce qu'on vous a demandé ? Qu'avez-vous répondu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Employez au moins une consigne avec un pronom.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S'inscrire à une activité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