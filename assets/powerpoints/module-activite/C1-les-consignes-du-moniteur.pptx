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bloc C. Prévenir le groupe : ce dialogue est volontairement rapide. On va l'écouter trois fois, et c'est normal de ne pas tout saisir la première.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élèves connaissent presque tous les règles de base — ne pas courir, ne pas sauter, ne pas pousser. Faire sortir le vocabulaire avant l'écoute.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écoutes : la première pour l'ensemble, la deuxième pour repérer les verbes, la troisième pour les détails. Annoncer le plan avant de commencer.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Regarde-moi » et « ne ferme pas les yeux » se suivent : une consigne affirmative, une négative. C'est exactement le contraste de la séance C2.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expliquer la règle ici : la faire seulement remarquer. C2 s'en charge. Faire trouver le mot remplacé par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consignes valent dans toutes les piscines publiques du Québec. Elles sont affichées, mais rarement 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la phrase par le groupe. Elle reviendra en D2 avec le registre.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non » en citant la consigne. C'est de la compréhension fine, pas de la mémoire.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relevés servent d'entrée en matière à C2, où la place du pronom sera expliquée.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consignes du moniteur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bord de la piscine, Kevin parle vite et court. « Prenez-la. » « Ne la lâchez pas. » « Mets-toi là. » Huit consignes en deux minutes, et il faut suivre.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S'inscrire à une activité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une consigne dite vite, dans le bruit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une consigne affirmative d'une consigne négative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ce que le petit mot remplace : la planche, les enfants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vérifier si une consigne a été suivie ou non.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Que vont faire ces enfants dans les prochaines minutes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lanch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quoi sert cet objet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doit-on le tenir, selon vous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Quelles consignes de sécurité imaginez-vous au bord d'une piscine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est interdit, presque toujours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 placer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trois fois, diapo masquée. La première fois, ne notez rien.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11633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KEVIN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49018" y="2322576"/>
            <a:ext cx="90271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Tout le monde s'assoit au bord ! Les pieds dans l'eau, on ne saute pas.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11633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KEVIN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49018" y="3071876"/>
            <a:ext cx="90271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Mateo, mets-toi à côté de Sofia. Non, ne te lève pas, reste assis.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11633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KEVIN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49018" y="3821175"/>
            <a:ext cx="902710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Prenez la planche à deux mains. Tenez-la bien devant vous, ne la lâchez pas.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Faire, et refaire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11633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KEVIN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9018" y="1901952"/>
            <a:ext cx="902710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Mateo, regarde-moi. Souffle dans l'eau, comme ça. Ne ferme pas les yeux.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989072"/>
            <a:ext cx="111633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KEVIN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49018" y="2989072"/>
            <a:ext cx="90271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Très bien ! Recommence, mais plus lentement cette fois.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738371"/>
            <a:ext cx="111633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KEVIN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49018" y="3738371"/>
            <a:ext cx="902710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se replace en ligne. Laissez la planche au bord, ne la jetez pas dans l'eau.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089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825491"/>
            <a:ext cx="111633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KEVIN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9018" y="4825491"/>
            <a:ext cx="90271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Dernier tour, et après on sort. Sortez par l'échelle, pas par le bord.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le petit mot remplace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663952"/>
          </a:xfrm>
          <a:prstGeom prst="roundRect">
            <a:avLst>
              <a:gd name="adj" fmla="val 54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CONSIGNE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 REMPLACÉ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Tenez-la bien devant vous.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planche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Ne la lâchez pas.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planche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07664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Regarde-moi.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07664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moniteur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8561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13631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Ne les jetez pas dans l'eau.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13631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les planches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712208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4968240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petit mot change de place selon que la consigne est affirmative ou négative.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CONSIGNES DE SÉCURITÉ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interdits universels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Ne pas courir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bord d'une piscine, le plancher est toujours mouillé. C'est la consigne la plus répétée de tous les centres sportifs.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Ne pas sauter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Sauf aux endroits prévus. « On ne saute pas » se dit à l'indicatif, mais c'est un ordre.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Ne pas pousser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Dans l'eau comme sur le bord. Souvent dit sous la forme « on ne pousse pas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Sortir par l'échelle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Pas en se hissant sur le bord : c'est là que se produisent les blessures aux côtes et aux poignets.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UNE CONSIGNE DITE VITE RESTE UNE CONSIGNE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 vous n'avez pas compris, demandez : « Pardon ?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moniteur répète volontiers, et souvent plus lentement. Ce qui est dangereux, c'est de faire semblant d'avoir compris — au bord d'une piscine, une consigne manquée est une question de sécurité, pas de politesse.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consigne est-elle suivie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moniteur a dit ceci. L'enfant fait cela. Est-ce correct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Ne saute pas. » — Il s'assoit au bord.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Tenez-la bien devant vous. » — Il la tient d'une main.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Ne te lève pas. » — Il se lève pour mieux voir.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Souffle dans l'eau. » — Il souffle, les yeux ouverts.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Laissez la planche au bord. » — Il la dépose sur le rebord.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Sortez par l'échelle. » — Il se hisse par le bord.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consigne est-elle suivie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Ne saute pas. » — Il s'assoit au bord.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Tenez-la bien devant vous. » — Il la tient d'une main.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Ne te lève pas. » — Il se lève pour mieux voir.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Souffle dans l'eau. » — Il souffle, les yeux ouverts.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Laissez la planche au bord. » — Il la dépose sur le rebord.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Sortez par l'échelle. » — Il se hisse par le bord.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quatre consignes que vous entendez souvent dans une activité.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Au travail, à l'école de vos enfants, dans un cours.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affirmatives, deux négatives.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S'inscrire à une activité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