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séance du Défi 1. C'est la séance la plus grammaticale du bloc, et la plus utile : le programme du niveau 6 demande de suivre un discours détaillé, et c'est exactement ce qui s'y joue.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de compréhension, les trois autres de production. Si le temps manque, garder le premier : c'est celui que l'écoute exige.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les trois réponses dans la transcription de la chronique. Le geste de reculer d'une phrase est la vraie compétence : le faire faire physiquement, doigt sur la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quatrième ligne fait toute la différence entre un élève de niveau 5 et un de niveau 6 : la montrer, la faire répéter, mais ne pas s'y attarder.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Erreur attendue et fréquente : « je la sais » chez les élèves hispanophones et lusophones. La corriger sans insister, elle disparaît d'elle-même avec l'usage.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les quatre exemples au tableau et les faire répéter en chœur : c'est un automatisme de rythme, pas une règle à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item est le seul avec apostrophe : « ils l'ignorent ». Le faire remarquer avant la correction, sinon la moitié du groupe écrira « ils le ignorent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fabriquer deux phrases par élève : une avec une chose, une avec une personne. La comparaison immédiate fixe la règle mieux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gestes, à copier dans le cahier. Le dernier compte autant que les autres : un élève qui bloque sur un pronom perd tout le reste du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billets qui ne disent pas ce que le pronom remplace signalent exactement les élèves à reprendre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Le, en, y : trois mots qui renvoient en arrière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vous en parle », « je le sais », « j'y reviens ». Chaque fois, un mot de deux lettres renvoie à quelque chose dit trente secondes plus tôt. Perdre le fil, c'est perdre 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un sujet dans les médias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à quoi renvoie « le » dans un texte suivi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en » pour remplacer « de » et une chose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y » pour remplacer « à » et une chose, ou un lieu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devant le verbe, y compris à la forme négative.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Ces petits mots renvoient à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vous en parle. » - de 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le sais. » - sais quoi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J'y reviens toujours. » - où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chaque cas, il faut reculer d'une phrase. Essayons.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pronoms, trois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idée entière déjà dite : je sais que la garantie court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de » et une chose : elle parle de la garantie légale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à » et une chose, ou un lieu : je pense à ma facture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lui, d'elle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de » et une personne : elle parle de son voisin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quatrième ligne est l'exception : pour une personne, on garde la préposition.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« LE » QUI REMPLACE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« le » ne s'accorde jamais : il ne désigne ni un homme, ni une femme, ni un pluriel.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sais que la garantie court encore » devient « je le sais ». Le pronom remplace toute une phrase, pas un objet. C'est pour cela qu'on ne dira jamais « je la sais » ni « je les sais » : une idée n'a pas de genre.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OÙ SE PLACE LE PRONOM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le verbe, toujours - et devant l'infinitif quand il y en a 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Je le sais. Je ne le savais pas. Je vais en parler. Il faut y penser. La négation entoure le bloc pronom-verbe : « ne » avant le pronom, « pas » après le verbe. C'est la seule position possible en français, et c'est ce qui la rend facile.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le, en ou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deuxième phrase avec le bon pronom.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Claudine explique que la garantie légale existe. Théo ... savait déjà.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parle souvent de l'Office. Elle ... parle presque chaque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Nadège pense à sa facture. Elle ... pense depuis mardi.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Ils vont aux petites créances. Ils ... vont sans avocat.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Beaucoup de gens ignorent qu'ils ont un recours. Ils ... ignorent longtemps.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besoin d'une pièce de rechange. Elle ... a besoin depuis cinq semaines.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le, en ou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Claudine explique que la garantie légale existe. Théo ... savait déjà.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parle souvent de l'Office. Elle ... parle presque chaque mois.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Nadège pense à sa facture. Elle ... pense depuis mardi.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Ils vont aux petites créances. Ils ... vont sans avocat.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Beaucoup de gens ignorent qu'ils ont un recours. Ils ... ignorent longtemps.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besoin d'une pièce de rechange. Elle ... a besoin depuis cinq semaines.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« EN » POUR UNE PERSONNE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parle de son voisin. Elle en parle souvent.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parle de son voisin. Elle parle souvent de lui.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une chose, « de » et le nom se réduisent à « en ». Pour une personne, on garde la préposition et on met un pronom fort : de lui, d'elle, d'eux. La faute ne gêne pas la compréhension, mais elle s'entend tout de suite - et elle se corrige en une leçon.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RÉFLEXE DE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tu entends le, en ou 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Arrête-toi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pronom vient de passer : le fil vient de se resserrer.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Recule d'une 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réponse est presque toujours dans la phrase juste avant.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Demande : ça remplace quoi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idée, une chose, un lieu ? La forme du pronom te le 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Reprends la lecture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tu ne trouves pas, continue : la suite éclaire souvent le pronom.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Suivre un sujet dans les médias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« le », « en » ou « y », et dis ce que le pronom remplace.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Par exemple : « J'y pense » - à ma facture.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et sa traduction en clair.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Suivre un sujet dans les médias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