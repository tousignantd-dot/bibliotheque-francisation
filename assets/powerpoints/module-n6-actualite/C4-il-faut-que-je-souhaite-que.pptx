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2, et la plus chargée : le subjonctif, le choix de la construction, et l'idée principale. Prévoir de reporter l'idée principale en D1 si le subjonctif prend tout le temps - c'est fréquent et ce n'est pas grave.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rentable à l'écrit : c'est lui qui évite la faute la plus visible dans les lettres du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premières phrases ne rapportent aucun fait, la troisième oui. C'est toute la différence entre le subjonctif et l'indicatif, et le groupe la trouve seul en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J'espère qu'il rappelle » est l'erreur attendue chez presque tout le monde. La corriger une fois ici et la reprendre chaque fois qu'elle revient.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fabriquer trois subjonctifs par la méthode, au tableau, avant d'aborder les irréguliers. La méthode rassure ; la liste,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premiers s'entendent comme le présent : le faire remarquer, ça démystifie. Les trois derniers sont des irréguliers ; les faire répéter à voix haute plutôt que les 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la plus rentable de la séance : elle supprime d'un coup les « je veux que je comprenne » qui reviennent à toutes les 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Poser chaque fois la même question avant de répondre : qui fait le premier verbe, qui fait le second ? Si c'est la même personne, c'est « de ». L'automatisme se prend en six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à donner au groupe : redis l'énoncé à quelqu'un qui n'a rien entendu. S'il se comprend seul, c'est une idée principale. Sinon, c'est une idée secondaire. L'idée principale d'une entrevue se cache presque toujours dans la réponse à la question la plus courte.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 courriel de E2 exige un « il faut que » suivi du subjonctif : ce billet est littéralement une phrase de leur production finale.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faut que, je souhaite 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que Myriam Vaugeois demande n'existe pas encore : c'est pour ça qu'elle dit « il faut que les pièces existent ». Un souhait n'est pas un fait, et le français le marque dans le verbe.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un sujet dans les médias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il faut que, je veux que, je souhaite 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subjonctif à partir de la troisième personne du pluriel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« de » et un infinitif, ou « que » et un subjonctif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idée principale d'une idée secondaire.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c'est un fait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faut que les pièces existent. » - est-ce qu'elles existent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souhaite qu'ils appellent. » - est-ce qu'ils appellent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sais qu'ils appellent. » - et ici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dans le verbe, chaque fois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 qui demande le subjonctif, ce qui ne le demande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il faut que, je veux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subjonctif : ce n'est pas un fait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souhaite que, j'aimerais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subjonctif : c'est un souhait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demande que, j'ai peur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subjonctif : exigence ou crainte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pense que, je crois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indicatif : on présente un fait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sais que, j'espère 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indicatif : j'espère qu'il rappellera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deux dernières lignes sont les pièges : espérer ne prend jamais le subjonctif.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COMMENT LE FORMER, À L'ORAL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Prends la troisième personne du pluriel du présent et enlève la finale.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Ils écrivent, donc que j'écrive. Ils appellent, donc qu'ils appellent. Pour beaucoup de verbes, le subjonctif s'entend exactement comme le présent : il n'y a donc rien de nouveau à prononcer. Six irréguliers seulement reviennent partout : que je sois, que j'aie, que j'aille, que je fasse, que je puisse, que je sache.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Après il faut que, je souhaite que, j'ai peur 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les pièces ... (exister) et qu'on puisse les commander.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souhaite qu'ils ... (appeler) avant de jeter.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veut que la personne ... (garder) ses preuves.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la personne ... (avoir) gardé sa facture.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journal demande que chaque lettre ... (être) signée.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tu ... (savoir) ce que tu demandes avant d'écrire.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les pièces ... (exister) et qu'on puisse les commander.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existent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souhaite qu'ils ... (appeler) avant de jeter.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appellent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veut que la personne ... (garder) ses preuves.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garde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la personne ... (avoir) gardé sa facture.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journal demande que chaque lettre ... (être) signée.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tu ... (savoir) ce que tu demandes avant d'écrire.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saches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SEUL SUJET, OU DEUX SUJETS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Même sujet : « de » et un infinitif. Deux sujets : « que » et un subjonctif.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Je vous demande d'être prudent - c'est moi qui demande, et c'est vous qui devez l'être, mais un seul verbe se conjugue. Je demande que les pièces soient disponibles - moi je demande, les pièces sont : deux sujets, donc « que ». Vouloir et espérer se passent de « de » : je veux partir, j'espère gagner.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de » ou « que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qui suit vous indique lequel.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vous demande ... être prudent avec cette expression.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demande ... les pièces soient disponibles.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souhaite ... les gens appellent avant de jeter.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a refusé ... réparer l'appareil.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éviter ... jeter l'appareil trop vite.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J'ai peur ... perdre mes soirées.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de » ou « que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vous demande ... être prudent avec cette expression.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d' - un seul sujet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demande ... les pièces soient disponibles.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que - deux sujets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souhaite ... les gens appellent avant de jeter.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que - deux sujets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a refusé ... réparer l'appareil.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de - un seul sujet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éviter ... jeter l'appareil trop vite.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de - un seul sujet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J'ai peur ... perdre mes soirées.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de - un seul sujet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Idée principale ou idée secondaire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idée principale se retient seule ; une idée secondaire dépend d'une 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problèmes se cachent derrière l'expression « obsolescence programmée 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Nos lignes sonnent pendant trois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appareil qu'on ne peut pas réparer est jetable, même bien fait.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L'entente sur les ampoules a duré seize ans.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L'Office ne prend pas le dossier en main : il dit ce qu'on peut faire.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documents ont été retrouvés dans des archives d'entreprise.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Idée principale ou idée secondaire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problèmes se cachent derrière l'expression « obsolescence programmée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idée principale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Nos lignes sonnent pendant trois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idée secondaire - trois jours après 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appareil qu'on ne peut pas réparer est jetable, même bien fait.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idée principale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L'entente sur les ampoules a duré seize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idée secondaire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L'Office ne prend pas le dossier en main : il dit ce qu'on peut faire.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idée principale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documents ont été retrouvés dans des archives d'entreprise.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idée secondaire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« il faut que » sur le sujet de ton choix.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avec le subjonctif.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 servira dans ton courriel de la dernière séance.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Suivre un sujet dans les médias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