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séance du bloc A. Commencer par faire écrire « une chronique » sous la dictée, sans rien annoncer. Beaucoup écriront « une cronique ». C'est le point de départ de la séance, et il vaut mieux qu'une 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vrai. Les trois autres ne servent qu'à lui : on n'apprend pas ces graphies pour elles-mêmes, on les apprend pour pouvoir chercher un mot qu'on vient d'entendre.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trois ou quatre propositions au tableau avant de corriger. L'erreur écrite au tableau se retient mieux que la règle donnée d'avance.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Lire chaque exemple à voix haute et le faire répéter avant de passer à la ligne suivante. Ne pas expliquer l'étymologie : ça n'aide personne à 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chercher trois autres mots du même type par le groupe : chorale, orchestre, archéologie. Les 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à voix haute : dix, dix dollars, dix ans, dix jours. L'oreille du groupe a raison avant que la règle soit énoncée ; le dire, ça rassure.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Prononcer chaque mot deux fois, puis laisser le groupe répondre à voix haute avant d'afficher la correction. L'exercice existe aussi en version interactive, avec l'audio : le refaire seul en devoir.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Piège observé chaque fois. Le nommer d'avance évite qu'un élève se décourage quand il l'entend chez lui.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stratégie de niveau 6 : on ne demande pas de deviner l'orthographe, on demande de savoir quoi essayer. La faire écrire dans le cahier.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les billets et ouvrir A3 avec deux ou trois de ces mots : c'est cinq minutes bien employées et ça montre que les billets servent à quelque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Quand les lettres mentent : ch, x, 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Tu entends un mot à la radio, tu vas le chercher dans le dictionnaire, et il n'y est pas : tu l'as écrit comme tu l'as entendu. Trois cas expliquent presque tous ces échecs.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Suivre un sujet dans les médias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lettres ch qui se disent comme un k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la lettre x qui se dit comme un 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sh et sch, qui se disent comme un ch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7782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8605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un mot entendu dans un dictionnaire ou un moteur de recherche.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Comment écrirais-tu ces mots que tu entends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premier mot du module : « une chronique ». Avec un c ou un ch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nombre « soixante » : où est le son du 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dessin qui accompagne une explication : « un schéma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As-tu déjà cherché un mot sans le trouver, à cause de ça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cas où l'écriture trompe l'oreille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99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ENTEND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3B49A0"/>
                </a:solidFill>
                <a:latin typeface="Verdana"/>
              </a:rPr>
              <a:t>une chronique, la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lettres ch se disent comme un 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3B49A0"/>
                </a:solidFill>
                <a:latin typeface="Verdana"/>
              </a:rPr>
              <a:t>un chœur, la psychologie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lettres ch se disent comme un 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3B49A0"/>
                </a:solidFill>
                <a:latin typeface="Verdana"/>
              </a:rPr>
              <a:t>dix, six, soixante, Bruxelles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lettre x se dit comme un 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3B49A0"/>
                </a:solidFill>
                <a:latin typeface="Verdana"/>
              </a:rPr>
              <a:t>un shérif, un short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lettres sh se disent comme un 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915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1960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3B49A0"/>
                </a:solidFill>
                <a:latin typeface="Verdana"/>
              </a:rPr>
              <a:t>un schéma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1960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lettres sch se disent comme un 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1817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47420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programme du niveau 6 nomme exactement ces trois cas, et rien d'autre.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LES LETTRES CH QUI SE DISENT COMME UN 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mot savant, et le ch se durcit : chronique, technique, psychologie.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sont presque tous des mots venus du grec, et il y en a partout dans les médias. Le repère : un mot un peu savant, souvent avec un y ou un ph tout près. Attention, c'est l'exception et non la règle : chercher, chaque, chose gardent le son ordinaire de chat.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LA LETTRE X QUI SE DIT COMME UN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Dix, six et soixante n'ont pas le x de taxi.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Et le nombre dix change encore selon ce qui le suit : dix tout seul finit par le son s ; dix dollars perd la consonne finale ; dix ans la fait entendre comme un z. Trois prononciations pour le même mot écrit, et le groupe les emploie déjà sans le savoir.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DISCRIMINATION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entends-tu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mot et dites : comme un k, comme un s, ou comme un 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chronique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technique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psychologie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soixante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Bruxelles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schéma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shérif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entends-tu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chronique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un 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technique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un 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psychologie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un 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dix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un 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soixante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un 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Bruxelles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un 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schéma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un 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shérif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un 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CROIRE QUE LE CH SE DURCIT TOUJOURS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cherche une crose dans le catalogue.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cherche une chose dans le catalogue.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88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lettres ch se disent comme un k dans une petite famille de mots savants seulement. Dans les mots de tous les jours - chercher, chaque, chose, chemin, chaud - le son reste celui de chat. Un élève qui vient d'apprendre la règle a tendance à l'appliquer partout pendant une semaine : c'est normal, et ça passe.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RETROUVER UN MOT QU'ON VIENT D'ENTENDRE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méthode en trois essais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J'écris ce que j'entends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premier essai, tout simple : cronique, chema, 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Je change la première consonne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 peut cacher un ch, un s peut cacher un x ou un sc.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Je pense au genre du mot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mot savant de la radio ? essaie ch. Un nombre ? essaie 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Je demande le mot entier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un collègue, au professeur, ou en écrivant la phrase complète.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 mot que tu as entendu cette semaine et que tu n'as pas su écrire.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Écris-le comme tu l'as entendu, ce n'est pas une faute.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On les cherchera ensemble au début de la prochaine séance.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Suivre un sujet dans les médias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