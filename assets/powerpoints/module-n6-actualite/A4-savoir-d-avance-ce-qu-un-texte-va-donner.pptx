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Quatrième séance du bloc A. Elle sert de révision : le groupe a vu les cinq genres, la graphie-phonie et la ponctuation. Aujourd'hui on assemble, et on annonce le Défi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nouveau : l'article informatif n'était pas dans le dialogue. Il entre ici parce qu'il complète les cinq genres et qu'il est partout dans un journal.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Poser les quatre questions rapidement, une par une, sans laisser réfléchir longtemps. Le but est justement d'installer un jugement rapide : c'est celui qu'on a devant un vrai journal.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 tableau est le miroir de celui de A1 : l'un dit ce qu'on trouve, l'autre ce qu'on ne trouvera pas. Les afficher côte à côte si le tableau le permet.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que le module n'en travaille pas la lecture : il est nommé pour compléter la série, parce que le programme du niveau 6 le mentionne.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répondre entièrement avant d'afficher. Le dernier est le seul nouveau ; les cinq autres doivent venir sans hésitation, sinon il faut reprendre A1 avant d'entrer dans le Défi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L'exercice se fait à l'écran, avec les photos. Ici, la diapositive sert à annoncer le parcours : chaque image correspond à un moment du module. Le dire explicitement, ça donne une carte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Révision rapide, cinq minutes. Les cinq premières lignes sont des cartes mémoire de l'activité ; la dernière rappelle A2.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Lire les réponses avant B1 : elles disent où ralentir. Le documentaire arrive presque toujours en tête, à cause du passé simple - et il est travaillé en C3.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A4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Savoir d'avance ce qu'un texte va donner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Dernière séance avant le premier défi. Le genre s'annonce en trois secondes : par sa longueur, par sa place dans la page, par la première phrase. Ensuite, on sait quoi chercher.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Suivre un sujet dans les médias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genre à sa longueur et à sa place dans la page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qu'un genre donne et ce qu'il ne donnera jamais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article informatif d'un texte d'opinion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réviser les cinq mots des genres et les trois cas de graphie-phonie.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secondes pour reconnaître un texte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Quinze lignes seules dans un coin de page : quel genre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texte qui finit par un nom et le nom d'un quartier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texte de cinquante lignes sans jamais le mot « je »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émission d'une heure avec de vieilles images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Ce que chaque genre donne, et ce qu'il ne donne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GENRE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NE TE DONNERA JAMAIS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La chronique pratique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nouvelle : rien n'y est arrivé cette semaine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L'entrevue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que l'invité a décidé de ne pas dire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 documentaire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l'actualité des derniers jours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 fait divers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avis, une cause certaine, un coupable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 courrier des lecteurs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position du journal lui-même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Chercher dans un genre ce qu'il ne donne pas, c'est la première cause de découragement.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L'ARTICLE INFORMATIF, LE SIXIÈME GENRE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faits d'une nouvelle, présentés sans que l'auteur dise « je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le genre le plus courant d'un journal, et le plus discret : personne ne s'y met en avant. Il ne se confond avec aucun autre, parce qu'il n'a ni le « je » de la lettre, ni les étapes de la chronique, ni la brièveté du fait divers. Quand un texte de journal ne ressemble à rien, c'est presque toujours celui-là.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ASSOCIATION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quoi sert chaque genre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Associez chaque genre à ce qu'il donne.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chronique pratique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entrevue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documentaire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fait divers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courrier des lecteurs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article informatif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quoi sert chaque genre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chronique pratique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démarche à suivre, expliquée étape par étape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entrevue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qu'une seule personne accepte de dire, en réponse à des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documentaire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l'histoire longue d'un sujet, racontée par une voix hors champ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fait divers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quinze lignes sur un accident ou un incendie, sans aucun avis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courrier des lecteurs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 opinions signées par des gens qui ne sont pas journalistes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article informatif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faits d'une nouvelle, présentés sans que l'auteur dise « je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l'information se fabrique, où elle se 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Décrivez ce que montre chaque image de l'exercice interactif.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comptoir d'accueil d'une bibliothèque, avec ses piles de livres.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laveuse ouverte, le panier encore plein d'eau.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petit poste de radio sur un comptoir de cuisine, tôt le matin.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places face à face dans un studio, chacune devant un micro.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page de journal remplie de courtes lettres.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écran de télévision qui montre de vieilles images d'usine.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l'information se fabrique, où elle se 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comptoir d'accueil d'une bibliothèque, avec ses piles de livres.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travail de Nadège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laveuse ouverte, le panier encore plein d'eau.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problème de départ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petit poste de radio sur un comptoir de cuisine, tôt le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chronique du Défi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places face à face dans un studio, chacune devant un micro.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l'entrevue du Défi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page de journal remplie de courtes lettres.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courrier du Défi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écran de télévision qui montre de vieilles images d'usine.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documentaire du Défi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RÉVISION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qu'il faut savoir avant le Défi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chronique pratique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531" y="2121408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Elle t'apprend quoi faire, pas ce qui est arrivé.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entrevue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9531" y="2778252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Écoute les questions autant que les réponses.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documentaire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9531" y="3435096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 sujet large, raconté au passé, par une voix hors champ.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fait divers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9531" y="4091939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Quinze lignes, aucun avis, jamais.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courrier des lecteurs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9531" y="4748784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Des lettres signées, choisies par le journal.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17181A"/>
                </a:solidFill>
                <a:latin typeface="Verdana"/>
              </a:rPr>
              <a:t>une chronique, un schéma, soixante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9531" y="5405628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Trois graphies à ne plus rater : ch dur, sch, x qui siffle.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 genre te semble encore le plus difficile, et pourquoi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honnête vaut mieux qu'une réponse polie.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documentaire ? l'entrevue ? Dis pourquoi.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Suivre un sujet dans les médias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