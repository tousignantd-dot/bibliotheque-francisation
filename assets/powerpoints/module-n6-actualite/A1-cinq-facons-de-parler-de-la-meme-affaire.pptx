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qu'est-ce qui a brisé chez vous cette année, et qu'est-ce que vous avez fait ? Presque tout le monde a une histoire d'appareil, et presque personne n'a réclamé. C'est exactement le sujet du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du module entier : savoir d'avance ce qu'on va trouver, c'est déjà la moitié de la compréhension.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Beaucoup d'élèves suivent surtout l'actualité de leur pays d'origine. Ne rien dévaloriser : s'en servir au contraire pour comparer les genres d'un pays à l'autre.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ans et quatre mois, 780 dollars : ces deux chiffres reviennent dans les quatre blocs. Les écrire au tableau dès maintenant et les y laisser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définition du module. La faire répéter par deux élèves, puis demander un exemple de chronique dans leur langue.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ici la production écrite de E2 : dans quatre semaines, chacun écrira sa propre lettre au Courrier de la Batture. Le dire tôt donne un but à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de tout le module ; il revient en A4 sous forme d'exercice, puis à chaque ouverture de défi.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on ne demande pas de tout comprendre, on demande de savoir quoi chercher.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 Le courrier des lecteurs » prend le défini : il n'y en a qu'un par journal. Le faire remarquer.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cinquième surprend toujours : beaucoup croient que le journal paie ses lecteurs.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servent en A4 : elles disent quel genre intimide le plus le groupe, et c'est celui-là qu'il faudra travailler le plus lentement.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Cinq façons de parler de la même affaire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laveuse de Nadège ne vidange plus. Le même sujet va revenir cinq fois cette session, dans cinq genres différents, et jamais de la même manière.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un sujet dans les médias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cinq genres : la chronique pratique, l'entrevue, le documentaire, le fait divers, le courrier des lecteurs ;</a:t>
            </a:r>
          </a:p>
        </p:txBody>
      </p:sp>
      <p:sp>
        <p:nvSpPr>
          <p:cNvPr id="11" name="Rounded Rectangle 10"/>
          <p:cNvSpPr/>
          <p:nvPr/>
        </p:nvSpPr>
        <p:spPr>
          <a:xfrm>
            <a:off x="566928" y="3006343"/>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361943"/>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4442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d'avance ce que chaque genre va donner, et ce qu'il ne donnera pas ;</a:t>
            </a:r>
          </a:p>
        </p:txBody>
      </p:sp>
      <p:sp>
        <p:nvSpPr>
          <p:cNvPr id="15" name="Rounded Rectangle 14"/>
          <p:cNvSpPr/>
          <p:nvPr/>
        </p:nvSpPr>
        <p:spPr>
          <a:xfrm>
            <a:off x="566928" y="42478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4256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5079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4490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chronique d'une nouvelle ;</a:t>
            </a:r>
          </a:p>
        </p:txBody>
      </p:sp>
      <p:sp>
        <p:nvSpPr>
          <p:cNvPr id="19" name="Rounded Rectangle 18"/>
          <p:cNvSpPr/>
          <p:nvPr/>
        </p:nvSpPr>
        <p:spPr>
          <a:xfrm>
            <a:off x="566928" y="51338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53350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cinq premiers mots du dossier avec leur article.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Où prends-tu tes nouvelles, et sous quelle forme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la radio le matin, à la télévision le soir, sur un téléphone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As-tu déjà lu la page des lettres dans un journal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Sais-tu qui écrit ces lettres, et si elles sont payées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t'a le plus étonné dans les médias d'ici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Ma laveuse ne vidange plus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Écouter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0" name="TextBox 9"/>
          <p:cNvSpPr txBox="1"/>
          <p:nvPr/>
        </p:nvSpPr>
        <p:spPr>
          <a:xfrm>
            <a:off x="2427922" y="2322576"/>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Raphaël, tu écoutes CFTR le matin, toi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3" name="TextBox 12"/>
          <p:cNvSpPr txBox="1"/>
          <p:nvPr/>
        </p:nvSpPr>
        <p:spPr>
          <a:xfrm>
            <a:off x="2427922" y="3071876"/>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je conduis, oui. Pourquoi, il s'est passé quelque chose ?</a:t>
            </a:r>
          </a:p>
        </p:txBody>
      </p:sp>
      <p:sp>
        <p:nvSpPr>
          <p:cNvPr id="14" name="Rounded Rectangle 13"/>
          <p:cNvSpPr/>
          <p:nvPr/>
        </p:nvSpPr>
        <p:spPr>
          <a:xfrm>
            <a:off x="566928" y="36565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6" name="TextBox 15"/>
          <p:cNvSpPr txBox="1"/>
          <p:nvPr/>
        </p:nvSpPr>
        <p:spPr>
          <a:xfrm>
            <a:off x="2427922" y="3821175"/>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C'est moi qui ai un problème. Ma laveuse ne vidange plus. Trois ans et quatre mois, et le marchand me dit que la garantie est finie.</a:t>
            </a:r>
          </a:p>
        </p:txBody>
      </p:sp>
      <p:sp>
        <p:nvSpPr>
          <p:cNvPr id="17" name="Rounded Rectangle 16"/>
          <p:cNvSpPr/>
          <p:nvPr/>
        </p:nvSpPr>
        <p:spPr>
          <a:xfrm>
            <a:off x="566928" y="474370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908295"/>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9" name="TextBox 18"/>
          <p:cNvSpPr txBox="1"/>
          <p:nvPr/>
        </p:nvSpPr>
        <p:spPr>
          <a:xfrm>
            <a:off x="2427922" y="4908295"/>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Tu devrais écouter Claudine Rousseau, mardi matin. Elle fait une chronique là-dessus à peu près quatre fois par année.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chronique, c'est quoi exactement ?</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9" name="TextBox 8"/>
          <p:cNvSpPr txBox="1"/>
          <p:nvPr/>
        </p:nvSpPr>
        <p:spPr>
          <a:xfrm>
            <a:off x="2427922" y="190195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chronique, c'est quoi exactement ? J'entends le mot tout le temps et je ne suis jamais certaine.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2" name="TextBox 11"/>
          <p:cNvSpPr txBox="1"/>
          <p:nvPr/>
        </p:nvSpPr>
        <p:spPr>
          <a:xfrm>
            <a:off x="2427922" y="298907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 rendez-vous. La même personne revient chaque semaine, à la même heure, sur le même genre de sujet.</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5" name="TextBox 14"/>
          <p:cNvSpPr txBox="1"/>
          <p:nvPr/>
        </p:nvSpPr>
        <p:spPr>
          <a:xfrm>
            <a:off x="2427922" y="4076191"/>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ce n'est pas une nouvelle.</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8" name="TextBox 17"/>
          <p:cNvSpPr txBox="1"/>
          <p:nvPr/>
        </p:nvSpPr>
        <p:spPr>
          <a:xfrm>
            <a:off x="2427922" y="482549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Une nouvelle, ça t'apprend qu'il est arrivé quelque chose. Une chronique pratique, ça t'apprend quoi faire.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Des lettres signées par du monde ordinaire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9" name="TextBox 8"/>
          <p:cNvSpPr txBox="1"/>
          <p:nvPr/>
        </p:nvSpPr>
        <p:spPr>
          <a:xfrm>
            <a:off x="2427922" y="190195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journal du quartier, il y a deux pages que je ne comprends pas. Des lettres, avec des noms de monde ordinaire en dessous.</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2" name="TextBox 11"/>
          <p:cNvSpPr txBox="1"/>
          <p:nvPr/>
        </p:nvSpPr>
        <p:spPr>
          <a:xfrm>
            <a:off x="2427922" y="298907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courrier des lecteurs. Ce sont des gens comme toi et moi qui écrivent au journal. Personne ne les paie.</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5234"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NADÈGE</a:t>
            </a:r>
          </a:p>
        </p:txBody>
      </p:sp>
      <p:sp>
        <p:nvSpPr>
          <p:cNvPr id="15" name="TextBox 14"/>
          <p:cNvSpPr txBox="1"/>
          <p:nvPr/>
        </p:nvSpPr>
        <p:spPr>
          <a:xfrm>
            <a:off x="2427922" y="4076191"/>
            <a:ext cx="8648204"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ce n'est pas de l'information.</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495234"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RAPHAËL</a:t>
            </a:r>
          </a:p>
        </p:txBody>
      </p:sp>
      <p:sp>
        <p:nvSpPr>
          <p:cNvPr id="18" name="TextBox 17"/>
          <p:cNvSpPr txBox="1"/>
          <p:nvPr/>
        </p:nvSpPr>
        <p:spPr>
          <a:xfrm>
            <a:off x="2427922" y="4825492"/>
            <a:ext cx="8648204"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de l'opinion, et ça se présente comme telle. Cinq façons de parler de la même affaire, finalement.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genres, et ce que chacun te donne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GENRE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TU Y TROUVES</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chronique pratique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une démarche à suivre, expliquée étape par étape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L'entrevue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qu'un invité accepte de dire, en réponse à des questions</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documentaire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l'histoire longue d'un sujet, dite par une voix hors champ</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fait divers</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quinze lignes sur un accident, sans aucun avis</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Le courrier des lecteurs</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des opinions signées par des gens ordinaires</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cinq peuvent parler du même sujet la même semaine, sans dire la même chose.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SAVOIR D'AVANCE CE QU'ON VA TROUVER</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Reconnaître le genre, c'est déjà avoir compris la moitié du texte.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une chronique pratique, tu cherches des étapes. Devant un fait divers, tu cherches ce qui est arrivé, où et quand. Devant une lettre de lecteur, tu cherches une opinion et la raison qui l'appuie. Ce n'est pas le même travail, et ce n'est pas la même écoute.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genres, avec leur article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36432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chronique pratique</a:t>
            </a:r>
          </a:p>
        </p:txBody>
      </p:sp>
      <p:sp>
        <p:nvSpPr>
          <p:cNvPr id="9" name="TextBox 8"/>
          <p:cNvSpPr txBox="1"/>
          <p:nvPr/>
        </p:nvSpPr>
        <p:spPr>
          <a:xfrm>
            <a:off x="4571333" y="2121408"/>
            <a:ext cx="668767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rendez-vous où la même personne revient expliquer comment faire quelque chose.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36432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entrevue</a:t>
            </a:r>
          </a:p>
        </p:txBody>
      </p:sp>
      <p:sp>
        <p:nvSpPr>
          <p:cNvPr id="12" name="TextBox 11"/>
          <p:cNvSpPr txBox="1"/>
          <p:nvPr/>
        </p:nvSpPr>
        <p:spPr>
          <a:xfrm>
            <a:off x="4571333" y="2909620"/>
            <a:ext cx="668767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échange où quelqu'un pose les questions et où l'invité répond.</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36432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documentaire</a:t>
            </a:r>
          </a:p>
        </p:txBody>
      </p:sp>
      <p:sp>
        <p:nvSpPr>
          <p:cNvPr id="15" name="TextBox 14"/>
          <p:cNvSpPr txBox="1"/>
          <p:nvPr/>
        </p:nvSpPr>
        <p:spPr>
          <a:xfrm>
            <a:off x="4571333" y="3697833"/>
            <a:ext cx="668767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longue émission racontée par une voix qu'on ne voit pas.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36432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fait divers</a:t>
            </a:r>
          </a:p>
        </p:txBody>
      </p:sp>
      <p:sp>
        <p:nvSpPr>
          <p:cNvPr id="18" name="TextBox 17"/>
          <p:cNvSpPr txBox="1"/>
          <p:nvPr/>
        </p:nvSpPr>
        <p:spPr>
          <a:xfrm>
            <a:off x="4571333" y="4486046"/>
            <a:ext cx="668767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texte très court sur un accident, un vol ou un incendie, sans avis.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364325"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courrier des lecteurs</a:t>
            </a:r>
          </a:p>
        </p:txBody>
      </p:sp>
      <p:sp>
        <p:nvSpPr>
          <p:cNvPr id="21" name="TextBox 20"/>
          <p:cNvSpPr txBox="1"/>
          <p:nvPr/>
        </p:nvSpPr>
        <p:spPr>
          <a:xfrm>
            <a:off x="4571333" y="5274259"/>
            <a:ext cx="6687673"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La page où le journal publie les lettres signées de gens ordinaires.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conversation de Nadège et de Raphaël.</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laveuse a cessé de vidanger après trois ans et quatre mois.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marchand a répondu que la garantie était expirée.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Raphaël, une chronique t'apprend qu'il est arrivé quelque chose.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entrevue, il faut écouter les questions autant que les réponses.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auteurs du courrier des lecteurs sont payés par le journal.</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fait divers donne l'avis du journaliste sur ce qui est arrivé.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laveuse a cessé de vidanger après trois ans et quatre mois.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marchand a répondu que la garantie était expirée.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Raphaël, une chronique t'apprend qu'il est arrivé quelque chose.   </a:t>
            </a:r>
            <a:r>
              <a:rPr sz="1400" b="1" i="0">
                <a:solidFill>
                  <a:srgbClr val="07734A"/>
                </a:solidFill>
                <a:latin typeface="Verdana"/>
              </a:rPr>
              <a:t>» faux - elle t'apprend quoi faire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entrevue, il faut écouter les questions autant que les réponses.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auteurs du courrier des lecteurs sont payés par le journal.   </a:t>
            </a:r>
            <a:r>
              <a:rPr sz="1400" b="1" i="0">
                <a:solidFill>
                  <a:srgbClr val="07734A"/>
                </a:solidFill>
                <a:latin typeface="Verdana"/>
              </a:rPr>
              <a:t>» faux - personne ne les paie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fait divers donne l'avis du journaliste sur ce qui est arrivé.   </a:t>
            </a:r>
            <a:r>
              <a:rPr sz="1400" b="1" i="0">
                <a:solidFill>
                  <a:srgbClr val="07734A"/>
                </a:solidFill>
                <a:latin typeface="Verdana"/>
              </a:rPr>
              <a:t>» faux - aucun avis, jamais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 genre voudrais-tu comprendre en premier, et pourquoi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à ce que tu écoutes ou lis déjà, même dans ta langue.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Suivre un sujet dans les médias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