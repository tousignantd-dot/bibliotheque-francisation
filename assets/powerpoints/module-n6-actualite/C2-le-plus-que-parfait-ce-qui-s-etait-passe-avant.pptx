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séance du Défi 2. Commencer par relire la première page de l'entrevue et faire compter les plus-que-parfaits : il y en a quatre. Le groupe les a entendus sans les 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seul qui compte vraiment pour la compréhension. Les trois autres le servent.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question n'a pas de réponse simple : aucun mot ne le dit, c'est le temps du verbe. C'est exactement pourquoi ce temps est difficile à 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Dessiner une ligne du temps au tableau avec deux points : c'est plus efficace que n'importe quelle explication verbale.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Rassurer le groupe : c'est le temps composé le moins coûteux à apprendre, puisque tout est déjà connu.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cartes, à copier. Ce sont des indices d'écoute : l'élève n'a pas à analyser le verbe s'il a entendu l'un de ces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Tous prennent avoir. Prévoir une question sur le participe accordé : ici il n'y en a aucun, et le dire évite qu'on en invente.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deux phrases lues à voix haute, deux fois chacune, sans dire laquelle est laquelle. Le groupe doit les distinguer à l'oreille avant de les analyser.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compréhension pure, sans conjugaison. C'est celui qui compte pour l'écoute : le faire lentement, en dessinant chaque fois la ligne du temps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C'est le temps qu'on retrouve dans le compte rendu oral de E1, dès qu'un élève raconte ce qu'il avait fait avant d'écouter la chronique.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plus-que-parfait : ce qui s'était passé avant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Ils avaient jeté l'appareil avant de nous appeler. » D'abord jeter, ensuite appeler - et pourtant c'est appeler qui porte le récit. Un seul auxiliaire change tout l'ordre des événements.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un sujet dans les médias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plus-que-parfait à l'oral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le former avec avoir ou être à l'imparfait et un participe passé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mots qui l'annoncent : déjà, avant, la veille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rétablir l'ordre réel des événements dans un récit.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est arrivé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Ils avaient jeté l'appareil avant de nous appeler.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Jeter ou appeler : lequel vient d'abord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Ils l'avaient remplacé, ils avaient payé deux fois.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mot, dans la phrase, dit que c'était déjà fait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temps, deux moments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S'EST PASSÉ QUAND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Ils ont appelé l'Office.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l'action que le récit raconte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Ils avaient jeté l'appareil.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 l'appel, et déjà terminé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Elle était partie avant l'audience.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 l'audience, et déjà terminé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Elle est partie après l'audience.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après, dans la suite du récit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plus-que-parfait recule d'un cran : il dit ce qui était déjà fait au moment raconté.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COMMENT IL SE 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ou être à l'imparfait, plus le participe passé.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J'avais compris. Elle était partie. Nous avions écrit. L'auxiliaire ne change jamais de camp : si tu dis « je suis parti », tu diras « j'étais parti » ; si tu dis « j'ai écrit », tu diras « j'avais écrit ». Il n'y a donc rien de nouveau à apprendre, sinon l'imparfait de deux verbes.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MOTS QUI L'ANNONCENT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Dès que tu les entends, attends-toi au plus-que-parfait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déjà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ils avaient déjà payé » : l'action est terminée avant le récit.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avant, avant 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avant de nous appeler » : ce qui précède est au plus-que-parfait.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veille, l'année d'avant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repère de temps qui recule d'un cran.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jusque-là, auparavant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 écrits, très fréquents dans les entrevues et les documentaires.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plus-que-parfait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entre parenthèses recule d'un cran.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Ils l'ont remplacé parce qu'ils ... (renoncer) à se plaindre.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téléphoné à l'Office, mais elle ... (jeter) l'appareil la veille.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commerçant a rappelé six jours après qu'il ... (recevoir) la lettre.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Nadège ne savait pas ce que Raphaël lui ... (expliquer) le matin même.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gagné son point parce qu'elle ... (garder) toutes ses preuves.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Ils ont payé deux fois : ils ... (acheter) un appareil neuf avant d'appeler.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plus-que-parfait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Ils l'ont remplacé parce qu'ils ... (renoncer) à se plaindre.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avaient renoncé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téléphoné à l'Office, mais elle ... (jeter) l'appareil la veille.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avait jeté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commerçant a rappelé six jours après qu'il ... (recevoir) la lettre.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avait reçu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Nadège ne savait pas ce que Raphaël lui ... (expliquer) le matin même.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avait expliqué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gagné son point parce qu'elle ... (garder) toutes ses preuves.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avait gardé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Ils ont payé deux fois : ils ... (acheter) un appareil neuf avant d'appeler.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avaient acheté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ENTENDRE UN PASSÉ COMPOSÉ À LA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a payé la facture avant de nous appeler.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avait payé la facture avant de nous appeler.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phrases ne diffèrent que par deux syllabes, et pourtant l'ordre des événements n'est pas le même. Le plus-que-parfait n'ajoute aucun mot : il change seulement l'auxiliaire de temps. C'est ce qui le rend si difficile à entendre - et c'est pourquoi les mots comme « déjà » ou « avant » sont plus utiles que le verbe lui-même.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est arrivé en premier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quelle action précède l'autre.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Ils avaient jeté l'appareil avant de nous appeler.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commerçant a rappelé six jours après avoir reçu la lettre.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Quand les chercheurs ont publié, l'entente avait fini depuis longtemps.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232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291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931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786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 a gardé la facture, puis elle a écrit sa lettre.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288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347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987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842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technicien est reparti : la pièce n'était pas encore arrivée.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est arrivé en premier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Ils avaient jeté l'appareil avant de nous appeler.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jeter, puis appeler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commerçant a rappelé six jours après avoir reçu la lettre.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recevoir, puis rappeler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Quand les chercheurs ont publié, l'entente avait fini depuis longtemps.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l'entente finit, puis la publication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232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291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931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786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 a gardé la facture, puis elle a écrit sa lettre.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garder, puis écrire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288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347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987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842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technicien est reparti : la pièce n'était pas encore arrivée.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la pièce n'arrive pas, puis il repart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phrase avec « avant de » et un plus-que-parfait.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Sur ta propre semaine, si tu veux.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Par exemple : « J'avais déjà mangé avant de partir.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un sujet dans les médias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