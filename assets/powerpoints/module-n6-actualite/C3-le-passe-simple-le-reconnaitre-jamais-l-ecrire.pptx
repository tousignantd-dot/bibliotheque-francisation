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séance du Défi 2. Dire d'entrée de jeu ce que le programme demande : reconnaître, et rien de plus. Aucun élève n'aura jamais à écrire un passé simple. Le dire enlève la moitié de l'angoisse.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Objectifs volontairement modestes et entièrement passifs. Ne rien demander de plus, même aux élèves rapides : leur donner plutôt d'autres verbes à reconnaître.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a une seule réponse : personne. Le faire dire par le groupe plutôt que par soi. Ce temps existe uniquement à l'écrit et dans les récits lus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fois. À la deuxième écoute, demander de lever la main chaque fois qu'un verbe sonne étrange : le groupe repère les six sans connaître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donner d'autre tableau de conjugaison : les six formes de l'extrait suffisent, et le programme n'en demande pas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geste de traduction mentale est la seule stratégie à installer. Le faire pratiquer à voix haute sur les six verbes de l'extrait.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traduire à l'oral avant d'afficher. Le quatrième est le plus difficile : « fut connue » est un passif, et il faut garder le participe accordé au féminin.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l'indice dans la phrase fautive : la date de 1924 rend le futur impossible. C'est un raisonnement, pas une reconnaissance de forme, et c'est ce qu'on veut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importe pour E2 : un élève qui voudrait « faire sérieux » dans sa lettre pourrait être tenté. Le prévenir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Un billet très court : la séance est dense et le groupe est fatigué. La réponse attendue tient en six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passé simple : le reconnaître, jamais l'écrire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Ils se réunirent. L'entente dura seize ans. » C'est le temps des documentaires et des livres d'histoire. Personne, au Québec, ne le parle - et tout le monde le 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verbe au passé simple à la troisième personne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lui donner son équivalent au passé composé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identifier les trois terminaisons les plus fréquentes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par cœur il fut, il eut et ils firent.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verbes, tu les as déjà entendus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Les fabricants se réunirent à Genève.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L'entente dura seize ans.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ne fut connue que bien plus tard.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quelqu'un parle comme ça, autour de toi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DOCUMENTAIRE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temps des choses, extrait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phrases, six verbes au passé simple. Écoutez d'abord.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99720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NARRATRICE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9890" y="2322576"/>
            <a:ext cx="814623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mille neuf cent vingt-quatre, les fabricants d'ampoules se réunirent à Genève et fixèrent ensemble une durée de vie maximale de mille heures.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19972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NARRATRICE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9890" y="3747515"/>
            <a:ext cx="81462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L'entente dura seize 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99720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NARRATRICE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9890" y="4496816"/>
            <a:ext cx="814623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ne fut connue du public que bien plus tard, quand des chercheurs retrouvèrent les documents dans des archives d'entreprise.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familles à repérer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TERMINAISON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VERBES CONCERNÉS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-a, ils -èrent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verbes en -er : il fixa, ils fixèrent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-it, ils -irent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verbes en -ir : il finit, ils finirent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-ut, ils -urent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quelques verbes courants : il fut, ils furent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seulement à connaître par cœur : il fut (a été), il eut (a eu), ils firent (ont fait).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RECONNAÎTRE, PAS EMPLOYER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n'auras jamais à écrire un passé simple. Tu auras souvent à en lire 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vit dans les documentaires, les romans et les livres d'histoire. Jamais dans une conversation, jamais dans une lettre, jamais dans un courriel. Quand tu en rencontres un, traduis-le mentalement en passé composé et continue : ils se réunirent, donc ils se sont réunis.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 on le dirait en parlant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l'équivalent au passé composé.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fabricants se réunirent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fixèrent une durée maximale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l'entente dura seize 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ne fut connue que plus tard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chercheurs retrouvèrent les documents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public eut la preuve sous les yeux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 on le dirait en parlant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fabricants se réunirent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fabricants se sont réunis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fixèrent une durée maximale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ils ont fixé une durée maximale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l'entente dura seize ans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l'entente a duré seize 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ne fut connue que plus tard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n'a été connue que plus tard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chercheurs retrouvèrent les documents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chercheurs ont retrouvé les documents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public eut la preuve sous les yeux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public a eu la preuve sous les yeux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CONFONDRE IL FIXA ET IL FIXERA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mille neuf cent vingt-quatre, ils fixeront une durée maximale.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mille neuf cent vingt-quatre, ils fixèrent une durée maximale.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l'oreille, un passé simple en -a ressemble à un futur, et « ils durent » du verbe durer ressemble à « ils durent » du verbe devoir. Le contexte tranche toujours : dans un documentaire qui raconte une date passée, c'est du passé simple. Une date au début de la phrase est le meilleur indice.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OÙ TU LE RENCONTRERAS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où tu ne le rencontreras jamais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Dans un documentaire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voix hors champ raconte au passé simple, presque toujours.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Dans un roman, un livre d'histoire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temps du récit écrit, depuis des siècles.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Jamais dans une 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ne dit « je mangeai ». Ni ici, ni ailleurs.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Jamais dans une lettre ou un courriel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au courrier des lecteurs : on y écrit au passé composé.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Traduis en français parlé : « L'entente dura seize ans.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avec le passé composé.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dis dans quel genre de texte tu as vu ce temps.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