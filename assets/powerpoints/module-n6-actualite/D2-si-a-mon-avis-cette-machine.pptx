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3, et dernière séance de grammaire du module. Tout ce qui s'y fait sert directement au courriel de E2 : le dire au début, ça change l'attention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une correction, pas une acquisition : la faute est déjà installée chez presque tout le monde. La nommer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a une réponse claire : la version avec « si ». Toutes les lettres d'opinion en sont pleines, et c'est exactement pour cette 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la note en gros au tableau et l'y laisser toute la séance. La règle est simple ; c'est l'automatisme qui est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groupe qui vient d'apprendre l'interdiction du futur après « si » va la surappliquer ici. L'annoncer avant que ça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est le piège de l'interrogation indirecte. Le laisser tomber sans prévenir : l'erreur du groupe rend la règle mémorable.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dans les deux lettres de D1 lequel chacune emploie : Provencher « à mon avis », Berthiaume « pour ma part ». Ce n'est pas un hasard.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et le sixième emploient tous deux « selon », mais l'un rapporte un organisme et l'autre soi-même. Faire remarquer la nuance : elle décide de qui s'engage.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troisième procédé - la nominalisation - est le plus difficile et le plus utile à l'écrit. Y consacrer le temps qui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2, 3 et 4 sont des nominalisations. Les faire construire à voix haute à partir du verbe : refuser donne refus, demander donne demande, venir donne visite. Le dernier surprend : ce n'est pas « venue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 billet est la vraie première ligne du courriel de E2 : le ramasser, le corriger et le rendre en E1. Le module se referme sur ces phrases-là.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Si, à mon avis, cette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outils, et une seule fin : écrire une opinion qui se discute. Poser une hypothèse plutôt qu'accuser, annoncer son avis comme un avis, et ne pas répéter trois fois le même 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hypothèse réaliste avec « si » et le présent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jamais mettre de futur après « si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 avis avec à mon avis, pour ma part, selon moi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 mot sans le répéter, par un synonyme ou un nom.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« si » plutôt qu'une accusation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Si les gens savaient que ça marche, ils écriraient.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cette phrase accuse quelqu'un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la dirait-on en accusant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versions ferait publier la lettre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L'hypothèse en « si » : trois suites possibles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« SI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L'AUTRE PARTIE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si + présent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présent : si tu gardes ta facture, tu as une preuve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si + présent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futur : si le marchand refuse, vous écrirez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si + présent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impératif : si ça ne bouge pas, écrivez-lui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si + passé composé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présent : si vous avez gardé la facture, vous pouvez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Jamais de futur après « si ». C'est la faute la plus fréquente, et elle s'entend tout de 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« SI » N'EST PAS TOUJOURS UNE CONDITION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demande à Nadège si le marchand a rappelé.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Ici, « si » ne pose aucune hypothèse : il rapporte une question. C'est une interrogation indirecte, et le verbe suit le temps du récit, sans aucune restriction. Le repère : s'il y a un verbe de parole ou de pensée avant - demander, savoir, se demander - il ne s'agit pas d'une condition.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une condition avec « si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: le verbe à trouver n'est pas toujours celui qui suit « si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le marchand ... (refuser), vous écrirez une mise en demeure.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les gens savaient que ça marche, ils ... (écrire) plus souvent.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vous ... (garder) votre facture, vous pouvez réclamer aujourd'hui.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ça ne bouge pas, ... (écrire) une mise en demeure.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l'appareil ... (avoir) trois ans, la garantie légale court encore.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m'a demandé si le commerçant ... (rappeler) depuis.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une condition avec « si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le marchand ... (refuser), vous écrirez une mise en demeure.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refuse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les gens savaient que ça marche, ils ... (écrire) plus souvent.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écriraient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vous ... (garder) votre facture, vous pouvez réclamer aujourd'hui.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avez gardé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ça ne bouge pas, ... (écrire) une mise en demeure.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écrivez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l'appareil ... (avoir) trois ans, la garantie légale court encore.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m'a demandé si le commerçant ... (rappeler) depuis.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avait rappelé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Annoncer que ce qui suit est un avis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CONNECTEUR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à mon avis, selon moi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plus courants, en tête de phrase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pour ma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annonce souvent un désaccord poli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personnellement, à mon sens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insiste sur la personne qui parle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selon, d'après + un nom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rapporte l'avis d'un autre, sans s'engager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paraît-il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prend ses distances : on me l'a dit, je n'en réponds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seul suffit. Ne pas les empiler : « à mon avis, je pense personnellement que » se lit 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connecteur de point de vue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ne sert qu'une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 , on demande beaucoup trop aux consommateurs.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 , je ne partage pas l'avis exprimé la semaine dernière.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 le Service de sécurité incendie, le feu serait parti du sous-sol.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L'appareil était irréparable, ...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 , je trouve que trois ans, c'est court pour une laveuse.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 moi, la vraie question est celle des pièces de rechange.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connecteur de point de vue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 , on demande beaucoup trop aux consommateurs.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à mon avis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 , je ne partage pas l'avis exprimé la semaine dernière.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pour ma part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 le Service de sécurité incendie, le feu serait parti du sous-sol.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selon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L'appareil était irréparable, ... 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paraît-il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 , je trouve que trois ans, c'est court pour une laveuse.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personnellement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... moi, la vraie question est celle des pièces de rechange.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selon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Reprendre un mot sans le redire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PROCÉDÉ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synonyme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laveuse, l'appareil, la machine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terme plus général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laveuse, une sécheuse, ces électroménagers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nom tiré du verbe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marchand a refusé, devant ce refus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démonstratif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écrit une lettre. Cette lettre est restée sans réponse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piège : réparer et remplacer ne sont pas synonymes, et c'est toute la question du module.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pas répéter le même mot trois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 laveuse a brisé. Cette ... avait trois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marchand a refusé. Devant ce ... , j'ai écrit à l'Office.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demandé une réparation. Ma ... est restée sans réponse.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technicien est venu deux fois. Cette ... n'a rien réglé.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feu a détruit deux logements. Cet ... a fait six sinistrés.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choisi d'écrire. Elle a ... pour la lettre plutôt que le téléphone.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pas répéter le même mot trois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 laveuse a brisé. Cette ... avait trois ans.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machine, ou appareil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marchand a refusé. Devant ce ... , j'ai écrit à l'Office.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refus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demandé une réparation. Ma ... est restée sans réponse.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demande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technicien est venu deux fois. Cette ... n'a rien réglé.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visite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feu a détruit deux logements. Cet ... a fait six sinistrés.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incendie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choisi d'écrire. Elle a ... pour la lettre plutôt que le téléphone.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opté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première phrase de ta lettre au Courrier de la Batture.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formule d'appel, puis 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ce que la chronique disait, pas par ton avis.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