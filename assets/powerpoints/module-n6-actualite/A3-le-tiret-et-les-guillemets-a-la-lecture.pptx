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Troisième séance du bloc A. Ouvrir avec deux ou trois mots ramassés dans les billets de A2 : cinq minutes, puis on entre dans la ponctuation. Apporter un vrai journal si possible ; la page des lettres montre les deux signes en une seule vue.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emplois seulement. Ne pas ajouter la parenthèse ni la virgule d'apposition aujourd'hui : le groupe les confondrait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quatre phrases au tableau avec leur ponctuation réelle. Demander pour chacune : est-ce que le signe ajoute un mot ? Non. Alors qu'est-ce qu'il ajoute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faire le test du troisième cas à voix haute : on lit la phrase en sautant le passage encadré, et elle tient debout. C'est le seul test 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second emploi est le plus utile du module : il revient dans le fait divers du bloc D et dans le courrier des lecteurs.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Demander au groupe comment on rend ce sens à l'oral : le ton, une pause, ou la formule « soi-disant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répondre à l'oral, sans écrire, puis afficher. Le troisième est le seul qui résiste : rappeler le test de la phrase qui tient debout sans le passage encadré.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la version fautive à voix haute par un volontaire : l'impossibilité s'entend tout de suite, et personne n'oublie.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À copier dans le cahier. Ces quatre réflexes servent dès le bloc B, où la chronique est transcrite avec des tirets de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Les meilleures réponses viennent souvent d'une situation vécue au travail ou dans un commerce ; les garder pour le bloc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A3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tiret et les guillemets, à la lecture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signes reviennent à chaque page d'un journal. Ils ne servent pas à décorer : ils disent qui parle, ce qui est une précision, et quels mots ne sont pas ceux de l'auteur.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Suivre un sujet dans les médias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 tiret qui ouvre une énumération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 tiret qui marque un changement de locuteur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deux tirets qui encadrent une précision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7782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8605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des guillemets qui citent de guillemets qui prennent leurs distances.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ce signe change à la phrase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mot important - raisonnable - n'est pas défini par un chiffre.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Trois étapes - le marchand, la lettre, le tribunal.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- Et si le marchand refuse ?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Sa laveuse était irréparable, paraît-il. 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tiret : trois emplois, trois lectures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862072"/>
          </a:xfrm>
          <a:prstGeom prst="roundRect">
            <a:avLst>
              <a:gd name="adj" fmla="val 511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L'EMPLOI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ouvre une énumération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Trois étapes - le marchand, la lettre, le tribunal.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marque qui parle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- Et si le marchand refuse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Deux tirets encadrent une précision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durée raisonnable - celle de la loi - dépend du prix.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910328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5166360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Dans le troisième cas, la phrase reste complète si on enlève ce qui est entre les deux tirets.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guillemets : deux emplois très différents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020824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L'EMPLOI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Ils citent les mots exacts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a répondu : « Je vous rappelle jeudi. 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Ils prennent une distance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lui a dit que l'appareil était « fini ».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06908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69264" y="432511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Dans le second cas, les guillemets veulent dire : ce mot-là, je ne le prends pas à mon compte.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UN SIGNE QUI NE S'ENTEND PAS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guillemets autour d'un seul mot ne citent personne : ils prennent leurs distances.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Quand un journal écrit que l'appareil était « irréparable », il n'affirme pas qu'il l'était : il rapporte le mot de quelqu'un d'autre et il s'en écarte. À l'oral, personne n'entend ces guillemets. C'est une des raisons pour lesquelles un texte lu et un texte entendu ne disent pas tout à fait la même chose.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RECONNAISSANCE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emploi reconnais-tu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Nommez l'emploi de chaque signe.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Trois étapes - le marchand, la lettre, le tribunal.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- Et si le marchand refuse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968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608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durée raisonnable - celle de la loi - dépend du prix payé.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a répondu : « Je vous rappelle jeudi.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On lui a dit que l'appareil était « fini 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emploi reconnais-tu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Trois étapes - le marchand, la lettre, le tribunal.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un tiret qui ouvre une énumération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- Et si le marchand refuse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un tiret qui marque un changement de locuteur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968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608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durée raisonnable - celle de la loi - dépend du prix payé.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deux tirets qui encadrent une précision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a répondu : « Je vous rappelle jeudi. »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des guillemets qui citent les mots exacts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On lui a dit que l'appareil était « fini ».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des guillemets qui mettent un mot à distance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PRENDRE UNE PRÉCISION POUR LA SUITE DE LA PHRASE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durée raisonnable celle de la loi dépend du prix payé.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durée raisonnable - celle de la loi - dépend du prix payé.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Sans les deux tirets, la phrase devient illisible : on cherche un verbe pour « celle de la loi » et on ne le trouve pas. Les tirets ne sont pas un ornement, ils remplacent une pause de la voix. En lecture rapide, beaucoup d'élèves les sautent et perdent la phrase entière.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LIRE UNE PAGE DE JOURNAL SANS SE PERDRE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réflexes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Un tiret en début de ligne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quelqu'un parle. Cherche qui, dans les lignes d'avant.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Deux tirets dans la phrase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saute ce qu'ils encadrent, lis la phrase, puis reviens.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Des guillemets longs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sont les mots exacts d'une personne, pas ceux du journal.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Des guillemets sur un mot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journal se met à distance de ce mot-là.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Dans quel cas emploierais-tu des guillemets pour prendre tes distances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mot qu'on t'a dit et que tu ne reprends pas à ton compte.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suffit ; l'exemple peut venir de ta vie.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Suivre un sujet dans les médias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