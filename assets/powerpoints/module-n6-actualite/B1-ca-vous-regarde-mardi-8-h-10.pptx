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Annoncer la méthode des trois écoutes et l'afficher : première écoute sans arrêter, pour le sujet ; deuxième pour les chiffres ; troisième pour l'ordre des étapes. Elle sert aux trois défis.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a une valeur qui dépasse le cours : plusieurs élèves ont déjà jeté un appareil réparable. Le dire sans dramatiser.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prépare toute la séance : le groupe donnera des chiffres très différents. C'est précisément ce que veut dire « durée raisonnable » : personne n'a le même chiffre, et la loi non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diapositive masquée. Après l'écoute, une seule question : de quoi ça parle ? Ne rien demander de plus à la première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Ça dépend, et c'est voulu » : la faire répéter. Beaucoup d'élèves cherchent un nombre d'années et se découragent de ne pas le trouver. L'absence de chiffre est une protection, pas un flou.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conseil final est le plus applicable de tout le module. Proposer au groupe de le faire séance tenante avec une facture qu'ils ont sur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un fait vérifié auprès de l'Office de la protection du consommateur, pas un élément du scénario. Le distinguer clairement : un élève doit savoir ce qu'il peut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mots, avec l'article. « Une mise en demeure » fait peur : dire tout de suite que c'est une lettre ordinaire, pas un document d'avocat.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phrase entendue. Les deux premières sont les plus utiles hors du cours ; y revenir.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Autoriser franchement les arrêts et les retours : c'est la consigne de la deuxième écoute, pas une triche. Faire écrire les nombres en lettres, c'est aussi de l'orthographe.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: les réponses donnent en B2 une série de cas réels, bien meilleurs que des exemples inventés.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Ça vous regarde, mardi 8 h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Claudine Rousseau explique en huit minutes ce que la plupart des gens ignorent toute leur vie : quand la garantie du fabricant est finie, il en reste une autre, et personne ne te la vend.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un sujet dans les médias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 sujet d'une chronique pratique dès la première écoute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qu'est la garantie légale et à quel moment elle s'applique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les chiffres exacts à la deuxième écoute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cinq mots de la garantie et des recours.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Qu'est-ce que tu fais quand un appareil brise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déjà rapporté un appareil brisé au magasin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t'a répondu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Gardes-tu tes factures, et où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une laveuse devrait-elle durer, selon toi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CHRONIQUE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vous en reste une autre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Première écoute : ne rien noter, seulement écouter.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40966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THÉO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3655" y="2322576"/>
            <a:ext cx="8502472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Huit heures dix, c'est l'heure de Ça vous regarde. Claudine Rousseau, bonjour. Ce matin, vous voulez parler des appareils qui brisent trop vite.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1182623"/>
          </a:xfrm>
          <a:prstGeom prst="roundRect">
            <a:avLst>
              <a:gd name="adj" fmla="val 1237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640966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3655" y="3303016"/>
            <a:ext cx="8502472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Bonjour Théo. Je veux surtout parler de ce que les gens ignorent : au Québec, quand la garantie du fabricant est expirée, il vous en reste une autre. Et celle-là, personne ne vous la vend, parce qu'elle est déjà dans la loi.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0334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567935"/>
            <a:ext cx="1640966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THÉO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3655" y="4567935"/>
            <a:ext cx="8502472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parlez de la garantie légale.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640966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3655" y="5263895"/>
            <a:ext cx="8502472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Exactement. La loi dit qu'un bien doit servir à l'usage normal auquel il est destiné, et qu'il doit y servir pendant une durée raisonnable.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CHRONIQUE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Raisonnable, ça veut dire combien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3655" y="1901952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Raisonnable, ça veut dire combien de temps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3655" y="2651252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dépend, et c'est voulu. On regarde le prix payé, ce qui était écrit au contrat, et les conditions d'utilisation.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4096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3655" y="3738371"/>
            <a:ext cx="850247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laveuse à quatre cents dollars et une laveuse à quinze cents dollars n'ont pas la même durée raisonnable, même si elles lavent le même linge.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3655" y="5163312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Donnez-nous un cas concret, parce que je sens que les gens ne le croient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CHRONIQUE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Gardez vos factures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40966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3655" y="1901952"/>
            <a:ext cx="8502472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Prenons une laveuse de sept cent quatre-vingts dollars qui cesse de vidanger après trois ans. Le marchand vous dira que la garantie d'un an est finie.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5562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220212"/>
            <a:ext cx="1640966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3655" y="3220212"/>
            <a:ext cx="8502472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a raison sur la garantie du fabricant. Mais la garantie légale, elle, court encore, et c'est au marchand ou au fabricant de réparer.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71619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236211"/>
            <a:ext cx="1640966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THÉO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3655" y="4236211"/>
            <a:ext cx="8502472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dernier conseil avant la pause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85359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49951"/>
            <a:ext cx="1640966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3655" y="4949951"/>
            <a:ext cx="8502472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Gardez vos factures. Une photo de la facture dans votre téléphone, le jour de l'achat, c'est trente secondes qui peuvent valoir plusieurs centaines de dollars.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GARANTIE QUE PERSONNE NE TE VEND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garantie légale existe même quand celle du fabricant est expirée.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est écrite dans la Loi sur la protection du consommateur, elle ne s'achète pas et elle ne se demande pas : elle est déjà là. Un bien doit servir à son usage normal pendant une durée raisonnable, compte tenu du prix payé, du contrat et des conditions d'utilisation.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la garantie et des recours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4612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garantie légale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2121408"/>
            <a:ext cx="680587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protection écrite dans la loi, qui existe même quand celle du fabricant est terminée.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24612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durée raisonnable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909620"/>
            <a:ext cx="680587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temps pendant lequel un objet devrait fonctionner, compte tenu de son prix.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24612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pièce de rechange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697833"/>
            <a:ext cx="680587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morceau qu'on commande pour remplacer celui qui a cassé.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24612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mise en demeure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4486046"/>
            <a:ext cx="680587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lettre où l'on raconte les faits, où l'on demande, et où l'on donne un délai.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24612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recours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5274259"/>
            <a:ext cx="680587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moyen prévu par la loi quand on n'obtient rien autrement.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chronique.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garantie légale s'achète en même temps que l'appareil.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loi fixe un nombre d'années précis pour la durée raisonnable.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payé compte dans l'appréciation de la durée raisonnable.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délai de dix jours est habituellement considéré comme raisonnable.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Aux petites créances, il faut être représenté par un avocat.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dernier conseil de la chroniqueuse porte sur les factures.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garantie légale s'achète en même temps que l'appareil.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est déjà dans la loi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loi fixe un nombre d'années précis pour la durée raisonnable.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et c'est voulu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payé compte dans l'appréciation de la durée raisonnable.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délai de dix jours est habituellement considéré comme raisonnable.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Aux petites créances, il faut être représenté par un avocat.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on se représente seul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dernier conseil de la chroniqueuse porte sur les factures.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RELEVÉ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Deuxième écoute : les chiffres exacts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 et complétez. Vous pouvez arrêter et revenir en arrière.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chronique passe à ... heures dix.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laveuse de l'exemple a coûté sept cent ... dollars.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cessé de vidanger après ... 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garantie du fabricant durait ... 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délai de ... jours est habituellement raisonnable.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petites créances acceptent une réclamation de ... mille dollars ou moins.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Deuxième écoute : les chiffres exacts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chronique passe à ... heures dix.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huit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laveuse de l'exemple a coûté sept cent ... dollars.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quatre-vingts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cessé de vidanger après ... ans.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trois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garantie du fabricant durait ... an.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délai de ... jours est habituellement raisonnable.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petites créances acceptent une réclamation de ... mille dollars ou moins.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quinze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 un appareil qui a brisé chez toi, et dis combien de temps il a duré.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appareil, un nombre d'années, c'est tout.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On s'en servira en B2 pour discuter de la durée raisonnable.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un sujet dans les médias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