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Rendre les billets de D2 corrigés : chacun a déjà sa première phrase. Annoncer les deux temps de la séance : le jeu de rôle avec l'assistant, puis l'enregistrement du compte rendu.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vient directement des attentes de fin de cours du niveau 6 : décrire les étapes d'une démarche administrative en donnant les détails nécessaires. Le dire au groupe, ça donne du poids.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deux dernières répliques par l'enseignante, à voix haute, en interrompant vraiment. Le groupe voit alors ce qu'on attend de lui, et ça détend l'atmosphère.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cas, dans l'activité interactive. Encourager les élèves qui ont raconté un cas réel au billet de C1 à le prendre à la place : le module l'accepte, et l'oral en est bien meilleur.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faire copier avant de commencer : l'élève coche au fur et à mesure, et il sait où il en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compétence la plus transférable de tout le module : elle sert au travail, à l'école des enfants et au comptoir d'un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exemples sont affichés dans l'activité, sous le jeu de rôle. Les faire répéter à voix haute avant de commencer : ce sont des phrases toutes faites, et à ce moment du module elles sont légitimes.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plan est affiché dans l'activité. Insister sur la note : personne n'est enregistré du premier coup, et l'élève choisit la prise qu'il envoie.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attendue chez la moitié du groupe, surtout chez ceux qui ont vécu la situation. Le nommer avant l'enregistrement fait gagner une prise à tout le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Enregistrement dans l'activité, avec une rétroaction de l'assistant avant l'envoi. La rétroaction n'est pas conservée ; seul l'enregistrement envoyé arrive à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Les objections restées sans réponse valent la peine d'être reprises en groupe au début de E2 : cinq minutes, et tout le monde y gagne une phrase pour sa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Explique la démarche à quelqu'un qui doute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Ton interlocuteur n'a rien écouté, il t'interrompt et il trouve que c'est trop compliqué. C'est la situation la plus ordinaire qui soit : expliquer quelque chose à quelqu'un qui n'y croit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une démarche en étapes à quelqu'un qui n'a rien entendu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les détails nécessaires : les chiffres, les délais, les noms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illustrer un point par un exemple annoncé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une objection sans rejeter la personne.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Quelqu'un de ton entourage a un appareil brisé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n'a pas écouté la chronique et il ne te croit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te dit : d'où tu tiens ça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te dit : c'est bien trop compliqué pour rien.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tu réponds, sans te fâcher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AU CHOIX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 celle que tu connais le mieux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laveuse de Nadège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780 $, elle a cessé de vidanger après trois ans et quatre mois.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trois étapes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commerçant, la mise en demeure avec dix jours, les petites créances.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pièce qui n'arrive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technicien est venu deux fois et attend une pièce depuis cinq semaines.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99204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De quoi il s'agit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chronique, mardi, à la radio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résumé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ou quatre phrases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Les étapes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dans l'ordre, sans en sauter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Un exemple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prenons une laveuse de 780 dollars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Une objection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y répondre sans rejeter la personne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8813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0938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Une hypothèse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0938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ça ne bouge pas, tu écris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4041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3212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Ton point de vue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53212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mon avis, trois ans, c'est court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RÉPONDRE À UNE OBJECTION SANS REJETER LA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Tu as raison que c'est du temps. Mais six jours, c'est ce que ça a pris à madame Berthiaume.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commence par accorder ce qui est vrai dans l'objection, puis on oppose un fait. C'est ce que fait Myriam Vaugeois en C1 : « c'est vrai que c'est long, je ne le nierai pas, mais beaucoup de dossiers se règlent avant l'audience ». Contredire d'un bloc ferme la discussion ; concéder d'abord la garde ouverte.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RÉEMPLOIE CE QUE TU VIENS D'APPRENDRE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structures, une par bloc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Ne répète pas, reprends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Tout le monde en a une, et personne ne le sait.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Place les étapes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D'abord tu retournes voir le marchand ; si ça ne bouge pas, tu écris.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Illustre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Prenons une laveuse de sept cent quatre-vingts dollars.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Dis ce qu'il faut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faut que tu gardes ta facture. 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Annonce ton avis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À mon avis, trois ans, ce n'est pas une durée raisonnable.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compte rendu oral,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quoi il s'agit, et d'où tu le sais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étapes, dans l'ordre, avec les chiffres et les délais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exemple, puis ton point de vue annoncé comme tel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Environ quatre-vingt-dix secondes en tout. On peut recommencer autant de fois qu'on veut.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DONNER SON AVIS DÈS LA PREMIÈRE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scandaleux, les appareils ne durent plus 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écouté une chronique sur la garantie légale mardi matin.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Celui qui t'écoute ne sait pas encore de quoi tu parles : une opinion livrée avant l'information le laisse sans prise, et il se braque. L'information d'abord, l'avis ensuite - c'est le conseil de Raphaël à Nadège, et c'est aussi le plan du courriel de la dernière séance.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Quatre-vingt-dix secondes, en trois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Enregistre-toi, écoute-toi, corrige, puis envoie.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d'envoyer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débit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objection t'a le plus fait hésiter, et qu'est-ce que tu as répondu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objection, une réponse.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tu n'as pas su quoi répondre, dis-le : c'est utile aussi.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