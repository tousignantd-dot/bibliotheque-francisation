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2. Le sujet est le même qu'au Défi 1, mais le genre a changé. Le demander au groupe avant l'écoute : qu'est-ce qui va être différent ? Les réponses préparent l'écoute mieux qu'une consigne.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contenu le plus dense du module. Ne pas le traiter comme du vocabulaire : c'est une distinction de raisonnement, et elle revient à l'écrit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dernières questions correspondent aux trois causes que Myriam Vaugeois va distinguer. Les poser d'avance rend son explication évidente : le groupe l'a déjà vécue, il lui manque les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plus-que-parfaits dans cette seule page : avaient renoncé, avaient jeté, avaient remplacé, avaient payé. Ne rien en dire aujourd'hui, mais les repérer soi-même : c'est la matière de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de Théo est la plus courte de l'entrevue, et c'est elle qui amène l'idée principale. Le faire remarquer maintenant : c'est le repère travaillé en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C'est vrai que c'est long, je ne le nierai pas » : une invitée qui concède gagne en crédibilité. Le montrer au groupe, ça servira au courrier des lecteurs du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classer dans ces trois cases les cas racontés par le groupe au déclencheur. L'exercice prend dix minutes et vaut toute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Fait vérifié, pas élément du scénario. Le distinguer clairement du reste : le nom de l'organisme et son rôle sont réels.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mots seulement, mais « obsolescence programmée » est long et difficile à prononcer. Le découper en syllabes au tableau et le faire répéter lentement, trois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cinquième est le plus mal réussi : « je ne le nierai pas » est compris à l'envers par la moitié du groupe. Le reprendre en le reformulant positivement.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Ces billets alimentent le jeu de rôle de E1 : chaque élève y arrive avec un cas réel, ce qui rend la discussion beaucoup plus vivante qu'avec le seul cas de Nadège.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Vingt minutes avec l'Office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entrevue n'explique pas : elle fait parler quelqu'un. Ce qu'on y apprend dépend autant des questions posées que des réponses données - et de ce que l'invitée choisit de ne pas dire.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un sujet dans les médias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entrevue longue sans perdre le fil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que dit l'animateur de ce que dit l'invitée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trois causes différentes qu'une même expression recouvre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quatre mots de l'enquête.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un appareil brise-t-il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t'a déjà dit qu'un appareil était « fait pour briser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toujours vrai, selon toi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As-tu déjà attendu une pièce de rechange ? Combien de temps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As-tu déjà renoncé à réparer parce que c'était trop cher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ENTREVUE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Ils avaient renoncé avant d'essayer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Première écoute,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7864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THÉO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1336" y="2322576"/>
            <a:ext cx="876479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Nous recevons Myriam Vaugeois, conseillère à l'Office de la protection du consommateur. Depuis mardi, notre boîte de courriels déborde.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1182623"/>
          </a:xfrm>
          <a:prstGeom prst="roundRect">
            <a:avLst>
              <a:gd name="adj" fmla="val 1237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378648" cy="908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MYRIAM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1336" y="3303016"/>
            <a:ext cx="8764790" cy="908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Ça ne me surprend pas. Chaque fois qu'une chronique parle de la garantie légale, nos lignes sonnent pendant trois jours. Les gens avaient renoncé avant même d'essayer.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403344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567935"/>
            <a:ext cx="1378648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THÉO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1336" y="4567935"/>
            <a:ext cx="8764790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Renoncé à quoi, exactement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99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63895"/>
            <a:ext cx="137864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MYRIAM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1336" y="5263895"/>
            <a:ext cx="876479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se plaindre. Beaucoup nous racontent qu'ils avaient jeté l'appareil avant de nous appeler. Ils l'avaient remplacé, ils avaient payé deux fois.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ENTREVUE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derrière le même mot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7864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1336" y="1901952"/>
            <a:ext cx="876479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Mille heures décidées d'avance. C'est de l'obsolescence programmée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7864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MYRIAM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1336" y="2651252"/>
            <a:ext cx="876479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C'en est l'exemple le plus ancien et le plus documenté. Mais je vous demande d'être prudent avec cette expression, parce qu'elle sert aujourd'hui à tout expliquer.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37864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MYRIAM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1336" y="4076191"/>
            <a:ext cx="876479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appareil peut briser parce qu'il a été mal conçu ; parce qu'aucune pièce de rechange n'est disponible ; ou parce que la réparation coûte plus cher qu'un appareil neuf.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3654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501132"/>
            <a:ext cx="137864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1336" y="5501132"/>
            <a:ext cx="876479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trois vous préoccupe le plus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ENTREVUE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Appelez avant de jeter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78648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MYRIAM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1336" y="1901952"/>
            <a:ext cx="8764790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deuxième. Il faut que les pièces existent et qu'on puisse les commander. Un appareil qu'on ne peut pas réparer est jetable, même s'il a été bien fait.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53360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17952"/>
            <a:ext cx="1378648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MYRIAM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1336" y="2917952"/>
            <a:ext cx="8764790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souhaite qu'ils appellent avant de jeter. Et qu'ils écrivent. Une mise en demeure écrite change complètement le ton d'une discussion, parce qu'elle laisse une trace.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71619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236211"/>
            <a:ext cx="1378648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THÉO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1336" y="4236211"/>
            <a:ext cx="8764790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entend souvent dire que les petites créances, c'est long.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85359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949951"/>
            <a:ext cx="1378648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MYRIAM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1336" y="4949951"/>
            <a:ext cx="8764790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vrai que c'est long. Je ne le nierai pas. Mais beaucoup de dossiers se règlent avant l'audience, dès que le commerçant reçoit l'avis.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causes derrière une seule expression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EXIGE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L'appareil est mal conçu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recours contre le fabricant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Il n'y a pas de pièce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les pièces existent et se commandent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Réparer coûte plus 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choix économique, pas un défaut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Madame Vaugeois se préoccupe surtout de la deuxième : un appareil irréparable est jetable, même bien fait.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QU'UN ORGANISME PUBLIC FAIT, ET NE FAIT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Nous ne prenons pas votre dossier en main : nous vous disons ce que vous pouvez faire.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L'Office informe, il ne représente personne et il ne poursuit personne à votre place. L'appel ne coûte rien, on y trouve les modèles de lettre, et on repart en sachant si on a un recours ou non. Pour beaucoup de gens, c'est justement ce qui manquait : savoir que quelque chose était possible.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l'enquête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99583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témoignage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2840" y="2121408"/>
            <a:ext cx="605616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récit de ce qu'une personne a vécu elle-même et qu'elle raconte publiquement.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99583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enquête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2840" y="3106674"/>
            <a:ext cx="605616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travail long qui cherche à établir ce qui s'est vraiment passé.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99583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l'obsolescence programmée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840" y="4091939"/>
            <a:ext cx="605616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de décider d'avance qu'un objet cessera de fonctionner.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99583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organisme public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840" y="5077205"/>
            <a:ext cx="605616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service payé par l'État, où l'on peut s'informer sans rien débourser.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l'entrevue.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Beaucoup de gens avaient jeté l'appareil avant d'appeler l'Office.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L'extrait du documentaire parle d'une entente sur les ampoules.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L'entente fixait une durée de vie maximale de dix mille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manque de pièces de rechange qui la préoccupe le plus.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nie que les petites créances soient longues.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L'Office prend le dossier de la personne en main à sa place.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Beaucoup de gens avaient jeté l'appareil avant d'appeler l'Office.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L'extrait du documentaire parle d'une entente sur les ampoules.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L'entente fixait une durée de vie maximale de dix mille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mille heures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manque de pièces de rechange qui la préoccupe le plus.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nie que les petites créances soient longues.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le reconnaît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L'Office prend le dossier de la personne en main à sa place.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informe seulement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Laquelle des trois causes as-tu déjà rencontrée toi-même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Mal conçu, pas de pièce, ou trop cher à réparer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avec l'appareil dont il s'agit.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un sujet dans les médias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