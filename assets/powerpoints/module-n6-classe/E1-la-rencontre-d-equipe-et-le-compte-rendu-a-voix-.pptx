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situation « Salle de classe » n'a aucune intention de production au programme : les deux tâches viennent des attentes de fin de cours du niveau 6, qui sont communes à toutes ses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plus difficile et le moins enseigné : arriver avec une proposition plutôt qu'avec une question ouverte.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pistes sont les deux causes réelles. Laisser le groupe les trouver : l'expérience est là, elle ne demande qu'à être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ce que l'assistant du module refuse explicitement d'accepter dans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cas du jeu de rôle du module. L'assistant joue un coéquipier de bonne foi qui ne propose jamais rien de lui-même : sans proposition, la rencontre tourne en rond.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la rencontre en vraies équipes après cette diapositive : quinze minutes, puis on passe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temps 2 est le seul où l'on nomme ses sources, et c'est ce que la grille regarde.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à voix haute avant de la classer. Ce sont exactement les tournures que l'élève réemploiera dans le jeu de rôle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dix minutes de répétition en équipe à la fin de la séance, avec un chronomètre par équipe. Le faire en classe : la plupart ne le feront pas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Faire dire quelques premières phrases à voix haute avant de sortir : entendre la sienne dans sa propre bouche change tout pour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rencontre d'équipe, et le compte rendu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D'abord se partager le travail — ce qui demande d'arriver avec une proposition. Ensuite dire à la classe ce qu'on a trouvé, en cinq minutes, sans lire sa feuille.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répartition du travail et la justifier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ce que l'autre vient de dire sans le répéter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fixer une date pour chaque partie, et la faire redire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 compte rendu en trois temps.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rencontre d'équipe qui ne décide rien : pourquoi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n'est arrivé avec une proposition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n'a donné de date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vous est déjà arrivé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fait avancer une rencontre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« Je propose que…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décision possible dès la première minute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« J'ai déjà lu…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la confiance, parce que c'est vérifiable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« Toi, tu prendrais…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part nommée, pas un vague partage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« D'ici vendredi 14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date, donc un engagement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« Donc, toi tu fais…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récapitulatif : plus personne n'a d'excuse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On se partage ça » ne décide rien, et « bientôt » n'est pas une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à choisir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Qui fait 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Onze jours, rien n'est partagé. Tu arrives avec une proposition.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partie manquante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jours, une partie n'est pas écrite, et ce n'est pas la tienne.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Les sources s'opposent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coéquipier veut n'en garder qu'une. Tu penses qu'il faut écrire les deux.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PART NOMMÉE, UNE DATE, UN RÉCAPITULATIF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Toi, tu prends la partie sur le traitement. Moi, la page de la ville. D'ici vendredi 14.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nom de partie, personne ne sait quoi faire. Sans date, personne ne sait quand. Sans récapitulatif, chacun se rappellera autre chose.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compte rendu,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sujet, et pourquoi l'équipe l'a choisi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les sources disent, en nommant chacune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l'équipe en conclut, annoncé comme un avis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90 secondes chacun pour préparer sa part ; cinq minutes par équipe en classe.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qui servent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 moment de la rencontre chaque phrase sert.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propose qu'on se partage comme ça.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déjà lu la page de la ville.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disais que la lettre ne compte pas ; moi, je ne le pense 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finis lundi, je relis tout mardi.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Envoie-les-moi avant vendredi.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Donc, toi tu fais le traitement, moi la ville.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qui servent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propose qu'on se partage comme ça.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début : la proposition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déjà lu la page de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dire ce qui est 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disais que la lettre ne compte pas ; moi, je ne le pense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reprendre sans répéter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tu finis lundi, je relis tout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poser une condition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Envoie-les-moi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demander une chose précise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Donc, toi tu fais le traitement, moi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 fin : le récapitulatif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EXPOSÉ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sa feuille pendant le compte rendu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répéter trois fois, chronomètre en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consigne dit « sans lire son texte », et un texte lu perd son auditoire à la deuxième phrase. La seule solution est la répétition : la première dure toujours huit minutes, la troisième tient dans cinq.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de ton compte rendu.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doit nommer le sujet et dire pourquoi vous l'avez choisi.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apprise par cœur : c'est celle qui rassure au moment de commencer.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