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méthode. Ce n'est pas du français, et c'est pourtant ce qui manque le plus : beaucoup d'adultes n'ont jamais eu à organiser trois semaines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point est celui qu'on entend le moins et qui se voit le plus à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personne ne prévoit de temps pour corriger et répéter. Noter les propositions au tableau et les comparer au tableau de la diapositive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un texte laid mais complet se corrige, un texte troué se réécrit.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`prEtapes` du module. Faire nommer, pour chaque moment, ce qui arrive si on le saute.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consigne du module exige d'ailleurs qu'on remette le plan avec le texte : ce n'est pas un caprice, c'est ce qui rend la correction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Proposer la relecture en classe, à la séance C5 ou E1, pour les équipes qui n'auront pas trouvé le temps de se voir en dehors.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`prImg` du module, projeté sans les photos : le module, lui, fait poser l'image sur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former les équipes juste après cet exercice : le groupe sait maintenant ce qu'il s'engage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et garder : ces billets servent de point de départ à la rencontre d'équipe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A4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six moments du travail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travail de recherche ne se fait pas d'un bloc. La semaine qui ne produit aucune page est celle qui décide de la 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moments d'un travail de recherche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se décide dans chacun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répartir trois semaines entre décider, écrire et corriger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travail d'équipe d'un travail simplement partagé.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Trois semaines : vous les partagez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jours pour chercher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pour écrire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le reste — il y a un reste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semaines, trois travaux différents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SEMAINE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DOIT ÊTRE FINI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Semaine 1 — décider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 approuvé et trois sources trouvées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Semaine 2 — écrire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plan, puis un texte complet même imparfait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Semaine 3 — finir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relecture à trois et l'exposé répété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première semaine ne produit aucune page. C'est elle qui décide de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moments, et ce qui s'y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1 · L'équipe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fait quoi. Le dire à voix haute et l'écrire.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2 · Le 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question précise, approuvée avant qu'on cherche.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3 · Les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genres différents, avec leur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4 · Le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L'ordre des idées, une par paragraphe.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5 · Le texte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phrases, la bibliographie, la relecture à voix haute.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6 · L'exposé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dira en cinq minutes, répété jusqu'à tenir.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PLAN VIENT AVANT LE TEXTE,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ne déplace pas un paragraphe déjà écrit sans le réécrire au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plan se corrige en deux traits de crayon. C'est la seule raison de l'écrire, et elle suffit.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se partager le travail en trois morceaux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chacun sa partie, puis relire à trois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textes collés bout à bout se reconnaissent à la première page : le ton change, les mots changent, et les mêmes choses sont dites deux fois. La relecture commune à voix haute prend une heure et fait disparaître les coutures.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voit à chaque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 DEVANT SOI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l'annonce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classe, une enseignante, une pile de feuilles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la consigne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feuille imprimée, quelques lignes soulignées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la bibliothèque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étagères, une table ronde, une chaise tirée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les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documents étalés côte à côte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feuille quadrillée, des ratures, des flèches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Chaque moment a son décor, et le décor aide à se rappeler l'ordre.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moment, ce qui s'y décide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le moment à la décision qui s'y prend.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formation de l'équipe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choix du sujet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recherche des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l'écriture du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rédaction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préparation de l'exposé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moment, ce qui s'y décide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formation de l'équipe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 travaille avec qui, et qui se charge de quoi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choix du sujet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question précise à laquelle on répond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recherche des sources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trois documents et leurs 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l'écriture du plan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l'ordre des idées, une par paragraphe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rédaction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phrases, la bibliographie, la relecture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préparation de l'exposé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qu'on dira en cinq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ce que ton équipe doit avoir fini vendredi prochain.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avec une date dedans.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Vendredi 7, notre sujet est approuvé.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