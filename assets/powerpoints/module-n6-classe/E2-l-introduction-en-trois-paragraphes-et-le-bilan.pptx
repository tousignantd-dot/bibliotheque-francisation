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La production écrite vient des attentes de fin de cours : « l'adulte rédige un court texte en organisant ses idées à l'aide de paragraphes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Prévoir quarante minutes d'écriture réelle. Le reste de la séance sert au modèle et au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seul paragraphe d'un travail qu'il vaut mieux rédiger en dernier. Presque personne ne le sait, et ça change la qualité des introductions du tout au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une introduction sans blancs à côté d'une introduction aérée : la différence se voit à trois mètres.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test est aussi ce qui permet de vérifier son propre texte sans personne pour le relire.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liste d'exigences du bloc écrit du module, dans le même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l'introduction juste après cet exercice, en équipe, sur papier. Quarante minutes, avec la grille de la séance B3 sur la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troisième lecture en classe, ici, avant que le module se termine. C'est le geste que le module veut installer, et il ne s'installe qu'en le faisant.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Terminer par l'écran d'autoévaluation du module, en classe : dix minutes, et chacun voit ce qu'il a gagné en trois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et lire quelques réponses à voix haute si le groupe le veut bien. C'est la dernière minute du module et elle mérite d'être tenue.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L'introduction en trois paragraphes,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début du texte que l'équipe remettra. Trois paragraphes, un blanc entre chacun, une idée par paragraphe — et les quatre points d'organisation sont gagnés.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introduction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 sujet comme une question, dès la première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ses trois sources avec leur genre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introduction annonce-t-elle ce qu'on va chercher, ou ce qu'on a trouvé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l'écrit-on, alors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le reste du texte, ou après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sujet, posé comme une question précise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trois sources, nommées, et ce que chacune apporte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texte va montrer, et dans quel ordre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blanc entre chacun. C'est le blanc, autant que le texte, qui se voit à la correction.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IDÉE PRINCIPALE PAR PARAGRAPHE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idées dans un même paragraphe, c'est un paragraphe de trop peu.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test : essayez de résumer votre paragraphe en une phrase. Si vous avez besoin de deux phrases, coupez-le en deux.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l'introduction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LE METTRE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la question de 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première phrase du premier paragraphe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les trois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deuxième paragraphe, avec leur genre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un connecteur d'exemple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n'importe où : par exemple, notamment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une reprise par un nom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deuxième ou troisième paragraphe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un « où » de temps ou de lieu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n'importe où, une fois suffit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éléments, et la ligne « organisation » de la grille est couverte.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phrases qui ouvrent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 paragraphe chaque phrase appartient.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a le droit d'aller dans le bac brun, et pourquoi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équipe a consulté trois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page de la ville explique la règle ; le bulletin raconte les débuts.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lectrice, elle, affirme le contraire.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montrerons d'abord la règle, puis ce qui s'est passé.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distribution avait eu lieu deux mois plus tôt.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phrases qui ouvrent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a le droit d'aller dans le bac brun, et pourquoi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premier : la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équipe a consulté trois documents.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deuxième : les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page de la ville explique la règle ; le bulletin raconte les débuts.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deuxième : ce que chacune apporte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lectrice, elle, affirme le contraire.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deuxième : la troisième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montrerons d'abord la règle, puis ce qui s'est passé.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troisième : l'ordre du texte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distribution avait eu lieu deux mois plus 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troisième : ce qu'on va montrer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remettre sans avoir relu la consigne une dernière fois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ressortir la feuille, la liste à la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consigne se lit trois fois : au début, avant d'écrire, et une dernière fois juste avant de remettre. Cette troisième lecture prend quatre minutes et rattrape chaque session ce qui aurait coûté des points — un document oublié, une date, une bibliographie sans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suis maintenant capable de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SAVOIR-FAIRE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JE L'AI TRAVAILLÉ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lire une consigne entière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1, B1 et B2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lire une grille d'avance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1, B3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suivre un texte suivi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2, C2 et C3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distinguer fait et avis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2, C1 et C2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rendre compte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lance, E1 et E2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chose que tu sais faire aujourd'hui et que tu ne savais pas faire il y a trois semaines.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à la première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n'est pas une note : c'est ce que tu emportes.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