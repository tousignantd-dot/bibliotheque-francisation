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séance qui porte l'unique intention de communication que le programme rattache à cette situation au niveau 6 : comprendre de l'information liée à un sujet de recherche. Elle commence par la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fait cliquer l'élève dans le texte ; en classe, on fait souligner sur la feuille. Le geste est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réponses sont bonnes, et ce sont les trois seules. Laisser chercher deux minutes avant de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compter les obligations à voix haute : le chiffre sept surprend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l'exercice sur la vraie feuille de consigne, crayon en main,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conseil le plus rentable de tout le module, et il ne demande aucune connaissance de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`t1cons` du module, du type `texte` : à l'écran, l'élève choisit une question puis clique le passage. En classe, il souligne sur sa feuille avec la même couleur.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 ces six questions au dos de la feuille de consigne. Elles servent pour tous les cours, et pour bien des papiers en dehors de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maintenant, et le redire à la séance E2 : c'est là que la troisième lecture doit avoir 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disent exactement où la classe achoppe, et ils orientent la révision de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dit la consigne, exactement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 et demie, sept obligations, et rien n'est dit deux fois. Une consigne ne se lit pas : elle se démonte, une ligne à la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consigne une ligne à la fois, un crayon à la main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verbes qui ordonnent et en faire une liste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le texte le passage qui répond à une question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les trois endroits qu'on saute toujours.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Où se cache l'information qu'on ne trouve jamais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un point-virgule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mot « et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dernière ligne de la page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consigne, paragraphe par paragraphe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VOUS OBLIGE À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former une équipe de trois, le 30 octobre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approuver le sujet, puis chercher trois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remettre un texte de deux pages ET le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dernier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présenter cinq minutes, et remettre avant le 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paragraphes, sept obligations. Aucune n'est répétée ailleurs.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CHAQUE VERBE QUI ORDONNE SE SOULIGNE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choisira · cherchera · remettra · présentera · sera organisé — cinq verbes, et votre plan de travail est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liste-là, personne ne vous demande de l'inventer : elle est déjà dans la consigne. Il suffit de la recopier dans l'ordre sur une feuille à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endroits qu'on saute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L'ENDROIT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 IL SE PERD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après un point-virgule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l'œil s'arrête au point et repart à la ligne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après le mot « et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deuxième moitié d'une longue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dernière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croit la page finie quand elle finit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Relire ces trois endroits avant de ranger la feuille : deux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question, dites où se trouve la réponse dans la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de personnes par équipe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faut-il faire avant le 3 novembre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de sources, et de quel genre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qu'il faut remettre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se passe-t-il après le 24 novembre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passage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de personnes par équipe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Les équipes sont de trois personnes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faut-il faire avant le 3 novembre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Le sujet devra être approuvé par l'enseignante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de sources, et de quel genre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au moins trois sources de genres différents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qu'il faut remettre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un texte de deux pages et le plan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se passe-t-il après le 24 novembre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Aucun travail ne sera reçu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SIX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poser à n'importe quelle consigne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Quoi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documents, sous quelle forme, quelle longueur.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Avec qui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6938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Seul, à deux, à trois — et qui forme les équipes.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Pour quand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6938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et ce qui arrive après cette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Dans quel ordre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68680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doit être fini avant que le reste commence.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Évalué comment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68680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barème, ligne par ligne.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Et si ça bloque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686808"/>
            <a:ext cx="2936138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la consigne prévoit : il y a presque toujours une phrase.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ranger la feuille une fois qu'on l'a 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ressortir avant d'écrire, et avant de remettre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consigne se lit trois fois : au début, avant d'écrire, et une dernière fois la feuille à la main juste avant de remettre. La troisième lecture prend quatre minutes et rattrape chaque session ce qui aurait coûté des 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 la phrase de la consigne que tu avais mal comprise.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écris, en dessous, ce qu'elle veut dire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tu n'en as aucune, écris celle qui te semble la plus facile à manquer.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