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séance qui porte l'unique intention de la situation : comprendre de l'information liée à un sujet de recherche. La ville, le bulletin et la lectrice sont inventés — le dire, pour qu'aucun élève ne cite ce document dans un vrai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fait cliquer dans le texte ; en classe, on surligne sur la feuille distribuée. Prévoir des surligneurs de deux couleurs.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en direct sur la feuille distribuée, montre en main : trente secondes, pas plus, puis demander ce qu'on sait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document lu obéit à la même règle que le texte à écrire — c'est le meilleur argument pour la ligne « organisation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les questions de la bibliothécaire, vues en C1 : les mêmes, dans le même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`t2src` du module, du type `texte` : à l'écran, l'élève arme une question puis clique le passage, et le lien se voit des deux côtés.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annonce C3, C4 et C5 : le dire, la suite du défi a alors un plan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ouvrir un carnet ou un fichier « sources » séance tenante, avec trois lignes par source : titre, qui publie,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Vérifier surtout les guillemets : c'est le geste, plus que la phrase choisie, qui doit être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dit la page de la 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paragraphes, une règle, une interdiction, une raison et un objectif. Trente secondes de repérage rendent la lecture deux fois plus rapide.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regarder un document avant de le lire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un texte le passage qui répond à une question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règle, la raison et l'objectif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ce qu'il faudra citer, avec sa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qu'on regarde avant de lire une page d'information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l'a publiée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quand elle date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des intertitres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paragraphe apporte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liste des matières acceptées et la fréquence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l'interdiction : aucun sac de plastique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raison : le méthane produit par l'enfouissement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quatrième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deux traitements : compostage, biométhanisation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cinquième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l'objectif du gouvernement, et depuis quand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idée par paragraphe : c'est ce que la grille demande à votre propre texte.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QUESTIONS, AVANT DE LIRE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 Qu'est-ce que cette personne veut ? De quand ça date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 de 2019 sur une collecte modifiée depuis dit des choses fausses sans mentir. La date décide de ce que vaut le reste.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question, surlignez dans la page le passage qui y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a le droit d'aller dans le bac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fréquence est-il ramassé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n'est jamais accepté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retire-t-on les matières organiques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fait-on de ce qui est ramassé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a le droit d'aller dans le bac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les restes de table, les résidus de jardin, le papier souillé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fréquence est-il ramassé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chaque semaine du printemps à l'automne, une semaine sur deux l'hiver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n'est jamais accepté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aucun sac de plastique, même vendu comme biodégradable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retire-t-on les matières organiques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elles se décomposent sans air et produisent du méthane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fait-on de ce qui est ramassé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deux traitements : le compostage et la biométhanisation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tient un texte suivi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pronoms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le, en, y : ils renvoient à ce qui vient d'être 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reprises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distribution, ce ramassage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connecteurs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exemple, c'est-à-dire, notamment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temps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plus-que-parfait recule d'un cran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sont les quatre savoirs de grammaire du texte du niveau 6, et les quatre séances qui suivent.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citer une page sans noter sa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 noter pendant la lecture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Retrouver trois jours plus tard la page d'où venait une phrase prend plus de temps que de l'avoir écrite sur le coup. Et la grille est formelle : une source citée sans date ne compte pas, donc ce sont quatre points qui partent avec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 une phrase de la page de la ville que ton équipe va citer.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Entre guillemets, avec la source et la date en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pas un paragraphe.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