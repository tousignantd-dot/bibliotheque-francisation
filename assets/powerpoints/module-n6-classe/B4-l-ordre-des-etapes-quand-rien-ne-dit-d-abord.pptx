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programme du niveau 6 nomme ce savoir précisément : comprendre l'ordre des étapes d'une consigne à partir d'indices linguistiques autres que les connecteurs de temps. Aucun autre niveau ne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D'abord », « ensuite », « enfin » ont été appris au niveau 3. Ce sont précisément ceux qui manquent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bonne moitié du groupe répond « choisir ». Laisser l'erreur s'installer avant de la défaire : c'est le meilleur moment d'apprentissage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les quatre dans la feuille de consigne du module : il y en a trois sur quatre.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Une seule inversion, dans une consigne, décale tout le reste — et coûte ici une semaine de recherche sur un sujet qui sera refusé.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cinquième ligne introduit la dernière idée de la séance : ce qui est écrit en dernier se fait presque toujours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par le groupe : « avec deux sources, on n'écrit pas encore le plan ». La reformulation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`t1ordre` du module. Faire récrire les deux premières phrases à l'endroit, par écrit : c'est le geste qu'on veut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 geste est simple et il se garde : les élèves le refont d'eux-mêmes sur les consignes des autres cours, d'après ce qu'ils rapportent.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L'ordre des étapes quand rien ne dit « d'abord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 mode d'emploi, tout est numéroté. Dans une consigne de travail, presque rien ne l'est : l'ordre se cache dans des mots de deux syllabes.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quatre indices qui rangent sans dire « d'abord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récrire une phrase à l'endroit quand elle inverse l'ordre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condition cachée dans « dès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interdiction déguisée en ordre positif.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Avant de choisir, lisez la liste au complet. » Que fait-on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verbe de la phrase, c'est « choisir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la première action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vérifier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indices qui rangent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fois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suit est fini avant que le reste commence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verbe écrit en premier vient en second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dès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ensuite, mais aussi : pas avant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sans avoir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interdiction déguisée en conseil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quatre-là couvrent presque toutes les consignes, à l'école comme au travail.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AVANT DE » INVERSE L'ORDRE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Avant de choisir, lisez la liste au complet » : on lit d'abord, on choisit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seul des quatre indices qui met l'action seconde en premier dans la phrase. Récrivez ces phrases à l'endroit sur votre feuille de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phrases, six ordres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DE LA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 EN PREMIER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sujet approuvé…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faire approuver le sujet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de choisir, lisez…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lire la 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que vous avez trois sources…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trouver la troisième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commencez pas sans avoir lu…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lire la grille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texte se terminera par…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rien encore : c'est la fin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cinquième ne contient aucun indice : c'est la place dans la page qui parle.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« dès que » comme un simple « ensuite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entendre aussi le « pas avant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Dès que vous avez trois sources, écrivez le plan » ne dit pas seulement dans quel ordre : il dit que deux sources ne suffisent pas. C'est une condition, pas un moment — et une équipe qui l'a lu comme un moment écrit son plan trop tôt.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vient avant 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dites ce que la consigne vous apprend sur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sujet approuvé, cherchez trois 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de choisir, lisez la liste au complet.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que vous avez trois sources, écrivez le plan.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commencez pas à écrire sans avoir lu la grille.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texte se terminera par une bibliographie.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présentera ensuite son compte rendu.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vient avant 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sujet approuvé, cherchez trois sources.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l'approbation d'abord ; la recherche pas avant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de choisir, lisez la liste au complet.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lecture d'abord, le choix ensuite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Dès que vous avez trois sources, écrivez le plan.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plan attend les trois sources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commencez pas à écrire sans avoir lu la grille.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grille avant la première phrase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texte se terminera par une bibliographie.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la dernière partie du document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présentera ensuite son compte rendu.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l'oral après la remise du 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Récris à l'endroit une phrase de la consigne qui inverse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ce qui se fait en premier.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Avant de choisir, lisez la liste » devient « Lisez la liste, puis choisissez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