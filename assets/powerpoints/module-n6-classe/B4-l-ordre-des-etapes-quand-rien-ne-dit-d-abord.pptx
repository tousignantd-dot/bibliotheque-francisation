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programme du niveau 6 nomme ce savoir précisément : comprendre l'ordre des étapes d'une consigne à partir d'indices linguistiques autres que les connecteurs de temps. Aucun autre niveau ne le demande.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D'abord », « ensuite », « enfin » ont été appris au niveau 3. Ce sont précisément ceux qui manquent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Une bonne moitié du groupe répond « choisir ». Laisser l'erreur s'installer avant de la défaire : c'est le meilleur moment d'apprentissage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chercher les quatre dans la feuille de consigne du module : il y en a trois sur quatre.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Une seule inversion, dans une consigne, décale tout le reste — et coûte ici une semaine de recherche sur un sujet qui sera refusé.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cinquième ligne introduit la dernière idée de la séance : ce qui est écrit en dernier se fait presque toujours en dernier.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reformuler par le groupe : « avec deux sources, on n'écrit pas encore le plan ». La reformulation vaut mieux que l'explication.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`t1ordre` du module. Faire récrire les deux premières phrases à l'endroit, par écrit : c'est le geste qu'on veut installer.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Le geste est simple et il se garde : les élèves le refont d'eux-mêmes sur les consignes des autres cours, d'après ce qu'ils rapportent.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B4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L'ordre des étapes quand rien ne dit « d'abord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Dans un mode d'emploi, tout est numéroté. Dans une consigne de travail, presque rien ne l'est : l'ordre se cache dans des mots de deux syllabes.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 travail de recherche en équipe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quatre indices qui rangent sans dire « d'abord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récrire une phrase à l'endroit quand elle inverse l'ordre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la condition cachée dans « dès que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traduire une interdiction déguisée en ordre positif.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« Avant de choisir, lisez la liste au complet. » Que fait-on en premier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premier verbe de la phrase, c'est « choisir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c'est la première action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le vérifier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indices qui rangent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L'INDICE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une fois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suit est fini avant que le reste commence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avant 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verbe écrit en premier vient en second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dès 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ensuite, mais aussi : pas avant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sans avoir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interdiction déguisée en conseil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Ces quatre-là couvrent presque toutes les consignes, à l'école comme au travail.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« AVANT DE » INVERSE L'ORDRE DE LECTURE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Avant de choisir, lisez la liste au complet » : on lit d'abord, on choisit ensuite.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le seul des quatre indices qui met l'action seconde en premier dans la phrase. Récrivez ces phrases à l'endroit sur votre feuille de plan.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phrases, six ordres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02280"/>
          </a:xfrm>
          <a:prstGeom prst="roundRect">
            <a:avLst>
              <a:gd name="adj" fmla="val 48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 DE LA CONSIGNE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FAIT EN PREMIER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fois le sujet approuvé…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faire approuver le sujet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401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86816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Avant de choisir, lisez…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86816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lire la liste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125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34060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Dès que vous avez trois sources…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34060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trouver la troisième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68503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813047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Ne commencez pas sans avoir lu…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813047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lire la grille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15747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285487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texte se terminera par…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285487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rien encore : c'est la fin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05053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30656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cinquième ne contient aucun indice : c'est la place dans la page qui parle.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lire « dès que » comme un simple « ensuite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entendre aussi le « pas avant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Dès que vous avez trois sources, écrivez le plan » ne dit pas seulement dans quel ordre : il dit que deux sources ne suffisent pas. C'est une condition, pas un moment — et une équipe qui l'a lu comme un moment écrit son plan trop tôt.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qui vient avant quoi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Pour chaque phrase, dites ce que la consigne vous apprend sur l'ordre.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fois le sujet approuvé, cherchez trois sources.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Avant de choisir, lisez la liste au complet.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Dès que vous avez trois sources, écrivez le plan.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Ne commencez pas à écrire sans avoir lu la grille.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texte se terminera par une bibliographie.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L'équipe présentera ensuite son compte rendu.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qui vient avant quoi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fois le sujet approuvé, cherchez trois sources.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l'approbation d'abord ; la recherche pas avant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Avant de choisir, lisez la liste au complet.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lecture d'abord, le choix ensuite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Dès que vous avez trois sources, écrivez le plan.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plan attend les trois sources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Ne commencez pas à écrire sans avoir lu la grille.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grille avant la première phrase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texte se terminera par une bibliographie.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c'est la dernière partie du document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L'équipe présentera ensuite son compte rendu.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l'oral après la remise du texte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Récris à l'endroit une phrase de la consigne qui inverse l'ordre.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Commence par ce qui se fait en premier.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« Avant de choisir, lisez la liste » devient « Lisez la liste, puis choisissez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Un travail de recherche en équipe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