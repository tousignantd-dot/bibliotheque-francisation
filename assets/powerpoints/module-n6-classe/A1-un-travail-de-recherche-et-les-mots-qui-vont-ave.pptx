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Ne pas annoncer le travail de recherche comme un examen : c'est une tâche qui s'apprend, et la moitié de la classe n'en a jamais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ne rattache qu'un seul point de lexique à cette situation : « vocabulaire lié aux sujets de recherche ». Les seize mots du module en sortent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la seule qui compte : elle amène l'idée de source. Laisser venir « je demanderais à quelqu'un » avant de parler de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Insister sur « compte rendu », que beaucoup confondent avec « résumé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transformer trois thèmes en questions, à l'oral,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laquelle des cinq obligations leur semble la plus difficile : la réponse dit beaucoup sur l'expérience scolaire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confusion est très fréquente et elle coûte cher. Le test de la dernière carte est le plus rapide à appliquer.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à l'oral d'abord, puis à l'écrit. C'est l'exercice `prVocab` du module, dans sa version projetée.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et lire rapidement : ceux qui écrivent encore un thème plutôt qu'une question se repèrent d'un coup d'œil, et on les reprend individuellement en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travail de recherche, et les mots qui vont avec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semaines, une équipe de trois, un texte et cinq minutes devant la classe. Avant de commencer, il faut savoir de quoi on parle.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cinq mots du travail de recherche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sujet de recherche d'un simple thème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attend d'un compte rendu et d'un exposé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qu'une échéance engage.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Qu'est-ce que vous savez déjà sur le compostage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un bac brun à la maison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le droit d'aller dedans, selon vous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feriez-vous pour en être sûr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mots du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43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travail de recherche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0283" y="2121408"/>
            <a:ext cx="67087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On cherche soi-même l'information, puis on rend compte de ce qu'on a trouvé.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43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sujet de recherche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283" y="2909620"/>
            <a:ext cx="67087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question précise sur laquelle l'équipe va chercher.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43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compte rendu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283" y="3697833"/>
            <a:ext cx="67087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rapporte : ce qui a été trouvé, dit ou décidé.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43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exposé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0283" y="4486046"/>
            <a:ext cx="67087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présentation orale devant un groupe, préparée et organisée.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432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échéance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0283" y="5274259"/>
            <a:ext cx="670872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date avant laquelle il faut remettre, et après laquelle on ne reçoit plus.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 SUJET DE RECHERCHE EST UNE QUESTION, PAS UN THÈME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bac brun » n'est pas un sujet. « Qu'est-ce qui a le droit d'aller dans le bac brun, et pourquoi ? » en est 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thème ne dit pas quand on a fini de chercher ; une question, oui. C'est la seule différence, et c'est celle qui décide de la longueur du travail.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chaque mot engage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VOUS OBLIGE À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 sujet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poser une question, et savoir quand on y a répondu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noter le titre, l'auteur et la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 compte rendu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d'où vient chaque chose que vous rapportez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 exposé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parler sans lire, donc répéter avant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échéance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remettre ce jour-là, quoi qu'il arrive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mots, cinq obligations. Aucune ne se rattrape la veille.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Compte rendu ou résumé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résumé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raccourcit un texte qui existe déjà. On n'y met rien de soi.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compte rendu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rapporte un travail : ce qu'on a cherché, trouvé, et ce qu'on en conclut.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Ce qui se passe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équipe qui fait un résumé au lieu d'un compte rendu perd les points de contenu.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votre texte pourrait être écrit par quelqu'un qui n'a rien cherché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mot à ce qu'il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travail de recherche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sujet de recherche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compte rendu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exposé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échéance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travail de recherche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cherche soi-même, puis on rend compte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sujet de recherche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question précise à laquelle on répond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compte rendu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qu'on rapporte d'un travail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exposé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présentation orale préparée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échéance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date après laquelle on ne reçoit plus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ton sujet de recherche sous la forme d'une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Qu'est-ce que… », « Pourquoi… » ou « Comment…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avec un point d'interrogation à la 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