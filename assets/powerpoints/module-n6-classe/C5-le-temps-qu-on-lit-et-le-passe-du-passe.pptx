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Les deux temps sont des savoirs de compréhension : le programme demande de les reconnaître, jamais de les produire. Le dire d'entrée de jeu soulage beaucoup de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n'aura à écrire un passé simple, ici ni ailleurs. Le répéter à la fin de la séance : c'est ce que les élèves retiennent le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l'a entendu à l'oral, et c'est la bonne réponse. Le rendre rassurant tout de suite : ce temps ne se produit pas, il se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formes de la dernière ligne suffisent à comprendre la moitié des textes historiques.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un paragraphe du bulletin municipal à voix haute, en traduisant au vol : l'exercice est plus facile qu'il n'en a l'air.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`t2ps` du module. Le faire à l'oral, en chaîne : chacun traduit une forme, sans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contraste imparfait / plus-que-parfait est le point le plus utile de la deuxième moitié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tracer la ligne de temps au tableau : deux points, une flèche. Trente secondes, et c'est la vérification la moins chère de tout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`t2avant` du module. Terminer sur la première phrase : les gens ont eu un bac vide pendant deux mois, et c'est ce détail-là qui fait un bon travail de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Vérifier surtout la ligne de temps, pas la forme du verbe : c'est l'ordre qui compte pour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C5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temps qu'on lit, et le passé du passé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temps de verbe qu'on ne parle jamais et qu'on lit partout. L'un raconte le décor ; l'autre décide de l'ordre des faits — et deux dates inversées font dire à un travail le contraire de sa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passé simple et le traduire en passé composé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trois formes par cœur : il fut, il eut, il fit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plus-que-parfait à son participe passé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lequel de deux faits passés est arrivé le premier.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Le conseil adopta le règlement. » Qui parle comme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l'avez déjà entendu à l'oral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l'avez-vous déjà lu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diriez-vous,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séries de terminaisons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FORMES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 et -èrent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adopta, ils adoptèrent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-it et -irent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partit, elles partirent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-ut et -urent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disparut, ils disparurent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trois par cœur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fut, il eut, il 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Il choisit » s'écrit pareil au présent : c'est le récit autour qui tranche.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LE TRADUIT DANS SA TÊTE, ET ON CONTINUE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 document, le passé simple porte le décor — jamais l'information dont vous avez besoin.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Ralentir dessus fait perdre le fil du paragraphe, et c'est le seul dommage réel qu'il puisse causer.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le dirait-on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chaque forme écrite en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adopta le règlement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premiers bacs arrivèrent en avril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collecte ne commença qu'en juin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eut deux années difficiles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plaintes disparurent peu à peu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installa un point de dépôt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le dirait-on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adopta le règlement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conseil a adopté le règlement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premiers bacs arrivèrent en avril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premiers bacs sont arrivés en avril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collecte ne commença qu'en juin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collecte n'a commencé qu'en juin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eut deux années difficiles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 eu deux années difficiles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plaintes disparurent peu à peu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plaintes ont disparu peu à peu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installa un point de dépôt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a installé un point de dépôt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AVAIT OU ÉTAIT, PLUS UN PARTICIPE : LE FAIT EST ARRIVÉ AVANT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ville avait distribué les bacs quand la collecte commença. — Les bacs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avait un bac » est un imparfait : un état. « Il avait reçu un bac » est un plus-que-parfait : un fait antérieur. Un mot de plus, et le sens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se fier au mot de liaison pour connaître l'ordre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se fier au temps du verbe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Parce que », « quand », « mais » ne disent rien de l'ordre des faits. « Ils se plaignirent parce que personne ne leur avait expliqué la règle » : c'est le plus-que-parfait, et lui seul, qui place l'explication manquante avant la plainte.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est arrivé le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fait souligné est-il arrivé avant l'autre, ou après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avait distribué les bacs quand la collecte commença.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adopta le règlement, puis il fit imprimer le dépliant.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Milagros trouva la page, Youssef avait déjà lu l'article.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remit son plan, et l'enseignante le corrigea le soir même.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se plaignirent parce que personne ne leur avait expliqué la règle.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lectrice écrivit parce qu'elle avait vu un sac de plastique.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est arrivé le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avait distribué les bacs quand la collecte commença.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adopta le règlement, puis il fit imprimer le dépliant.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Milagros trouva la page, Youssef avait déjà lu l'article.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remit son plan, et l'enseignante le corrigea le soir 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se plaignirent parce que personne ne leur avait expliqué la règle.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lectrice écrivit parce qu'elle avait vu un sac de plastique.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faits de ton sujet, dans l'ordre où ils sont arrivés.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avait » plus un participe pour celui qui est arrivé avant.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La ville avait distribué les bacs quand la collecte a commencé.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