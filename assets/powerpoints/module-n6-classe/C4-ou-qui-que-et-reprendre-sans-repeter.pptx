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savoirs vont ensemble parce qu'ils font le même travail : ils évitent de recommencer à zéro à chaque phrase. C'est ce qui sépare un texte d'une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savoir est explicitement au programme du niveau 6 ; le second aussi, sous le nom de « procédés de substitution lexicale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difficulté est réelle et vaut la peine d'être nommée : dans presque toutes les autres langues, le lieu et le temps n'ont pas le même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L'année que » est la faute la plus fréquente du niveau, et elle s'entend chez des gens qui parlent très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Prendre le temps sur la note du bas : c'est le seul point de la séance qui demande de la lenteur.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`t2ou` du module. Faire dire, pour chaque item, ce qui manque après le trou : c'est le test, et il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déterminant est le mot le plus court de la phrase et il fait tout le travail de liaison : le retirer suffit à casser le 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ajouter deux verbes du sujet de chaque équipe, avec leur nom : c'est du vocabulaire directement réemployable.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`t2subst` du module. Rappeler qu'un mot précis sans synonyme, comme « biométhanisation », se répète sans gêne : un synonyme approximatif fait plus de dégâts.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 billet se réemploie tel quel dans l'introduction écrite de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Où, qui, que — et reprendre sans répéter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façons de tenir un texte : accrocher une phrase à un nom, et redire une idée déjà dite sans la répéter. Les quatre points d'organisation se gagnent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lieu et aussi pour un moment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qui », « que » et « où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un nom à partir d'un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 démonstratif devant le nom de reprise.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L'année ___ le règlement a été adopté. » Que met-on dans le trou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que » ? C'est ce qu'on entend le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où » ? Mais ce n'est pas un lieu.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est-ce difficile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OÙ » SERT AU LIEU ET AU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page où il l'a trouvé · l'année où le règlement a été adopté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noms de temps qui l'appellent : l'année, le jour, le moment, la semaine, l'époque, la fois. Si le mot juste avant est un nom de temps, c'est « où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que, où : ce qui manque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MANQUE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 du verbe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 — une lectrice qui écrit souvent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complément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 — la page qu'elle a trouvée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rien, et c'est un lieu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 — la page où il l'a trouvé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rien, et c'est un moment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 — le jour où ils ont remis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même phrase peut prendre les trois, et parler de trois choses différentes.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Où, 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un seul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l'année ... le conseil a adopté le règlement.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page ... il a trouvé la liste.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page ... elle a trouvée en premier.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lectrice ... écrit souvent au bulletin.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... ils ont remis leur plan, il pleuvait.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tableau ... ils ont recopié vient de la ville.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Où, 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l'année ... le conseil a adopté le règlement.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page ... il a trouvé la liste.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page ... elle a trouvée en premier.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lectrice ... écrit souvent au bulletin.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... ils ont remis leur plan, il pleuvait.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tableau ... ils ont recopié vient de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FABRIQUER UN NOM, ET POSER UN DÉMONSTRATIF DEVANT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ville a distribué les bacs. Cette distribution a duré trois semaines.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suffixes couvrent presque tout : -tion, -age, -ment, -sion, -ure. Sans « cette » devant, le lecteur croit qu'on change de sujet.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verbe, puis son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distribuer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ramasser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ramassage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traiter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traitement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décider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décision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enfouir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l'enfouissement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 suffixe ne se devine : notez le nom en même temps que le verbe.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Redites-le avec un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chaque phrase par un groupe du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enfouit les matières organiques.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distribué les bacs au printemps.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ramasse le bac chaque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habitants se sont plaints de l'odeur.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traite les résidus dans une usine.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 décidé de garder la collecte.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Redites-le avec un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enfouit les matières organiques.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l'enfouissement des matières organiques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distribué les bacs au printemps.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 distribution du printemps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ramasse le bac chaque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ramassage hebdomadaire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habitants se sont plaints de l'odeur.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 plaintes au sujet de l'odeur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traite les résidus dans une usine.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traitement des résidus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 décidé de garder la collecte.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 décision du conseil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sur ton sujet : la seconde reprend la première par un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la seconde par « Cette… » ou « Ce…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La ville a distribué les bacs. Cette distribution…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