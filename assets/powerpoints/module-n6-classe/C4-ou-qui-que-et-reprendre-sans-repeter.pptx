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savoirs vont ensemble parce qu'ils font le même travail : ils évitent de recommencer à zéro à chaque phrase. C'est ce qui sépare un texte d'une liste.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premier savoir est explicitement au programme du niveau 6 ; le second aussi, sous le nom de « procédés de substitution lexicale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difficulté est réelle et vaut la peine d'être nommée : dans presque toutes les autres langues, le lieu et le temps n'ont pas le même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« L'année que » est la faute la plus fréquente du niveau, et elle s'entend chez des gens qui parlent très bien.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Prendre le temps sur la note du bas : c'est le seul point de la séance qui demande de la lenteur.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`t2ou` du module. Faire dire, pour chaque item, ce qui manque après le trou : c'est le test, et il suffit.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déterminant est le mot le plus court de la phrase et il fait tout le travail de liaison : le retirer suffit à casser le fil.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ajouter deux verbes du sujet de chaque équipe, avec leur nom : c'est du vocabulaire directement réemployable.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`t2subst` du module. Rappeler qu'un mot précis sans synonyme, comme « biométhanisation », se répète sans gêne : un synonyme approximatif fait plus de dégâts.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Ce billet se réemploie tel quel dans l'introduction écrite de la séance E2.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C4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Où, qui, que — et reprendre sans répéter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façons de tenir un texte : accrocher une phrase à un nom, et redire une idée déjà dite sans la répéter. Les quatre points d'organisation se gagnent là.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 travail de recherche en équipe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où » pour un lieu et aussi pour un moment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« qui », « que » et « où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fabriquer un nom à partir d'un verbe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 démonstratif devant le nom de reprise.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« L'année ___ le règlement a été adopté. » Que met-on dans le trou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que » ? C'est ce qu'on entend le plus.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où » ? Mais ce n'est pas un lieu.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est-ce difficile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« OÙ » SERT AU LIEU ET AU TEMPS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page où il l'a trouvé · l'année où le règlement a été adopté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noms de temps qui l'appellent : l'année, le jour, le moment, la semaine, l'époque, la fois. Si le mot juste avant est un nom de temps, c'est « où 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Qui, que, où : ce qui manque après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MANQUE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sujet du verbe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qui — une lectrice qui écrit souvent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complément direct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que — la page qu'elle a trouvée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rien, et c'est un lieu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où — la page où il l'a trouvé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rien, et c'est un moment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où — le jour où ils ont remis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même phrase peut prendre les trois, et parler de trois choses différentes.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Où, qui ou 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phrase avec un seul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l'année ... le conseil a adopté le règlement.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Voici la page ... il a trouvé la liste.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Voici la page ... elle a trouvée en premier.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une lectrice ... écrit souvent au bulletin.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jour ... ils ont remis leur plan, il pleuvait.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tableau ... ils ont recopié vient de la ville.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Où, qui ou 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l'année ... le conseil a adopté le règlement.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Voici la page ... il a trouvé la liste.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Voici la page ... elle a trouvée en premier.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une lectrice ... écrit souvent au bulletin.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jour ... ils ont remis leur plan, il pleuvait.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où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tableau ... ils ont recopié vient de la ville.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qu'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FABRIQUER UN NOM, ET POSER UN DÉMONSTRATIF DEVANT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ville a distribué les bacs. Cette distribution a duré trois semaines.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Cinq suffixes couvrent presque tout : -tion, -age, -ment, -sion, -ure. Sans « cette » devant, le lecteur croit qu'on change de sujet.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verbe, puis son nom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NOM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distribuer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distribution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ramasser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ramassage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traiter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traitement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décider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décision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enfouir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l'enfouissement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Aucun suffixe ne se devine : notez le nom en même temps que le verbe.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Redites-le avec un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Reprenez chaque phrase par un groupe du 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enfouit les matières organiques.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ville a distribué les bacs au printemps.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camion ramasse le bac chaque semaine.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habitants se sont plaints de l'odeur.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traite les résidus dans une usine.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conseil a décidé de garder la collecte.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Redites-le avec un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enfouit les matières organiques.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l'enfouissement des matières organiques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ville a distribué les bacs au printemps.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cette distribution du printemps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camion ramasse le bac chaque semaine.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 ramassage hebdomadaire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habitants se sont plaints de l'odeur.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ces plaintes au sujet de l'odeur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traite les résidus dans une usine.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traitement des résidus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conseil a décidé de garder la collecte.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cette décision du conseil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deux phrases sur ton sujet : la seconde reprend la première par un 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Commence la seconde par « Cette… » ou « Ce…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La ville a distribué les bacs. Cette distribution…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travail de recherche en équipe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