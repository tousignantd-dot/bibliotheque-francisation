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savoirs distincts dans la même séance, mais le lien est réel : le premier sert à lire la consigne, le second à travailler avec les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savoir a huit points au programme du niveau 6, le second un seul. Répartir le temps en conséquence : quarante minutes, puis vingt-cinq.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honnête à la première question est : il n'y en a pas. Le dire tout de suite soulage le groupe et évite une demi-heure de recherche d'une règle inexistante.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lire les trois listes à voix haute, chacune d'un trait : c'est l'oreille qui les retiendra, pas la logique.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faute d'orthographe la plus facile à éliminer de toutes, et elle compte dans la ligne « langue » de la grille.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`t1inf` du module, en cols:1 comme lui : les items font deux phrases et deux colonnes les rendraient illisibles.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Donne-moi-le » s'entend ici et là ; dire que c'est l'autre forme qui s'écrit, sans porter de jugement sur celle qu'ils entendent dehors.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s'attarder : la forme négative n'est pas au programme du niveau, elle est ici pour qu'on ne la construise pas par analogie.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`t1imper` du module. Faire dire à voix haute avant d'écrire : les traits d'union viennent tout seuls une fois que le rythme est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demandes écrites sont souvent réelles — s'en servir pour lancer la rencontre d'équipe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B5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De, à, ou rien — et donne-le-moi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points de grammaire, et les deux sortent de la même feuille : une consigne est pleine de verbes qui en appellent d'autres, et une équipe passe ses journées à se demander des choses.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de », « à » ou rien devant un verbe à l'infinitif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huit verbes qui ne veulent aucune préposition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 ordre avec deux pronoms : donne-le-moi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tout change de place à la forme négative.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Pourquoi dit-on « réussir à » et « décider de »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une logique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faites-vous, vous, pour vous en souvenir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quand on se trompe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familles de verbes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VERBES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avec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demander, oublier, choisir, décider, accepter, éviter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avec 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réussir, apprendre, commencer, aider, hésiter, arriver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avec rien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espérer, vouloir, pouvoir, devoir, savoir, aimer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choix appartient au verbe, comme le genre appartient au nom. On l'apprend avec lui.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DEVANT UNE VOYELLE, « DE » DEVIENT « D' » ; « À » NE CHANGE JAMAIS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a oublié d'écrire son nom. · Ils ont commencé à écrire.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Dites la phrase à voix haute : « de écrire » ne se prononce pas, la bouche le refuse avant que l'œil le voie.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à, ou rien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verbe entre parenthèses avec ce qu'il faut devant.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... le plan avec le texte. (remettre)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oublié ... les verbes de la consigne. (souligner)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ont réussi ... une troisième source. (trouver)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Milagros a appris ... une source. (juger)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espèrent ... avant le 24 novembre. (finir)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ont commencé ... le lundi soir. (écrire)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De, à, ou rien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demande ... le plan avec le texte. (remettre)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remettre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oublié ... les verbes de la consigne. (souligner)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 souligner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ont réussi ... une troisième source. (trouver)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trouver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Milagros a appris ... une source. (juger)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juger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espèrent ... avant le 24 novembre. (finir)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finir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ont commencé ... le lundi soir. (écrire)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écrire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VERBE, PUIS LA CHOSE, PUIS LA PERSONNE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Donne-le-moi. Montre-les-moi. Envoyez-la-nous.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L'ordre ne bouge jamais. Le verbe en -er garde sa forme sans « s » : donne-le-moi, jamais « donnes-le-moi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employer la même forme à la négative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apprendre les deux formes séparément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la négative, tout change de place : « Ne me le donne pas. » Les pronoms repassent devant le verbe et leur ordre s'inverse. N'essayez pas de relier les deux formes par une règle : apprenez-les comme deux phrases différentes.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Redites-le en trois mots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demande à l'impératif, avec les deux pronoms.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devez me remettre le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dois me montrer les trois sources.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devez nous envoyer la grille.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dois me rendre le cahier.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devez nous expliquer les étapes.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dois me redire la date.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Redites-le en trois mots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devez me remettre le plan.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Remettez-le-moi.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dois me montrer les trois sources.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Montre-les-moi.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devez nous envoyer la grille.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Envoyez-la-nous.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dois me rendre le cahier.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Rends-le-moi.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devez nous expliquer les étapes.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Expliquez-les-nous.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dois me redire la date.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Redis-la-moi.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demande que tu vas faire à ton équipe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Avec deux pronoms : envoie-les-moi, montre-le-moi, redis-la-nous.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