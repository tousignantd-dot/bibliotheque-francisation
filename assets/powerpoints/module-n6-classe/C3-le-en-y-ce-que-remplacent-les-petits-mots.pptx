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n'est pas un détail de grammaire : c'est un accident de lecture. Un élève qui perd un renvoi écrit tranquillement le contraire de sa source, et il ne s'en aperçoit jamais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visé est un réflexe de lecture, pas une connaissance. Il s'installe en une semaine si on le fait à voix haute les premières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se partage, et c'est tout l'intérêt : la même phrase donne deux lectures très différentes selon ce qu'on croit que « le » remplace.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règle une faute très répandue et qu'on n'entend presque jamais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règle d'accord de la séance, et elle consiste à ne rien accorder.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chaque phrase avec celle qui la précède : sans le contexte, aucune n'a de sens, et c'est précisément le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à voix haute sur un paragraphe de la page de la ville, en s'arrêtant à chaque pronom. Long la première fois, rapide dès la troisième.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`t2repr` du module. En cols:1 comme lui : chaque item fait deux phrases et deux colonnes les rendraient illisibles.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 soulignement compte autant que la phrase : c'est lui qui montre si le renvoi est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Le, en, y : ce que remplacent les petits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lettres qui ne se prononcent presque pas, et qui décident du sens de la phrase suivante. C'est le savoir le plus caractéristique du niveau 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ce que « le » ramasse dans la phrase d'avant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« en » des groupes en « de » et des quantités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« y » des groupes en « à » et des lieux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le réflexe de reculer d'une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La ville affirme que le plastique est refusé. Youssef ne le croit pas. » Il ne croit pas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ville en général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phrase-là seulement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savoir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le, l'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entière, souvent après « que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suivait « de », et les quantités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suivait « à », et les lieux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Ni « en » ni « y » ne s'emploient pour une personne : on dit « je pense à elle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LE » D'UNE PHRASE REPRISE NE S'ACCORDE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pense que la collecte fonctionne. Elle le pense. — Jamais « elle la pense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ne désigne ni un homme, ni une femme, ni un pluriel : une phrase n'a pas de genre. Devant une voyelle, il devient « l'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renvois du dossier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LE MOT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Nous n'en avons gardé qu'un.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des trois chiffres du bulletin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Youssef ne le croit pas.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que la collecte ne sert à rien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Elle y passe ses jeudis.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la bibliothèque du centre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L'équipe y met ses sources.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la bibliographie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Youssef l'a oublié là.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Chaque fois : reculez d'une phrase, et demandez-vous ce que ça remplace.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passer par-dessus sans s'arrêter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reculer d'une phrase, chaque fois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mots font deux lettres et ne portent presque aucun son. C'est pour ça qu'on les saute — et qu'on perd le fil d'un paragraphe sans rien sentir. Faites-le à voix haute les premières fois : au bout d'une semaine, ça devient automatique.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 ce petit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remplace le mot en gras dans la deuxième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bulletin donne trois chiffres. Nous n'en avons gardé qu'un.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lectrice croit que la collecte ne sert à rien. Youssef ne le croit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Milagros travaille à la bibliothèque. Elle y passe ses jeudis.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texte finit par une bibliographie. L'équipe y met ses sources.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leur manque une source. Ils en cherchent une depuis lundi.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plan est resté sur la table. Youssef l'a oublié là.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 ce petit mot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bulletin donne trois chiffres. Nous n'en avons gardé 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trois chiffres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lectrice croit que la collecte ne sert à rien. Youssef ne le croit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 la collecte ne sert à rien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Milagros travaille à la bibliothèque. Elle y passe ses jeudis.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 bibliothèque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texte finit par une bibliographie. L'équipe y met ses sources.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la bibliographie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leur manque une source. Ils en cherchent une depuis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source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plan est resté sur la table. Youssef l'a oublié 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phrases : la seconde reprend quelque chose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« le », « en » ou « y » dans la seconde.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Souligne, dans la première, ce que le petit mot remplace.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