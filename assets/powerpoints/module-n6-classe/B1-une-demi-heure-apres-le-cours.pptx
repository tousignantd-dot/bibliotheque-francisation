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Le dialogue fait vingt répliques et plusieurs sont longues : trois écoutes, et l'enseignante y parle en phrases suivies, comme le niveau 6 le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points sont repris et travaillés dans les séances B4 et B5 : ici, il s'agit seulement de les entendre.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amène la seule bonne réponse : en allant demander. C'est ce que font Milagros et Youssef, et c'est ce que la classe doit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se prononcer avant la réponse. Le partage des voix est presque toujours le même que celui du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point à faire ressortir : l'information manquante était après le « et ». C'est l'endroit le plus sauté d'une consigne.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: vingt points en tout, huit pour le contenu, quatre pour les sources, quatre pour la langue, quatre pour l'organisation.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même emploi se retrouve sur un avis d'hôpital, une convocation, un formulaire de la ville : le dire, ça sert bien au-delà du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`t1vf` du module. Terminer sur la dernière affirmation : la date est la seule chose qui ne se discute jamais, et l'enseignante du dialogue le dit elle-même.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Ceux qui écrivent « un texte » ont fait la même lecture que Youssef : le leur montrer sans commenter, la séance B2 fera le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Une demi-heure après le cours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personnes ont lu la même feuille et n'en tirent pas la même chose. Ce n'est pas un défaut d'attention : c'est qu'on ne lit pas une consigne comme on lit un texte.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travail de recherche en équipe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explication détaillée sans en perdre le fil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relever ce qu'il faut remettre, et en quelle quantité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qu'un futur, dans un document, donne un ordre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mots qui rangent les étapes.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AVANT D'ÉCOUTER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Deux personnes lisent la même feuille. Peuvent-elles comprendre autre chose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vous est déjà arrivé ? Sur quoi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avait raison, à la fin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auriez-vous pu le savoir plus tôt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désaccord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Première écoute : qui a raison, à votre avis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68792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MILAGROS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0613" y="2322576"/>
            <a:ext cx="845551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Madame, on a lu la feuille tous les deux et on n'est pas d'accord sur ce qu'il faut remettre.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3842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03016"/>
            <a:ext cx="168792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MIREILLE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0613" y="3303016"/>
            <a:ext cx="845551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Assoyez-vous. Ça arrive à toutes les équipes, et c'est pour ça que je reste une demi-heure après le cours cette semaine.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283456"/>
            <a:ext cx="168792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YOUSSEF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0613" y="4283456"/>
            <a:ext cx="845551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Sur le nombre de textes. Moi je comprends qu'on remet un seul document. Milagros pense qu'il y en a deux.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263895"/>
            <a:ext cx="168792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MIREILLE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0613" y="5263895"/>
            <a:ext cx="845551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Relisez-moi la deuxième ligne du paragraphe deux, celle qui commence par « chaque équipe remettra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réponse est dans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Deuxième écoute : où était l'information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95884"/>
          </a:xfrm>
          <a:prstGeom prst="roundRect">
            <a:avLst>
              <a:gd name="adj" fmla="val 24552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87925" cy="321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MILAGROS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0613" y="2322576"/>
            <a:ext cx="8455513" cy="321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Chaque équipe remettra un texte de deux pages et le plan qui a servi à l'écrire. 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36164"/>
            <a:ext cx="11057839" cy="1129284"/>
          </a:xfrm>
          <a:prstGeom prst="roundRect">
            <a:avLst>
              <a:gd name="adj" fmla="val 1295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00756"/>
            <a:ext cx="1687925" cy="8549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MIREILLE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0613" y="3000756"/>
            <a:ext cx="8455513" cy="8549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documents, donc. Le texte et le plan. Youssef, tu as lu trop vite, et je ne t'en blâme pas : cette phrase-là est une phrase de consigne, et une consigne ne se lit pas comme un roman.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212336"/>
            <a:ext cx="1687925" cy="321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YOUSSEF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0613" y="4212336"/>
            <a:ext cx="8455513" cy="321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 se lit comment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25924"/>
            <a:ext cx="11057839" cy="862584"/>
          </a:xfrm>
          <a:prstGeom prst="roundRect">
            <a:avLst>
              <a:gd name="adj" fmla="val 1696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90515"/>
            <a:ext cx="1687925" cy="588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MIREILLE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0613" y="4890515"/>
            <a:ext cx="8455513" cy="588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ligne à la fois, avec un crayon. Chaque fois qu'un verbe vous dit de faire quelque chose, vous le soulignez. Il y en a sept dans ma feuille, et je les ai comptés.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futur qui ordonne, et la grille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Troisième écoute : notez les chiffres du barème.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8792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MILAGROS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0613" y="2322576"/>
            <a:ext cx="845551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écrit « vous choisirez votre sujet avant le 3 novembre ». Ce n'est pas une question de ce qui va arriver, ça. C'est un ordre.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842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03016"/>
            <a:ext cx="168792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MIREILLE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0613" y="3303016"/>
            <a:ext cx="845551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C'en est un. Dans un document écrit, le futur donne souvent un ordre poli. « Vous choisirez » veut dire « choisissez 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283456"/>
            <a:ext cx="1687925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YOUSSEF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0613" y="4283456"/>
            <a:ext cx="8455513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Parlez-nous de la grille. Il y a quatre lignes et je ne comprends pas la dernière.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979415"/>
            <a:ext cx="168792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MIREILLE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0613" y="4979415"/>
            <a:ext cx="845551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paragraphe par idée principale. Un blanc entre les paragraphes. Et des mots qui relient une idée à la suivante.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DANS UN DOCUMENT, LE FUTUR DONNE SOUVENT UN ORDRE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Vous choisirez votre sujet avant le 3 novembre » veut dire : choisissez-le.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Ni « peut-être », ni « probablement », ni « on verra ». Un élève qui lit ça comme une possibilité manque une obligation, et il la manque poliment.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Réécoutez au besoin,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remettre deux documents : le texte et le plan.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consigne se lit une ligne à la fois, avec un crayon.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Vous choisirez » annonce ce qui va arriver.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contenu vaut huit points sur vingt.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L'organisation du texte vaut deux points.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travail remis le 26 novembre est encore reçu.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remettre deux documents : le texte et le plan.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consigne se lit une ligne à la fois, avec un crayon.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Vous choisirez » annonce ce qui va arriver.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: c'est un ordre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contenu vaut huit points sur vingt.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L'organisation du texte vaut deux points.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: quatre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travail remis le 26 novembre est encore reçu.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: rien après le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ce que ton équipe doit remettre, en comptant les documents.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Combien de documents ? Lesquels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phrase, avec un chiffre dedans.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travail de recherche en équipe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