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sons, mais elle sert une tâche précise : trouver un document. Le dire d'entrée de jeu, sinon la séance a l'air d'un exercice de prononciation détaché du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savoir est commun à tout le niveau 6 : les huit modules du niveau portent cet exercice. Les mots, eux, changent d'un module à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avant de montrer. La diversité des réponses est le meilleur argument de la séance, et elle rassure : tout le monde s'est trompé de la même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tout de suite : « chercher », « chaque » et « chose » n'appartiennent pas à cette famille.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une date à voix haute : « le six novembre » fait entendre les trois formes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schéma » est le plus utile des trois ici : une page d'information municipale en contient presque toujours 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essayer en direct dans le catalogue de la bibliothèque si un poste est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laisser croire que la liste est infinie. C'est l'inquiétude qui fait abandonner, pas la difficulté.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`prGraphie` du module. En classe, dire le mot avant de le montrer : l'oreille doit travailler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 billet sert surtout à vérifier que la consigne « ce qu'on entend » a été comprise : certains recopient le mot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mot qu'on ne trouve pas au dictionnaire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un mot, vous l'écrivez comme vous l'avez entendu, et le catalogue de la bibliothèque ne trouve rien. Trois familles de lettres expliquent presque tous ces échecs.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travail de recherche en 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ch qui se disent comme un k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lettre x qui se dit comme un 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sh et sch qui se disent comme un 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essayer la lettre muette quand un mot reste introuvable.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Comment écrivez-vous le mot que vous venez d'entendre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 « cronomètre » et faites-le écrire au tableau.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graphies différentes dans la classe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trouverait le mot dans un catalogue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lettres ch qui se disent comme un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le chlore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clore, avec un k au début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chronomètre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cro-no-mètre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l'archéologie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ar-ké-o-lo-gie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le chaos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ca-o, sans aucun souffle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la 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tec-nique, comme technologie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Des mots de science, venus du grec. Une petite liste, apprise une fois.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x qui se dit comme un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sisse, quand le mot est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sources, devant une consonne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siz ans, devant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dix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disse, puis di ou diz de la même façon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soixante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soi-sante, jamais soi-ksante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nombres seulement, mais ce sont ceux d'une échéance.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lettres sh et sch, comme un 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ché-ma, un seul souffle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shampoing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cham-poin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chort, à la française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mots venus d'ailleurs, courts, et que rien ne signale à l'œil.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DEVANT UN MOT INTROUVABLE, ESSAYEZ LA LETTRE MUETTE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k qui ne donne rien ? Essayez ch. Un s qui ne donne rien ? Essayez 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 geste de recherche, pas un point de grammaire. Il fait gagner un quart d'heure à chaque fois qu'il sert, et il sert souvent.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donner à tous les ch le souffle de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la petite liste savante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Prononcer « technique » avec le souffle de « chat » rend le mot méconnaissable, et personne ne devinera de quoi vous parlez. Ces mots-là se comptent sur les doigts d'une main et demie : une carte suffit à les tenir.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famille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mot, dites si les lettres marquées font k, s ou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chlore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chronomètre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l'archéologie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orchidée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famille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chlore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chronomètre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l'archéologie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orchidée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mots de la séance et, à côté, ce qu'on entend.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mot avec ch, un mot avec x ou 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la technique · tec-nique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travail de recherche en 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