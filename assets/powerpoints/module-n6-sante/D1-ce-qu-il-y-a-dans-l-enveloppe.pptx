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Le module n'a que deux séances pour ce défi : celle-ci porte les deux textes, la suivante porte la langue. Ne pas déborder sur la grammaire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qui compte vraiment hors de la classe. Le dire au groupe : sur une page entière, un seul paragraphe attend quelque chose de vous.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réponse la plus fréquente est « je le range ». C'est précisément ce que la séance vient corriger : un papier bien rangé est un papier introuvable.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« il ne parle pas de vous ». C'est ce qui distingue un feuillet d'un compte rendu, et c'est la distinction que les élèves manquent le plus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formules au tableau. Elles seront reprises en D2, où les élèves les traduiront dans les deux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deviner la réponse au groupe avant de la donner. La plupart répondront non. C'est votre copie, et un papier qu'on n'annote jamais est un papier qu'on ne relit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défi. Faire nommer par le groupe lequel des trois se garde à la 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chronométrer : le groupe doit trouver les trois endroits en moins de trente secondes sur le texte de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Compter les tirets du paragraphe de la conduite proposée avec le groupe : trois tirets, trois choses attendues.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suivi » est le mot du module qu'on emploiera le plus longtemps. Faire produire la phrase : « Est-ce qu'il y a un suivi de prévu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dans le texte projeté avant de corriger. Le but n'est pas la bonne réponse : c'est de voir que chaque question a un endroit, et un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billets ouvrent directement D2. Traduire ces mots-là fait partie du travail de quelqu'un, quelque part : le redire en ramassant les feuilles.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qu'il y a dans l'enveloppe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feuilles, trois usages. La première explique comment ça marche ici, la deuxième est une lettre d'une médecin à une autre, et vous n'en êtes que la copie.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trois papiers d'une enveloppe de sortie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dans un feuillet ce qu'on demande d'apporter et qui appeler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sept parties d'un compte rendu de consultation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le paragraphe qui vous demande quelque chose.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que vous faites d'un papier reçu d'un bureau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le lisez tout de suite, ou plus tard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le rangez-vous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écrivez dessus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vous est déjà arrivé de ne pas le relire du tout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papiers, trois usages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8446" y="2322576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Pierre-Luc Nadeau, infirmier de liaison. Mariette m'a dit que vous aviez des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8757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8446" y="3409696"/>
            <a:ext cx="82676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trois feuilles et je n'en comprends qu'une.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8446" y="4158995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déjà une de plus que la moyenne. Le feuillet bleu, le compte rendu, et la demande de prélèvements.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8446" y="5246116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bleu, gardez-le sur le frigidaire. Il ne parle pas de vous : il explique comment ça marche ici.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n'a rien ajouté : elle a traduit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8446" y="1901952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Ici, elle écrit « fatigue persistante d'apparition progressive ». Moi, je lui ai dit que j'étais fatiguée depuis février.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8446" y="2989072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même chose, dite dans l'autre langue. Elle n'a rien ajouté : elle a traduit.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8757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446" y="4076191"/>
            <a:ext cx="82676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anémie légère, étiologie à préciser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446" y="4825492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L'étiologie, c'est la cause. À préciser, ça veut dire qu'on la cherche encore.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nom à côté des tirets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757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8446" y="1901952"/>
            <a:ext cx="82676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 paragraphe avec des tirets, en bas.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8446" y="2651252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le plan. Si vous ne lisez qu'une partie de la lettre, lisez celle-là.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446" y="3738371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votre nom au crayon à côté des tirets qui sont à vous, tout de suite, pendant que c'est frais.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8757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446" y="4825492"/>
            <a:ext cx="82676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écrire sur un papier officiel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papiers, trois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feuillet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explique comment ça marche ici, jamais votre 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compte rendu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lettre d'une médecin à une autre, dont vous avez la copie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demande d'examens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apportez au laboratoire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feuillet se garde des années ; le compte rendu se lit une fois et se classe.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 un feuillet, trois endroits à trouver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L'ENDROIT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Avant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qu'il faut apporter et préparer, la veille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Après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vous remet, et ce que vous en faites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numéro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appeler, et à quelles heures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reste est là pour rassurer. Ce n'est pas inutile, mais ça ne vous demande rien.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compte rendu, toujours le même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L'en-tête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d'où vient la lettre, la date, à qui elle est adressée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Le motif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qui est vu, et pourquoi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Ce qui est rapporté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vos mots à vous, traduits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conduite proposée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plan, souvent à tirets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Ce qui reste à décider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qu'on ne sait pas encore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seule de ces cinq parties vous demande quelque chose : la conduite proposée.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mots de l'écrit qui reste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49710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feuillet d'information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4111" y="2121408"/>
            <a:ext cx="655489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feuille remise en sortant, qui explique la marche à suivre.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35096"/>
            <a:ext cx="349710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effets secondaires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4111" y="3435096"/>
            <a:ext cx="655489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qu'un traitement fait en plus de ce qu'on lui demande.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748784"/>
            <a:ext cx="349710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suivi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4111" y="4748784"/>
            <a:ext cx="655489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est prévu après : qui rappelle, quand, et ce qu'il faut avoir fait.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trouve-t-on la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dans quel papier et dans quelle partie.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qu'il faut apporter la prochaine fois.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de téléphone de la liaison.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quand la fatigue est apparue.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la patiente a raconté.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trois choses à faire d'ici janvier.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qu'on ne sait pas encore.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trouve-t-on la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qu'il faut apporter la prochaine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feuillet, partie « avant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de téléphone de la liaison.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feuillet, l'encadré du bas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quand la fatigue est apparue.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compte rendu, le motif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la patiente a raconté.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compte rendu, « la patiente rapporte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trois choses à faire d'ici janvier.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compte rendu, la conduite proposée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qu'on ne sait pas encore.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compte rendu, la dernière ligne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 mot d'un papier officiel n'avez-vous jamais osé faire traduire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mot, écrit comme vous l'avez vu.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On le traduira ensemble à la prochaine séance.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