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Ouverture du Défi 2. Reprendre la phrase de Gilles restée au tableau depuis B1 : « ne répondez pas ça va ». Toute la séance explique pourquoi.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troisième objectif est le cœur du défi. Il n'est pas médical : c'est une distinction de raisonnement, et elle sert bien au-delà de la santé.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Cinq minutes. Les réponses tournent vite autour de « je ne veux pas déranger ». Noter la phrase au tableau sans la commenter : elle sera reprise en C2.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remarquer « continuez » : la docteure ne remplit pas le silence. C'est de la place laissée, et c'est ce que les élèves interprètent le plus souvent comme un reproche.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Arrêter sur « douze marches ». Ce n'est pas un détail pittoresque : c'est une mesure, qu'on pourra refaire dans six semaines. Le dire explicitement au groupe.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au tableau : « Vous ressortez avec un plan. » Plusieurs élèves vivront ça et le liront comme un échec. Nommer maintenant ce qui sera relu en D1 dans le compte rendu.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C'est le tableau de référence du défi : il annonce C2 et il sert de plan au jeu de rôle de E1.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Prendre un exemple hors santé si le groupe hésite : un voyant allumé au tableau de bord est un résultat, pas une cause.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répéter avec l'article. « Un antécédent » est long et se dit mal au pluriel : le faire dire trois fois, seul puis dans la phrase « mes antécédents sont sur cette feuille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justifier chaque « faux » par la réplique exacte. Le troisième est le plus important du module : y revenir même s'il est réussi.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Deux minutes. Le sujet n'a pas à être médical : le sommeil, le français, le travail, le trajet. Ce qui s'entraîne, c'est la forme « avant ceci, maintenant cela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C1  ·  MODULE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Vingt minutes, et c'est vous qui parlez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La docteure a le dossier devant elle et préfère l'entendre de vous. Elle ne demande pas comment vous allez : elle demande ce qui a changé.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Nommer ce qu'on 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Nommer ce qu'on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suivre un entretien de vingt minutes du début à la fin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ce qu'une spécialiste cherche quand elle pose une question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la différence entre un résultat et une cause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les quatre mots de l'entretien avec leur article.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Nommer ce qu'on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Qu'est-ce que vous répondez à « comment allez-vous ? 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si la question était vraie, que répondriez-vous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qu'on vous a déjà demandé de préciser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qui vous empêche de dire ce qui ne va pas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Nommer ce qu'on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Je préfère l'entendre de vous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Écouter d'abord, diapositive masquée.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422368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SYLVINE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55056" y="2322576"/>
            <a:ext cx="8721070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Madame Demirci, bonjour. Sylvine Charest, je suis interniste. J'ai votre dossier devant moi, mais je préfère l'entendre de vous.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24510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409696"/>
            <a:ext cx="1422368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LEYLA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55056" y="3409696"/>
            <a:ext cx="8721070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suis fatiguée. Ça fait huit mois.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994404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4158995"/>
            <a:ext cx="1422368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SYLVINE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55056" y="4158995"/>
            <a:ext cx="8721070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Continuez. Huit mois, ça commence quand exactement 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743704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4908296"/>
            <a:ext cx="1422368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LEYLA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55056" y="4908296"/>
            <a:ext cx="8721070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Au mois de février. C'est le mois où mon fils a déménagé à Québec.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Nommer ce qu'on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n'est pas une impression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422368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SYLVINE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55056" y="1901952"/>
            <a:ext cx="8721070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Ne cherchez pas de moyenne, décrivez-moi une journée ordinaire. Vous vous levez à quelle heure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82447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89072"/>
            <a:ext cx="1422368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LEYLA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55056" y="2989072"/>
            <a:ext cx="8721070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Cinq heures et demie. Vers dix heures, il faut que je m'assoie. Avant, je ne m'assoyais pas.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91160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076191"/>
            <a:ext cx="1422368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SYLVINE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55056" y="4076191"/>
            <a:ext cx="8721070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Bon. Ça, c'est un renseignement utile : ce n'est pas une impression, c'est un changement.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99872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5163312"/>
            <a:ext cx="1422368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LEYLA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55056" y="5163312"/>
            <a:ext cx="8721070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Chez madame Turcotte, il y a douze marches. Avant, je les montais en parlant. Là, j'arrête de parler.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Nommer ce qu'on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Vous ressortez avec un plan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422368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LEYLA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55056" y="1901952"/>
            <a:ext cx="8721070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Beaucoup, ça veut dire combien ? Et est-ce que c'est grave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422368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SYLVINE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55056" y="2651252"/>
            <a:ext cx="8721070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Assez pour qu'on ne devine pas. Un diagnostic, ce n'est pas un mot qu'on choisit : c'est un mot qu'on mérite, à force de vérifier.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57378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738371"/>
            <a:ext cx="1422368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LEYLA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55056" y="3738371"/>
            <a:ext cx="8721070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Merci, docteure. Je pensais que j'allais ressortir avec une réponse.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32308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7672"/>
            <a:ext cx="1422368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SYLVINE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55056" y="4487672"/>
            <a:ext cx="8721070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ressortez avec un plan. C'est moins satisfaisant et c'est plus utile.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Nommer ce qu'on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7181A"/>
                </a:solidFill>
                <a:latin typeface="Verdana"/>
              </a:rPr>
              <a:t>Ce que la docteure cherche, question par question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ELLE DEMANDE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QU'ELLE CHERCHE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Ça commence quand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date, ou un évènement qui en tient lieu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Une journée ordinaire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des faits, plutôt qu'une moyenne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Autre chose 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 que vous n'auriez pas pensé à relier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Vous prenez quoi 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tout ce qui circule, ordonnance ou non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1175004"/>
          </a:xfrm>
          <a:prstGeom prst="roundRect">
            <a:avLst>
              <a:gd name="adj" fmla="val 12451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7178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Aucune de ces questions ne demande comment vous allez. Toutes demandent ce qui a changé.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Nommer ce qu'on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UN RÉSULTAT N'EST PAS UNE CAUSE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Une anémie dit ce qu'on observe ; elle ne dit pas pourquoi.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C'est pour cela que la docteure demande d'autres examens plutôt que de donner une réponse le jour même. La distinction n'est pas médicale : elle vaut pour une auto qui ne démarre pas comme pour un dossier qui bloque.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Nommer ce qu'on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VOCABULAIRE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quatre mots de l'entretien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311812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antécédent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18820" y="2121408"/>
            <a:ext cx="7740186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évènement de santé déjà arrivé, qu'on redit à chaque nouveau médecin.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96037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3106674"/>
            <a:ext cx="2311812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prélèvement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8820" y="3106674"/>
            <a:ext cx="7740186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peu de sang ou de liquide qu'on prend pour le faire analyser.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091939"/>
            <a:ext cx="2311812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diagnostic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18820" y="4091939"/>
            <a:ext cx="7740186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nom donné à un problème une fois qu'on a assez vérifié pour l'écrire.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930901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5077205"/>
            <a:ext cx="2311812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anémie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18820" y="5077205"/>
            <a:ext cx="7740186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résultat d'analyse : le sang transporte l'oxygène moins bien qu'il le devrait.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Nommer ce qu'on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l'entretien.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docteure préfère entendre l'histoire de la bouche de Leyla.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fatigue a commencé le mois où son fils a déménagé.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anémie légère indique déjà la cause du problème.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docteure refuse de dire si c'est grave, et explique pourquoi.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laboratoire est au troisième étage.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compte rendu ira au médecin de famille.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Nommer ce qu'on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docteure préfère entendre l'histoire de la bouche de Leyla.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fatigue a commencé le mois où son fils a déménagé.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anémie légère indique déjà la cause du problème.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- c'est un résultat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docteure refuse de dire si c'est grave, et explique pourquoi.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laboratoire est au troisième étage.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- au rez-de-chaussée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compte rendu ira au médecin de famille.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Nommer ce qu'on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Qu'est-ce qui a changé chez vous depuis un an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Quelque chose de banal fait très bien l'affaire.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Dites l'avant et le maintenant, dans la même phrase.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Nommer ce qu'on 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