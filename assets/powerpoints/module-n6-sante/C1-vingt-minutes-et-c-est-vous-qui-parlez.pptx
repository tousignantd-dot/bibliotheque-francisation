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Reprendre la phrase de Gilles restée au tableau depuis B1 : « ne répondez pas ça va ». Toute la séance explique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cœur du défi. Il n'est pas médical : c'est une distinction de raisonnement, et elle sert bien au-delà de la santé.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Les réponses tournent vite autour de « je ne veux pas déranger ». Noter la phrase au tableau sans la commenter : elle sera reprise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« continuez » : la docteure ne remplit pas le silence. C'est de la place laissée, et c'est ce que les élèves interprètent le plus souvent comme un reproche.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Arrêter sur « douze marches ». Ce n'est pas un détail pittoresque : c'est une mesure, qu'on pourra refaire dans six semaines. Le dire explicitement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: « Vous ressortez avec un plan. » Plusieurs élèves vivront ça et le liront comme un échec. Nommer maintenant ce qui sera relu en D1 dans le compte rendu.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défi : il annonce C2 et il sert de plan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Prendre un exemple hors santé si le groupe hésite : un voyant allumé au tableau de bord est un résultat, pas une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Un antécédent » est long et se dit mal au pluriel : le faire dire trois fois, seul puis dans la phrase « mes antécédents sont sur cette feuille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troisième est le plus important du module : y revenir même s'il est réussi.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 sujet n'a pas à être médical : le sommeil, le français, le travail, le trajet. Ce qui s'entraîne, c'est la forme « avant ceci, maintenant cela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Vingt minutes, et c'est vous qui parlez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docteure a le dossier devant elle et préfère l'entendre de vous. Elle ne demande pas comment vous allez : elle demande ce qui a changé.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entretien de vingt minutes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qu'une spécialiste cherche quand elle pose une question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la différence entre un résultat et une cause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mots de l'entretien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que vous répondez à « comment allez-vous ?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la question était vraie, que répondriez-vous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vous a déjà demandé de préciser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empêche de dire ce qui ne va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préfère l'entendre de 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223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5056" y="2322576"/>
            <a:ext cx="87210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Demirci, bonjour. Sylvine Charest, je suis interniste. J'ai votre dossier devant moi, mais je préfère l'entendre de vous.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4223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5056" y="3409696"/>
            <a:ext cx="87210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fatiguée. Ça fait huit mois.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223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5056" y="4158995"/>
            <a:ext cx="87210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Continuez. Huit mois, ça commence quand exactement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4223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5056" y="4908296"/>
            <a:ext cx="87210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mois de février. C'est le mois où mon fils a déménagé à Québec.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pas une impression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23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5056" y="1901952"/>
            <a:ext cx="87210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cherchez pas de moyenne, décrivez-moi une journée ordinaire. Vous vous levez à quelle heure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223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5056" y="2989072"/>
            <a:ext cx="87210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 heures et demie. Vers dix heures, il faut que je m'assoie. Avant, je ne m'assoyais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223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5056" y="4076191"/>
            <a:ext cx="87210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Ça, c'est un renseignement utile : ce n'est pas une impression, c'est un changement.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223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5056" y="5163312"/>
            <a:ext cx="87210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Chez madame Turcotte, il y a douze marches. Avant, je les montais en parlant. Là, j'arrête de parler.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ressortez avec un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23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5056" y="1901952"/>
            <a:ext cx="87210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Beaucoup, ça veut dire combien ? Et est-ce que c'est grave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23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5056" y="2651252"/>
            <a:ext cx="87210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Assez pour qu'on ne devine pas. Un diagnostic, ce n'est pas un mot qu'on choisit : c'est un mot qu'on mérite, à force de vérifier.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223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LEYLA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5056" y="3738371"/>
            <a:ext cx="87210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Merci, docteure. Je pensais que j'allais ressortir avec une réponse.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223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5056" y="4487672"/>
            <a:ext cx="87210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ressortez avec un plan. C'est moins satisfaisant et c'est plus utile.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Ce que la docteure cherche, question par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ELLE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Ça commence quand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date, ou un évènement qui en tient lieu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journée ordinaire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faits, plutôt qu'une moyenne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Autre chose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n'auriez pas pensé à relier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Vous prenez quoi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ce qui circule, ordonnance ou non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Aucune de ces questions ne demande comment vous allez. Toutes demandent ce qui a changé.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RÉSULTAT N'EST PAS UNE CAUSE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anémie dit ce qu'on observe ; elle ne dit pas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pour cela que la docteure demande d'autres examens plutôt que de donner une réponse le jour même. La distinction n'est pas médicale : elle vaut pour une auto qui ne démarre pas comme pour un dossier qui bloque.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mots de l'entretien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311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antécédent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8820" y="2121408"/>
            <a:ext cx="7740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évènement de santé déjà arrivé, qu'on redit à chaque nouveau médecin.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311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prélèvement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820" y="3106674"/>
            <a:ext cx="7740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peu de sang ou de liquide qu'on prend pour le faire analyser.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311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diagnostic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8820" y="4091939"/>
            <a:ext cx="7740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nom donné à un problème une fois qu'on a assez vérifié pour l'écrire.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3118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anémie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8820" y="5077205"/>
            <a:ext cx="77401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résultat d'analyse : le sang transporte l'oxygène moins bien qu'il le devrait.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l'entretien.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préfère entendre l'histoire de la bouche de Leyla.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fatigue a commencé le mois où son fils a déménagé.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anémie légère indique déjà la cause du problème.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refuse de dire si c'est grave, et explique pourquoi.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laboratoire est au troisième étage.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compte rendu ira au médecin de famille.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préfère entendre l'histoire de la bouche de Leyla.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fatigue a commencé le mois où son fils a déménagé.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anémie légère indique déjà la cause du problème.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un résultat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docteure refuse de dire si c'est grave, et explique pourquoi.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laboratoire est au troisième étage.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au rez-de-chaussée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compte rendu ira au médecin de famille.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qui a changé chez vous depuis un an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Quelque chose de banal fait très bien l'affaire.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l'avant et le maintenant, dans la même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