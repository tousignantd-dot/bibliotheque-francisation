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Le plus-que-parfait est déjà connu de plusieurs élèves sans qu'ils sachent le nommer : commencer par leur faire produire la forme avant de l'expliquer.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du niveau : au niveau 6, on suit un récit avant de le produire. C'est aussi celui qu'on évalue le moins souvent et qui sert le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Le groupe trouve presque toujours la bonne réponse sans savoir pourquoi. C'est le meilleur départ possible : la forme est déjà comprise, il reste à la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les quatre lignes à voix haute : la différence est minime à l'oreille et énorme dans le sens.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phrase qui désamorce la séance : les élèves croient apprendre un temps de plus et ils n'apprennent qu'un auxiliaire de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doute sur l'accord vient presque toujours d'un doute sur l'auxiliaire, et non de la règle d'accord elle-même.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carte à la fois. Faire lire la colonne de gauche par un élève et celle de droite par un autre : on entend alors le recul dans le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piège le plus fréquent chez les élèves qui ont bien appris l'imparfait. Le corriger sans dévaloriser l'imparfait, qui reste juste dans son emploi à 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les deux derniers : l'auxiliaire être et l'accord. Demander à chaque fois quel serait le passé composé — la réponse s'y trouve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Ramasser les billets et en corriger trois au tableau à la séance suivante, sans nommer les auteurs. Le sujet n'a pas à être médical : une attente d'immigration, de logement, de papiers fait aussi bien.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s'était passé avant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Raconter, ce n'est pas énumérer. Un seul temps du français a pour travail de reculer d'un cran, et sans lui tout arrive en même temps.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Nommer ce qu'on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plus-que-parfait avec l'auxiliaire à l'imparfait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bon auxiliaire et accorder le participe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un évènement avant un autre évènement passé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à l'écoute qu'un récit vient de reculer d'un cran.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Deux phrases, laquelle est arrivée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Elle est venue au rendez-vous. Son médecin avait envoyé la demande.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choses est arrivée d'abord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le dit ? Un mot ? La place dans la phrase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passé composé et le passé d'avant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a attendu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fait passé, raconté depuis aujourd'hui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avait attendu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fait déjà accompli au moment dont on parle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est 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fait passé, auxiliaire être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était 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même fait, un cran plus loin en arrière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seule différence : l'auxiliaire passe au présent ou à l'imparfait.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C'EST VOTRE PASSÉ COMPOSÉ, AVEC L'AUXILIAIRE À L'IMPARFAIT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Rien de neuf à apprendre : un seul changement, appliqué partout.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choix de l'auxiliaire ne change pas, les accords ne changent pas, le participe passé ne change pas. Si vous dites « je suis venue », vous direz « j'étais venue ». Si vous dites « j'ai attendu », vous direz « j'avais attendu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Les accords, exactement comme au passé composé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 QUEL AUXILIAIRE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ARRIVE AU PARTICIPE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ne bouge pas : elle avait attendu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s'accorde avec le sujet : elle était 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être, au pluriel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étaient passés, elles étaient arrivées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 cas de doute, demandez-vous quel auxiliaire vous auriez mis au passé composé.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EXEMPLES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récits du dossier de Leyla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Elle est arrivée fatiguée.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avait pourtant dormi neuf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En novembre, elle a vu la spécialiste.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médecin avait envoyé la demande en avril.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Elle n'a rien fait au mois de mars.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avait pensé que c'était l'hiver.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En août, la femme de Gilles voulait annuler.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avait perdu le courage d'attendre.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Tout était au dossier ce matin-là.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prélèvements avaient été faits au printemps.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Elle a trouvé la salle sans hésiter.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était venue une fois, en octobre.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dormais neuf heures, ce matin-là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j'avais dormi neuf heures, ce matin-là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L'imparfait décrit une habitude ou un décor : « je dormais neuf heures, dans ce temps-là ». Le plus-que-parfait raconte une nuit précise, avant le matin dont on parle. Les deux existent, et ils ne disent pas la même chose.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plus-que-parfait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première phrase situe le moment.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rendez-vous a eu lieu en novembre. Son médecin ___ la demande en avril. (envoyer)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arrivée fatiguée. Elle ___ neuf heures, pourtant. (dormir)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mois de mars, elle n'a rien fait. Elle ___ que c'était l'hiver. (penser)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savait où aller. Elle ___ une fois, en octobre. (venir)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répondu tout de suite. Elle ___ ses trois questions la veille. (écrire)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Gilles n'était pas inquiet. Sa femme et lui ___ par la même attente. (passer)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plus-que-parfait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rendez-vous a eu lieu en novembre. Son médecin ___ la demande en avril. (envoyer)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envoyé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arrivée fatiguée. Elle ___ neuf heures, pourtant. (dormir)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dormi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mois de mars, elle n'a rien fait. Elle ___ que c'était l'hiver. (penser)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pensé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savait où aller. Elle ___ une fois, en octobre. (venir)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était venue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répondu tout de suite. Elle ___ ses trois questions la veille. (écrire)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écrit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Gilles n'était pas inquiet. Sa femme et lui ___ par la même attente. (passer)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étaient passés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en deux phrases une attente que vous avez vécue.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Première phrase : ce qui est arrivé.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Deuxième phrase : ce qui s'était passé avant.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Nommer ce qu'on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