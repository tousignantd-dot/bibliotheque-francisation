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dense : quatre points en soixante-quinze minutes. Le premier et le deuxième sont le cœur ; le passé simple et la ponctuation se traitent en vingt minutes à eux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celui qui apaise : les mots savants ne contiennent aucune information que l'élève n'ait lui-même donnée.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Amener le groupe à dire lui-même que rien n'a été ajouté. C'est le point de départ de toute la séance, et il vaut mieux qu'il vienne d'eux.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dans les deux sens : de gauche à droite pour comprendre un document, de droite à gauche pour l'expliquer à quelqu'un.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Annoncer E2 : la lettre personnelle devra être écrite avec les mots de l'élève, et l'emploi du vocabulaire du dossier y sera contre-productif.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premiers sont réguliers : -ment, -tion, -tion. Les trois derniers sont irréguliers et s'apprennent en paires. Faire noter le nom avec son article,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six paires au cahier, avec l'article. C'est le seul apprentissage par cœur du module, et il tient en six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explicitement : personne ne sera évalué sur la production du passé simple. Le temps gagné ici sert au plus-que-parfait, qui s'emploie tous les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réflexe le plus rentable de tout le module : compter les tirets de la conduite proposée avant de lire quoi que ce soit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est un adjectif et non un nom : c'est voulu, le programme demande les deux dans la même ligne. Faire remarquer l'accent qui change entre fièvre et fiévreuse.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vite : le point est simple et il a été vu à l'analyse. Garder du temps pour le billet, qui prépare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Lire trois billets à voix haute sans nommer les auteurs. C'est l'exercice qui prépare le mieux la lettre personnelle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Du dit à l'écrit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Fatigue persistante d'apparition progressive » : c'est Leyla qui a dit ça. Rien n'a été ajouté, rien n'a été retiré — le même contenu a changé de vocabulaire.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sa propre phrase sous les mots du dossier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un nom avec un verbe, et un adjectif avec un nom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passé simple et le traduire en passé composé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ce que disent le tiret, la virgule et les guillemets.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 qui disent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suis fatiguée et ça ne part pas.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Fatigue persistante.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changé ? Qu'est-ce qui n'a pas changé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dit et le mot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6976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LEYLA A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LA LETTRE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Ça ne part pas.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fatigue persistante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pensais que c'était l'hiver.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d'apparition progressive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montais en parlant.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réduction de la tolérance à l'effort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On ne sait pas pourquoi.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d'étiologie à préciser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Elle ne m'a pas donné de réponse.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diagnostic retenu à ce stade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85231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412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Ces mots ne sont pas plus savants : ils sont plus courts, et ils veulent dire la même chose partout au pays.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GARDEZ VOS MOTS POUR VOS PROCHES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la lettre servent au laboratoire ; les vôtres servent chez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Dire « j'ai une réduction de la tolérance à l'effort » à sa sœur ne communique rien. Un mot qu'on peut redire dans sa propre langue courante est un mot compris ; un mot qu'on ne peut que répéter ne l'est pas encore.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Faire un nom avec un verbe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prélever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prélèvement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consulter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consultation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apparaître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l'apparition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attendre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l'attente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répondre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réponse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suivre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suivi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l'attendement, le répondement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l'attente, la réponse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verbes courants n'ont pas de nom en -ment : attendre, répondre, suivre, partir, choisir, venir. Ils s'apprennent en paires, comme un mot et son genre. Tout le reste se devine raisonnablement.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temps qu'on lit et qu'on n'écrit jamais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DIRAIT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attendit onze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attendu onze mois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comprit ce jour-là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compris ce jour-là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l'association naquit ainsi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l'association est née ainsi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fallut deux 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fallu deux 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programme demande de le reconnaître, jamais de l'écrire. Traduisez-le et continuez à lire.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signes qui portent du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tiret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ouvre une étape du plan, ou change de personne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deux virgules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encadrent un ajout qu'on pourrait retirer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guillemets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disent que le mot est celui de quelqu'un d'autre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texte administratif ne met presque rien en gras : il ponctue. Comptez d'abord les tirets.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verbe au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nom qui manque.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attendu sept mois. Cette ___ a été la partie la plus dure.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lui a prélevé du sang. Le ___ date de mars.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médecin l'a envoyée consulter. Cette ___ a eu lieu le 12 novembre.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la reverra. Ce ___ est prévu dans six à huit semaines.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fatigue est venue peu à peu. Son ___ a été progressive.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de la fièvre depuis deux jours. Elle est ___.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verbe au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attendu sept mois. Cette ___ a été la partie la plus dure.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attente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lui a prélevé du sang. Le ___ date de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prélèvement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médecin l'a envoyée consulter. Cette ___ a eu lieu le 12 novembre.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consultation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la reverra. Ce ___ est prévu dans six à huit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suivi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fatigue est venue peu à peu. Son ___ a été progressive.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apparition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de la fièvre depuis deux jours. Elle est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fiévreuse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signe fait ce travail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tiret, la virgule, ou les guillemets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ouvre chacune des trois étapes du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encadre « 41 ans » dans la première phrase.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entourent le mot « correcte », qui est celui de la patiente.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marque le changement de personne dans un dialogue.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encadre « aide à domicile » au milieu de la phrase.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signe fait ce travail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ouvre chacune des trois étapes du plan.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tiret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encadre « 41 ans » dans la première phrase.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virgule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entourent le mot « correcte », qui est celui de la patiente.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guillemets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marque le changement de personne dans un dialogue.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tiret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encadre « aide à domicile » au milieu de la phrase.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virgule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Traduisez pour votre famille : « aucun diagnostic retenu à ce stade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avec vos mots à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Imaginez que vous le dites au téléphone, ce soir.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