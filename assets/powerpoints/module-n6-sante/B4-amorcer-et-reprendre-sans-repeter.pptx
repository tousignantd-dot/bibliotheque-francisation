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1. Elle réunit une compétence de conversation et un savoir de grammaire du texte : les deux servent la même chose, faire tenir un échange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premiers objectifs se pratiquent debout, en circulant. Les deux derniers s'écrivent. Prévoir la bascule au milieu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 trois ou quatre billets de B1, sans nommer les auteurs, et les faire évaluer par les trois questions. C'est la meilleure entrée en matière possible : les exemples viennent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du bas porte la septième phrase : le tableau refuserait six rangées avec une note aussi longue, et la fin de conversation mérite d'être isolée.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Plusieurs élèves posent beaucoup de questions par politesse, sans rien dire d'eux, et s'étonnent que l'échange retombe.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Faire circuler : chacun rencontre trois personnes différentes. Passer sans corriger la langue ; noter seulement qui n'arrive pas à terminer, c'est ce qui manque le plus souvent.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que le nom, lui, ne change pas : seul le petit mot devant bouge. C'est la reprise la plus simple et la plus fréquente.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mot plus général est la technique qui sauve, et c'est celle que les élèves oublient le plus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 le mauvais exemple en entier avant de le corriger : l'effet de lourdeur se sent immédiatement et personne n'a besoin d'explication.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derniers sont des noms tirés d'un verbe : c'est l'entrée du Défi 3, où toute la question sera de passer de la parole à l'écrit. L'annoncer en corrigeant.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Ramasser et relire trois billets à la séance suivante : la reprise se corrige mieux sur des phrases d'élèves que sur des phrases de manuel.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B4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Amorcer, et reprendre sans répéter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gestes qui n'ont l'air de rien : entrer dans une conversation, et redire la même chose sans employer le même mot. Ce sont eux qui tiennent un échange debout.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Nommer ce qu'on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21203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2026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amorcer une conversation avec un inconnu, sans rien demander de privé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06343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1841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266439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075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reprendre un mot de l'autre pour montrer qu'on écoutait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5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5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1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3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reprendre un référent en changeant seulement le déterminant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reprendre un référent en changeant de mot.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Relisez vos phrases d'ouverture de mardi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qu'elle demande quelque chose de privé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peut y répondre en un seul mot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qu'elle laisse à l'autre le choix de continuer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Sept phrases, sept travaux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86100"/>
          </a:xfrm>
          <a:prstGeom prst="roundRect">
            <a:avLst>
              <a:gd name="adj" fmla="val 474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Vous attendez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ouvrir sur ce qui est commun aux deux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569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84932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Ah, tout ce temps-là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84932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reprendre un mot pour montrer qu'on écoutait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4612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74136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Chez nous, c'était pareil.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74136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donner un peu de soi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35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63339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Fatiguée comment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63339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demander une précision, une fois l'autre lancé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245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352544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Ça, c'est une bonne nouvelle.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352544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réagir avant d'enchaîner sur soi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43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903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Et pour finir : « Bon, ils vous appellent. Bonne chance. » On termine sans se justifier.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ON DONNE UN PEU AVANT DE DEMANDER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Questionner sans rien dire de soi donne l'impression d'un interrogatoire.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Chez nous, c'était pareil avec mon père » libère l'autre : il peut raconter à son tour, ou non. C'est ce qui distingue une conversation d'une enquête, et ça s'apprend en une phrase.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Debout, deux minutes chacun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Amorcez, reprenez un mot, donnez un peu de vous, terminez.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attendez à l'urgence, un samedi soir.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attendez à la pharmacie, avant la fermeture.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attendez l'autobus, en février.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attendez au comptoir d'un centre de services.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Reprendre en changeant le déterminant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PREMIÈRE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Une fatigue est apparue.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Cette fatigue n'est jamais repartie.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Elle a attendu sept mois.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délai lui a paru interminable.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Gilles accompagne sa femme.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Sa patience étonne tout le monde.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208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4891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Ils se parlent le dimanche.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4891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Leurs appels durent une heure.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6425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2028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Passer de « une » à « cette » ou à « la » dit que la chose a déjà été présentée.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Reprendre en changeant de mot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MOYEN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 synonyme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rendez-vous devient une rencontre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 mot plus général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échographie devient cet examen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nom tiré du verbe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 fallu attendre devient cette attente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Quand aucun synonyme ne vient, montez d'un cran : cet examen, cette démarche, ce papier.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docteure a expliqué, la docteure a demandé, la docteure a 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a expliqué, puis elle a demandé des examens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texte n'est pas faux : il est illisible. Reprendre autrement n'est pas une élégance de style, c'est ce qui permet au lecteur de savoir qu'on parle encore de la même chose sans le lui répéter à chaque phrase.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Reprenez sans répéter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la deuxième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fatigue est apparue en février. ___ fatigue n'est jamais repartie.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a attendu sept mois. ___ délai lui a paru interminable.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a demandé deux examens. ___ examens se font en bas.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a fallu attendre la matinée. Cette ___ est la partie la plus dure.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est arrivée en retard. Ce ___ n'a rien changé.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Reprenez sans répéter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fatigue est apparue en février. ___ fatigue n'est jamais repartie.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Cette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a attendu sept mois. ___ délai lui a paru interminable.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a demandé deux examens. ___ examens se font en bas.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a fallu attendre la matinée. Cette ___ est la partie la plus dure.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attente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est arrivée en retard. Ce ___ n'a rien changé.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retard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phrases sur le rendez-vous de Leyla, sans répéter de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Première phrase : ce qui est arrivé.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Deuxième phrase : reprenez-le autrement.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Nommer ce qu'on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