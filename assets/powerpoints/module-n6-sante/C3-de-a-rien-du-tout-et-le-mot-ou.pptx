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double. Prévoir la bascule à mi-parcours et annoncer les deux parties dès le début : les élèves supportent mal de croire qu'un seul point durera soixante-quinze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deuxième objectif corrige la faute la plus fréquente à ce niveau, et elle porte sur les verbes les plus employés de la langue.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Le groupe voit la différence sans pouvoir l'expliquer. Annoncer tout de suite qu'il n'y a pas de règle : c'est une habitude par verbe, comme le genre des noms. Ça soulage.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repère approximatif qui aide : faire faire à quelqu'un appelle souvent « de » ; un mouvement vers quelque chose appelle souvent « à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cinq phrases avec « je dois » à voix haute, en chaîne autour de la classe. La correction se fait par la répétition, pas par l'explication.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Leyla emploie cette forme dans l'entretien : « je ne sais pas quoi vous répondre pour la moyenne ». La relire dans le dialogue de C1.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chaque phrase entière une fois corrigée. C'est la lecture à voix haute qui installe l'habitude, pas la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nommer l'antécédent de chaque exemple : c'est le mot juste avant « où », et le repérer suffit à comprendre la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faute la plus fréquente de tout le point. La corriger sans dévaloriser « le jour que », qui est du français parlé courant et non une erreur d'apprenant.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le test avant de corriger : si l'on peut dire « ou bien », c'est celui sans accent. Le test ne se trompe jamais, et il tient dans une seule ligne de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et relire trois billets à la séance suivante : cette structure sera exigée dans la production écrite de E2.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De, à, rien du tout — et le mot « où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hésitations qui reviennent dix fois par jour : quel petit mot avant un infinitif, et comment coller une phrase à un nom sans le répéter.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Nommer ce qu'on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de » ou « à » selon le verbe qui précède l'infinitif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rien mettre après vouloir, pouvoir, devoir, savoir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avec « quoi » devant un infinitif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relier une phrase à un nom de lieu ou de temps avec « où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: qu'est-ce qui change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Elle m'a demandé de noter.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J'ai commencé à comprendre.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Je dois passer des examens.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familles de verbes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FAMILLE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LES VERBES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Avec 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demander, arrêter, éviter, essayer, oublier, accepter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Avec 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commencer, continuer, apprendre, aider, réussir, hésiter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Avec rien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vouloir, pouvoir, devoir, falloir, savoir, aller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Retenez le verbe avec son petit mot : « demander de » est un seul bloc à mémoriser.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dois de passer d'autres examens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dois passer d'autres examens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Vouloir, pouvoir, devoir, falloir, savoir et aller collent directement à l'infinitif. Ce sont justement les verbes qu'on emploie le plus souvent, et un « de » de trop après eux s'entend tout de suite.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DEVANT UN INFINITIF, LA QUESTION SE POSE AVEC « QUOI 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ne sais pas quoi répondre », jamais « je ne sais pas que répondre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savoir, demander et se demander, on peut poser une question sans point d'interrogation : « je ne sais pas comment le dire », « je me demande où aller ». C'est une phrase d'adulte, et elle est parfaitement polie.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De, à, quoi, ou rien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un seul mot.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m'a demandé ___ noter mes journées.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commence ___ monter les escaliers plus lentement.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arrêté ___ parler en montant.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savais pas ___ répondre.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dois ___ passer d'autres prélèvements.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réussi ___ dire ce qui avait changé.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De, à, quoi, ou rien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docteure m'a demandé ___ noter mes journées.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commence ___ monter les escaliers plus lentement.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 arrêté ___ parler en montant.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ne savais pas ___ répondre.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quoi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dois ___ passer d'autres prélèvements.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rien du tout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réussi ___ dire ce qui avait changé.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mot « où » ne parle pas que des endroits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IL RELIE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lieu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laboratoire où vous êtes entrée ce matin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moment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mois où mon fils a déménagé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moment à venir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jour où j'aurai les résultats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Un instant précis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au moment où on l'a appelée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C'est l'emploi de temps que le français parlé oublie, et c'est celui qui manque au niveau 6.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jour quand j'aurai les résultats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jour où j'aurai les résultats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Quand » ouvre une phrase entière et ne s'accroche jamais à un nom. « Quand j'aurai les résultats, je vous appellerai » est juste ; « le jour quand j'aurai » ne l'est pas. Même chose pour « le jour que », qui se dit beaucoup et ne s'écrit pas.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Où, ou bien ou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Complétez, avec ou sans accent.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Février est le mois ___ ma fatigue a commencé.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vient le lundi ___ le jeudi.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 ___ j'aurai les résultats, je vous appelle.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seule salle ___ on peut parler à quelqu'un.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Apportez la feuille ___ envoyez-la par la poste.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L'année ___ elle est arrivée, il neigeait en mai.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Où, ou bien ou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Février est le mois ___ ma fatigue a commencé.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vient le lundi ___ le jeudi.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jour ___ j'aurai les résultats, je vous appelle.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la seule salle ___ on peut parler à quelqu'un.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Apportez la feuille ___ envoyez-la par la poste.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L'année ___ elle est arrivée, il neigeait en mai.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Nommer ce qu'on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phrase avec « le jour où » ou « le mois où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souvenir personnel fait très bien l'affaire.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nom de temps vient avant, la phrase entière après.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Nommer ce qu'on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