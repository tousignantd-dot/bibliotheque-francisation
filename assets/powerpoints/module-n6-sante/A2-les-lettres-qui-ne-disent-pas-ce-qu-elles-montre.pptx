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prononciation. Courte en contenu et longue en répétition : prévoir au moins vingt minutes de répétition à voix haute, en groupe puis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qui sert dans la vraie vie : il débloque un adulte devant un mot médical entendu une seule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trois minutes. Presque tout le monde a une histoire de mot introuvable. Ne pas donner la solution tout de suite : elle vaut davantage après l'aveu collectif.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deux fois. Insister ensuite sur l'exception qui rassure : « chercher », « chaque », « chambre » gardent le son normal. Le k est l'exception, jamais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avec un délai réel : « dans six semaines », « dans dix jours », « à six heures ». C'est exactement ce qu'une secrétaire leur dira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Retenir surtout « un schéma » : un feuillet d'hôpital en contient presque toujours un, et c'est le dessin qui explique un parcours en un coup d'œil.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six mots du cas 1 à voix haute, lentement, en exagérant le k. L'exagération se corrige d'elle-même en deux jours ; l'hésitation,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plus importante. Faire dire la phrase à voix haute par tout le groupe : « Pouvez-vous me l'écrire, s'il vous plaît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mots soi-même plutôt que d'utiliser l'audio du module : le groupe doit entendre une voix vivante avant l'écran. L'audio servira pour la reprise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et préparer les réponses pour A3 : ce sont des mots que les élèves porteront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lettres qui ne disent pas ce qu'elles montrent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entendez « é-co-gra-fie » dans un corridor. Vous l'écrivez comme vous l'avez entendu et vous ne le trouvez nulle part. Trois cas seulement, et les mots de la santé en sont pleins.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lettres ch qui se disent comme un k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lettre x qui se dit comme un 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lettres sh et sch qui se disent comme un ch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un mot écrit quand on ne l'a qu'entendu.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Un mot entendu à l'hôpital et jamais retrouvé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vous est-il déjà arrivé de chercher un mot sans le trouver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des lettres muettes dans votre première langue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faites-vous, en général, quand un mot vous échappe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Cas 1 · les lettres ch qui se disent comme un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une échographie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é-co-gra-fie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chronique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cro-nique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psychiatre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psi-kiatre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cholestérol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co-les-té-rol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la technique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tec-nique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écho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é-co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Cas 2 · la lettre x qui se dit comme un 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sisse, tout seul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six semaines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semaines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six 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siz ans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dix heures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diz heures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soixante-dix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soi-sante-dis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mot ne change pas : c'est sa fin qui bouge selon ce qui suit.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Cas 3 · les lettres sh et sch qui se disent comme un 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schéma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ché-ma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shampoing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cham-poin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short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mots venus d'ailleurs, et rien dans leur écriture ne prévient.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donner à tous les ch le souffle de chat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essayer d'abord le k dans un mot de médecine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« te-chnique » ou « psy-chiatre » avec le souffle de « chat » rend le mot méconnaissable, et l'interlocuteur ne devinera pas. La liste des mots savants se compte sur les doigts : une carte suffit à l'apprendre une fois pour toutes.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mot entendu, comment le retrouver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J'entends un 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J'essaie ch avant de conclure : écho, chronique, psychiatre.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J'entends un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J'essaie x quand c'est un nombre : six, dix, soixante.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J'entends un 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J'essaie sh et sch : schéma, shampoing, short.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Je ne trouve toujours pas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demande à quelqu'un de l'écrire. Personne ne s'en offusque.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famille de lettres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puis dites : comme k, comme s, ou comme 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échographie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psychiatre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cholestérol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soixante-dix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schéma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short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famille de lettres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échographie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psychiatre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cholestérol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soixante-dix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schéma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ch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short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mot que vous avez entendu à l'hôpital sans savoir l'écrire.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 comme vous l'avez entendu, ce n'est pas grave.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On le cherchera ensemble à la prochaine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