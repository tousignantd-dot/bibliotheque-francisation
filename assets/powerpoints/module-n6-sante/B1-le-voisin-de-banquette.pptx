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Reprendre trente secondes le tableau des quatre personnes de A1 avant de commencer : le module suit un seul dossier, et le groupe doit s'en rappeler.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culturel autant que linguistique. Il se travaille par l'exemple, jamais par la liste d'interdits.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comparaison entre pays est très riche ici et il n'y a rien à trancher : on note les usages au tableau, on ne les classe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réponse de Leyla : elle reprend un mot de Gilles au lieu de répondre par oui. C'est ce geste-là qui transforme deux phrases polies en conversation, et il revient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Arrêter sur la question de Gilles. Elle est plus précise que « comment ça va ? » et elle vient d'un homme sans formation : la précision n'est pas une affaire de vocabulaire savant.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: « Ne répondez pas ça va. » C'est la phrase qui ouvre tout le Défi 2. La laisser affichée jusqu'à la séance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frontière n'est pas propre au Québec, mais elle y est nette. Une question sur la santé d'un inconnu met mal à l'aise, même posée gentiment.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explicitement évite qu'un élève interprète un silence comme un rejet lié à son accent.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qui, dans le groupe, est un proche aidant sans le savoir. La question surprend et la réponse est souvent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dernier est le plus important : ce que Gilles décrit n'est pas une guérison, c'est la fin d'une solitude.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et en lire trois ou quatre à voix haute sans nommer les auteurs : ils serviront de banc de départ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voisin de banquette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salle d'attente est le seul endroit d'un hôpital où personne n'est obligé de vous parler. C'est aussi celui où l'on apprend le plus.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conversation longue entre deux inconnus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dont on parle et ce dont on ne parle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un récit qui recule dans le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de l'attente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Est-ce que vous parlez aux gens dans une salle d'attente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Chez vous, est-ce qu'on se parle entre inconnus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peut demander, et qu'est-ce qu'on ne demande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commence, d'habitude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change quelque chose à l'attente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Vous êtes après attendre depuis longtemps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6173" y="2322576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après attendre depuis longtemps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6173" y="3071876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neuf heures et demie. Il est onze heures moins quart.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6173" y="3821175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Bienvenue. Moi, ça fait deux heures et je ne suis même pas malade. C'est ma femme qui est là-dedans.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5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6173" y="4908295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Ah. Vous l'attendez tout ce temps-là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Fatiguée comment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6173" y="1901952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appelle ça un proche aidant, paraît-il. Moi, j'appelle ça être marié.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6173" y="2651252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une job que j'aime. C'est juste que depuis huit mois, je la fais fatiguée.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6173" y="3738371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Fatiguée comment ? Fatiguée de fin de semaine, ou fatiguée qui ne part pas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6173" y="4825492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ne part pas. Au mois de mars, j'avais laissé faire, je pensais que c'était l'hiver.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valait la peine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6173" y="1901952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avait passé proche d'annuler, au mois d'août. Je l'ai gardée dans l'auto de force.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6173" y="2989072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ça valait la peine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6173" y="3738371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valait la peine. Pas parce qu'ils ont trouvé un remède miracle. Parce qu'à partir de ce jour-là, quelqu'un s'occupait de son affaire.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6173" y="4825491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elle va vous demander comment vous allez, ne répondez pas « ça va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dont on parle, et ce dont on ne parle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EST-CE QU'ON L'ABORDE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L'attente, l'heure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oui : c'est à tout le monde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Le stationnement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oui : c'est à tout le monde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Ce que l'autre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non : ça lui appartient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Pourquoi il est là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non : il le dira s'il veut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Ce qu'on lui a 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non, jamais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seule règle : on parle de ce qui est à tout le monde, jamais de ce qui est à l'autre.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BONNE AMORCE LAISSE UNE PORTE DE SORTIE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se répond en un mot par quelqu'un qui n'a pas envie de parler.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attendez depuis longtemps ? » peut recevoir « oui » et s'arrêter là. Si la réponse est courte et ne revient pas vers vous, on s'arrête : ce n'est pas un refus de vous, c'est un refus de parler, et il est légitime.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mots de l'attente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093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malaise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6324" y="2121408"/>
            <a:ext cx="71426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dérangement du corps qu'on sent sans pouvoir le montrer du doigt.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9093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fatigue chronique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6324" y="3106674"/>
            <a:ext cx="71426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fatigue qui dure des mois et que le repos ne fait pas partir.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9093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proche aidant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6324" y="4091939"/>
            <a:ext cx="71426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Celui qui accompagne quelqu'un de sa famille sans être payé pour ça.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9093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heures de visite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6324" y="5077205"/>
            <a:ext cx="714268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moments où l'on a le droit d'entrer voir quelqu'un d'hospitalisé.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de Leyla et de Gilles.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attend depuis deux heures sans être malade.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femme ne conduit plus depuis son opération.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Leyla est arrivée au Québec il y a trois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Leyla dort neuf heures et se lève reposée.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mars, elle avait mis sa fatigue sur le compte de l'hiver.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a valu la peine parce qu'on a trouvé un remède.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attend depuis deux heures sans être malade.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femme ne conduit plus depuis son opération.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Leyla est arrivée au Québec il y a trois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cinq 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Leyla dort neuf heures et se lève reposée.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comme si elle avait travaillé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mars, elle avait mis sa fatigue sur le compte de l'hiver.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a valu la peine parce qu'on a trouvé un remède.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parce que quelqu'un s'en occupe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pour entrer en conversation dans une salle d'attente.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qui ne demande rien de privé.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 doit pouvoir se répondre en un mot.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