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du module. Elle est courte en grammaire et longue en reformulation : prévoir au moins trente minutes de pratique orale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objectifs sont trois réflexes, dans cet ordre. Le quatrième est celui qui libère : on peut tout dire sans connaître le vocabulaire médical.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C'est la phrase notée en C1. Ne pas la moquer : elle vient d'une éducation, et souvent d'une bonne. La retourner : dans un rendez-vous, vous n'êtes pas un dérangement, vous êtes le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le plus utile du module hors de la classe. Le faire recopier à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trois exemples par le groupe, sur des sujets non médicaux, avant de revenir au dossier de Leyla.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qui libère. Faire dire la phrase à voix haute par tout le groupe : « Je ne connais pas le mot, mais c'est comme quand…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la plus importante de la séance. La faire reformuler par trois élèves. Plusieurs auront envie de raconter une fois où ça leur a coûté cher : laisser la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à deux avant d'afficher la correction. Insister : il n'y a pas une seule bonne reformulation, seulement des phrases qui contiennent une date, un avant, ou une scène.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Le sujet peut être n'importe quoi : le sommeil, le dos, le trajet, le français. Celui qui écoute a une seule consigne : redemander une précision, une seule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serviront directement au jeu de rôle de E1 : chacun entrera avec sa propre première phrase, écrite trois semaines plus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se travaille et ce qui ne se travaille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devant vous n'a que ce que vous dites. Ce que vous ne dites pas n'existe pas, et ce que vous dites en adjectifs ne se compare à rien dans six semaines.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repère de temps plutôt qu'une durée floue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changement plutôt qu'un état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scène plutôt que donner un adjectif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avec ses mots quand le mot juste manque.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ne veux pas déranger » — d'où vient cette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a appris à ne pas se plaindre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dérange-t-on, au juste, dans un rendez-vous prévu pour vous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diriez la même chose dans votre première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réflexes, trois transformations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PEUT SERVIR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Depuis un bout de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février, le mois où mon fils est parti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suis fatiguée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vers dix heures, il faut que je m'assoie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manque de souffle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montais douze marches en parlant, maintenant non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ne prends rien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d'ordonnance, mais des vitamines l'hiver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repère de temps, un changement, une scène : trois réflexes et rien de 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ON NE COMPARE PAS VOTRE FATIGUE À CELLE DES AUTRES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la compare à la vôtre d'avant.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pour cela qu'un changement vaut dix adjectifs : il a une date, il se vérifie, et il se recompare dans six semaines. « Avant je ne m'assoyais pas » est un renseignement ; « je suis fatiguée » n'en est pas 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Quatre façons de rendre une phrase utilisable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Accrocher à un évènement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ne se trompe sur le mois où son fils a déménagé.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Nommer un avant et un maintenant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je faisais ceci, maintenant je ne le fais plus.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Donner un lieu et un 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Chez ma cliente, il y a douze marches.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Décrire quand le mot manque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comme quand on se lève trop vite.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n'est pas si pire, il y a plus malade que moi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dure depuis huit mois et ça change ma façon de travailler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Minimiser fait sortir un problème du dossier. Ce n'est pas de la modestie mal placée : c'est un renseignement qui n'est pas donné, et personne ne pourra le deviner. Vous ne dérangez pas — le rendez-vous existe pour cela.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phrase utilisable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Une personne lit, l'autre reformule.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fatiguée.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fait un bout de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manque de souffle.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prends rien.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fois ça va, des fois moins.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n'est pas si pire.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phrase utilisable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fatiguée.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vers dix heures, il faut que je m'assoie ; avant, non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fait un bout de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 février, le mois où mon fils a déménagé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manque de souffle.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montais douze marches en parlant, maintenant j'arrête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prends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 d'ordonnance, mais des vitamines l'hiver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fois ça va, des fois moins.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samedi est meilleur, les autres jours se ressemblent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n'est pas si pire.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dure depuis huit mois et ça change mon travail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propre changement, en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deux, chacun son tour. L'autre écoute et redemande.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 : depuis quand, accroché à un évènement.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 : ce qui a changé, avant et maintenant.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 : une scène, avec un lieu et un nombre.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diriez en entrant dans le bureau.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la vôtre.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doit contenir une date ou un changement.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