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attendu un rendez-vous avec un spécialiste, et combien de temps ? Les chiffres qui sortiront seront élevés, et personne n'aura besoin qu'on dramatise.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utile tout de suite : plusieurs élèves ont déjà perdu un rendez-vous faute d'un papier resté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Noter au tableau ce que le groupe nomme : la liste sera presque toujours réduite à la carte, et c'est ce manque qui rend le tableau d'analyse utile tout à l'heure.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S'arrêter sur la confusion du prénom et du nom : elle est très fréquente, et elle est la première chose qu'un adulte ose rarement demander. Faire lire trois convocations imaginaires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la question au groupe avant d'écouter la suite : est-ce que les vitamines comptent ? La plupart répondront non. La réponse est oui, et c'est la découverte la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« Ouvrez-la ici, pas chez vous. » et la laisser toute la session. Annoncer le Défi 3 : dans trois semaines, on ouvrira cette enveloppe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module ; il revient à chaque ouverture de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la phrase à réutiliser : « Est-ce que vous avez déjà mes résultats de mars ? » Elle est polie, normale, et elle règle la question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Une demande de consultation » est long : le découper en trois temps et le faire dire deux fois. C'est le mot qui explique les sept mois d'attente.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surprend le plus : beaucoup d'élèves croient que tout se retrouve automatiquement dans un système informatique.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donnent la matière du jeu de rôle de E1, et ils disent quelles questions le groupe n'ose pas 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minutes au comptoir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Leyla a attendu sept mois ce rendez-vous. En trois minutes, l'agente de l'accueil lui apprend ce que sept mois d'attente ne lui avaient pas appris.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papiers d'un rendez-vous en spécialité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qu'une demande de consultation déclenche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avoir apporté, et ce que l'hôpital n'a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cinq premiers mots du dossier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vous apportez à un rendez-vous médical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carte, et quoi d'autre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a déjà demandé un papier que vous n'aviez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notez quelque chose pendant le rendez-vous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avez-vous attendu, la dernière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à la bonne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215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4224" y="2322576"/>
            <a:ext cx="852190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J'ai un rendez-vous à neuf heures quarante. Demirci, Leyla.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9503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54096"/>
            <a:ext cx="16215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4224" y="3054096"/>
            <a:ext cx="85219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Votre carte d'assurance maladie, s'il vous plaît. Vous venez pour la médecine interne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41063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05655"/>
            <a:ext cx="16215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4224" y="4105655"/>
            <a:ext cx="85219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pense. C'est écrit sur le papier, mais je ne sais pas lequel des deux mots est le nom du docteur.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9262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157216"/>
            <a:ext cx="16215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4224" y="5157216"/>
            <a:ext cx="85219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Montrez-moi. Charest, Sylvine. Sylvine, c'est son prénom ; Charest, c'est son nom de famille.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Notez-les quand 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215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4224" y="1901952"/>
            <a:ext cx="85219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médecin de famille avait envoyé une demande de consultation, c'est ça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215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4224" y="2989072"/>
            <a:ext cx="85219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En avril. Elle m'avait dit d'attendre l'appel et de ne pas rappeler avant l'automne.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215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4224" y="4076191"/>
            <a:ext cx="85219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apporté la liste de vos médicaments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215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4224" y="4825492"/>
            <a:ext cx="85219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n'en prends pas. À part des vitamines, l'hiver.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Ouvrez-la ici, pas chez 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215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4224" y="1901952"/>
            <a:ext cx="85219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ce qui se prend compte, même ce qui s'achète sans papier.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215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4224" y="2651252"/>
            <a:ext cx="85219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prises de sang que j'ai faites au mois de mars, est-ce qu'elle les a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215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4224" y="3738371"/>
            <a:ext cx="85219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elles ont été faites ici, oui. Si c'est un laboratoire privé, apportez le papier.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215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4224" y="4825492"/>
            <a:ext cx="85219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quand vous sortirez de son bureau, on vous remettra une enveloppe. Ouvrez-la ici, pas chez vous.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personnes, quatre pouvoirs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PEUT FAIRE POUR VOUS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À l'accueil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inscrire, expliquer où aller, dire combien de temps ça dure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médecin de famille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envoyer la demande, décider d'un arrêt de travail ensuite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spécialiste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chercher la cause, demander des examens, écrire au médecin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liaison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traduire ce qui est écrit et répondre au téléphone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Aucune ne peut faire le travail d'une autre. Poser sa question au mauvais endroit fait perdre une semaine.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A ÉTÉ FAIT AILLEURS N'EST PAS AU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L'hôpital ne voit que ce qui a été fait chez lui.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laboratoire privé, une clinique d'une autre ville, un examen d'un autre pays : ces papiers voyagent avec vous ou n'existent pas. C'est l'oubli le plus fréquent, et il coûte un rendez-vous attendu des mois.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premiers mots, avec leur article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clinique externe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678" y="2121408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service d'un hôpital où l'on est reçu à une heure donnée, sans y être hospitalisé.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demande de consultation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4678" y="2909620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par lequel un médecin en fait voir un autre à la même personne.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médecine interne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4678" y="3697833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spécialité de ceux qui cherchent la cause d'un problème qui touche tout le corps.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 d'attente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4678" y="4486046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temps qui sépare la demande du rendez-vous, et sur lequel l'accueil n'a aucun pouvoir.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2176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dossier médical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4678" y="5274259"/>
            <a:ext cx="58343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Tout ce qui a été écrit sur vous par ceux qui vous ont vu, et qui vous suit.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Leyla et de Mariette.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de Leyla est à neuf heures quarante.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Sylvine est le nom de famille de la médecin.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demande de consultation a été envoyée en avril.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délai de sept mois est exceptionnel.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noter les vitamines même sans ordonnance.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résultats d'un laboratoire privé sont au dossier.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de Leyla est à neuf heures quarante.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Sylvine est le nom de famille de la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son prénom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demande de consultation a été envoyée en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délai de sept mois est exceptionnel.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ce n'est pas rare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noter les vitamines même sans ordonnance.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résultats d'un laboratoire privé sont au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faut les apporter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question voudriez-vous poser, et à qui la poseriez-vous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suffit, et elle peut commencer par « je me demande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la personne : l'accueil, votre médecin, la spécialiste.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