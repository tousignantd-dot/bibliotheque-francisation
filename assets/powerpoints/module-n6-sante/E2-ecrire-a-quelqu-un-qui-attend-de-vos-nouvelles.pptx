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trente minutes d'écriture réelle et quinze minutes de bilan. Commencer par cinq minutes sur les billets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objectifs viennent des attentes de fin de cours du niveau, la situation du programme n'ayant aucune intention de production écrite. C'est écrit dans le manifeste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réponse la plus fréquente est « je rassure ». C'est précisément ce que la lettre doit faire sans mentir, et le tableau suivant montre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D1 : la mise en page est une information. On écrit comme on aimerait qu'on nous écrive.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ligne est celle qui compte : plusieurs élèves seront tentés d'employer les mots du compte rendu pour faire sérieux.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liste exacte du module interactif : les élèves la retrouveront cochable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leçon la plus transférable du module entier. La faire reformuler par deux élèves avant de commencer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en silence. Faire lire deux ou trois premiers paragraphes à voix haute et les améliorer ensemble : le reste de la lettre suit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Enchaîner sur l'autoévaluation du module interactif, dix-neuf énoncés, à faire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minutes. L'assistant du module vérifie le texte avant l'envoi à l'enseignant. Plusieurs élèves enverront leur lettre pour de vrai : c'est le meilleur usage possible de la séance, et il faut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à quelqu'un qui attend de vos nouvelles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personnelle, pas un courriel de bureau. Les mots du dossier servent au laboratoire ; ceux-ci servent à rassurer quelqu'un qui est loin.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une lettre personnelle : appel, trois paragraphes, salutation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évènement dans l'ordre, avec ses repères de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sans répéter et annoncer ses exemples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par ce qui arrive ensuite, avec une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À qui donnez-vous de vos nouvelles, et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téléphone, par message, par courriel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racontez tout, ou est-ce que vous rassurez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le plus difficile à écrire : le début ou la fin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vous allez, et pourquoi vous écrivez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s'est passé, raconté dans l'ordre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arrive ensuite, et ce que vous demandez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paragraphe porte une idée principale, et une seule. Le blanc entre deux est un changement d'idée.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lettre personnelle n'est pas un courriel de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PLUTÔT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Ma chère sœur,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Madame,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Je t'embrasse.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Veuillez agréer mes salutations.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J'ai enfin vu la spécialiste.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vous informe que j'ai été vue.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Je monte les escaliers moins vite.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Réduction de la tolérance à l'effort.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savoir du programme est explicite : formules d'appel et de salutation d'une lettre personnelle.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lettre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plus-que-parfait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mon médecin avait envoyé la demande en avril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« le mois où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a commencé le mois où mon fils est parti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exemple annoncé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monte moins bien, par exemple les douze marches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reprise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cette fatigue, ce rendez-vous, ces examens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subordonnée infinitive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m'a demandé de noter mes journées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une date, au moins : ce qui arrive ensuite, et quand.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une réduction de la tolérance à l'effort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monte les escaliers moins vite qu'avant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mots du compte rendu ne communiquent rien à quelqu'un qui n'est pas médecin. Ils ne font pas sérieux : ils font distant, et ils inquiètent davantage parce que le lecteur ne peut rien en faire. Un mot qu'on peut redire dans sa langue courante est un mot compris.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premier paragraphe, en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Comment vous allez, et pourquoi vous écrivez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 : comment vous allez, en évitant « ça va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 : pourquoi vous écrivez aujourd'hui et pas hier.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DÉFI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EN GARDEZ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Je découvre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qu'on apporte, et ce que l'hôpital n'a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Défi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entrer en conversation, raconter ce qui s'était passé avant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Défi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décrire un changement plutôt qu'un état, et poser ses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Défi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retrouver sa propre phrase sous les mots du dossier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semaines pour une seule chose : nommer ce qu'on a, au lieu d'attendre que quelqu'un le devine.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lettre : huit à douze phrases, trois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la liste des éléments avant d'envoyer.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ce qui arrive ensuite, et par une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