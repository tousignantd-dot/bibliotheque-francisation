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Prévoir trente minutes de jeu de rôle à l'écran et vingt minutes d'enregistrement. Le reste est de la préparation et de l'écoute mutuelle.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qu'on oublie de pratiquer et qui sauve le plus de rendez-vous. Le faire répéter avant le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Rendre les billets de C2. Chacun entrera dans le jeu de rôle avec sa propre première phrase, écrite trois semaines plus tôt : c'est le moment le plus satisfaisant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Laisser choisir librement. Ceux qui prennent la troisième situation ont souvent un rendez-vous réel qui approche.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porte les deux derniers sujets : le tableau refuserait sept rangées, et ces deux-là méritent d'être répétés à voix haute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avant de commencer évite deux malentendus : celui de l'élève qui attend une réponse, et celui qui croirait recevoir un avis médical.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carte à la fois, lue à voix haute par le groupe. Ce sont les cinq points de langue du module, réunis en cinq phrases utilisables telles quelles.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Sans ces deux lignes, le jeu de rôle devient un interrogatoire où l'élève ne fait que répondre — exactement ce que le module cherche à défaire.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troisième temps est celui qu'on escamote : rappeler qu'une nouvelle sans date laisse l'interlocuteur aussi inquiet qu'avant.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minutes, à la toute fin. Lire les billets avant E2 : ils disent quoi reprendre en cinq minutes au début de la dernière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consultation, pour vrai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Vingt minutes, et c'est vous qui parlez. L'assistant répond à tout ce que vous demandez, mais il ne devine rien : si vous ne racontez pas, il n'a rien à chercher.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s'informer auprès d'une spécialiste en posant ses propres questions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dans l'ordre, avec des repères de temps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qu'on répète ou qu'on explique un mot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ensuite le rendez-vous à un proche, en trois temps.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Ressortez votre billet de la séance C2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phrase que vous diriez en entrant dans le bureau.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qu'elle contient une date ou un changement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la diriez encore aujourd'hui, ou l'amélioreriez-vous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 au choix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DEVEZ OBTENIR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Huit mois de fatigue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faire comprendre ce qui a changé, et depuis quand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mot sur une feuille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savoir ce qu'un résultat dit, et ce qu'il ne dit pas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Et après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repartir en sachant qui fait quoi, et avec quel papier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Choisissez celle qui ressemble le plus à ce que vous vivez : le jeu de rôle sert mieux quand il n'est pas imaginaire.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sujets à couvrir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 DE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Raconter dans l'ordre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 a commencé en février, quand mon fils est parti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Un changement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avant je montais en parlant, maintenant j'arrête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Un exemple précis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chez ma cliente, il y a douze marches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Demander à répéter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ne connais pas ce mot, pouvez-vous l'expliquer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Redire la suite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donc je repasse au laboratoire, puis vous m'appelez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Et deux de plus : répondre sans minimiser, et poser au moins deux questions à vous.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L'ASSISTANT NE DONNERA AUCUN DIAGNOSTIC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explique une démarche, il demande des examens, et il dit ce qu'il ne sait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voulu, et c'est réaliste : une première consultation se termine presque toujours par un plan et non par une réponse. Ce qui s'exerce ici est la langue d'une consultation, pas la médecine — aucun conseil de santé n'y est donné.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structures à réutiliser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Reculer d'un cran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médecin avait envoyé la demande en avril.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Accrocher un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mois où mon fils a déménagé.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Annoncer un exemple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monte moins bien, par exemple les douze marches.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Reprendre sans répéter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fatigue est arrivée. Cette fatigue n'est pas repartie.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Vérifier une consigne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je note mes journées, c'est bien ça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Vos deux questions, écrites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minutes, en silence, avant d'ouvrir l'écran.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1 : celle qui passe avant les autres.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2 : celle que vous oublieriez.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Raconter le rendez-vous, en trois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j'y allais, et depuis quand j'attendais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qu'elle a demandé et ce qu'elle a expliqué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arrive ensuite, avec les dates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Quatre-vingt-dix secondes environ. On peut recommencer autant de fois qu'on veut.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Qu'est-ce qui a été le plus difficile dans le jeu de rôle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Trouver les mots ? Poser une question ? Ne pas dire « ça va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