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est très concrète et elle produit un objet réel : la feuille que chaque élève repartira avec. Prévoir vingt minutes d'écriture individuelle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derniers objectifs sont de l'écriture réelle. Ce n'est pas un exercice : c'est la feuille que la personne apportera à son prochain rendez-vous.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Le deuxième cas est presque universel et il détend le groupe : oublier ses questions n'est pas de la nervosité, c'est l'effet normal d'être assis devant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note du bas porte les deux dernières : le tableau refuse sept rangées avec une note, et la diapositive resterait lisible mais serrée.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Plusieurs élèves trient par politesse, pour ne pas déranger. Nommer cette intention avant de la corriger : elle est généreuse, et elle coûte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carte à la fois, avec un exemple demandé au groupe entre chaque. La cinquième prendra le plus de temps, et c'est normal.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correction la plus utile de la séance. La faire reformuler par deux élèves avant de passer à l'écriture.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en silence. Passer dans les rangées. Ne pas corriger la langue à ce moment-ci : la feuille est un objet personnel, pas un devoir. On la corrigera si l'élève le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Garder les billets : ils serviront à ouvrir le Défi 2, où l'élève devra poser ses propres questions à la spécialiste.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qu'on met dans son sac la veille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rendez-vous en spécialité, c'est un long silence suivi d'un très court moment. Ce qui se joue en vingt minutes se prépare la veille, en dix.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Nommer ce qu'on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choses à apporter à un rendez-vous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que l'hôpital a déjà de ce qu'il faut apporter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la liste de ce qu'on prend, y compris sans ordonnance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trois questions la veille plutôt que dix dans l'auto.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manquait, la dernière fois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a-t-on déjà demandé un papier que vous n'aviez pas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oublié une question, et vous en êtes souvenu dehors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vous a déjà accompagné ? Est-ce que ça a aidé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choses, sept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APPORTE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SERT À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carte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 faire inscrire avant même d'avoir dit un mot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convocation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retrouver l'heure, l'étage et le nom de la personne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liste des produits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répondre sans deviner à la première question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Les papiers d'ailleurs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apporter ce que l'hôpital n'a pas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Les trois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 pas sortir avec ce qu'on voulait demander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Et deux choses de plus : la liste de ses antécédents, et un crayon.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NE TRIEZ PAS VOS PAPIERS D'AVANCE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Apportez tout, et laissez trier la personne dont c'est le métier.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ne pouvez pas savoir ce qui servira. Le papier que vous jugez inutile — un vieux résultat, une lettre d'un autre pays — est souvent celui qui explique tout. Trier prend trente secondes à la personne en face ; deviner lui prend un autre rendez-vous.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questions à se poser la veille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Où, exactement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pavillon, l'étage, la salle. Vingt minutes de marge la première fois.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Qui je vais voir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nom de famille est écrit avant le prénom sur une convocation.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Qu'est-ce que je prends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Tout, y compris ce qui s'achète sans ordonnance.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Qu'est-ce qui manque au dossier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a été fait ailleurs qu'à cet hôpital.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Qu'est-ce que je veux savoir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questions écrites, dans l'ordre d'importance.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Et le crayon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noter les dates au lieu d'essayer de les retenir.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PRÉPARATION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ne prends rien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rien d'ordonnance, mais des vitamines tous les jours l'hiver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Rien » est presque toujours faux, et ce n'est pas un mensonge : on ne compte pas ce qui s'achète à l'épicerie. Or la question sert à savoir ce qui circule dans le corps, pas à vérifier une ordonnance. Tisanes, vitamines, produits rapportés d'un voyage : tout se note.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liste, en vrai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sur une feuille que vous garderez.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1 : tout ce que vous prenez, ordonnance ou non.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2 : vos antécédents, un par ligne.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3 : vos trois questions, dans l'ordre d'importance.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est votre première question, celle qui passe avant les autres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la vôtre.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Elle peut commencer par « je voudrais savoir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Nommer ce qu'on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