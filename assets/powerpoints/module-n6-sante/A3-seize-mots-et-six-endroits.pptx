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Les seize mots du module y passent tous. Prévoir une pause au milieu : seize mots abstraits en une séance, c'est beaucoup, et la fatigue se voit à la douzième.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structure tout le reste : la moitié du vocabulaire du module désigne des papiers, l'autre décrit des états ou des démarches.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minutes, à deux. Le groupe reconstitue le parcours sans notes : ce qui manque à leur reconstitution est exactement ce que la séance doit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 le plus administratif des quatre. Faire remarquer que trois de ces cinq mots désignent un papier ou un ensemble de papiers.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proche aidant » est un mot que plusieurs élèves sont sans le savoir. Le leur dire : la reconnaissance du mot vaut souvent plus que le mot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un diagnostic » : c'est le mot autour duquel tourne tout le Défi 2. Un diagnostic se mérite à force de vérifier ; on ne le choisit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mots seulement, et ce sont ceux du Défi 3. Annoncer que le feuillet et le compte rendu seront lus en entier dans deux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ranger les seize mots dans les trois colonnes, oralement, à main levée.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l'oral avec l'article. Un mot donné sans son article compte comme à moitié su : c'est là-dessus qu'on butera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question fait travailler la nuance plutôt que la traduction : plusieurs de ces mots existent ailleurs et ne couvrent pas exactement la même réalité.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Seize mots et six endroits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mots d'une matinée à l'hôpital, dans l'ordre où on les rencontre : l'entrée, l'attente, le bureau, l'enveloppe.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groupes de mots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six endroits du parcours d'un rendez-vous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mot qui décrit d'un mot qui nomme un papier.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Refaites de mémoire le parcours de Leyla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où entre-t-elle ? Où va-t-elle ensuite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attend-elle, et où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reçoit-elle en sortant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Entrer à l'hôpital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clinique externe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678" y="2121408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service d'un hôpital où l'on est reçu sans y être hospitalisé.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demande de consultation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4678" y="2909620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par lequel un médecin en fait voir un autre.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médecine interne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4678" y="3697833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spécialité qui cherche la cause d'un problème touchant tout le corps.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 d'attente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4678" y="4486046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entre la demande et le rendez-vous.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dossier médical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4678" y="5274259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qui a été écrit sur vous, et qui vous suit d'un service à l'autre.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L'attente, et ce qu'on s'y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malaise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6324" y="2121408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dérangement du corps qu'on sent sans pouvoir le montrer du doigt.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fatigue chronique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6324" y="3106674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fatigue qui dure des mois et que le repos ne fait pas partir.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proche aidant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6324" y="4091939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Celui qui accompagne quelqu'un de sa famille sans être payé pour ça.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heures de visite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6324" y="5077205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moments où l'on a le droit d'entrer voir quelqu'un d'hospitalisé.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antécédent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8820" y="2121408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évènement de santé déjà arrivé, qu'on redit à chaque nouveau médecin.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prélèvement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820" y="3106674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peu de sang ou de liquide qu'on prend pour le faire analyser.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diagnostic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8820" y="4091939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 donné à un problème une fois qu'on a assez vérifié pour l'écrire.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anémie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820" y="5077205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résultat d'analyse : le sang transporte l'oxygène moins bien qu'il le devrait.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s'écrit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9710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effets secondaires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4111" y="2121408"/>
            <a:ext cx="655489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 traitement fait en plus de ce qu'on lui demande.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349710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feuillet d'information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4111" y="3435096"/>
            <a:ext cx="655489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feuille remise en sortant, qui explique la marche à suivre.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349710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111" y="4748784"/>
            <a:ext cx="655489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est prévu après : qui rappelle, quand, et ce qu'il faut avoir fait.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sortes de mots dans ce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papier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le demande, on l'apporte, on le garde, on l'annote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état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le décrit, on le date, on le compare à avant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démarche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la suit, on en note les étapes et les délais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mot mal rangé se retient mal : demander un état ou décrire un papier ne veut rien dire.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où l'on est reçu sans être hospitalisé.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envoyé par le médecin de famille.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fatigue de plusieurs mois que le repos ne répare pas.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qui accompagne sans être payé ni formé.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prend sur vous pour le faire analyser.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feuille qui explique la marche à suivre.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où l'on est reçu sans être hospitalisé.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clinique externe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envoyé par le médecin de famille.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demande de consultation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fatigue de plusieurs mois que le repos ne répare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fatigue chronique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qui accompagne sans être payé ni formé.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proche aidant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prend sur vous pour le faire analyser.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prélèvement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feuille qui explique la marche à suivre.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feuillet d'information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Lequel de ces seize mots existe dans votre première langue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suffit, avec sa traduction si vous voulez.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qu'il veut dire exactement la même chose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