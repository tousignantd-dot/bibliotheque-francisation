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Défi 2. Deux points : le subjonctif des consignes, puis les connecteurs d'exemplification. Le premier est grammatical, le second est immédiatement utilisable à l'oral.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n'est pas grammatical : c'est de la lecture sociale. Il vaut au moins autant que les deux premiers.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minutes, et le groupe se divisera. C'est exactement le but : la phrase est ambiguë pour qui vient d'ailleurs, et elle ne l'est pas pour qui a grandi 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Ajouter à l'oral ce qui n'appelle pas le subjonctif : je pense que, je vois que, il est certain que. Ces verbes constatent au lieu de demander.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répéter la question par tout le groupe. C'est une des trois phrases les plus utiles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apprendre les cinq irréguliers avec « que » devant : c'est ainsi qu'ils apparaissent, et jamais autrement.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relire chaque phrase entière une fois corrigée, avec le « que ». Séparer le subjonctif de son « que » le rend introuvable dans la mémoire.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note du bas est la distinction qui coûte le plus longtemps aux élèves : le test est de remplacer par « autrement dit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C'est-à-dire » est le mot le plus utile de tous quand on cherche à se faire comprendre. Le donner comme un outil, pas comme une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dernier n'est pas un connecteur d'exemple, et c'est voulu : il vérifie que la distinction du tableau précédent a été comprise.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Ces billets font une excellente ouverture pour le Défi 3, où l'on retrouvera par écrit ce qui a été dit de vive voix.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C4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Il faudrait que, et par exemple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français des professionnels adoucit ses consignes. L'adoucissement ne retire rien — et croire qu'on avait le choix coûte parfois une place dans un calendrier.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Nommer ce qu'on 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verbes qui appellent le subjonctif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le subjonctif présent, y compris cinq irréguliers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qu'« il faudrait que » est une obligation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annoncer un exemple avant de le donner.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« Il faudrait que vous passiez d'autres prélèvements. 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c'est obligatoire, ou est-ce un conseil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vous fait pencher d'un côté ou de l'autre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le vérifieriez-vous, sur place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verbes qui appellent le subjonctif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QU'ILS EXPRIMENT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LES VERBES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Une obligation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faut que, il faudrait que, exiger que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souhait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j'aimerais que, je voudrais que, je préfère que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conseil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vaut mieux que, il vaudrait mieux que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Une crainte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crains que, j'ai peur que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C'est le verbe qui décide, jamais le sens général de la phrase.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IL FAUDRAIT QUE EST UNE OBLIGATION, DITE POLIMENT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conditionnel adoucit le ton ; il ne retire pas la consigne.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Si vous n'êtes pas certain, demandez : « est-ce que c'est obligatoire, ou est-ce que c'est un conseil ? » La question est parfaitement normale, elle ne froisse personne, et elle vous évite de repartir en croyant avoir le choix.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Comment on forme le subjonctif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L'ÉTAPE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FAIT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On part 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3e personne du pluriel du présent : ils notent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On enlève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terminaison -ent : ils not-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On ajoute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-e, -es, -e, -ions, -iez, -ent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Ce qui surprend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nous et vous, ça ressemble à l'imparfait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Cinq irréguliers à savoir par cœur : que je sois, que j'aie, que j'aille, que je fasse, que je puisse.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le verbe au subjonctif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La première phrase donne le ton.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que vous ___ d'autres prélèvements. (passer)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aimerait que vous ___ vos journées. (noter)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vaut mieux que ce ___ court et régulier. (être)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faudrait qu'elle ___ joignable en avant-midi. (être)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préfère que vous ___ la voir avec la lettre. (aller)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craint qu'elle ___ tout à la dernière minute. (faire)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le verbe au subjonctif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que vous ___ d'autres prélèvements. (passer)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passiez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aimerait que vous ___ vos journées. (noter)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notiez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vaut mieux que ce ___ court et régulier. (être)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faudrait qu'elle ___ joignable en avant-midi. (être)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préfère que vous ___ la voir avec la lettre. (aller)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alliez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craint qu'elle ___ tout à la dernière minute. (faire)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fasse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Annoncer un exemple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CONNECTEUR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OÙ IL SE 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par exemple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à peu près partout, entre virgules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comme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collé au nom, sans virgule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notamment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au milieu, pour faire ressortir un élément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entre autres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au milieu, quand la liste est plus longue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ainsi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en tête de la phrase suivante, suivi d'une virgule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Et « c'est-à-dire » n'est pas un exemple : il redit la même chose autrement.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une anémie, par exemple un sang qui transporte moins bien l'oxygène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une anémie, c'est-à-dire un sang qui transporte moins bien l'oxygène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exemple donne un cas parmi d'autres ; « c'est-à-dire » redit la même chose en plus simple. Confondre les deux laisse croire qu'il existe plusieurs anémies possibles, alors qu'il s'agit d'une définition.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connecteur par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Aucun ne revient deux fois.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Notez ce qui a changé, ___ l'heure du lever.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Certains examens se font sans rendez-vous, ___ une prise de sang.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Apportez tout ce qui vient d'ailleurs, ___ les résultats privés.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feuillet répond à plusieurs questions, ___ celle des visites.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Tout ce qui se prend compte. ___, les vitamines aussi.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anémie légère, ___ un sang qui transporte moins bien l'oxygène.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connecteur par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Notez ce qui a changé, ___ l'heure du lever.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par exemple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Certains examens se font sans rendez-vous, ___ une prise de sang.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comme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Apportez tout ce qui vient d'ailleurs, ___ les résultats privés.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notamment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feuillet répond à plusieurs questions, ___ celle des visites.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entre autres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Tout ce qui se prend compte. ___, les vitamines aussi.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Ainsi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anémie légère, ___ un sang qui transporte moins bien l'oxygène.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c'est-à-dire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une consigne que vous avez reçue et que vous n'aviez pas comprise.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Au travail, à l'école, dans un bureau.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Est-ce que c'était une obligation ou un conseil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Nommer ce qu'on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