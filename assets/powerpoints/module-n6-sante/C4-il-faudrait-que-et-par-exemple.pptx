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Deux points : le subjonctif des consignes, puis les connecteurs d'exemplification. Le premier est grammatical, le second est immédiatement utilisable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n'est pas grammatical : c'est de la lecture sociale. Il vaut au moins autant que les deux premiers.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et le groupe se divisera. C'est exactement le but : la phrase est ambiguë pour qui vient d'ailleurs, et elle ne l'est pas pour qui a grandi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Ajouter à l'oral ce qui n'appelle pas le subjonctif : je pense que, je vois que, il est certain que. Ces verbes constatent au lieu de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question par tout le groupe. C'est une des trois phrases les plus utiles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apprendre les cinq irréguliers avec « que » devant : c'est ainsi qu'ils apparaissent, et jamais autrement.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entière une fois corrigée, avec le « que ». Séparer le subjonctif de son « que » le rend introuvable dans la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la distinction qui coûte le plus longtemps aux élèves : le test est de remplacer par « autrement dit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C'est-à-dire » est le mot le plus utile de tous quand on cherche à se faire comprendre. Le donner comme un outil, pas comme une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n'est pas un connecteur d'exemple, et c'est voulu : il vérifie que la distinction du tableau précédent a été comprise.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billets font une excellente ouverture pour le Défi 3, où l'on retrouvera par écrit ce qui a été dit de vive voix.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faudrait que, et par exemple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français des professionnels adoucit ses consignes. L'adoucissement ne retire rien — et croire qu'on avait le choix coûte parfois une place dans un calendrier.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verbes qui appellent le subjonctif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subjonctif présent, y compris cinq irréguliers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qu'« il faudrait que » est une obligation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 exemple avant de le donner.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Il faudrait que vous passiez d'autres prélèvements.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obligatoire, ou est-ce un conseil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fait pencher d'un côté ou de l'autre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vérifieriez-vous, sur place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qui appellent le subjonctif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QU'ILS EXPRIMENT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VERBES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obligation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que, il faudrait que, exiger 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souhait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que, je voudrais que, je préfère 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conseil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vaut mieux que, il vaudrait mieux 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crainte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crains que, j'ai peur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verbe qui décide, jamais le sens général de la phrase.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FAUDRAIT QUE EST UNE OBLIGATION, DITE POLIMENT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conditionnel adoucit le ton ; il ne retire pas la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vous n'êtes pas certain, demandez : « est-ce que c'est obligatoire, ou est-ce que c'est un conseil ? » La question est parfaitement normale, elle ne froisse personne, et elle vous évite de repartir en croyant avoir le choix.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on forme le subjonctif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part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3e personne du pluriel du présent : ils notent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enlève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terminaison -ent : ils not-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ajoute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-e, -es, -e, -ions, -iez, -ent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 surprend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nous et vous, ça ressemble à l'imparfait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Cinq irréguliers à savoir par cœur : que je sois, que j'aie, que j'aille, que je fasse, que je puisse.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première phrase donne le 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d'autres prélèvements. (passer)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aimerait que vous ___ vos journées. (noter)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vaut mieux que ce ___ court et régulier. (être)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faudrait qu'elle ___ joignable en avant-midi. (être)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préfère que vous ___ la voir avec la lettre. (aller)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craint qu'elle ___ tout à la dernière minute. (faire)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d'autres prélèvements. (passer)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passiez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aimerait que vous ___ vos journées. (noter)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notiez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vaut mieux que ce ___ court et régulier. (être)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faudrait qu'elle ___ joignable en avant-midi. (être)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préfère que vous ___ la voir avec la lettre. (aller)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alliez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craint qu'elle ___ tout à la dernière minute. (faire)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fasse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Annoncer un exemple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CONNECTEUR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IL SE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par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peu près partout, entre virgules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comme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collé au nom, sans virgule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notamment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milieu, pour faire ressortir un élément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entre autres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milieu, quand la liste est plus longue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ainsi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tête de la phrase suivante, suivi d'une virgule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« c'est-à-dire » n'est pas un exemple : il redit la même chose autrement.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anémie, par exemple un sang qui transporte moins bien l'oxygène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anémie, c'est-à-dire un sang qui transporte moins bien l'oxygène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exemple donne un cas parmi d'autres ; « c'est-à-dire » redit la même chose en plus simple. Confondre les deux laisse croire qu'il existe plusieurs anémies possibles, alors qu'il s'agit d'une définition.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connecteur par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Aucun ne revient deux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Notez ce qui a changé, ___ l'heure du lever.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Certains examens se font sans rendez-vous, ___ une prise de sang.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Apportez tout ce qui vient d'ailleurs, ___ les résultats privés.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feuillet répond à plusieurs questions, ___ celle des visites.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ce qui se prend compte. ___, les vitamines aussi.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anémie légère, ___ un sang qui transporte moins bien l'oxygène.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connecteur par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Notez ce qui a changé, ___ l'heure du lever.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exemple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Certains examens se font sans rendez-vous, ___ une prise de sang.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Apportez tout ce qui vient d'ailleurs, ___ les résultats privés.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notamment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feuillet répond à plusieurs questions, ___ celle des visites.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 autres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ce qui se prend compte. ___, les vitamines aussi.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Ainsi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anémie légère, ___ un sang qui transporte moins bien l'oxygène.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c'est-à-dire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consigne que vous avez reçue et que vous n'aviez pas comprise.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l'école, dans un bureau.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c'était une obligation ou un conseil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