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Défi 2. Prévoir une vraie porte : la séance se termine debout, la main sur la poignée.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Presque tout le groupe aura déjà vécu la scène. Laisser raconter : ça dédramatise, et ça installe le vocabulaire tout seul.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mimer les deux gestes pendant l'écoute, sans parler. Le geste s'apprend avant le mot.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faire les trois gestes debout, en chœur, en disant le mot.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Cette terminaison revient partout en français, bien au-delà des panneaux : la reconnaître maintenant fait gagner des mois.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énoncés. Le quatrième prépare la séance C2.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Court. Le vrai exercice est celui qui suit, debout.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Aller vérifier sur trois portes du corridor. C'est la meilleure minute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Sortir vraiment. Faire passer chaque élève au moins une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Accepter le geste décrit dans n'importe quels mots.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Poussez, tirez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Certains panneaux ne nomment aucun endroit : ils disent quoi faire, tout de suite, et ils finissent tous pareil.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Je lis les panneaux du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POUSSEZ, TIREZ et ENTREZ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faire le geste que le panneau demande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la terminaison -EZ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que le Z ne se prononce pas.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faites-vous devant cette porte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porte ne s'ouvre pas.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mot est écrit dessus : TIREZ.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faites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si c'était écrit POUSSEZ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porte ne s'ouvre pas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deux fois avant de lire.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00136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ROSA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4051" y="2322576"/>
            <a:ext cx="914207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porte ne s'ouvre pas.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00136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KOFI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34051" y="3071876"/>
            <a:ext cx="914207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écrit un mot dessus. Regarde.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00136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ROSA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34051" y="3821175"/>
            <a:ext cx="914207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TIREZ. Ça veut dire quoi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00136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KOFI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34051" y="4570475"/>
            <a:ext cx="914207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Tirez, c'est vers toi. Poussez, c'est loin de toi.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551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2688" y="5319775"/>
            <a:ext cx="100136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ROSA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34051" y="5319775"/>
            <a:ext cx="914207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Ah ! Comme ça. Ça marche 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UN MOT, UN GESTE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panneau demande quelque chose.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1" i="0">
                <a:solidFill>
                  <a:srgbClr val="4B4F52"/>
                </a:solidFill>
                <a:latin typeface="Verdana"/>
              </a:rPr>
              <a:t>POUSSEZ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: la porte va loin de moi, la main pousse.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TIREZ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: la porte vient vers moi, la main ramène.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ENTREZ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: on peut entrer sans frapper.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Tous finissent par -EZ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ENTEND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poussez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pou-ssé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tirez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ti-ré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entrez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en-tré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attendez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a-tten-dé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Z de la fin ne se prononce jamais.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porte ne s'ouvre pas tout de suite.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Sur la porte, c'est écrit POUSSEZ.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Tirez » veut dire : vers moi.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petit dessin rouge montre une cigarette.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porte ne s'ouvre pas tout de suite.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Sur la porte, c'est écrit POUSSEZ.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c'est écrit TIREZ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Tirez » veut dire : vers moi.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petit dessin rouge montre une cigarette.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Poussez, tirez ou entrez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le mot du panneau.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porte va de l'autre côté.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porte vient vers moi.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bureau est ouvert.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trois mots finissent par…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Poussez, tirez ou entrez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porte va de l'autre côté.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poussez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porte vient vers moi.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tirez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bureau est ouvert.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entrez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trois mots finissent par…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-ez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TIRER UNE PORTE QUI DIT POUSSEZ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On tire, la porte résiste, on insiste.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On regarde la poignée avant de toucher.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Tout le monde le fait, y compris les gens nés ici. Un indice matériel vaut le mot : une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plaque de métal plate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se pousse, une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vraie poignée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se tire. Les portes bien faites le disent sans écrire.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DEBOUT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tour des portes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En groupe, dans le corridor. Quinze minutes.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les trois mots des panneaux, et le geste de chacun.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POUSSEZ — 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TIREZ — 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ENTREZ — 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lis les panneaux du centre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