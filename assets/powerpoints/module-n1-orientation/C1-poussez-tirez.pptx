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Prévoir une vraie porte : la séance se termine debout, la main sur la poignée.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groupe aura déjà vécu la scène. Laisser raconter : ça dédramatise, et ça installe le vocabulaire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mimer les deux gestes pendant l'écoute, sans parler. Le geste s'apprend avant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les trois gestes debout, en chœur, en disant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terminaison revient partout en français, bien au-delà des panneaux : la reconnaître maintenant fait gagner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énoncés. Le quatrième prépare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Court. Le vrai exercice est celui qui suit, debout.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Aller vérifier sur trois portes du corridor. C'est la meilleure minute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vraiment. Faire passer chaque élève au moins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Accepter le geste décrit dans n'importe quels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Poussez, tirez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Certains panneaux ne nomment aucun endroit : ils disent quoi faire, tout de suite, et ils finissent tous pareil.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POUSSEZ, TIREZ et ENTREZ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geste que le panneau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terminaison -EZ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Z ne se prononce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faites-vous devant cette porte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ne s'ouvre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mot est écrit dessus : TIREZ.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c'était écrit POUSSEZ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porte ne s'ouvre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4051" y="23225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ne s'ouvre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4051" y="3071876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un mot dessus. Regarde.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4051" y="38211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TIREZ. Ça veut dire quoi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4051" y="45704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Tirez, c'est vers toi. Poussez, c'est loin de toi.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0013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4051" y="5319775"/>
            <a:ext cx="91420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Comme ça. Ça marche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MOT, UN GESTE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panneau demande quelque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&lt;b&gt;POUSSEZ&lt;/b&gt; : la porte va loin de moi, la main pousse. &lt;b&gt;TIREZ&lt;/b&gt; : la porte vient vers moi, la main ramène. &lt;b&gt;ENTREZ&lt;/b&gt; : on peut entrer sans frapper.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Tous finissent par -EZ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poussez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pou-ssé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tirez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ti-ré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en-tré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a-tten-dé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Z de la fin ne se prononce jamais.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ne s'ouvre pas tout de suite.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porte, c'est écrit POUSSEZ.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Tirez » veut dire : vers moi.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dessin rouge montre une cigarette.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ne s'ouvre pas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porte, c'est écrit POUSSEZ.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c'est écrit TIREZ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Tirez » veut dire : vers moi.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dessin rouge montre une cigarette.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Poussez, tirez ou entrez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 mot du panneau.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va de l'autre côté.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vient vers moi.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est ouvert.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trois mots finissent par…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Poussez, tirez ou entrez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va de l'autre côté.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poussez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vient vers moi.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tirez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est ouvert.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entrez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trois mots finissent par…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-ez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TIRER UNE PORTE QUI DIT POUSSEZ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tire, la porte résiste, on insiste.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regarde la poignée avant de toucher.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monde le fait, y compris les gens nés ici. Un indice matériel vaut le mot : une &lt;b&gt;plaque de métal plate&lt;/b&gt; se pousse, une &lt;b&gt;vraie poignée&lt;/b&gt; se tire. Les portes bien faites le disent sans écrire.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tour des portes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groupe, dans le corridor. Quinze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mots des panneaux, et le geste de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POUSSEZ —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TIREZ —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ENTREZ —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