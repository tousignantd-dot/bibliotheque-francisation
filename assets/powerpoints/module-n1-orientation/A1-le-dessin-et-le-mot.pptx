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par une marche de dix minutes dans le corridor, en groupe, sans rien expliquer : chacun montre du doigt un panneau qu'il comprend déjà. Il y en a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répondre dans la langue qu'on peut. Le point à faire ressortir : ils lisent déjà les panneaux. Ce qui est neuf, ce sont les mots écrits à côté — pas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Puis afficher et faire répéter réplique par réplique,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phrase de Rosa est la phrase du module entier. L'écrire au tableau et l'y laisser les huit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seule règle de la séance, et elle porte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nommer chaque dessin à voix haute avant d'afficher la deuxième colonne. Aucun de ces dessins n'a besoin de mots pour se comprendre :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: à ce stade, six seraient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Sortir vraiment de la salle. C'est la partie de la séance dont ils se souviendront. Circuler, ne rien corriger sauf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minuscule. Il permet de vérifier, sans écriture, qui a compris le lien entre le dessin et le 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dessin et le mot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panneau dit deux fois la même chose : une fois en dessin, une fois en lettres. Savoir cela, c'est déjà savoir lire un bâtiment.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lis les panneaux du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panneau dans un bâtiment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que montre le dessin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que le mot écrit dit la même chose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quatre lieux du centre.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déjà capables de lire cela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homme et une femme sur une porte : c'est 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fourchette et un couteau : c'est quoi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cigarette avec une barre rouge : c'est 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savez-vous, sans lire les mots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4051" y="2322576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Kofi ! Je cherche les toilettes.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4051" y="3071876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le dessin, là-bas.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4051" y="3821175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deux portes. Deux dessins.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4051" y="4570475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Un dessin d'homme, un dessin de femme.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dessin et le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4051" y="1901952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mot ? C'est écrit 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4051" y="2651252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TOILETTES. Le même mot sur les deux portes.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4051" y="3400551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! Le dessin dit qui. Le mot dit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4051" y="4149851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ça. Toujours.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PANNEAU DIT DEUX FOIS LA MÊME CHOSE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dessin, puis le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&lt;b&gt;dessin&lt;/b&gt; se comprend tout de suite, dans toutes les langues. Le &lt;b&gt;mot&lt;/b&gt; écrit à côté dit exactement la même chose, en français. Quand on ne lit pas encore, on regarde le dessin — et on apprend le mot en même temps, gratuitement.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dessins qu'on lit déjà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DESSIN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homme, une femme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toilettes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fourchette, un couteau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cafétéria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adulte, un enfant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service de garde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quelqu'un qui court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sortie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cigarette barrée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défense de fumer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flèche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allez par là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Rosa cherche les toilettes.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seule porte.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même mot est écrit sur les deux portes.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Kofi ne sait pas lire le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Rosa cherche les toilettes.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seule porte.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y en a deux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même mot est écrit sur les deux portes.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Kofi ne sait pas lire le mot.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le lit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DEBOUT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chasse aux panneaux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équipes de deux, dans le corridor. Quinze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Dessinez un panneau que vous avez vu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dessin seulement, sans les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en dessous ce que ça veut dire, dans la langue que vous voulez.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lis les panneaux du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