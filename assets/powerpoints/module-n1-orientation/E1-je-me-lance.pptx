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des écouteurs : la production orale se fait à l'ordinateur, chacun de son côté. Rendre les billets corrigés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L'assistant parle lentement, trois ou quatre mots à la fois, et montre du doigt au lieu d'expliquer un chemin. Demander au moins deux tours, dont un dans chaque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suffisent au niveau 1. La correction par l'IA arrive tout de suite ; elle n'est pas conservée.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de A3, B1, B2 et C2 servent de brouillon : les quatre morceaux de la liste y sont déjà, corrigés.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la ligne complète au tableau et l'y laisser pendant toute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hésiter, se reprendre, chercher un mot, c'est normal et ce n'est pas pénalisé.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avant que les élèves commencent,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 C'est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une minute : je regarde un panneau, je dis le dessin, je lis le mot, je dis où je suis.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lis les panneaux du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panneaux du centre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la liste de ces panneaux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les mots du module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DEUX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le mot sur la porte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du lieu, avec son petit mot : les toilettes, la cafétéria, l'accueil, le service de garde.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le panneau qui dit quoi faire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ordre — poussez, tirez, entrez — et une interdiction : défense de fumer, ne pas entrer.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situations,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: &lt;b&gt;devant deux portes&lt;/b&gt; (vous cherchez les toilettes), &lt;b&gt;le service de garde&lt;/b&gt; (vous arrivez avec votre enfant), &lt;b&gt;la porte qui ne s'ouvre pas&lt;/b&gt;. Vous choisissez d'être &lt;b&gt;l'élève&lt;/b&gt; ou &lt;b&gt;la personne du centre&lt;/b&gt;.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Environ trente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demandé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Votre liste, de 4 à 6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modèle de 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du panneau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CAFÉTÉRIA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avec son article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cafétéria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y fait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on mange à midi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CAFÉTÉRIA — la cafétéria — on mange à midi.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RECOPIER LE DIALOGUE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Réciter les répliques de Rosa.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Nommer les panneaux de son propre centre.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ne vous appelez pas Rosa et votre centre n'est pas le sien. Ce sont les &lt;b&gt;structures&lt;/b&gt; qui se réemploient — « c'est la… », « c'est écrit… » — pas les phrases entières. Regardez vos vraies portes.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regardé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CRITÈRE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tâche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cinq panneaux, vraiment nommés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mot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le, la, les devant le nom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on comprend du premier coup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clarté passe avant la perfection.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ce que montre un dessin de panneau.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TOILETTES, CAFÉTÉRIA, SORTIE, ENTRÉE.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« c'est la cafétéria » avec le bon petit mot.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si un panneau permet ou interdit quelque chose.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Je lis les panneaux du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