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des écouteurs : la production orale se fait à l'ordinateur, chacun de son côté. Rendre les billets corrigés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L'assistant parle lentement, trois ou quatre mots à la fois, et montre du doigt au lieu d'expliquer un chemin.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secondes suffisent au niveau 1. La correction par l'IA arrive tout de suite ; elle n'est pas conservée.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A3, B1, B2 et C2 servent de brouillon : les quatre morceaux de la liste y sont déjà, corrigés.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la ligne complète au tableau et l'y laisser pendant toute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reprendre, chercher un mot, c'est normal et ce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avant que les élèves commencent,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 C'est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une minute : je regarde un panneau, je dis le dessin, je lis le mot, je dis où je suis.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cinq panneaux du centre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liste de ces panneaux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les mots du module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DEUX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le mot sur la 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du lieu, avec son petit mot : les toilettes, la cafétéria, l'accueil, le service de garde.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le panneau qui dit quoi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ordre — poussez, tirez, entrez — et une interdiction : défense de fumer, ne pas entrer.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devant deux portes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(vous cherchez les toilettes),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le service de garde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(vous arrivez avec votre enfant),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la porte qui ne s'ouvre pas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Vous choisissez d'être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l'élève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ou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la personne du centre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Environ trente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Votre liste, de 4 à 6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modèle de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du panneau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CAFÉTÉRIA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avec son article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cafétéria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y 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mange à midi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CAFÉTÉRIA — la cafétéria — on mange à midi.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RECOPIER LE DIALOGUE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Réciter les répliques de Rosa.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Nommer les panneaux de son propre centre.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vous appelez pas Rosa et votre centre n'est pas le sien. Ce sont les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structures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qui se réemploient — « c'est la… », « c'est écrit… » — pas les phrases entières. Regardez vos vraies portes.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cinq panneaux, vraiment nommés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mot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le, la, les devant le nom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ce que montre un dessin de panneau.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TOILETTES, CAFÉTÉRIA, SORTIE, ENTRÉE.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« c'est la cafétéria » avec le bon petit mot.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si un panneau permet ou interdit quelque chose.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