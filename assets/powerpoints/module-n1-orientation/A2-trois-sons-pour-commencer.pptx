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le son. Écrire les trois lettres au tableau avant l'arrivée du groupe — a, i, ou — et les laisser affichées.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chaque paire deux fois. Demander de lever la main quand les deux mots sont différents. Ne pas encore montrer l'écriture.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produire les trois sons en chœur, longuement, sans mot autour : aaaa, iiii, ouou.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première chose surprenante de l'écriture française. La dire clairement maintenant fait gagner des semaines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les trois mots en chœur, puis un par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deux fois. Demander où est le son : au début, au milieu,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 exercice que dans l'activité interactive : ils le retrouveront sur l'écran et le réussiront plus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Revenir à ce piège chaque fois qu'un élève bute sur « ou » dans les séances suivantes.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: c'est le seul relevé écrit du bloc A, et il dit qui décode déjà et qui n'y est pas encore.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Trois sons pour commencer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français a beaucoup de sons. Trois se disent dans presque tous les mots du centre, et ce sont les trois plus faciles.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lis les panneaux du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[a], [i] et [ou]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lettres qui les écrivent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que « ou » fait un seul son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six mots du centre à voix haute.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Ces deux mots sont-ils pareils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— lit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— loup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lit — loup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: la bouche, ou la voix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sons, trois bouches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BOUCHE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[a]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grande ouverte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[i]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étirée, comme un sourire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[ou]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lèvres en rond, en avant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 regarder dans une vitre en le disant : la bouche se voit.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ça s'écrit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LETTRES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[a]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[i]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i, et parfois 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[ou]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o + u, ensemble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ou » prend deux lettres et fait un seul 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OU FAIT UN SEUL 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lettres, une seule bouche.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écrit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o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puis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u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mais on ne dit pas « o-u » : on dit un seul son, les lèvres en rond.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</a:t>
            </a:r>
            <a:r>
              <a:rPr sz="2000" b="1" i="0" u="sng">
                <a:solidFill>
                  <a:srgbClr val="4B4F52"/>
                </a:solidFill>
                <a:latin typeface="Verdana"/>
              </a:rPr>
              <a:t>ou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p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·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n</a:t>
            </a:r>
            <a:r>
              <a:rPr sz="2000" b="1" i="0" u="sng">
                <a:solidFill>
                  <a:srgbClr val="4B4F52"/>
                </a:solidFill>
                <a:latin typeface="Verdana"/>
              </a:rPr>
              <a:t>ou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·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p</a:t>
            </a:r>
            <a:r>
              <a:rPr sz="2000" b="1" i="0" u="sng">
                <a:solidFill>
                  <a:srgbClr val="4B4F52"/>
                </a:solidFill>
                <a:latin typeface="Verdana"/>
              </a:rPr>
              <a:t>ou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ssez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mots du centre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69487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salle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1886" y="2121408"/>
            <a:ext cx="835712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[a] deux fois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169487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cafétéria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1886" y="2778252"/>
            <a:ext cx="835712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[a] trois fois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169487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ici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1886" y="3435096"/>
            <a:ext cx="835712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[i] deux fois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169487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sortie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1886" y="4091939"/>
            <a:ext cx="835712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[i] à la fin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169487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poussez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01886" y="4748784"/>
            <a:ext cx="835712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[ou] au début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169487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nous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1886" y="5405628"/>
            <a:ext cx="835712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[ou] à la fin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mot. [a], [i] ou [ou]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loup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sortie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poussez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[a]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[i]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loup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[ou]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salle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[a]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sortie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[i]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poussez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[ou]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LIRE « OU » EN DEUX 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o-u », en deux temps.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ou », les lèvres en rond, d'un seul coup.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le piège numéro un de la lecture au début. Deux lettres qui font un seul son, il y en a d'autres en français — mais celle-ci est la première qu'on rencontre, et elle est dans « poussez », qui est écrit sur la moitié des portes du centre.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: un avec [a], un avec [i], un avec [ou].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pouvez prendre les mots de la séance.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la lettre qui fait le 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