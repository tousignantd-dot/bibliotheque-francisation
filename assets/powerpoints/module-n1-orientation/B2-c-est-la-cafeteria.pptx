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langue, assise, au cahier. Elle vient après B1 parce qu'on ne met pas un article devant un mot qu'on ne connaît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Laisser chercher. La réponse honnête est qu'il n'y a pas de logique à trouver : le dire tout de suite plutôt que de laisser chercher 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c'est une habitude à prendre dès le premier mot, et elle épargne des années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le genre : à ce stade, masculin et féminin sont deux étiquettes, rien de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au cahier. C'est l'exercice le plus long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trois versions à voix haute, en chœur, en exagérant la montée de la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scène debout, deux par deux, après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Excellente remarque à faire faire par le groupe plutôt que par vous : « pourquoi le panneau n'écrit-il pas “la”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et corriger : c'est le meilleur relevé du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 la cafétéria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petits mots font tout le travail : celui qui se met devant le nom, et « c'est », qui sert à nommer n'importe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le, la, les, l' devant le nom d'un lieu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endroit avec « c'est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 non avec « ce n'est pas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c'est ici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pas le même petit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cafétéria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vestiaire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MOT FAIT PARTIE DU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l'apprend avec lui, jamais après.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la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cafétéria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vestiaire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toilettes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accueil. Il ne se devine pas. « Cafétéria » tout seul ne s'apprend pas ; « la cafétéria »,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met-on lequel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féminin : la sortie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masculin : le vestiaire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au pluriel : les toilettes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qui commence par une voyelle : l'accueil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Les toilettes » est toujours au pluriel, même pour une seule salle.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ou l'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bon petit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cafétéria est au premier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toilettes sont au bout du corridor.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vestiaire est à côté de l'entrée.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sortie est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___ accueil.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service de garde est au rez-de-chaussée.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ou l'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cafétéria est au premier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toilettes sont au bout du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vestiaire est à côté de l'entrée.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sortie est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___ accueil.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service de garde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C'EST · CE N'EST PAS · C'EST ICI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devant une 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nomme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« C'est la cafétéria. » 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corrige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« Ce n'est pas la cafétéria. » 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demande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« C'est ici ? » — les mêmes mots, la voix qui monte à la fin.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C'est, ou ce n'est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panneau, puis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CAFÉTÉRIA. ___ la cafétéria.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les toilettes, le panneau dit ACCUEIL.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SORTIE. ___ la sortie.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: le service de garde, ___ ici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C'est, ou ce n'est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CAFÉTÉRIA. ___ la cafétéria.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les toilettes, le panneau dit ACCUEIL.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SORTIE. ___ la sortie.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: le service de garde, ___ ici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PETIT MOT APRÈS « C'EST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cafétéria.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la cafétéria.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ne disparaît jamais, même après « c'est ». C'est l'erreur la plus fréquente du module, et elle vient de ce que le panneau, lui, écrit le mot tout seul : CAFÉTÉRIA. Le panneau est un titre, pas une phrase.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c'est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la cafétéria, une pour les toilettes, une pour la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 petit mot.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