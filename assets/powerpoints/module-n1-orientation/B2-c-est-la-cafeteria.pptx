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langue, assise, au cahier. Elle vient après B1 parce qu'on ne met pas un article devant un mot qu'on ne connaît pas encore.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au tableau. Laisser chercher. La réponse honnête est qu'il n'y a pas de logique à trouver : le dire tout de suite plutôt que de laisser chercher dix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: c'est une habitude à prendre dès le premier mot, et elle épargne des années de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expliquer le genre : à ce stade, masculin et féminin sont deux étiquettes, rien de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 au cahier. C'est l'exercice le plus long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trois versions à voix haute, en chœur, en exagérant la montée de la voix.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la scène debout, deux par deux, après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Excellente remarque à faire faire par le groupe plutôt que par vous : « pourquoi le panneau n'écrit-il pas “la”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et corriger : c'est le meilleur relevé du bloc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C'est la cafétéria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petits mots font tout le travail : celui qui se met devant le nom, et « c'est », qui sert à nommer n'importe quoi.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lis les panneaux du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le, la, les, l' devant le nom d'un lieu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 endroit avec « c'est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que non avec « ce n'est pas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question « c'est ici ?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pas le même petit mot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cafétéria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vestiaire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toilettes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l'accueil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PETIT MOT FAIT PARTIE DU 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l'apprend avec lui, jamais après.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&lt;b&gt;la&lt;/b&gt; cafétéria · &lt;b&gt;le&lt;/b&gt; vestiaire · &lt;b&gt;les&lt;/b&gt; toilettes · &lt;b&gt;l'&lt;/b&gt;accueil. Il ne se devine pas. « Cafétéria » tout seul ne s'apprend pas ; « la cafétéria », oui.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met-on lequel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PETIT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DEVANT 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féminin : la sortie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masculin : le vestiaire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au pluriel : les toilettes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qui commence par une voyelle : l'accueil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Les toilettes » est toujours au pluriel, même pour une seule salle.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Le, la, les ou l'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bon petit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cafétéria est au premier étage.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toilettes sont au bout du corridor.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vestiaire est à côté de l'entrée.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sortie est à droite.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à ___ accueil.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service de garde est au rez-de-chaussée.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Le, la, les ou l'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cafétéria est au premier 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toilettes sont au bout du corridor.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vestiaire est à côté de l'entrée.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sortie est à droite.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à ___ accueil.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service de garde est au rez-de-chaussée.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C'EST · CE N'EST PAS · C'EST ICI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devant une porte.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&lt;b&gt;nomme&lt;/b&gt; : « C'est la cafétéria. » On &lt;b&gt;corrige&lt;/b&gt; : « Ce n'est pas la cafétéria. » On &lt;b&gt;demande&lt;/b&gt; : « C'est ici ? » — les mêmes mots, la voix qui monte à la fin.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C'est, ou ce n'est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le panneau, puis 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panneau dit CAFÉTÉRIA. ___ la cafétéria.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cherchez les toilettes, le panneau dit ACCUEIL.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panneau dit SORTIE. ___ la sortie.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: le service de garde, ___ ici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C'est, ou ce n'est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panneau dit CAFÉTÉRIA. ___ la cafétéria.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cherchez les toilettes, le panneau dit ACCUEIL.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n'est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panneau dit SORTIE. ___ la sortie.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: le service de garde, ___ ici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LE PETIT MOT APRÈS « C'EST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C'est cafétéria.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C'est la cafétéria.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petit mot ne disparaît jamais, même après « c'est ». C'est l'erreur la plus fréquente du module, et elle vient de ce que le panneau, lui, écrit le mot tout seul : CAFÉTÉRIA. Le panneau est un titre, pas une phrase.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avec « c'est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pour la cafétéria, une pour les toilettes, une pour la sortie.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N'oubliez pas le petit mot.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lis les panneaux du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