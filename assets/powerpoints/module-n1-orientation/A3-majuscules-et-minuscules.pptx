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charnière du bloc A. Sans elle, un élève qui connaît « sortie » ne reconnaît pas « SORTIE » et croit avoir affaire à un mot nouveau. C'est une cause d'échec très fréquente et très silencieuse.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paires au tableau avant la séance. Laisser chercher deux ou trois minutes : plusieurs répondront que ce sont des mots différents. C'est exactement le point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les trois paires difficiles au cahier, grande puis petite, cinq fois chacune.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au cahier, en lettres détachées. Circuler et regarder la tenue du crayon autant que le résultat.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petit mot — le, la, les. L'article fait partie du mot, on ne l'apprend jamais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signaler en passant, sans en faire une règle : ils le rencontreront le jour même dans le corridor.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L'aller-retour entre le papier et la vraie porte est ce qui fait tenir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 billet sert de brouillon à la production écrite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MAJUSCULES et minuscules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panneaux écrivent en grandes lettres, les cahiers en petites. C'est le même mot — encore faut-il le savoir.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lis les panneaux du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même mot en grandes et en petites lettres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recopier en minuscules un mot lu en majuscules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quatre lieux du centre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mots « majuscule » et « minuscule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le même mot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SORTIE — sortie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TOILETTES — toilettes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ACCUEIL — accueil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? Qu'est-ce qui ne change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C'EST LE MÊME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lettre change de taille, pas de 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grande s'appelle une &lt;b&gt;majuscule&lt;/b&gt;, la petite une &lt;b&gt;minuscule&lt;/b&gt;. Les panneaux prennent les grandes, pour qu'on les voie de loin. Les cahiers et les livres prennent les petites.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paires plus ou moins faciles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DIFFICULTÉ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LETTRES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presque pareilles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 et c · S et s · O et 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peu différentes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 et e · A et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très différentes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G et g · R et r · D et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dernières demandent du temps. Ce n'est pas vous.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mot en minuscules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mot est écrit en majuscules. Recopiez-le en petites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SORTIE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ENTRÉE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TOILETTES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ACCUEIL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POUSSEZ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CAFÉTÉRIA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mot en minuscules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SORTIE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sortie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ENTRÉE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entrée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TOILETTES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toilettes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ACCUEIL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accueil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POUSSEZ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poussez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CAFÉTÉRIA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cafétéria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premiers lieux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7596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toilettes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6656" y="2121408"/>
            <a:ext cx="82923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salle avec les lavabos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7596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cafétéria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6656" y="3106674"/>
            <a:ext cx="82923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 salle où on mange, le midi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7596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l'accueil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6656" y="4091939"/>
            <a:ext cx="82923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premier comptoir, après la porte d'entrée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7596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sortie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6656" y="5077205"/>
            <a:ext cx="82923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porte par où on part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CHERCHER L'ACCENT SUR LA GRANDE LETTRE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ENTREE, sans accent, sur le panneau.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entrée, avec l'accent, dans le cahier.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panneaux au Québec n'accentuent pas les majuscules. Le mot reste le même et se dit pareil ; l'accent revient dès qu'on écrit en petites lettres. Ne pas laisser croire à une faute de leur part.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le lieu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Un montre un mot, l'autre montre l'endroit.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Recopiez en petites lettres : TOILETTES, SORTIE, ACCUEIL.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lettres détachées, bien lisibles.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le petit mot devant : les, la, l'.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lis les panneaux du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