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d'évaluation formative. Prévoir les tablettes ou les portables pour le jeu de rôle avec l'assistant, et un casque par élève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Prévenir le groupe avant de commencer : le jeu de rôle vouvoie et reste sobre, comme un vrai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avant de commencer. Un élève qui hésite prend la première : c'est celle qui reprend le plus de choses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Un tableau de sept lignes ne se lit pas de loin : c'est pour ça qu'il est coupé en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cocher les sept sujets par un observateur pendant que deux élèves jouent la scène devant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ces quatre critères avant l'enregistrement, pas après. L'élève s'écoute une première fois seul, puis envoie.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les élèves envoient volontiers la première prise. La deuxième est presque toujours meilleure d'un 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l'écriture des dates : le 12 mars, jamais « mars 12 », et pas de majuscule aux jours. C'est ce qui se corrige le plus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un exemple trop long et un exemple juste, côte à côte au tableau. La différence se voit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qui n'est pas fini en classe se termine à la maison. Les productions envoyées apparaissent dans le portail enseignant.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tient dans un échange de deux minutes au comptoir : se nommer, annoncer, dater, expliquer, demander. Puis l'écrire en cinq phrases.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 échange court au comptoir du secrétariat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couvrir les sept sujets dans l'ordre utile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s'enregistrer, s'écouter et se corriger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d'absence au secrétariat.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SECRÉTAIRE NE DEVINE 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ne dit pas ne s'inscrit pas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le jeu de rôle, l'assistant commence toujours par le nom, le prénom et le groupe, et il ne rappelle jamais ce qu'on a oublié. Si la date manque, il la demande — c'est le renseignement sans lequel il ne peut rien écrire.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SITUATIONS DU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choisir dans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L'enfant malade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fils de cinq ans a fait de la fièvre toute la nuit et la garderie ne le prendra pas demain. Vous venez le dire avant.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billet de la clinique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manqué trois jours la semaine passée. Vous revenez avec un papier de la clinique dans votre sac.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travail à temps plein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commencez un emploi le premier du mois prochain. Vous venez le dire et demander votre attestation.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L'ORDRE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1. Saluer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Bonjour, madame.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2. Se nommer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Nawel Belkacem, groupe 12.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3. Annoncer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vais être absente.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4. Dater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Jeudi prochain, le 12 mars, l'avant-midi.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derniers sujets sont sur la diapositive suivante.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à couvrir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L'ORDRE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5. Expliquer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parce que ma fille a un rendez-vous.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6. Demander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Est-ce que je dois apporter un papier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7. Répéter et remercier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Jeudi le 12 mars. Merci. Bonne journée.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Sept sujets, deux minutes. Ce n'est pas une conversation : c'est une démarche.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écoute en vous corrigeant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choses, et rien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formule d'ouverture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futur proche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demande finale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S'ÉCOUTER AVANT D'ENVOYER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m'enregistre, je m'écoute, je recommence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prise sert à entendre ce qui manque — presque toujours la date ou le groupe. On peut recommencer autant de fois qu'on veut : c'est le seul endroit du module où c'est possible.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courriel au secrétariat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à huit phrases, avec cinq choses obligatoires.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formule d'appel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vous êtes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salutation finale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 UN COURRIEL TROP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raconter toute l'histoire du rendez-vous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qui, quand, pourquoi, merci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secrétariat a besoin de quatre renseignements. Un message de dix lignes se lit mal et retarde la réponse. Court et complet vaut mieux que long et vague.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Terminez votre courriel et envoyez-le.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Relisez-le une fois avant d'envoyer.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la date et votre numéro de groupe.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