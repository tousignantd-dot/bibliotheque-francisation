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 orale. Le petit groupe de mots travaillé ici est exactement celui dont l'élève aura besoin, et pas un de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produire une phrase par ligne, avec une vraie absence de l'élève ou d'un proche.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compter sur les doigts, au tableau, trois fois avec des dates différentes. La règle s'oublie ; le geste reste.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et la cinquième sont le cœur de la séance. Faire justifier : est-ce que c'est fini, ou est-ce que ça continue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différence n'existe pas dans beaucoup de langues. Faire dessiner les deux au tableau : une flèche qui s'arrête, une flèche qui arrive à aujourd'hui.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choisir : laquelle diriez-vous au comptoir ? La première. Les deux autres servent, mais la secrétaire aura à redemander les 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Tour de table debout. Corriger une seule chose : la précision des dates. Le reste attendra.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« Depuis » sert bien au-delà des absences : depuis quand êtes-vous au Québec, au centre, dans ce logement.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C2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Dire quelles journées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secrétaire écrit des dates, pas des impressions. Une réponse vague oblige à redemander ; une réponse précise règle la démarche en trente secondes.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hier, avant-hier, la semaine passée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une période avec du… au…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depuis et pendant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les journées manquées dans l'ordre.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mots qui situent une absence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hier, avant-hier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journée d'avant, celle d'encore avant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la semaine passée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semaine qui vient de finir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du lundi au mercredi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les deux journées du bout sont comprises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pendant trois jours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une durée finie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depuis lundi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ça a commencé lundi et ça continue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Au Québec, on dit « la semaine passée » plus souvent que « la semaine dernière ». Les deux se comprennent.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DU LUNDI AU MERCREDI, ÇA FAIT TROIS JOURNÉES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du… au… : le premier et le dernier sont compris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C'est la source d'erreur la plus fréquente du défi, et elle se voit sur le billet : « du 3 au 5 mars » justifie trois journées, pas deux.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 ET RÉPONDS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marqueur de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à l'oral, puis par 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été absente la semaine ___ , à cause de la grippe.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manqué le cours ___ , mais je suis là aujourd'hui.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billet dit : « ___ 3 au 5 mars ».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malade ___ lundi : ça fait quatre jours.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 pas pu venir ___ trois jours.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manqué lundi, mardi ___ mercredi.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bon marqueur de temps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été absente la semaine ___ , à cause de la grippe.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passée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manqué le cours ___ , mais je suis là aujourd'hui.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hier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billet dit : « ___ 3 au 5 mars ».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malade ___ lundi : ça fait quatre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n'ai pas pu venir ___ trois jours.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pendant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manqué lundi, mardi ___ mercredi.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CONFONDRE DEPUIS ET PENDANT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malade pendant lundi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malade depuis lundi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Depuis part d'un jour et arrive jusqu'à aujourd'hui : si vous dites « depuis lundi », vous êtes encore malade. Pendant compte une durée finie : « pendant trois jours », c'est terminé.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MÊME ABSENCE, TROIS FAÇONS DE LA DIRE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Toutes correctes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journées, une par une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manqué lundi, mardi et mercredi. » C'est la plus utile au comptoir : la secrétaire écrit exactement ce que vous dites.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période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J'ai été absente du lundi au mercredi. » C'est la formule du billet, celle qui est écrite sur le papier.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durée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Je n'ai pas pu venir pendant trois jours. » Utile au téléphone, quand on ne se rappelle plus les dates exactes.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 une absence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phrases par élève, à tour de rôle.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journées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raison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papier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retour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avec hier, la semaine passée, du… au… et depuis.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J'ai manqué le cours du 3 au 5 mars.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suis au centre depuis septembre.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