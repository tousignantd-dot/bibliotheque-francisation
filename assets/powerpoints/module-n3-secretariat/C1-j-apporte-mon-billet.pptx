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qui a déjà reçu un billet d'une clinique, et à quoi il ressemblait. Plusieurs en ont un dans leurs papiers sans savoir qu'il servait à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avant le dialogue. La réponse « au secrétariat d'abord, à l'enseignante ensuite » n'est pas évidente : les deux sont utiles et l'ordre compte, parce que le dossier doit être à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nom et le groupe reviennent en premier, comme au défi 1. C'est invariable : le faire remarquer plutôt que de le redire.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font un billet complet : une date, un nom, une signature. Les faire compter sur les doigts par le groupe — c'est la liste de vérification du défi.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l'original est celle que personne ne pense à poser. Un billet peut servir ailleurs — l'employeur, la garderie, un autre bureau. On ne donne jamais son seul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Regarder le billet AVANT de sortir de la clinique : y revenir le lendemain coûte une demi-journée.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question à voix haute par tout le groupe : c'est une phrase que personne n'ose poser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réplique. La dernière prépare le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préparation. Les phrases produites servent d'entrée à C2, où l'on travaille précisément ces marqueurs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J'apporte mon billet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peut pas toujours prévenir. Une grippe arrive un dimanche soir et dure trois jours : ce qui reste à faire, c'est de revenir avec le bon papier.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revenir au comptoir après une absence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quelles journées ont été manquées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 billet et vérifier qu'il est complet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à garder l'original.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manqué trois jours. Vous revenez. Et après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parlez-vous en premier : l'enseignante ou le secrétariat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dire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papier est obligatoire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du papier ensuite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Quelles journées avez-vous manquées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6675" y="232257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Cloutier. J'ai été absente la semaine passée.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6675" y="307187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Votre nom et votre groupe, s'il vous plaît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6675" y="3821175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Belkacem, groupe 12.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6675" y="4570475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journées avez-vous manquées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Lundi, mardi et mercredi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mardi et mercredi. J'avais la grippe.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26512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journées. Vous avez un papier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6675" y="34005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billet de la clinique. Le voici.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6675" y="4149851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Voyons voir… Il y a la date, votre nom, la signature de la médecin. C'est complet.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garder l'original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garder l'original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26512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Je fais une photocopie et je vous rends le papier.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NAWEL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6675" y="34005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mon enseignante, est-ce qu'elle va le savoir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6675" y="4149851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le verra dans le dossier. Passez la voir avant le cours.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billet complet, trois choses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VÉRIFIE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date ou des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sans elle, on ne sait pas ce qui est justifié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papier doit être le vôtre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quelqu'un répond du papier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S'il manque quelque chose, la secrétaire le dit simplement et demande de faire compléter le papier.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GARDE TOUJOURS L'ORIGINAL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 garder l'original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centre garde une photocopie ; le papier signé reste à vous. Il peut servir à un employeur, à une garderie, à un autre bureau. Une secrétaire ne garde jamais le seul papier de quelqu'un.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a manqué trois journées.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avait un rendez-vous chez le dentiste.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billet porte une date, un nom et une signature.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secrétaire garde l'original du billet.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doit passer voir son enseignante avant le cours.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a manqué trois journées.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avait un rendez-vous chez le dentiste.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avait la grippe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billet porte une date, un nom et une signature.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secrétaire garde l'original du billet.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fait une photocopie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Nawel doit passer voir son enseignante avant le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trois phrases votre dernière absence.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Quelles journées, pourquoi, et si vous aviez un papier.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la semaine passée » ou « du lundi au mercredi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