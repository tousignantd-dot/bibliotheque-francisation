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d'écriture. Le point est simple, mais l'erreur qu'il corrige est tenace : choisir le déterminant d'après la personne qui parle plutôt que d'après le mot qui suit.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lire la quatrième ligne deux fois : c'est celle qui surprend, et elle contient deux mots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l'essai : demander à un homme de dire « ma fille », à une femme de dire « mon billet ». Le groupe entend que rien ne cloche.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jouer les quatre échanges en paires, debout. Le miroir se retient par le corps plus que par la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écrire, puis faire dire qui parle à chaque ligne. La dernière est le piège de la voyelle : attestation est féminin.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logique, donc tenace. La nommer une fois clairement vaut mieux que la corriger dix fois en passant.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d'autres exemples dans le vocabulaire du module et des modules précédents : mon adresse, mon école, mon amie.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d'écriture. Ramasser : c'est un point qui se corrige bien à l'écrit et mal à l'oral.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C3  ·  MODULE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Mon billet, votre dossier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 comptoir, il y a toujours deux personnes et beaucoup de papiers. Les mots qui disent à qui appartient quoi sont donc partout — et ils vont deux par deux.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L'absence de Nawel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mon, ma, mes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votre et vos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accorder avec le nom qui suit, jamais avec la personne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mon devant un nom féminin qui commence par une voyelle.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est à moi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DEVANT QUOI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nom masculin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mon billet, mon dossier, mon groupe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nom féminin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ma fille, ma carte, ma journée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plusieurs noms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mes papiers, mes journées, mes enfants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voyelle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mon absence, mon attestation, mon adresse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dernière ligne concerne des noms féminins : on dit « mon » parce que « ma absence » serait trop dur à dire.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C'EST LE MOT QUI SUIT QUI DÉCIDE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homme dit « ma fille », une femme dit « mon billet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déterminant s'accorde avec le nom qui suit, jamais avec la personne qui parle. C'est différent de l'anglais, et c'est l'erreur la plus fréquente du point.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est à vous, et le miroir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ELLE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VOUS RÉPONDEZ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votre nom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mon nom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votre dossier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mon dossier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vos journées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mes journées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vos papiers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mes papiers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Votre ne change pas entre masculin et féminin : une forme de moins à retenir.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Mon, ma, mes, votre ou vos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chaque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Voici ___ billet de la clinique.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fille avait un rendez-vous jeudi.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secrétaire écrit dans ___ dossier, madame Belkacem.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___ journées d'absence sont justifiées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perdu ___ papiers dans l'autobus.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viens chercher ___ attestation de fréquentation.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Mon, ma, mes, votre ou vos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Voici ___ billet de la clinique.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fille avait un rendez-vous jeudi.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secrétaire écrit dans ___ dossier, madame Belkacem.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votre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___ journées d'absence sont justifiées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perdu ___ papiers dans l'autobus.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viens chercher ___ attestation de fréquentation.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CHOISIR D'APRÈS LA PERSONNE QUI PARLE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ma billet, parce que je suis une femme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mon billet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déterminant regarde le mot d'après, pas celui qui parle. « Billet » est masculin : tout le monde dit « mon billet ». « Fille » est féminin : tout le monde dit « ma fille ».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MOTS DU MODULE QUI PRENNENT MON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féminins surprenants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mon absence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mot est féminin — une absence — mais il commence par une voyelle : on dit mon.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mon attestation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Même chose. Et l'adjectif reste au féminin : « mon attestation est prête », jamais « prêt 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mon enseignante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genre n'a pas changé : c'est seulement la prononciation qui a choisi le déterminant.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quatre phrases : deux avec mon ou ma, deux avec votre ou vos.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Voici mon billet et ma carte d'élève.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Est-ce que vos bureaux sont ouverts le vendredi ?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L'absence de Nawel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