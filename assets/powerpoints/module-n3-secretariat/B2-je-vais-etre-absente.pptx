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 orale. Tout le défi 1 repose sur cette forme : la faire dire debout, à voix haute, plus que l'expliquer.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la phrase par tout le groupe, deux fois, puis par chacun avec sa propre journée.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une phrase par personne, avec un vrai membre de sa famille.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d'abord à l'oral, en chaîne : un élève lit, le suivant complète. L'écrit vient ensuite, pour fixer.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Ne pas condamner la forme orale : elle est partout et les élèves l'entendront. Situer les deux, c'est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pont entre le défi 1 et le défi 2 : la colonne de droite est celle de la semaine prochaine.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signaler avant qu'elle ne se produise. Faire répéter trois fois la forme juste, à voix haute, tout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Tour de table debout, deux minutes. Corriger une seule chose par élève : la forme du verbe, et rien d'autre.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prépare B3, où le petit mot « le » devant le jour changera le sens de ces mêmes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B2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vais être absente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Prévenir, c'est parler de demain. Le français a une forme faite exactement pour ça, et elle tient en deux verbes : aller au présent, puis le verbe qui ne change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futur proche pour annoncer une absence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conjuguer aller au présent aux quatre personnes utiles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l'annonce à la forme négative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n'est pas arrivé de ce qui est fini.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ALLER AU PRÉSENT, PUIS LE VERBE TEL QUEL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vais être absente jeudi.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verbe se conjugue : aller. Le second reste exactement comme dans le dictionnaire — être, manquer, arriver. Rien ne se met entre les deux : ni à, ni de, ni pour.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formes utiles au comptoir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vais être absente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tu vas prévenir le secrétariat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 fille, mon fils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elle va avoir un rendez-vous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mes enfants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ils vont manquer l'école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Nous allons » existe aussi, mais au comptoir on parle presque toujours de soi ou de son enfant.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 ET RÉPONDS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Vais, vas, va ou vont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à l'oral, puis par 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être absente jeudi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fille ___ avoir un rendez-vous à la clinique.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deux enfants ___ manquer l'école vendredi.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Tu ___ prévenir le secrétariat avant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___ pas être là lundi, mais je reviens mardi.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de déménagement ___ arriver lundi matin.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Vais, vas, va ou vont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être absente jeudi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fille ___ avoir un rendez-vous à la clinique.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deux enfants ___ manquer l'école vendredi.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Tu ___ prévenir le secrétariat avant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___ pas être là lundi, mais je reviens mardi.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camion de déménagement ___ arriver lundi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POUR DIRE NON : NE ET PAS AUTOUR DE ALLER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ne vais pas être là lundi.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morceaux entourent le premier verbe seulement. Le second reste au bout, tout seul. À l'oral on entend souvent « je vais pas être là » — au comptoir, dites la forme complète.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ou après l'absence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N'EST PAS ARRIVÉ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C'EST FINI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être absente jeudi.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J'ai été absente jeudi.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 fille va avoir un rendez-vous.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Ma fille a eu un rendez-vous.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manquer le cours.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J'ai manqué le cours.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secrétaire n'écrit pas la même chose : à gauche « absence prévenue », à droite « absence à justifier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CONJUGUER LE SECOND VERBE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suis absente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être absente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verbe se conjugue : aller. Le second garde la forme du dictionnaire. C'est l'erreur la plus fréquente et la plus facile à corriger : on l'entend tout de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Annoncez votre absence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par élève, avec sa vraie journée.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forme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raison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au futur proche sur votre semaine prochaine.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Lundi, je vais travailler.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Jeudi, je ne vais pas être au cours.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