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compréhension. Si votre centre a une vraie affiche au comptoir, la photographier et la projeter à côté de celle-ci : la comparaison vaut tout le reste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Une affiche de huit lignes ne se lit pas de loin : c'est pour ça qu'elle est coupée en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développer ici : ces deux lignes seront le sujet entier du bloc D. Les faire seulement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ligne exacte de l'affiche pour chaque réponse. C'est la stratégie de lecture qu'on enseigne, pas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Donner le vrai numéro de votre centre et le faire enregistrer dans les téléphones, séance tenante. Cinq minutes qui servent toute la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4 du module interactif. Faire jouer les cinq phrases avec l'intonation d'une vraie personne pressée : c'est ainsi qu'elles s'entendront.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par chacun la personne de la classe à qui il demanderait. Ceux qui ne trouvent personne sont exactement ceux dont il faut s'occuper.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1. Vérifier que le numéro est bien enregistré : un devoir qu'on ne vérifie pas n'est fait par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L'affiche du comptoir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est écrit au mur du secrétariat répond déjà à la moitié des questions. Encore faut-il savoir le lire — et comprendre ce que la secrétaire dit.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affiche de renseignements administratifs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phrases courantes de la secrétaire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ce qu'il faut faire selon la situation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absence prévue d'une absence imprévue.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Affiche posée au comptoir du secrétariat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3100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Heures d'ouverture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du lundi au vendredi, de 7 h 45 à 15 h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absence prévue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venez le dire au comptoir avant la journée manquée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absence imprévue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téléphonez au 514 555-0142 avant 9 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papier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billet de clinique ou de garderie : apportez l'original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9264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035296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suite de l'affiche est sur la diapositive suivante.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Affiche du comptoir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020824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arrêt du cours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se déclare en personne, au comptoir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Attestation de fréquentation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à demander 3 jours avant votre départ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06908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32511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lignes qui annoncent le défi 3 : arrêter se dit en personne, et le papier se demande avant.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l'affiche.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est ouvert le samedi.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absence prévue, on va au comptoir avant.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absence imprévue, on peut téléphoner.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téléphoner avant midi.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annoncer un arrêt du cours par téléphone.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L'attestation se demande trois jours avant le départ.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secrétariat est ouvert le samedi.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du lundi au vendredi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absence prévue, on va au comptoir 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absence imprévue, on peut téléphoner.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téléphoner avant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avant 9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annoncer un arrêt du cours par téléphone.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en personne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L'attestation se demande trois jours avant le départ.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PRÉVUE OU IMPRÉVUE : DEUX CHEMINS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comptoir avant  ·  au téléphone le matin même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grippe qui commence un dimanche soir ne se prévoit pas. C'est pour ça que l'affiche donne un numéro : téléphoner tôt le matin vaut mieux que ne rien dire du tout.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secrétaire veut dire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Associez chaque phrase à son sens.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Votre nom et votre groupe ?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Toute la journée ou l'avant-midi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J'inscris l'absence au dossier.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Absence prévenue.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Demandez à une camarade. 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la secrétaire veut dire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Votre nom et votre groupe ?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on doit savoir qui vous êtes avant d'écrire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Toute la journée ou l'avant-midi ?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combien de temps dure l'absence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901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54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J'inscris l'absence au dossier.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écrit, l'enseignante le verra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16552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54914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1314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72000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Absence prévenue.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vous êtes venu le dire avant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75504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0809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7210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30952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Demandez à une camarade. »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quelqu'un de la classe vous dira ce qui a été fait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APRÈS UNE ABSENCE, DEUX GESTES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personne ne fait spontanément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Demander à une camarade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a été fait, la page du cahier, le devoir. Trois minutes avant le cours suffisent, et personne ne le refuse.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Passer voir l'enseignante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dira ce qu'il faut reprendre. Elle a vu l'absence au dossier, mais elle ne sait pas si vous avez rattrapé.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le numéro du secrétariat dans votre téléphone.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Enregistrez-le sous « Centre — secrétariat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aussi le nom d'une camarade à qui demander.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