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Rappeler les quatre formules de A4 avant de lancer le dialogue : elles y sont toutes, dans l'ordre.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Recueillir les réponses avant le dialogue. Le groupe en trouve généralement trois sur quatre : le nom, le jour, la raison. Le groupe est celui qu'on oublie, et c'est celui sans lequel elle ne peut rien inscrire.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Nawel dit son affaire en une seule phrase. C'est le modèle : une phrase, pas une histoire.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Nawel épelle son nom sans qu'on le lui demande : c'est le réflexe à prendre. Faire épeler son nom de famille par chaque élève,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La raison, en une phrase » : la secrétaire ne demande aucun détail médical et n'en demandera jamais. Le dire au groupe — plusieurs craignent d'avoir à tout 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carte du défi 1 tout entier. La faire recopier au carnet avant l'exercice suivant.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Rassurer explicitement : c'est une inquiétude très répandue et elle empêche des élèves de venir prévenir.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la réplique exacte. Insister sur la dernière : le papier aide, il n'oblige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préparation. Il sert d'entrée à B2, où l'on met la deuxième ligne au futur proche.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vais être absente jeudi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démarche de deux minutes au comptoir : qui je suis, quel jour je serai absente, pourquoi — et s'il faut un papier.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L'absence de Nawel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échange au comptoir du secrétariat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son nom, son prénom et son groupe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le jour et le moment d'une absence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s'il faut apporter un papier.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Qu'est-ce que la secrétaire a besoin de savoir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renseignements, à votre avis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vient en premier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qu'elle a besoin de savoir de quoi votre fille est malade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qu'elle écrit, exactement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viens le dire avant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NAWEL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6675" y="2322576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madame.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6675" y="3071876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! Qu'est-ce que je peux faire pour vous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NAWEL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6675" y="3821175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être absente jeudi. Je viens le dire avant.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4239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6675" y="4570475"/>
            <a:ext cx="871945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 de venir avant, c'est ce qu'il faut faire. Votre nom, s'il vous plaît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Toute la journée ou l'avant-midi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NAWEL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6675" y="1901952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Nawel Belkacem. B, E, L, K, A, C, E, 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6675" y="2651252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votre groupe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NAWEL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6675" y="3400551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Groupe 12, l'avant-midi.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239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6675" y="4149851"/>
            <a:ext cx="871945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Parfait. Jeudi… le 12 mars. Toute la journée ou l'avant-midi seulement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je dois apporter un papier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NAWEL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6675" y="1901952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L'avant-midi seulement. Le rendez-vous est à neuf heures.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6675" y="2651252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raison, en une phrase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NAWEL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6675" y="3400551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 fille a un rendez-vous à la clinique et je dois y aller avec elle.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6675" y="4149851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J'écris : absence prévenue, jeudi 12 mars, avant-midi.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renseignements, dans cet 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1. 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Nawel Belkacem, groupe 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2. Quoi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je vais être absente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3. Quand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jeudi le 12 mars, l'avant-midi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4. Pourquoi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ma fille a un rendez-vous à la clinique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Et une question pour finir : est-ce que je dois apporter un papier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RAISON TIENT EN UNE PHRASE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parce que ma fille a un rendez-vous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Personne ne demande de détail médical, ni au comptoir ni sur un papier. Une phrase courte suffit, et elle suffit vraiment : « je suis malade », « j'ai un rendez-vous », « je déménage 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Nawel vient au comptoir avant son absence.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secrétaire demande le nom et le groupe.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Nawel va manquer toute la journée de jeudi.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rendez-vous de sa fille est à neuf heures.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une demi-journée, un papier est obligatoire.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Nawel vient au comptoir avant son absence.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secrétaire demande le nom et le groupe.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Nawel va manquer toute la journée de jeudi.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faux — l'avant-midi seulement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rendez-vous de sa fille est à neuf heures.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une demi-journée, un papier est obligatoire.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faux — il n'est pas obligatoire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Préparez votre démarche : quatre renseignements, une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Choisissez une vraie journée où vous ne pourriez pas venir.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les quatre lignes : qui, quoi, quand, pourquoi.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L'absence de Nawel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