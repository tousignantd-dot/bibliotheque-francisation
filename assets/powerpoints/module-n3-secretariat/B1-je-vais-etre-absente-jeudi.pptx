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les quatre formules de A4 avant de lancer le dialogue : elles y sont toutes,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Recueillir les réponses avant le dialogue. Le groupe en trouve généralement trois sur quatre : le nom, le jour, la raison. Le groupe est celui qu'on oublie, et c'est celui sans lequel elle ne peut rien inscrire.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Nawel dit son affaire en une seule phrase. C'est le modèle : une phrase, pas une histoire.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Nawel épelle son nom sans qu'on le lui demande : c'est le réflexe à prendre. Faire épeler son nom de famille par chaque élève,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raison, en une phrase » : la secrétaire ne demande aucun détail médical et n'en demandera jamais. Le dire au groupe — plusieurs craignent d'avoir à tout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du défi 1 tout entier. La faire recopier au carnet avant l'exercice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Rassurer explicitement : c'est une inquiétude très répandue et elle empêche des élèves de venir prévenir.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Insister sur la dernière : le papier aide, il n'oblige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préparation. Il sert d'entrée à B2, où l'on met la deuxième ligne au futur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vais être absente jeudi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démarche de deux minutes au comptoir : qui je suis, quel jour je serai absente, pourquoi — et s'il faut un papier.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au comptoir du secrétariat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nom, son prénom et son groupe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 jour et le moment d'une absence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s'il faut apporter un papier.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que la secrétaire a besoin de savoir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renseignements, à votre avis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vient en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 a besoin de savoir de quoi votre fille est malade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écrit, exactement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viens le dire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6675" y="232257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6675" y="307187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Qu'est-ce que je peux faire pour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6675" y="3821175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être absente jeudi. Je viens le dire avant.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6675" y="4570475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de venir avant, c'est ce qu'il faut faire. Votre nom, s'il vous plaît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 la journée ou l'avant-midi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Nawel Belkacem. B, E, L, K, A, C, E,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26512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votre groupe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6675" y="34005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Groupe 12, l'avant-midi.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6675" y="4149851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Jeudi… le 12 mars. Toute la journée ou l'avant-midi seulement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dois apporter un papier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19019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L'avant-midi seulement. Le rendez-vous est à neuf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2651252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raison, en une phrase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NAWEL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6675" y="34005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fille a un rendez-vous à la clinique et je dois y aller avec 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6675" y="4149851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J'écris : absence prévenue, jeudi 12 mars, avant-midi.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renseignements,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1.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Nawel Belkacem, groupe 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2. Quoi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vais être absente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3. 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jeudi le 12 mars, l'avant-midi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4. Pourquoi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 fille a un rendez-vous à la clinique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Et une question pour finir : est-ce que je dois apporter un papier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RAISON TIENT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parce que ma fille a un rendez-vous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demande de détail médical, ni au comptoir ni sur un papier. Une phrase courte suffit, et elle suffit vraiment : « je suis malade », « j'ai un rendez-vous », « je déménage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Nawel vient au comptoir avant son absence.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secrétaire demande le nom et le groupe.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Nawel va manquer toute la journée de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rendez-vous de sa fille est à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demi-journée, un papier est obligatoire.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Nawel vient au comptoir avant son absence.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secrétaire demande le nom et le groupe.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Nawel va manquer toute la journée de jeudi.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faux — l'avant-midi seulement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rendez-vous de sa fille est à neuf heures.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demi-journée, un papier est obligatoire.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faux — il n'est pas obligatoire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votre démarche : quatre renseignements, une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une vraie journée où vous ne pourriez pas venir.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les quatre lignes : qui, quoi, quand,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