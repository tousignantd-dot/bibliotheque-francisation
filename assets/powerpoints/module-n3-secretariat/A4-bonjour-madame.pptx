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d'écriture. Elle prépare directement le défi 1 : sans ces formules, l'échange du comptoir commence mal et l'élève le 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l'expérience : deux élèves jouent la même demande, l'une sans salutation, l'autre avec. Demander au groupe ce qui change — ils le voient tout de suite.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Le tutoiement est très courant au Québec entre collègues, mais pas d'un élève au personnel d'un établissement. C'est une distinction utile bien au-delà du centre.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 à photographier. Faire jouer les quatre échanges en paires, debout, une minute. Le geste du miroir se retient par le corps.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d'abord, corriger ensuite au tableau. Demander chaque fois qui parle : la secrétaire ou l'élève.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écrire les quatre formules au carnet, dans cet ordre. Le défi 1 consiste à mettre quelque chose entre la deuxième et la quatrième.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fréquente et jamais signalée à l'élève, parce qu'on le sert quand même. C'est justement pour ça qu'il faut l'enseigner.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 du bloc A. Vérifier à l'entrée de B1 que chacun sait dire ses quatre phrases sans papier.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A4  ·  MODULE 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Bonjour madame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Trois secondes avant de parler de son affaire : saluer, nommer la personne, vouvoyer. Ce n'est pas de la décoration, c'est ce que le programme appelle les formules d'appel.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60 minutes  ·  L'absence de Nawel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saluer et s'adresser au personnel du centre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 vous de politesse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accorder votre et vos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les quatre formules qui ouvrent et ferment une démarche.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ON SALUE AVANT DE DEMANDER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« Bonjour, madame. 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mot madame ou monsieur vient après bonjour, séparé par une petite pause : deux mots, pas un seul. Une demande qui commence par « je veux » se fait servir quand même, mais moins bien et plus lentement.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Au centre, on vouvoie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À QUI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ON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secrétaire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l'enseignante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la direction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vous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les camarades de classe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tu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vous de politesse se conjugue comme le vous de plusieurs personnes : une seule forme à apprendre.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Votre, vos, mon, mes : un miroir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ELLE DEMANDE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VOUS RÉPONDEZ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nom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Mon nom, c'est…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groupe 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Mon groupe, c'est le 12.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Vos journées d'absence 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Mes journées : lundi et mardi.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Votre billet 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Voici mon billet.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mot qu'elle emploie annonce le vôtre. Il n'y a rien à décider : c'est un miroir.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Madame, monsieur, vous ou votre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phrase.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___ . Je viens pour une absence.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___ nom, s'il vous plaît ? — Nawel Belkacem.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___ pouvez répéter, s'il vous plaît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beaucoup, ___ Ferland. Bonne journée.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___ groupe, madame Belkacem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___ avez un papier de la clinique 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Madame, monsieur, vous ou votre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Bonjour, ___ . Je viens pour une absence.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madame / monsieur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— ___ nom, s'il vous plaît ? — Nawel Belkacem.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Votre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___ pouvez répéter, s'il vous plaît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Merci beaucoup, ___ Ferland. Bonne journée.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monsieur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 est ___ groupe, madame Belkacem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votre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Est-ce que ___ avez un papier de la clinique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vous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QUATRE FORMULES D'UNE DÉMARCHE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apprendre par cœur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Ouvrir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Bonjour, madame. » Rien d'autre avant : c'est la première phrase, toujours.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Se nommer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Mon nom, c'est Nawel Belkacem, groupe 12. » Nom, prénom, groupe : les trois, chaque fois.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Demander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Est-ce que je peux… ? » · « Pourriez-vous… ? » Deux questions qui ouvrent toutes les portes du comptoir.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Fermer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Merci beaucoup. Bonne journée. » La personne au comptoir le redit : c'est la fin normale d'une démarche.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APPELER QUELQU'UN PAR « MADAME » TOUT SEUL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Madame ! J'ai besoin d'un papier.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« Bonjour, madame. J'aimerais un papier, s'il vous plaît.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Madame » toute seule sonne comme un ordre, ou comme un appel dans la rue. Le mot va après « bonjour », jamais en tête de phrase.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L'absence de Nawel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les quatre phrases de votre démarche, dans l'ordre.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Bonjour, madame. / Mon nom, c'est… / Est-ce que je peux… ? / Merci. Bonne journée.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Apprenez-les par cœur : le défi 1 les réutilise telles quelles.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A4 · L'absence de Nawel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