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Elle prépare directement le défi 1 : sans ces formules, l'échange du comptoir commence mal et l'élève le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l'expérience : deux élèves jouent la même demande, l'une sans salutation, l'autre avec. Demander au groupe ce qui change — ils le voient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tutoiement est très courant au Québec entre collègues, mais pas d'un élève au personnel d'un établissement. C'est une distinction utile bien au-delà du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jouer les quatre échanges en paires, debout, une minute. Le geste du miroir se retient par le corps.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d'abord, corriger ensuite au tableau. Demander chaque fois qui parle : la secrétaire ou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formules au carnet, dans cet ordre. Le défi 1 consiste à mettre quelque chose entre la deuxième et la quatrième.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jamais signalée à l'élève, parce qu'on le sert quand même. C'est justement pour ça qu'il faut l'enseigner.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Vérifier à l'entrée de B1 que chacun sait dire ses quatre phrases sans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 madame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secondes avant de parler de son affaire : saluer, nommer la personne, vouvoyer. Ce n'est pas de la décoration, c'est ce que le programme appelle les formules d'appel.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et s'adresser au personnel du centre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vous de politesse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votre et vos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formules qui ouvrent et ferment une démarche.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SALUE AVANT DE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Bonjour, madame.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madame ou monsieur vient après bonjour, séparé par une petite pause : deux mots, pas un seul. Une demande qui commence par « je veux » se fait servir quand même, mais moins bien et plus lentement.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centre, on vouvoie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secrétaire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l'enseignante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direction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camarades de classe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vous de politesse se conjugue comme le vous de plusieurs personnes : une seule forme à apprendre.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Votre, vos, mon, mes : un miroir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nom, c'est…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groupe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groupe, c'est le 12.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journées d'absence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Mes journées : lundi et mardi.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billet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Voici mon billet.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mot qu'elle emploie annonce le vôtre. Il n'y a rien à décider : c'est un miroir.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Madame, monsieur, vous ou votre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___ . Je viens pour une absence.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___ nom, s'il vous plaît ? — Nawel Belkacem.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pouvez répéter, s'il vous plaît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beaucoup, ___ Ferland. Bonne journée.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___ groupe, madame Belkacem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avez un papier de la clinique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Madame, monsieur, vous ou votre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___ . Je viens pour une absence.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madame / monsieur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___ nom, s'il vous plaît ? — Nawel Belkacem.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pouvez répéter,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beaucoup, ___ Ferland. 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monsieur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___ groupe, madame Belkacem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avez un papier de la clinique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FORMULES D'UNE DÉMARCHE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Ouvrir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madame. » Rien d'autre avant : c'est la première phrase,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nommer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Mon nom, c'est Nawel Belkacem, groupe 12. » Nom, prénom, groupe : les trois, chaque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peux… ? » · « Pourriez-vous… ? » Deux questions qui ouvrent toutes les portes du comptoir.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Fermer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Merci beaucoup. Bonne journée. » La personne au comptoir le redit : c'est la fin normale d'une démarche.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APPELER QUELQU'UN PAR « MADAME »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Madame ! J'ai besoin d'un papier.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Bonjour, madame. J'aimerais un papier, s'il vous plaît.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Madame » toute seule sonne comme un ordre, ou comme un appel dans la rue. Le mot va après « bonjour », jamais en tête de phrase.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phrases de votre démarche,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 / Mon nom, c'est… / Est-ce que je peux… ? / Merci. Bonne journée.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Apprenez-les par cœur : le défi 1 les réutilise telles quelles.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