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3. Séance délicate : plusieurs élèves du groupe envisagent peut-être d'arrêter. Le ton est informatif, jamais moralisateur — le module apprend à le dire, pas à ne pas le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réponse spontanée est souvent « on arrête, c'est tout ». C'est exactement ce que le module corrige : un départ non déclaré ferme mal le dossier et complique un retour.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Nawel dit son affaire en une phrase, comme au défi 1. Faire remarquer que la personne au comptoir ne discute pas la décision : elle écoute.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date du dernier jour est le renseignement central du défi. Marc la répète : c'est ce que fait toujours un comptoir, et ce n'est pas de la méfiance.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Nawel pose la question de la différence : c'est le bon réflexe et il faut l'enseigner. On ne choisit pas entre deux mots qu'on ne comprend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Insister sur la troisième ligne sans culpabiliser : c'est le cas le plus fréquent, et il est réparable tant qu'on vient au comptoir.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Reprend l'exercice 4 du module interactif. Ces six mots sont ceux du défi entier.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par la réplique. La dernière réponse est le sujet entier de la séance D2.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Personne n'est obligé d'arrêter pour écrire la phrase : c'est un exercice, et le dire clairement évite un malaise.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D1  ·  MODULE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dois arrêter le cours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emploi commence, et le cours du matin devient impossible. C'est la démarche la plus difficile du module, et celle qui laisse une trace le plus longtemps.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L'absence de Nawel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annoncer qu'on arrête le cours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donner son dernier jour de cours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un arrêt temporaire d'un abandon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une attestation de fréquentation.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Quelqu'un arrête le cours. Qu'est-ce qu'il faut faire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qu'il suffit de ne plus venir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qui faut-il le dire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qu'on peut revenir plus tard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prouve qu'on a suivi le cours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dois arrêter le cours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2248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NAWEL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57507" y="2322576"/>
            <a:ext cx="89186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Bonjour, monsieur. C'est vous qui remplacez madame Cloutier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2248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57507" y="3071876"/>
            <a:ext cx="89186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ce matin. Marc Ferland, à l'accueil. Je vous écoute.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2248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NAWEL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57507" y="3821175"/>
            <a:ext cx="89186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Nawel Belkacem, groupe 12. Je dois arrêter le cours.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2248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57507" y="4570475"/>
            <a:ext cx="89186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vous écoute jusqu'au bout. Prenez votre temps.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est votre dernier jour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2248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NAWEL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57507" y="1901952"/>
            <a:ext cx="89186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commence un travail à temps plein le premier avril.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2248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7507" y="2651252"/>
            <a:ext cx="89186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comprends. Quel est votre dernier jour de cours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2248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NAWEL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57507" y="3400551"/>
            <a:ext cx="89186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vendredi 28 mars.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2248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57507" y="4149851"/>
            <a:ext cx="89186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Vendredi 28 mars. Vous arrêtez pour un temps, ou vous abandonnez le cours 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papier qui prouve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2248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NAWEL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57507" y="1901952"/>
            <a:ext cx="89186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est la différence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2248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7507" y="2651252"/>
            <a:ext cx="89186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vous arrêtez pour un temps, le dossier reste ouvert. Si vous abandonnez, je le ferme.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2248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NAWEL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57507" y="3738371"/>
            <a:ext cx="89186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je peux avoir un papier qui prouve que j'ai suivi le cours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2308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7672"/>
            <a:ext cx="12248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57507" y="4487672"/>
            <a:ext cx="89186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attestation de fréquentation. Elle se demande avant de partir, jamais après.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Arrêter pour un temps ou abandonner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ARRIVE AU DOSSIER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j'arrête pour un temps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la date est notée, le dossier reste ouvert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j'abandonne le cours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dossier se ferme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ne dis rien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des absences s'accumulent sans raison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troisième ligne n'est pas un choix : c'est ce qui arrive quand personne ne vient le dire.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de l'arrêt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Associez chaque mot à ce qu'il veut dire.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abandon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interruption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attestation de fréquentation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dernier jour de cours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signer le formulaire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en main propre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de l'arrêt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abandon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arrêter le cours pour de bon : le dossier se ferme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interruption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arrêter pour un temps : le dossier reste ouvert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attestation de fréquentation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papier qui prouve qu'on a suivi le cours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dernier jour de cours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date qu'on inscrit au dossier quand on part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signer le formulaire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écrire son nom pour que la demande soit valide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en main propre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remis à la personne elle-même, pas par la poste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Nawel commence un travail le premier avril.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Son dernier jour de cours est le vendredi 28 mars.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Arrêter pour un temps et abandonner, c'est la même chose.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L'attestation est prête tout de suite.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L'attestation se demande avant de partir.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Nawel commence un travail le premier avril.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Son dernier jour de cours est le vendredi 28 mars.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Arrêter pour un temps et abandonner, c'est la même chose.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L'attestation est prête tout de suite.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trois jours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L'attestation se demande avant de partir.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la phrase que vous diriez si vous deviez arrêter.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Mon nom, c'est… , groupe… . Je dois arrêter le cours.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Mon dernier jour est le…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L'absence de Nawel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