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 — et dernière du niveau 3. Prévoir les cartes mémoire du module interactif : la révision se fait à l'écran, en paires.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puis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chaque mot dans les dialogues du module. Ce qui ne se retrouve pas se réexplique.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d'entrée. Il reprend exactement l'exercice 2 de « Je me lance » du module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du module entier, et le point de départ de l'autoévaluation.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mêmes énoncés que dans le module interactif. Les élèves répondent à l'écran ; la diapositive sert à la mise en commun.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à voix haute par chaque élève, en tour de table, avec une vraie journée. Cinq minutes, et le module se ferme sur du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 et fin du niveau 3. Rappeler que les cartes mémoire restent accessibles et que le jeu de rôle peut se refaire autant de fois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question : qu'est-ce que je suis maintenant capable de dire au comptoir du secrétariat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module, par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reste à travailler.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CENTRE ET LES 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secrétariat, le comptoir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bureau et le meuble. C'est là qu'on va pour tout ce qui est 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secrétaire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personne qui reçoit et qui écrit dans les dossiers. Elle a un nom : l'apprendre vaut la peine.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groupe, le 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vous nomme au centre. Le groupe se donne chaque fois, sans attendre qu'on le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L'ABSENCE ET LE PAPIER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Onze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une absence, prévenir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fait de manquer, et le geste de le dire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l'avant-midi, un rendez-vous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moment de la journée, et l'heure fixée d'avance.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 billet d'absence, justifier, une photocopie, l'original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papier de la clinique, ce qu'il fait, et ce que le centre en fait.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un abandon, une attestation de fréquentation, signer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trois mots du défi 3, ceux qu'on n'emploie qu'une fois — mais où il faut les employer juste.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bureau où on annonce une absence est le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de la clinique est un ___ d'absence.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à l'avance qu'on sera absent, c'est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qui prouve qu'on a suivi le cours est une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Arrêter le cours pour de bon, c'est un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secrétaire fait une ___ et rend l'original.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bureau où on annonce une absence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secrétariat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de la clinique est un ___ d'absence.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billet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à l'avance qu'on sera absent, c'est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qui prouve qu'on a suivi le cours est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attestation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Arrêter le cours pour de bon, c'est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abandon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secrétaire fait une ___ et rend l'original.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photocopie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module a appris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COMPÉTENCE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SAIT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annoncer une absence ou un abandon au comptoir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Écrire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 courriel d'absence de cinq à huit phrases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Écouter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comprendre les questions de la secrétaire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affiche, un billet, un formulaire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premières lignes sont les deux intentions que le programme donne à cette situation ; les deux autres les servent.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le secrétariat, le comptoir, mon groupe.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salue et je vouvoie le personnel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annoncer une absence au futur proche.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fais la différence entre jeudi et le jeudi.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quelles journées j'ai manquées.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une attestation avant de partir.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PHRASE À EMPORTER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vais être absente jeudi, l'avant-midi.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phrase, une date, un moment. Elle se dit au comptoir, au téléphone et dans un courriel sans rien changer. C'est ce qui reste du module dans un 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la prochaine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La prochaine fois, je vais prévenir avant.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Gardez-la dans votre cahier, avec le numéro du secrétariat.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