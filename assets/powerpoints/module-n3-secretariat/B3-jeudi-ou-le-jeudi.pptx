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d'écriture. Le point vient directement des savoirs du niveau 3 : la présence ou l'absence du déterminant devant un jour de la semaine. C'est court à expliquer et long à installer.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Lire les quatre phrases à voix haute : la différence s'entend à peine, et pourtant elle décide de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Raconter le cas : un élève qui dit « le jeudi » en pensant à une seule journée, et le dossier qui note une absence récurrente. Ça arrive vraiment.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 forme anglaise est très ancrée chez les élèves qui passent par l'anglais : la signaler explicitement plutôt que de la corriger vingt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écrire, puis faire justifier oralement : une fois ou toutes les semaines ? C'est la question à se poser, et elle suffit.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pratiquer la troisième en paires : l'un donne une date, l'autre la répète. Dix secondes, et une journée manquée pour rien en moins.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les deux formes côte à côte au tableau. Faire écrire cinq dates réelles : anniversaires, rendez-vous, fin de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d'écriture. Il prépare directement le courriel de « Je me lance », où les dates sont ce qui se corrige le plus souvent.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Jeudi ou le jeudi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lettres décident seules du sens de la phrase : une journée manquée, ou toutes les semaines de la session.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L'absence de Nawel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jeudi et le jeudi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sept jours et les écrire sans majuscule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date à la française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ajouter prochain ou passé pour lever tout doute.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seul petit mot de différence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Jeudi, je vais être absente.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jeudi qui vient, une seule journée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jeudi, je travaille.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tous les jeudis, toutes les semaines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Lundi, j'ai un rendez-vous.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lundi prochain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lundi, mon fils va à la piscine.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chaque semaine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25119"/>
          </a:xfrm>
          <a:prstGeom prst="roundRect">
            <a:avLst>
              <a:gd name="adj" fmla="val 1773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67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Au comptoir, c'est presque toujours la forme sans « le » : une absence, c'est une journée.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AVEC « LE », C'EST CHAQUE SEMAINE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jeudi = une fois  ·  le jeudi = toutes les semaines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jeudi, je vais être absente » annonce qu'on manquera tous les jeudis de la session. La secrétaire va le faire répéter — et elle a raison.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sept jours et la 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sept jours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lundi, mardi, mercredi, jeudi, vendredi, samedi, dimanche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majuscule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aucune, sauf en début de phrase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12 mars — le chiffre d'abord, le mois ensuite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jamais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mars 12, qui vient de l'anglais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Dans un courriel au secrétariat, « le 12 mars » est la seule forme acceptée.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Jeudi ou le jeudi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, je vais être absente. Une seule journée.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, je travaille : je ne suis jamais au cours ce jour-là.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serai absente ___ prochain, le 12 mars.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, mon fils va à la piscine : c'est toutes les semaines.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manqué le cours ___ passé, à cause de la grippe.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écrit la date « le 12 ___ », jamais « mars 12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Jeudi ou le jeudi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, je vais être absente. Une seule journée.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Jeudi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, je travaille : je ne suis jamais au cours ce jour-là.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jeudi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serai absente ___ prochain, le 12 mars.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jeudi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, mon fils va à la piscine : c'est toutes les semaines.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lundi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manqué le cours ___ passé, à cause de la grippe.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lundi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écrit la date « le 12 ___ », jamais « mars 12 ».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FAÇONS DE NE PLUS ÊTRE AMBIGU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 comptoir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Ajoutez prochain ou passé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jeudi prochain » est celui qui vient ; « jeudi passé » est celui qui est fini. Deux mots, et le doute disparaît.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Ajoutez la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jeudi prochain, le 12 mars ». C'est ce que la secrétaire écrit : donnez-le vous-même, elle n'aura pas à le demander.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Répétez avant de partir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Redites la date à voix haute. Elle la redira aussi : c'est exprès, et ce n'est jamais de la méfiance.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ÉCRIRE LA DATE À L'ANGLAISE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mars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12 mars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En français, le chiffre vient d'abord et le mois ensuite. Les jours et les mois s'écrivent en minuscules. Les deux erreurs vont souvent ensemble et se corrigent d'un coup.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dates de votre session, à la française.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le 12 mars », « le 28 mars », « le 3 avril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une phrase : « Jeudi prochain, le ___ , je vais être absent.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L'absence de Nawel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