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lecture. Si un élève accepte de montrer un vrai billet reçu, le projeter en cachant le nom : rien ne vaut le vrai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Rassurer sur le motif : c'est une inquiétude réelle, surtout chez les personnes qui viennent de systèmes où le papier en dit davantage.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retrouver la ligne exacte pour chaque réponse. C'est la stratégie de lecture qu'on travaille, pas le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conseil le plus concret du module. Le faire écrire au carnet, en trois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compte autant que les deux autres : plusieurs élèves ne viennent pas au comptoir parce qu'ils n'ont pas de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répond à une question souvent tue : qui va lire mon papier ? Personne d'autre.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 élève joue la secrétaire, l'autre revient d'absence, puis on change. Deux minutes en tout, et le défi 2 est joué en entier.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défi 2. Vérifier que la liste est bien écrite : c'est le seul devoir du module qui servira encore dans cinq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C4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Lire un billet de clinique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lignes sur un bout de papier, et chacune répond à une question du comptoir. Savoir les lire, c'est ne plus jamais repartir avec un papier incomplet.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chaque renseignement dans un billet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qu'un billet est complet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ce que le centre fait du papier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quoi dire si le billet est incomplet.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Billet d'absence — Clinique de la rue Ontario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02280"/>
          </a:xfrm>
          <a:prstGeom prst="roundRect">
            <a:avLst>
              <a:gd name="adj" fmla="val 487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LIGNE DU BILLET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DONNE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Nawel Belkacem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le nom de la personne qui a été absente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401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86816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Motif : maladie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86816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raison, en un mot, sans détail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1259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340608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Du 3 au 5 mars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340608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les journées que le billet justifie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68503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81304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Retour le 6 mars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81304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la première journée où on est attendu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157471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285487"/>
            <a:ext cx="3291492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Dre A. Mercier, 5 mars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285487"/>
            <a:ext cx="6595914" cy="2712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00" b="1" i="0">
                <a:solidFill>
                  <a:srgbClr val="1D6B8F"/>
                </a:solidFill>
                <a:latin typeface="Verdana"/>
              </a:rPr>
              <a:t>qui signe, et quand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050536"/>
            <a:ext cx="11057839" cy="1027684"/>
          </a:xfrm>
          <a:prstGeom prst="roundRect">
            <a:avLst>
              <a:gd name="adj" fmla="val 14236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306568"/>
            <a:ext cx="10234879" cy="570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Le motif est toujours vague : maladie, rendez-vous. Aucune clinique n'écrit de diagnostic sur un billet d'absence.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COMPRÉHENSION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Répondez d'après le billet.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couvre trois journées.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Nawel est attendue au cours le 6 mars.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ne porte aucune signature.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dit quelle maladie Nawel a eue.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garde une photocopie du billet.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Nawel repart sans son papier.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couvre trois journées.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 — du 3 au 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Nawel est attendue au cours le 6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ne porte aucune signature.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Dre A. Mercier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billet dit quelle maladie Nawel a eue.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seulement « maladie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centre garde une photocopie du billet.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Nawel repart sans son papier.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elle garde l'original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REGARDEZ LE BILLET AVANT DE SORTIR DE LA CLINIQUE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date, un nom, une signature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S'il manque une des trois, le papier ne justifie rien et il faudra y retourner. Trente secondes de vérification au comptoir de la clinique évitent une demi-journée perdue.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SI QUELQUE CHOSE MANQUE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phrases à avoir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 comptoir de la clinique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vous pouvez ajouter les dates, s'il vous plaît ? » On le fait sans discuter : c'est un oubli, pas un refus.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Au comptoir du centre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Le papier n'a pas de date. Qu'est-ce que je dois faire ? » La secrétaire le dira simplement, sans reproche.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4270248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1D6B8F"/>
                </a:solidFill>
                <a:latin typeface="Verdana"/>
              </a:rPr>
              <a:t>Si vous n'avez aucun papier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859024"/>
            <a:ext cx="2936138" cy="29474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Dites-le. Une absence sans billet reste une absence annoncée, et c'est déjà beaucoup mieux que le silence.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centre fait du papier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POURQUOI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photocopie au dossier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la trace reste au centre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original rendu à l'élève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il peut servir ailleurs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absence notée justifiée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l'enseignante le voit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rien d'autre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le motif n'est lu par personne d'autre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billet ne circule pas : il est classé, et c'est tout.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PRODUCTION ORALE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Rendez votre billet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En paires, une minute chacun.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Se nommer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Dire les journées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Présenter le papier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 l'original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trois choses à vérifier sur un billet.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date, un nom, une signature.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la liste dans votre portefeuille, avec votre carte d'élève.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