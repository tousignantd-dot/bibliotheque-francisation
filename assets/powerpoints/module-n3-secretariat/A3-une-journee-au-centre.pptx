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Prévoir l'exercice 3 du module interactif à l'écran : les huit photos se glissent sur leur phrase, et c'est ce geste-là qui fixe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article. « Le secrétariat » est long à prononcer : le découper en quatre morceaux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L'avant-midi » est un mot d'ici : ailleurs on dit « la matinée ». Le signaler, parce que l'horaire du centre l'emploie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Distinguer tout de suite l'original de la photocopie : c'est le point du défi 2 que les élèves oublient.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de vocabulaire du module interactif. Faire à l'oral d'abord, à l'écran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décrire chaque image avant de la glisser : c'est la description qui travaille, pas le déplacement. Un élève décrit, un autre choisit.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Vérifier les carnets à la fin de la séance : c'est le moment de prendre l'habitude, pas dans trois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: c'est la première trace écrite du module et elle sert de référence tout le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journée au centre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 pour tout le module, et huit images pour les poser : le comptoir, la chaise vide, le calendrier, le petit papier de la clinique.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mot du centre à sa définition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objets d'une démarche au secrétariat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mots nouveaux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lieu et des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01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7159" y="2121408"/>
            <a:ext cx="80818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où on donne et où on demande les papiers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701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comptoir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7159" y="2909620"/>
            <a:ext cx="80818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meuble haut derrière lequel on est reçu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701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secrétaire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7159" y="3697833"/>
            <a:ext cx="80818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reçoit et qui écrit dans les dossiers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701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groupe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7159" y="4486046"/>
            <a:ext cx="80818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 de votre classe, avec votre enseignante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701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dossier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7159" y="5274259"/>
            <a:ext cx="80818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vos papiers au centre : absences, résultats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l'absence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36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3064" y="2121408"/>
            <a:ext cx="7315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ne pas être au cours un jour de cours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36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3064" y="2909620"/>
            <a:ext cx="7315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à l'avance ce qui va arriver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36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l'avant-midi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3064" y="3697833"/>
            <a:ext cx="7315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journée entre le matin et midi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36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rendez-vous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3064" y="4486046"/>
            <a:ext cx="7315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heure fixée d'avance pour rencontrer quelqu'un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36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d'absence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3064" y="5274259"/>
            <a:ext cx="7315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explique pourquoi on n'était pas là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papier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justifier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donner la raison pour que l'absence soit acceptée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photocopie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la copie faite par la machine du bureau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l'original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premier papier, celui qui a été signé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attestation de fréquentation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papier qui prouve qu'on a suivi le cours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écrire son nom à la main au bas d'un papier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cinq mots reviennent aux défis 2 et 3 : ce sont les mots des papiers.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mot à ce qu'il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bureau où on annonce une absence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votre classe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à l'avance qu'on sera absent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de la clinique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copie faite par la machine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Écrire son nom au bas d'un papier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bureau où on annonce une absence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secrétariat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votre classe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groupe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à l'avance qu'on sera absent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de la clinique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billet d'absence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copie faite par la machine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photocopie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Écrire son nom au bas d'un papier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HUIT IMAGES, HUIT PHRASES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L'exercice 3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lieux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comptoir de l'accueil, la salle d'attente de la clinique, l'horloge du corridor un peu avant huit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papiers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feuillet plié de la clinique, le calendrier du mur, la feuille qui sort du photocopieur.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gestes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main qui signe au bas d'une feuille, une chaise vide devant un pupitre.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MOT NOUVEAU S'ÉCRIT AVEC SON ARTICLE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absence  ·  un billet  ·  le dossier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dans l'objet ne dit le genre. Écrire « absence » tout seul dans son carnet, c'est se préparer une hésitation pour des années. Deux lettres de plus, et la question est réglée.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mots du module avec leur article, et une phrase avec deux d'entre 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dossier, une absence, le comptoir…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vais au secrétariat pour mon billet d'absence.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