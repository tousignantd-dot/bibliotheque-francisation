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 et de langue. Le point de grammaire et le conseil pratique disent ici exactement la même chose : c'est rare, et ça se signale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cinq phrases, une par ligne, avec de vraies démarches des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à emporter du module. La faire répéter par tout le groupe,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le cas de la voyelle. Faire lire à voix haute : on entend pourquoi « de » devient « d'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servent bien au-delà du centre : à la clinique, à la banque, au bureau de la garderie. Le dire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de table. Faire remarquer que la dernière n'est jamais impolie : ce qui pose problème, c'est de repartir sans avoir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remplir le même formulaire avec des données inventées, en cinq minutes : c'est la meilleure préparation à « Je me lance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en faire une menace : c'est un renseignement pratique. Le répéter une fois, calmement, et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3. Le formulaire rempli sert d'appui direct au jeu de rôle de E1, cas « le travail à temps plein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Avant de partir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attestation demandée avant le départ se prépare en trois jours. Demandée après, le dossier est fermé. Toute la séance tient dans cet ordre-là.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avant de devant un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avant et après devant un nom ou une heure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formuler quatre demandes polies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formulaire de demande d'attestation.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de, avant, après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de partir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verbe qui ne change jamais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d'arrêter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verbe qui commence par une voyelle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le cours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nom : pas de « de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9 heures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une heure : pas de « de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le cours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un nom : jamais de « de » non plus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Comment choisir : si le mot qui suit est une action, il faut « de ». Si c'est une chose, une heure ou un jour, non.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PAPIER SE DEMANDE 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Avant de partir, je demande mon attestation.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une faute de français, c'est la seule erreur du module qui coûte vraiment quelque chose. Après le départ, le dossier est fermé et tout devient plus long.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de, avant ou après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partir, je demande mon attestation.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passe au secrétariat ___ le cours, à sept heures cinquante.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signer le formulaire, lisez-le au complet.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cours, l'enseignante reste dix minutes dans la classe.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téléphoner ___ neuf heures du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arrêter le cours, parlez-en à votre enseignante.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de, avant ou après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partir, je demande mon attestation.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passe au secrétariat ___ le cours, à sept heures cinquante.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signer le formulaire, lisez-le au complet.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cours, l'enseignante reste dix minutes dans la classe.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téléphoner ___ neuf heures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arrêter le cours, parlez-en à votre enseignante.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DEMANDES QUI OUVRENT LE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apprendre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Demander une chose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J'aimerais une attestation de fréquentation, s'il vous plaît. » Plus doux que « je veux », aussi clair.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Demander la permission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je peux garder l'original ? » Une réponse par oui ou par non : facile à comprendre, facile à donner.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Demander un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Pourriez-vous faire une photocopie, s'il vous plaît ? » Le conditionnel rend la demande polie sans l'allonger.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Demander une explication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Qu'est-ce que je dois apporter ? » · « Quand est-ce que ce sera prêt ? » On demande ce qu'on n'a pas compris.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bonne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situation,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le papier qui prouve votre fréquentation.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garder votre billet d'origine.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une copie du papier.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ne savez pas quel papier apporter.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secrétaire a parlé trop vite.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bonne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le papier qui prouve votre fréquentation.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j'aimerais une attestation, s'il vous plaît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garder votre billet d'origine.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est-ce que je peux garder l'original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une copie du papier.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pourriez-vous faire une photocopie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ne savez pas quel papier apporter.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qu'est-ce que je dois apporter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secrétaire a parlé trop vite.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pouvez-vous répéter plus lentement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Formulaire — Demande d'attestation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Élève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Nawel Belkacem, groupe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Motif du départ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abandon, emploi à temps plein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Dernier jour de cours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vendredi 28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Demandée 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mardi 25 mars ; prête le vendredi 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Remise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en main propre, sur signature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jours entre la demande et le papier : c'est pour ça qu'on la fait avant.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DEMANDER LE PAPIER APRÈS ÊTRE PARTI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téléphoner deux semaines plus tard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demander au comptoir, avant le dernier jour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dossier fermé, la demande passe par un autre chemin et prend beaucoup plus de temps. Cinq minutes au comptoir avant de partir remplacent plusieurs appels.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Remplissez le formulaire de demande avec vos données.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nom, votre groupe, une date de dernier jour au choix.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écrivez la phrase : « Avant de partir, je…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