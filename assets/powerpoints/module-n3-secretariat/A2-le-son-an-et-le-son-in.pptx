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Prévoir l'audio du module : les huit cartes de l'exercice 2 s'écoutent une par une, et la répétition en groupe vaut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l'essai des deux doigts sur le nez : dire « a », puis « an ». Le son change quand on bouche — c'est la preuve que l'air y passait.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lire la colonne de droite à voix haute, deux fois, en exagérant l'ouverture de la bouche.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« bien » rime avec « matin » et non avec « avant ». C'est l'erreur la plus fréquente du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cartes sont dans l'exercice 2 du module interactif. Faire d'abord à l'oreille, sans le mot écrit, puis montrer l'orthographe.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répandue chez les élèves dont la langue prononce toutes les consonnes écrites. Faire tenir le son deux secondes, bouche ouverte, sans jamais fermer.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trois phrases en chœur, puis un élève à la fois. Cinq minutes, et le reste de la séance devient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corriger qu'un son à la fois. Un élève qui entend « c'est presque ça » recommence ; un élève qui entend trois corrections abandonne.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A3 : les mots trouvés servent d'entrée au banc de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AN et le son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sons qui passent par le nez, et qui servent tous les deux à dire quand : une absence, un rendez-vous, demain matin, le trente.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à l'oreille le son an et le son 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leurs écritures : an, en, am, em · in, ain, ein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mots du module qui les contiennent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date sans se faire redemander.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VOYELLES QUI SORTENT PAR LE NEZ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absence  ·  matin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ces sons, une partie de l'air passe par le nez. Beaucoup de langues n'en ont aucune : si l'oreille les mélange, ce n'est pas un défaut, c'est un son qu'on n'a jamais eu à distinguer.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AN, la bouche ouverte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 DU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avant · enfant · quarante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absence · prévenir · septembre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am, 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chambre · ensemble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piège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en » se dit « an » dans absence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bouche est ouverte comme pour « a », et les lèvres ne sont pas rondes.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IN, la bouche étirée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 DU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matin · clinique · vingt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demain · prochain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ein, en après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plein · bien · combien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piège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après un i, « en » se dit « in » : bien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lèvres s'étirent sur les côtés, presque comme pour sourire.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 comme ABSENCE, ou IN comme MATIN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classez.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absence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enfant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 comme ABSENCE, ou IN comme MATIN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absence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enfant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PRONONCER LA LETTRE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ab-sen-ne-ce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ab-sence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« absence », le n ne se prononce pas tout seul : il rend la voyelle nasale, puis il disparaît. La langue ne touche pas le palais et la bouche ne se ferme pas à la fin du mot.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TROIS MOTS QUI CONTIENNENT LES DEUX 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dire tous les 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« Mon enfant a un rendez-vous demain matin.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du comptoir, et celle qui contient les deux sons trois fois. À apprendre telle quelle.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« Je vais être absente lundi matin.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 dans absente, in dans matin et lundi. C'est la phrase du défi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« Le trente, à vingt heures.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nombres, deux sons. Une date mal comprise, c'est une journée manquée pour rien.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élève, à tour de rôle.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être absente demain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enfant a un rendez-vous à la clinique.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trente septembre, à vingt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le cours, je passe au comptoir.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 matin, ça va bien.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avec le son an et trois mots avec le son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Prenez-les dans le vocabulaire du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ou les lettres qui font le 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