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Prévenir le groupe : on ne va pas comprendre tous les mots, et ce n'est pas le but. Une étiquette se regarde ; elle ne se lit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est le cœur de la séance : le prix est sur la tablette (l'affichette), le format est sur le produit (l'étiquette). Les deux ensemble donnent l'information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deux papiers : deux affichettes sur la tablette, une étiquette sur le produit. La confusion entre les deux est la difficulté réelle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Apporter quelques emballages vides et les faire circuler : c'est plus efficace que n'importe quelle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cinq quantités à l'oral, en chaîne, à partir des produits de leur liste de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classer par le groupe cinq produits de leur propre liste dans les trois familles.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énoncés. La troisième ligne est celle qui sépare ceux qui ont compris la séance de ceux qui doivent la refaire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Si aucun emballage n'est disponible, la circulaire du bloc A porte souvent les formats à côté des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Leur demander de vérifier le poids réel sur ce qu'ils ont dans leur cuisine : c'est là que la mesure devient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L'étiquette et l'affichette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petits papiers décident de tout : l'un donne le prix, l'autre donne le poids.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Remplir mon panier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l'étiquette de l'affichette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poids et un volume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un kilo de riz », « un litre de lait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date « meilleur avant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écrit le prix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roduits-entreti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est-il sur la bouteille ou sur la tablette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sur la bouteille, alors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si c'est le grand ou le petit format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entre les deux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kilo ou un sac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où est le prix et où est le poids.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Excusez-moi. Les oranges sont à quel prix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DENIS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29829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deux affichettes. Le sac ou le kilo.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36433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sac, c'est combien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DENIS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4303775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dollars quatre-vingt-dix-neuf. Deux kilos dans le sac.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AMINATA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5449" y="49641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sur l'étiquette, ici ? « 908 g 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52276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DENIS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5449" y="5624576"/>
            <a:ext cx="862067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Ça, c'est le poids. Neuf cent huit grammes, presque un kilo.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 ce petit papier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908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poids : presque un kilo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litre : du lait, du jus, de l'eau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3,99 $ /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 d'un seul kilo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Meilleur avant : 12 mai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: à manger avant ce jour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lettre après le nombre dit tout : g et kg pour le poids, ml et L pour le liquide, $ pour le prix.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MESURE, PUIS « DE », PUIS LE PRODUIT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les mêmes trois choses, dans le même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kilo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riz · un litre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lait · une douzaine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œufs · un sac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d'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oranges. Après « de », le produit vient seul : on ne dit jamais « un litre de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le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lait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FAMILLES DE MESURE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pèse, se verse, se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se pèse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gramme (g), le kilo (kg) — mille grammes font un kilo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se 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millilitre (ml), le litre (L)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qui se compte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douzaine, le paquet, le sac, la boîte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affichettes pour les oranges.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sac d'oranges coûte 3,99 $.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908 g » est un prix.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908 grammes, c'est presque un kilo.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affichettes pour les oranges.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sac d'oranges coûte 3,99 $.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908 g » est un prix.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c'est un poids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908 grammes, c'est presque un kilo.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poids et le prix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des emballages vides ou des photos.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quantités, avec la mesure et « de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litre de lait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douzaine d'œufs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cent grammes de fromage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Remplir mon panier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