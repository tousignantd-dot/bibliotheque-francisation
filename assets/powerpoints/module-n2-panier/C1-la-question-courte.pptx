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parole. Rassurer d'entrée : on ne demande pas de faire de longues phrases. Trois mots bien placés valent mieux qu'une phrase hésitante de 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le mot « commis ». Beaucoup d'élèves n'osent pas demander : dire clairement que c'est le travail du commis de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deuxième réplique d'Aminata : elle répète « allée 7 » avant de poser sa question suivante. C'est ce qui l'empêche d'oublier.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répliques, deux informations, un merci. C'est la longueur réelle d'un échange dans un magasin — le dire au groupe rassure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faire recopier telle quelle : c'est une fiche de survie, pas un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les élèves croient souvent que la forme courte est fautive. Elle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en chœur, trois fois. C'est celle qui sauve le plus de conversations, dans ce module comme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à l'oral d'abord, chacun son tour, debout si possible. L'écrit vient après, et seulement pour ceux qui en ont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Le commis a le droit d'inventer les allées et les prix. Ce qui compte, c'est la répétition à l'étape 2 et à l'étape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mémoire, sans écriture. Leur dire qu'ils peuvent les essayer pour vrai avant le prochain cours : c'est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question courte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questions de trois mots suffisent pour tout trouver dans un magasin.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prix d'un produit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dans quelle allée il se trouve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format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plus lentement.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demander, et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roduits-entret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voit-on sur cette tablette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lequel prendre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demande-t-on dans un magasin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 posez-vous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cherche le savon à vaisselle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cherche le savon à vaisselle.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0718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Allée 7, madame. Au fond, à droite.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8211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Allée 7. C'est loin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5704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tout droit. Sur la tablette du milieu.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c'est combien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c'est combien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6512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dollars vingt-neuf pour le grand format.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340055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dollars vingt-neuf. Merci beaucoup.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questions, et on trouve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combien ? · Ça coûte combien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rayon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où ? · C'est dans quelle allée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quel format ? · C'est le kilo ou le sac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n'a pas compris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de ces questions ne dépasse cinq mots.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MOT INTERROGATIF VA À LA FIN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Ça coûte combien ? », et non « combien ça coûte ?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forme la plus simple du français parlé, et elle est tout à fait correcte : « C'est &lt;b&gt;combien&lt;/b&gt; ? », « C'est &lt;b&gt;où&lt;/b&gt; ? », « C'est &lt;b&gt;quel format&lt;/b&gt; ? ». Personne ne la corrigera.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parler plus 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parler plus lentement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on n'est pas compris, le réflexe est de hausser la voix. Ce n'est presque jamais le volume qui manque : c'est la vitesse. La bonne phrase est « &lt;b&gt;plus lentement, s'il vous plaît&lt;/b&gt; », et elle vaut dans les deux sens.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question courte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le prix.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 rayon d'un produit.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si c'est le kilo ou le sac.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si le spécial est encore bon.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le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combien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 rayon d'un produit.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dans quelle allée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si c'est le kilo ou le sac.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quel format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 le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Pouvez-vous répéter,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savoir si le spécial est encore bon.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encore le spécial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commis et le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Trois échanges chacun, puis on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Apprenez ces quatre questions par cœur.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combien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dans quelle allée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quel format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