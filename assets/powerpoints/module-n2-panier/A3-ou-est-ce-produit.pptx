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vocabulaire. Beaucoup de mots, peu de grammaire. Si le centre a une épicerie à moins de dix minutes, la dernière demi-heure se fait mieux sur place que dans la classe.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Amener les mots « allée » et « tablette » sans les forcer. Le numéro d'allée, écrit en hauteur, est le repère que tout le monde peut utiliser sans lire.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répéter chaque mot avec son article.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Ces trois papiers sont le cœur du module : la circulaire à la maison, l'affichette sur la tablette, l'étiquette sur le produit. Les faire distinguer dès maintenant.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Demander au groupe de dire où sont ces quatre choses dans l'épicerie qu'ils fréquentent : c'est presque toujours pareil.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première fois que la question courte apparaît ; elle sera reprise en entier au bloc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mots seulement. Les faire d'abord à l'oral avant de les faire écrire.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Accepter les réponses approximatives : « au fond », « à droite », « allée 7 ». Le but est de se faire comprendre, pas d'être exact.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Ils peuvent aller vérifier dans leur épicerie : c'est même la meilleure façon de faire ce devoir.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A3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Où est ce produit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Nommer ce qu'on voit dans un magasin, et savoir dans quel rayon chercher.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Remplir mon panier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objets du magasin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papiers des prix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dans quel rayon se trouve un produit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c'est dans l'allée…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voit-on dans cette allée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llee-epiceri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s'appelle ce chemin entre les tablettes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est posé sur les tablettes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savez-vous où aller dans un magasin que vous ne connaissez pas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qui demandez-vous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voit dans le magasin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81794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panier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24949" y="2121408"/>
            <a:ext cx="823405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qu'on porte pour mettre ses achats dedans.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181794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allée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4949" y="3106674"/>
            <a:ext cx="823405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chemin entre deux rangées de tablettes.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181794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tablette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4949" y="4091939"/>
            <a:ext cx="823405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planche où les produits sont posés.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181794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caisse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24949" y="5077205"/>
            <a:ext cx="823405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L'endroit où on paie, avant de sortir.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papiers des prix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06082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circulaire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7837" y="2121408"/>
            <a:ext cx="799117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grand papier qui montre les prix de la semaine.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06082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affichette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7837" y="3106674"/>
            <a:ext cx="799117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petit carton posé sur la tablette, sous le produit.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06082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étiquette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7837" y="4091939"/>
            <a:ext cx="799117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petit papier collé sur le produit lui-même.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06082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spécial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7837" y="5077205"/>
            <a:ext cx="799117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prix plus bas, seulement pendant quelques jours.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Chaque produit a son rayon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PRODUIT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RAYON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lait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produits laitiers, au fond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pommes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fruits et légumes, près de l'entrée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savon à vaisselle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produits d'entretien, allée 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boulangerie, près des caisses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Dans presque toutes les épiceries, le lait est au fond et les fruits sont à l'entrée. Ce n'est pas un hasard.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C'EST DANS L'ALLÉE…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numéro d'allée est le repère le plus simple du magasin.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 savon est dans &lt;b&gt;l'allée 7&lt;/b&gt;. » On peut le trouver sans savoir lire les panneaux : les numéros sont écrits gros, en hauteur. Pour demander : « &lt;b&gt;C'est dans quelle allée ?&lt;/b&gt; 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et sa 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Reliez chaque mot à ce qu'il veut dire.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circulaire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allée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affichette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étiquette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panier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spécial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et sa 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circulaire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grand papier des prix de la semaine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allée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chemin entre deux rangées de tablettes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affichette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petit carton sous le produit, sur la tablette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étiquette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petit papier collé sur le produit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panier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qu'on porte pour mettre ses achats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spécial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prix plus bas pendant quelques jours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quel rayon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deux. L'un demande, l'autre répond.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produits et le rayon où vous les trouvez.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riz est dans l'allée 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Les pommes sont à l'entrée.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savon est avec les produits d'entretien.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Remplir mon panier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