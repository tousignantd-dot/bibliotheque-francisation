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Apporter une vraie circulaire, si possible plusieurs, et en donner une à chaque élève. Toute la séance se fait avec le papier dans les 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répondre dans la langue qu'on peut. La bonne réponse à la dernière question est « non » : une circulaire se regarde, elle ne se lit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Puis afficher et faire répéter réplique par réplique, en chœur. Aminata est une élève comme eux ; Rose est sa voisine.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un mot rouge dans la vraie circulaire distribuée au début. Presque toutes en ont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pointer les trois choses sur le papier réel, chacun sur le sien.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chaque mot avec son article : l'article s'apprend avec le mot, jamais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Chercher ensemble la date écrite en haut de la circulaire : c'est elle qui dit jusqu'à quand.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 seulement. Les faire d'abord à l'oral, en groupe, avant de les faire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On ne dit pas encore les prix à voix haute : c'est la séance B1 qui apprend à les dire. Ici, on repère seulement.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Demander des produits qu'ils achètent vraiment : ce sont eux qui reviendront dans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circulaire du mardi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Reconnaître le papier des prix, et savoir ce qu'on y cherche : une photo, un chiffre, un mot rouge.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Remplir mon panier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circulaire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y repérer une photo, un prix, un mot rouge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objets du magasin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achète chaque semaine.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ce papier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irculaire-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avez-vous déjà vu ce papier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l'a mis dans votre boîte aux lettres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dessus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le lire en entier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gros papier dans la boîte aux lettres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5449" y="2322576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Rose, il y a un gros papier dans ma boîte aux lettres.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5449" y="3071876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circulaire. Elle arrive le mardi.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5449" y="3821175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 journal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5449" y="4570475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Ce sont les prix de la semaine à l'épicerie.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photos et des chiffres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5449" y="1901952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des photos et des chiffres.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5449" y="2651252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La photo, c'est le produit. Le chiffre, c'est le prix.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5449" y="3400551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ce mot rouge, là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5449" y="4149851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Spécial ». Cette semaine, ce produit coûte moins cher.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sur une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VOIT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produit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chiffre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mot rouge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moins cher cette semaine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ne lit pas le reste. Trois repères suffisent pour se servir d'une circulaire.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magasin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02520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circulaire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2213" y="2121408"/>
            <a:ext cx="802679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grand papier qui montre les prix de la semaine.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02520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panier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2213" y="3106674"/>
            <a:ext cx="802679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porte pour mettre ses achats dedans.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02520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allée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2213" y="4091939"/>
            <a:ext cx="802679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chemin entre deux rangées de tablettes.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02520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tablette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2213" y="5077205"/>
            <a:ext cx="802679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planche où les produits sont posés.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SPÉCIAL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prix plus bas, seulement pendant quelques jours.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Québec, on dit « un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spécial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» plutôt qu'« une promotion ». « Le poulet est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en spécial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cette semaine. » Le spécial a toujours une date : quand la semaine finit, il finit aussi.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circulaire arrive le mardi.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circulaire est un journal.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chiffres de la circulaire sont les prix.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Spécial » veut dire plus cher.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circulaire arrive le mardi.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circulaire est un journal.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ce sont les prix de la semaine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chiffres de la circulaire sont les prix.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Spécial » veut dire plus cher.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moins cher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produits en spécial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avec la circulaire distribuée au début.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produits que vous achetez chaque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J'achète du lait.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J'achète du riz.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J'achète des pommes.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Remplir mon panier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