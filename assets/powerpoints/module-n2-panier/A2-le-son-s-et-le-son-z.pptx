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d'oreille avant tout. Parler peu, faire écouter beaucoup. Prévoir que certains élèves n'entendront pas la différence au premier cours : c'est normal, et elle vient avec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deux mots plusieurs fois, lentement, sans expliquer. Laisser le groupe chercher. La règle vient après l'oreille, jamais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à voix haute les quatre mots par chaque élève, une fois, sans correction serrée.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au tableau « poisson » et « poison » et expliquer pourquoi le deuxième s compte : à l'épicerie, on parle toujours de poisson.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ajouter par le groupe deux mots de leur langue de cuisine, et les classer dans la bonne colonne.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trois fois, dans le désordre. Ne pas montrer l'écriture pendant l'écoute : c'est l'oreille qui travaille.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trois exemples en chœur, lentement, puis à vitesse normale. C'est la difficulté qui reste le plus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redire soi-même le mot quand les deux élèves hésitent : ils ont besoin d'un modèle, pas d'un arbitre.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d'oreille. Rappeler que la mini-leçon en ligne fait entendre chaque phrase autant de fois qu'on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[s] et le son [z]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seule lettre, deux sons. Ce qui décide, c'est ce qu'il y a autour d'elle.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Remplir mon panier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[s] et [z]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quand la lettre s se dit [z]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les mots du rayon des fruits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la liaison de « des » et « les » devant une voyelle.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dit-on ces mots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alance-fru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 cette machine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fruits achetez-vous le plus souvent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: cerise, saucisse. Est-ce le même son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la différence, à votre avis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lettre, deux 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ceri&lt;b&gt;s&lt;/b&gt;e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[z] — le s est doux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rai&lt;b&gt;s&lt;/b&gt;in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[z] — le s est doux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sauci&lt;b&gt;ss&lt;/b&gt;e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[s] — le s est dur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&lt;b&gt;s&lt;/b&gt;alade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[s] — le s est dur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 entre deux voyelles se dit [z]. Partout ailleurs, il est dur.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 ENTRE DEUX VOYELLES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voyelle avant, une voyelle après : le s se dit [z].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ceri&lt;b&gt;s&lt;/b&gt;e, rai&lt;b&gt;s&lt;/b&gt;in, framboi&lt;b&gt;s&lt;/b&gt;e. Pour garder le son dur entre deux voyelles, le français écrit &lt;b&gt;deux s&lt;/b&gt; : sauci&lt;b&gt;ss&lt;/b&gt;e, de&lt;b&gt;ss&lt;/b&gt;ert, poi&lt;b&gt;ss&lt;/b&gt;on.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TROIS POSITIONS, DEUX 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le 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Entre deux voyelles : [z]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cerise, du raisin, une framboise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Deux s collés : [s]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saucisse, un dessert, un poisson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Au début du mot : [s]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salade, savon, sac, spécial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[s] ou [z]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 et écrivez le son que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dessert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cerise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saucisse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raisin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salade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framboise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[s] ou [z]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dessert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[s]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cerise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[z]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saucisse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[s]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raisin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[z]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salade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[s]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framboise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[z]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de[s] oranges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de[z] oranges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une voyelle, le s de « des », « les » et « deux » se prononce [z] et se colle au mot suivant : « de-z-oranges », « le-z-œufs », « deu-z-œufs ». C'est la liaison, et elle est obligatoire.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marché des 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chacun son tour.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Dites ces trois phrases à voix haute, trois fois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prends des cerises.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prends de la salade.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framboises sont en spécial.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Remplir mon panier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