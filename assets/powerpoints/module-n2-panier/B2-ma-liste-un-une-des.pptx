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Faire sortir une feuille dès le début : la liste s'écrit pendant toute la séance, et pas seulement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ce que le groupe nomme, en gardant le petit mot devant : « un pain », « des pommes ». C'est le sujet de la séance et il apparaît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quatre formes au tableau, dans l'ordre où elles arrivent. Le « pas de » de la troisième réplique est celui qui surprend.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que les élèves consulteront tout le reste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transformer cinq phrases à l'oral, en chaîne, chaque élève à son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paire au tableau et la laisser toute la séance. Y revenir chaque fois qu'elle réapparaît dans les productions.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l'oral, en groupe. Les deux dernières lignes sont les seules qui posent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l'étape 3 qui compte : écrire la liste de quelqu'un d'autre oblige à écouter le petit mot, pas seulement le produit.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vraie liste : ils peuvent l'apporter à l'épicerie. C'est la meilleure preuve que le français sert à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 liste : un, une, 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devant le produit — et un quatrième, quand on n'a plus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un », « une », « des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pas de » et « pas d'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courte liste d'épicerie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n'a plus à la maison.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qu'il y a dans ce panier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anier-ple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Nommez trois choses que vous voyez.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y en a-t-il de chaque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mettez, vous, dans votre panier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n'achetez jamais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les petits mots : un, une, des,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ma liste. Un litre de lait, une douzaine d'œufs…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29829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du riz ? Tu as encore du riz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6433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Non, je n'ai pas de riz. J'écris « un kilo de riz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303775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Prends aussi des oranges. Elles sont en spécial.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5449" y="49641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oranges, oui. Un sac de deux kilos.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5449" y="5624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Parfait. Ta liste est courte et claire.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petits mots de la liste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&lt;b&gt;un&lt;/b&gt;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seul, masculin : un litre, un kilo, un sac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&lt;b&gt;une&lt;/b&gt;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seule, féminin : une douzaine, une boîte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&lt;b&gt;des&lt;/b&gt;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: des pommes, des œufs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&lt;b&gt;de&lt;/b&gt; / &lt;b&gt;d'&lt;/b&gt;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« pas » : pas de riz, pas d'œufs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français, un nom ne reste presque jamais seul. Il y a toujours un petit mot devant.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FORME NÉGATIVE, TOUT DEVIENT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Un, une, des, du, de la disparaissent après « pas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&lt;b&gt;du&lt;/b&gt; riz » devient « je n'ai &lt;b&gt;pas de&lt;/b&gt; riz ». « J'ai &lt;b&gt;des&lt;/b&gt; œufs » devient « je n'ai &lt;b&gt;pas d'&lt;/b&gt;œufs ». Devant une voyelle, « de » perd son e et devient &lt;b&gt;d'&lt;/b&gt;.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du riz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de riz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faute la plus fréquente du niveau, et elle vient de ce que la phrase affirmative dit bien « j'ai &lt;b&gt;du&lt;/b&gt; riz ». Après « pas », il ne reste que &lt;b&gt;de&lt;/b&gt; : ni du, ni de la, ni 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liste d'Aminata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un, une, des, de ou d'.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litre de lait.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douzaine d'œufs.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oranges.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pas ___ riz.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œufs dans le frigo.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liste d'Aminata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litre de lait.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douzaine d'œufs.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___ oranges.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pas ___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___ œufs dans le frigo.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j'ai, ce que je n'ai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liste d'épicerie de la semaine,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un litre de lait.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une douzaine d'œufs.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n'ai pas de riz : je prends un kilo de riz.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