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d'écriture. Faire sortir une feuille dès le début : la liste s'écrit pendant toute la séance, et pas seulement à la 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au tableau ce que le groupe nomme, en gardant le petit mot devant : « un pain », « des pommes ». C'est le sujet de la séance et il apparaît tout seul.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relever les quatre formes au tableau, dans l'ordre où elles arrivent. Le « pas de » de la troisième réplique est celui qui surprend.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tableau que les élèves consulteront tout le reste du niveau.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transformer cinq phrases à l'oral, en chaîne, chaque élève à son tour.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la paire au tableau et la laisser toute la séance. Y revenir chaque fois qu'elle réapparaît dans les productions.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d'abord à l'oral, en groupe. Les deux dernières lignes sont les seules qui posent problème.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C'est l'étape 3 qui compte : écrire la liste de quelqu'un d'autre oblige à écouter le petit mot, pas seulement le produit.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court, et vraie liste : ils peuvent l'apporter à l'épicerie. C'est la meilleure preuve que le français sert à quelque chose.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B2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Ma liste : un, une, 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petits mots devant le produit — et un quatrième, quand on n'a plus rien.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Remplir mon panier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un », « une », « des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pas de » et « pas d'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une courte liste d'épicerie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ce qu'on n'a plus à la maison.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qu'il y a dans ce panier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panier-ple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Nommez trois choses que vous voyez.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y en a-t-il de chaque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mettez, vous, dans votre panier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n'achetez jamais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Ma liste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Écoutez, puis comptez les petits mots : un, une, des, 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52276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AMINATA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5449" y="2322576"/>
            <a:ext cx="862067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J'écris ma liste. Un litre de lait, une douzaine d'œufs…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183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2982976"/>
            <a:ext cx="152276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ROSE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55449" y="2982976"/>
            <a:ext cx="862067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Et du riz ? Tu as encore du riz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787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643376"/>
            <a:ext cx="152276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AMINATA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55449" y="3643376"/>
            <a:ext cx="862067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Non, je n'ai pas de riz. J'écris « un kilo de riz ».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139183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303775"/>
            <a:ext cx="152276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ROSE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55449" y="4303775"/>
            <a:ext cx="862067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Prends aussi des oranges. Elles sont en spécial.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995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" y="4964176"/>
            <a:ext cx="152276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AMINATA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55449" y="4964176"/>
            <a:ext cx="862067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Des oranges, oui. Un sac de deux kilos.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459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32688" y="5624576"/>
            <a:ext cx="152276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ROSE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55449" y="5624576"/>
            <a:ext cx="862067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Parfait. Ta liste est courte et claire.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petits mots de la liste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PETIT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QUAND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A3D40"/>
                </a:solidFill>
                <a:latin typeface="Verdana"/>
              </a:rPr>
              <a:t>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seul, masculin : un litre, un kilo, un sac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A3D40"/>
                </a:solidFill>
                <a:latin typeface="Verdana"/>
              </a:rPr>
              <a:t>une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seule, féminin : une douzaine, une boîte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A3D40"/>
                </a:solidFill>
                <a:latin typeface="Verdana"/>
              </a:rPr>
              <a:t>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plusieurs : des pommes, des œufs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A3D40"/>
                </a:solidFill>
                <a:latin typeface="Verdana"/>
              </a:rPr>
              <a:t>de</a:t>
            </a:r>
            <a:r>
              <a:rPr sz="1800" b="0" i="0">
                <a:solidFill>
                  <a:srgbClr val="3A3D40"/>
                </a:solidFill>
                <a:latin typeface="Verdana"/>
              </a:rPr>
              <a:t> / </a:t>
            </a:r>
            <a:r>
              <a:rPr sz="1800" b="1" i="0">
                <a:solidFill>
                  <a:srgbClr val="3A3D40"/>
                </a:solidFill>
                <a:latin typeface="Verdana"/>
              </a:rPr>
              <a:t>d'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après « pas » : pas de riz, pas d'œufs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En français, un nom ne reste presque jamais seul. Il y a toujours un petit mot devant.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À LA FORME NÉGATIVE, TOUT DEVIENT « DE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Un, une, des, du, de la disparaissent après « pas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J'ai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du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riz » devient « je n'ai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pas de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riz ». « J'ai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des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œufs » devient « je n'ai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pas d'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œufs ». Devant une voyelle, « de » perd son e et devient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d'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n'ai pas du riz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n'ai pas de riz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la faute la plus fréquente du niveau, et elle vient de ce que la phrase affirmative dit bien « j'ai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du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riz ». Après « pas », il ne reste que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de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: ni du, ni de la, ni 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liste d'Aminata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un, une, des, de ou d'.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prends ___ litre de lait.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prends ___ douzaine d'œufs.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prends ___ oranges.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n'ai pas ___ riz.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n'y a pas ___ œufs dans le frigo.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liste d'Aminata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prends ___ litre de lait.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prends ___ douzaine d'œufs.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prends ___ oranges.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n'ai pas ___ riz.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n'y a pas ___ œufs dans le frigo.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À DEUX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j'ai, ce que je n'ai plus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 par deux, chacun son tour.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votre liste d'épicerie de la semaine, cinq lignes.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prends un litre de lait.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prends une douzaine d'œufs.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n'ai pas de riz : je prends un kilo de riz.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Remplir mon panier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