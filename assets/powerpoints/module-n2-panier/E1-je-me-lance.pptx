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que la moitié du temps se passe en production réelle : jeu de rôle, enregistrement, écriture.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n'oseront pas. Dire clairement que c'est normal de le signaler, et que le commis corrige sans discuter quand le spécial est encore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en six répliques : elle arrête l'échange, elle montre sa preuve, elle redemande le nouveau total. Faire compter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attendez, s'il vous plaît » : c'est la phrase qui donne le temps de sortir le papier, et elle est parfaitement polie.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L'élève y joue avec l'assistant, qui parle lentement et donne une information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Laisser recommencer autant de fois qu'il le faut : c'est l'écoute de soi qui fait progresser, pas la première 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Rappeler d'employer « un », « une », « des » et le mot « de » après la mesure : c'est ce qui sera regardé.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Beaucoup diront que c'est la première fois qu'ils font leur liste en français plutôt que de la traduire.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un produit et son prix à voix haute, puis écrire sa liste d'épicerie.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produit dans une vraie conversation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un prix pour le vérifier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 et s'écouter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sa liste d'épicerie de la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à la caisse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isse-epicer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à la caisse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faire si le prix n'est pas celui de la circulaire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a le droit de le dire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dire poliment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caisse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ce qu'Aminata a réussi à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Ça fait vingt-six dollars quinze.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AMINATA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29829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Attendez. Le poulet est en spécial. J'ai la circulaire.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36433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Montrez-moi, s'il vous plaît.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AMINATA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4303775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Ici : « 2 pour 9 $ ». J'ai deux paquets.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5449" y="49641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raison. Je corrige le prix.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AMINATA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5449" y="56245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Merci. Ça fait combien maintenant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2 pour 9 $ ». J'ai deux paquets.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B1 — lire un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poulet est en spécial.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A1 — la circulaire et le mot rouge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fait combien maintenant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C1 — la question courte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kilos, un litre, une douzaine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C2 — la mesure et « de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Rien de neuf dans cette colonne : le module entier tient dans ces quatre lignes.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FAIRE VALOIR UN SPÉCIAL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Montrer la circulaire vaut mieux que discuter.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Attendez, s'il vous plaît. Le poulet est &lt;b&gt;en spécial&lt;/b&gt;. J'ai la circulaire. » On montre la page, on montre le prix. La date, en haut de la circulaire, dit si le spécial est encore bon.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l'allée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cherchez du savon à vaisselle. Vous ne savez pas dans quelle allée il 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Devant les fruits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affichettes se touchent. Vous ne savez pas laquelle va avec les oranges.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la caisse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de la caisse n'est pas celui de la circulaire. Vous avez le papier dans la 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 un produit et son prix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liste d'épicerie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quatre à six phrases sur ce que vous achetez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Faites votre épicerie en français, dans votre tête, avant d'y aller.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un litre de lait.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prends un kilo de riz : je n'ai pas de riz.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savon à vaisselle, c'est dans quelle allée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