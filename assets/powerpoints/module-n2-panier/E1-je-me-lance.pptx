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séance. Prévoir que la moitié du temps se passe en production réelle : jeu de rôle, enregistrement, écriture. Les diapositives ne sont qu'un cadre.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Beaucoup d'élèves n'oseront pas. Dire clairement que c'est normal de le signaler, et que le commis corrige sans discuter quand le spécial est encore bon.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Trois choses en six répliques : elle arrête l'échange, elle montre sa preuve, elle redemande le nouveau total. Faire compter par le groupe.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Elle sert de révision de tout le module en une seule page.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sur « attendez, s'il vous plaît » : c'est la phrase qui donne le temps de sortir le papier, et elle est parfaitement polie.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sont les trois situations du jeu de rôle en ligne. L'élève y joue avec l'assistant, qui parle lentement et donne une information à la fois.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Laisser recommencer autant de fois qu'il le faut : c'est l'écoute de soi qui fait progresser, pas la première prise.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Vingt minutes. Rappeler d'employer « un », « une », « des » et le mot « de » après la mesure : c'est ce qui sera regardé.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Dernier devoir du module. Beaucoup diront que c'est la première fois qu'ils font leur liste en français plutôt que de la traduire.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SÉANCE E1  · 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me lance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Demander un produit et son prix à voix haute, puis écrire sa liste d'épicerie.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Remplir mon panier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demander un produit dans une vraie conversation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répéter un prix pour le vérifier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s'enregistrer et s'écouter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sa liste d'épicerie de la semaine.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OBSERVATION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Que se passe-t-il à la caisse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caisse-epiceri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qu'on dit à la caisse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64210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2751836"/>
            <a:ext cx="50292" cy="821944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282498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 faire si le prix n'est pas celui de la circulaire ?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765804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3875532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3948684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qu'on a le droit de le dire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51680"/>
            <a:ext cx="6492240" cy="703579"/>
          </a:xfrm>
          <a:prstGeom prst="roundRect">
            <a:avLst>
              <a:gd name="adj" fmla="val 2079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4661408"/>
            <a:ext cx="50292" cy="484123"/>
          </a:xfrm>
          <a:prstGeom prst="rect">
            <a:avLst/>
          </a:prstGeom>
          <a:solidFill>
            <a:srgbClr val="0D7A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4734560"/>
            <a:ext cx="5806440" cy="37439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Comment le dire poliment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DIALOGUE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caisse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Écoutez, puis comptez ce qu'Aminata a réussi à faire.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152276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DENIS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55449" y="2322576"/>
            <a:ext cx="862067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Bonjour. Ça fait vingt-six dollars quinze.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8183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32688" y="2982976"/>
            <a:ext cx="152276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AMINATA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55449" y="2982976"/>
            <a:ext cx="862067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Attendez. Le poulet est en spécial. J'ai la circulaire.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4787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32688" y="3643376"/>
            <a:ext cx="152276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DENIS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55449" y="3643376"/>
            <a:ext cx="862067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Montrez-moi, s'il vous plaît.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139183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32688" y="4303775"/>
            <a:ext cx="152276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AMINATA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55449" y="4303775"/>
            <a:ext cx="862067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Ici : « 2 pour 9 $ ». J'ai deux paquets.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995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" y="4964176"/>
            <a:ext cx="152276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DENIS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55449" y="4964176"/>
            <a:ext cx="862067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Vous avez raison. Je corrige le prix.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5459984"/>
            <a:ext cx="11057839" cy="578104"/>
          </a:xfrm>
          <a:prstGeom prst="roundRect">
            <a:avLst>
              <a:gd name="adj" fmla="val 25307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32688" y="5624576"/>
            <a:ext cx="1522761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 i="0">
                <a:solidFill>
                  <a:srgbClr val="0D7A6F"/>
                </a:solidFill>
                <a:latin typeface="Verdana"/>
              </a:rPr>
              <a:t>AMINATA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55449" y="5624576"/>
            <a:ext cx="8620677" cy="3037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Merci. Ça fait combien maintenant 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revient de tout le module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004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VU 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2 pour 9 $ ». J'ai deux paquets.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B1 — lire un prix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0419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169920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Le poulet est en spécial.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169920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A1 — la circulaire et le mot rouge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54787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675887"/>
            <a:ext cx="3291492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Ça fait combien maintenant 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675887"/>
            <a:ext cx="6595914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C1 — la question courte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0538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181856"/>
            <a:ext cx="3291492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Deux kilos, un litre, une douzaine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181856"/>
            <a:ext cx="6595914" cy="573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C2 — la mesure et « de »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24865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50468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Rien de neuf dans cette colonne : le module entier tient dans ces quatre lignes.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FAIRE VALOIR UN SPÉCIAL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DCF2E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Montrer la circulaire vaut mieux que discuter.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Attendez, s'il vous plaît. Le poulet est </a:t>
            </a:r>
            <a:r>
              <a:rPr sz="2000" b="1" i="0">
                <a:solidFill>
                  <a:srgbClr val="4B4F52"/>
                </a:solidFill>
                <a:latin typeface="Verdana"/>
              </a:rPr>
              <a:t>en spécial</a:t>
            </a:r>
            <a:r>
              <a:rPr sz="2000" b="0" i="0">
                <a:solidFill>
                  <a:srgbClr val="4B4F52"/>
                </a:solidFill>
                <a:latin typeface="Verdana"/>
              </a:rPr>
              <a:t>. J'ai la circulaire. » On montre la page, on montre le prix. La date, en haut de la circulaire, dit si le spécial est encore bon.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TROIS SITUATIONS POUR LE JEU DE RÔLE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Choisissez la vôtre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2936138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Dans l'allée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2936138" cy="3307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Vous cherchez du savon à vaisselle. Vous ne savez pas dans quelle allée il est.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773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27778" y="2084831"/>
            <a:ext cx="2936138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Devant les fruits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7778" y="2499360"/>
            <a:ext cx="2936138" cy="3307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Deux affichettes se touchent. Vous ne savez pas laquelle va avec les oranges.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854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368588" y="2084831"/>
            <a:ext cx="2936138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0D7A6F"/>
                </a:solidFill>
                <a:latin typeface="Verdana"/>
              </a:rPr>
              <a:t>À la caisse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8588" y="2499360"/>
            <a:ext cx="2936138" cy="3307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prix de la caisse n'est pas celui de la circulaire. Vous avez le papier dans la main.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ORALE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Demandez un produit et son prix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Trois temps. Enregistrez-vous, écoutez-vous, recommencez.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 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 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TEMPS 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D7A6F"/>
                </a:solidFill>
                <a:latin typeface="Verdana"/>
              </a:rPr>
              <a:t>PRODUCTION ÉCRITE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votre liste d'épicerie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 quatre à six phrases sur ce que vous achetez cette semaine.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écrire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écrire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écrire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DCF2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0D7A6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écrire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Remplir mon panier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Faites votre épicerie en français, dans votre tête, avant d'y aller.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prends un litre de lait.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prends un kilo de riz : je n'ai pas de riz.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429504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5584952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Le savon à vaisselle, c'est dans quelle allée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E1 · Remplir mon panier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