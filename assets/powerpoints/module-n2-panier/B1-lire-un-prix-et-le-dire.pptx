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chiffres. Prévoir d'écrire beaucoup au tableau et de faire dire beaucoup à voix haute : un prix se retient par la bouche, pas par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répondra souvent « 3,99 $ ». C'est exactement le piège de la séance : il manque le poids. Ne pas donner la réponse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1 paquet = 6 $, 2 paquets = 9 $. Faire calculer l'économie ensemble : trois dollars. C'est concret et ça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ce que fait Aminata à la troisième réplique : elle répète le prix. C'est le geste que le module apprend, et il revient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Revenir sur la question du déclencheur : le sac de pommes coûte le poids fois 3,99 $.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cinq prix au groupe, en chœur, d'abord la forme longue puis la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Sous un dollar, on dit « cents » ; au-dessus, le mot disparaît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à l'oral. Les nombres écrits en lettres viendront plus tard dans le niveau : ici, le chiffre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C'est la pratique centrale du module : ne pas l'écourter pour finir la diapositive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Leur demander de dire les trois prix à voix haute avant d'aller dormir : c'est ce qui les 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prix, et le dire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virgule, deux nombres. Et une barre oblique qui change 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prix écrit avec une virgule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prix à voix haute, en deux formes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3,99 $ / kg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spécial « 2 pour 9 $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coûtent ces pommes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lance-fru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cette balance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l'affichette dit « 3,99 $ / kg », combien coûte ce sac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payer 3,99 $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manque pour répondre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pour neuf dollars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Rose, je lis « 2 pour 9 $ ». Je ne comprends 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30718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achètes deux paquets. Tu payes neuf dollars.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3821175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un seul paquet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4570475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seul paquet, c'est six dollars. Deux, c'est moins cher.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dollars quatre-vingt-dix-neuf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Et ici : « 3,99 $ le kilo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26512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 quatre-vingt-dix-neuf pour un kilo de pommes.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3400551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 quatre-vingt-dix-neuf. C'est ça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449" y="4149851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ça. Tu lis bien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écritures, trois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3,99 $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du produit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3,99 $ /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d'&lt;b&gt;un kilo&lt;/b&gt; seulement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pour 9 $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produits ensemble pour 9 $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1,29 $ 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ch. » = chacun, le prix d'un seul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barre oblique et l'unité disent que le prix vaut pour une mesure. Un sac de deux kilos coûte donc deux fois ce prix.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DIRE UN PRIX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ne dit jamais la virgule.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écrit &lt;b&gt;3,99 $&lt;/b&gt;. On dit « &lt;b&gt;trois dollars quatre-vingt-dix-neuf&lt;/b&gt; », ou, plus court, « &lt;b&gt;trois quatre-vingt-dix-neuf&lt;/b&gt; ». À la caisse, c'est presque toujours la forme courte qu'on entend.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CINQ PRIX À DIRE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Longue forme, forme courte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3,99 $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dollars quatre-vingt-dix-neuf · trois quatre-vingt-dix-neuf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97480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971800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1,29 $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36468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dollar vingt-neuf · un vingt-neuf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858768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12,50 $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23436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 dollars cinquante · douze cinquante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71416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74573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0,89 $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10404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quatre-vingt-neuf cents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58383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632703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24,15 $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897372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vingt-quatre dollars quinze · vingt-quatre quinze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D'après le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nombre ou un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2 pour 9 $ » : je prends ___ paquets.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2 pour 9 $ » : je paye ___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seul paquet coûte ___ dollars.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3,99 $ / kg » est le prix d'un ___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D'après le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2 pour 9 $ » : je prends ___ paquets.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2 pour 9 $ » : je paye ___ dollars.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neuf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seul paquet coûte ___ dollars.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3,99 $ / kg » est le prix d'un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kilo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circulaire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la circulaire de la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prix de la circulaire, en chiffres et en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3,99 $ — trois dollars quatre-vingt-dix-neuf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1,29 $ — un dollar vingt-neuf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2 pour 9 $ — deux paquets pour neuf dollars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