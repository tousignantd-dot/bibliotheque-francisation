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diapositive : dire « ouvrez votre cahier » et regarder qui ouvre. Ceux qui n'ouvrent pas sont exactement ceux pour qui le module est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sortir les objets sur les pupitres pendant qu'on parle. Les élèves nomment en montrant : c'est le seul moment du module où le mot et l'objet sont ensemble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Insister sur la deuxième réplique : Tariq ne se cache pas, il le dit. C'est le comportement que le module veut installer, plus encore que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un problème réglé. Faire remarquer que Myriam ne s'excuse pas : elle dit ce qui manque, et c'est assez.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pour vrai : dire la consigne, et regarder la classe la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élève, un par un, à voix haute. C'est la phrase la plus utile du module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et personne ne reste assis. L'étape 4 est la plus utile : elle transforme un mot de vocabulaire en demande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l'article avec le mot : c'est là qu'il s'apprend, et le corriger plus tard coûte trois fois plus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Ouvrez votre cahier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ce qu'on a sur son pupitre, et comprendre la première consigne du matin.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objets de la classe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première consigne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n'a pas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objet qu'on n'a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qu'il y a sur cette table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hier-ouve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cet objet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celui-là, à côté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avez, vous, sur votre pupitre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manque aujourd'hui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première consigne du matin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317" y="2322576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tout le monde. Ouvrez votre cahier.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317" y="3071876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madame. Je n'ai pas compris.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317" y="3821175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Ouvrez votre cahier. Page douze.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317" y="4570475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Page douze. Merci.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crayon qui manque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2317" y="1901952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je n'ai pas de crayon.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317" y="2651252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Myriam, prends un crayon dans la boîte.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317" y="3400551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crayon rouge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317" y="4149851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le rouge. Maintenant, écoutez bien.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l'enseignante, ce que fait l'élève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L'ENSEIGNANTE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L'ÉLÈVE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Ouvrez votre cahier.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ouvre son cahier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Page douze.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cherche le numéro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Prends un crayon dans la boîte.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 lève et va en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Écoutez bien.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arrête d'écrire et il regarde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consigne n'attend pas de réponse : elle attend un geste.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objets de la classe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5928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cahier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9873" y="2121408"/>
            <a:ext cx="84591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feuilles attachées ensemble, où on écrit en classe.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5928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9873" y="3106674"/>
            <a:ext cx="84591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tient dans la main pour écrire.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5928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feuille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9873" y="4091939"/>
            <a:ext cx="84591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blanc, seul, qui n'est pas dans un cahier.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5928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pupitre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9873" y="5077205"/>
            <a:ext cx="84591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table où l'élève s'assoit pour travailler.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JE N'AI PAS COMPRIS.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qui débloquent toute la matinée.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le dit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tout de suite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pas à la fin du cours. On commence par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excusez-moi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», puis on dit la phrase. L'enseignante répète : c'est son travail, et personne ne se fâche.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Leduc demande d'ouvrir le cahier.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Tariq comprend la consigne tout de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travail est à la page douze.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Myriam prend un crayon bleu.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Leduc demande d'ouvrir le cahier.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Tariq comprend la consigne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demande de répéter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travail est à la page douze.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Myriam prend un crayon bleu.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un crayon rouge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EN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 et nommez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Debout, avec les objets sur les pupitres.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 quatre objets que vous avez dans votre sac.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cahier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crayon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gomme à effacer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feuille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