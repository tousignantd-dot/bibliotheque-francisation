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module. Commencer sans diapositive : dire « ouvrez votre cahier » et regarder qui ouvre. Ceux qui n'ouvrent pas sont exactement ceux pour qui le module est fait.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sortir les objets sur les pupitres pendant qu'on parle. Les élèves nomment en montrant : c'est le seul moment du module où le mot et l'objet sont ensemble sous les yeux.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deux fois, diapositive masquée. Insister sur la deuxième réplique : Tariq ne se cache pas, il le dit. C'est le comportement que le module veut installer, plus encore que le vocabulaire.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répliques, et un problème réglé. Faire remarquer que Myriam ne s'excuse pas : elle dit ce qui manque, et c'est assez.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jouer les quatre lignes pour vrai : dire la consigne, et regarder la classe la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répéter chaque mot avec son article : l'article s'apprend avec le mot, jamais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la phrase par chaque élève, un par un, à voix haute. C'est la phrase la plus utile du module entier.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énoncés seulement. Les faire d'abord à l'oral, en groupe, avant de les faire écrire.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minutes, et personne ne reste assis. L'étape 4 est la plus utile : elle transforme un mot de vocabulaire en demande réelle.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Demander l'article avec le mot : c'est là qu'il s'apprend, et le corriger plus tard coûte trois fois plus cher.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A1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Ouvrez votre cahier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Nommer ce qu'on a sur son pupitre, et comprendre la première consigne du matin.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Ouvrez votre cahier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six objets de la classe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une première consigne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qu'on n'a pas compris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un objet qu'on n'a pas.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qu'il y a sur cette table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ahier-ouve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s'appelle cet objet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celui-là, à côté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avez, vous, sur votre pupitre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vous manque aujourd'hui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première consigne du matin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23696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MADAME LEDUC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02317" y="2322576"/>
            <a:ext cx="77738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Bonjour, tout le monde. Ouvrez votre cahier.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23696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TARIQ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02317" y="3071876"/>
            <a:ext cx="77738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Excusez-moi, madame. Je n'ai pas compris.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23696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MADAME LEDUC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02317" y="3821175"/>
            <a:ext cx="77738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Ouvrez votre cahier. Page douze.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23696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TARIQ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02317" y="4570475"/>
            <a:ext cx="77738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Page douze. Merci.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crayon qui manque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23696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MYRIAM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02317" y="1901952"/>
            <a:ext cx="77738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Madame, je n'ai pas de crayon.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23696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MADAME LEDUC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02317" y="2651252"/>
            <a:ext cx="77738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Myriam, prends un crayon dans la boîte.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23696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MYRIAM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02317" y="3400551"/>
            <a:ext cx="77738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crayon rouge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23696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MADAME LEDUC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02317" y="4149851"/>
            <a:ext cx="77738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le rouge. Maintenant, écoutez bien.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dit l'enseignante, ce que fait l'élève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L'ENSEIGNANTE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L'ÉLÈVE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Ouvrez votre cahier.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ouvre son cahier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Page douze.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cherche le numéro 12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Prends un crayon dans la boîte.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se lève et va en avant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Écoutez bien.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arrête d'écrire et il regarde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consigne n'attend pas de réponse : elle attend un geste.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objets de la classe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59286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cahier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99873" y="2121408"/>
            <a:ext cx="845913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Des feuilles attachées ensemble, où on écrit en classe.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159286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crayon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99873" y="3106674"/>
            <a:ext cx="845913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qu'on tient dans la main pour écrire.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159286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feuille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99873" y="4091939"/>
            <a:ext cx="845913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papier blanc, seul, qui n'est pas dans un cahier.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159286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pupitre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9873" y="5077205"/>
            <a:ext cx="845913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petite table où l'élève s'assoit pour travailler.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« JE N'AI PAS COMPRIS.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mots qui débloquent toute la matinée.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le dit &lt;b&gt;tout de suite&lt;/b&gt;, pas à la fin du cours. On commence par « &lt;b&gt;excusez-moi&lt;/b&gt; », puis on dit la phrase. L'enseignante répète : c'est son travail, et personne ne se fâche.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Madame Leduc demande d'ouvrir le cahier.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Tariq comprend la consigne tout de suite.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travail est à la page douze.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Myriam prend un crayon bleu.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Madame Leduc demande d'ouvrir le cahier.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Tariq comprend la consigne tout de suite.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il demande de répéter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travail est à la page douze.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Myriam prend un crayon bleu.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un crayon rouge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EN GROUPE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Montrez et nommez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Debout, avec les objets sur les pupitres.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 nom de quatre objets que vous avez dans votre sac.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cahier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crayon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gomme à effacer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6178296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6333744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feuille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Ouvrez votre cahier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