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d'écriture. Prévoir des crayons de couleur et des feuilles : les élèves écrivent les groupes de mots à côté de l'objet réel, ce qui rend l'accord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est la bonne : ce qui a changé, c'est « un » devenu « une ». Laisser le groupe le trouver ; c'est toute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lire les deux colonnes à voix haute : le t de « verte » s'entend, celui de « vert » non.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Demander au groupe comment ça se dit dans leur langue : la comparaison ancre la règle mieux qu'une répétition.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-s ne s'entend pas : le dire, sinon les élèves croient l'avoir mal entendu et cherchent une différence qui n'existe qu'à l'écrit.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geste : couvrir la couleur avec la main, lire « une feuille », puis découvrir. Le réflexe s'installe en une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six énoncés de l'exercice 3 du module en ligne. Les faire écrire au tableau par six élèves différents, et corriger en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L'étape 2 vaut mieux qu'une correction de l'enseignante : chercher la faute d'un autre apprend plus que se faire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Corriger l'accord cette fois : c'est la matière de la séance, et le module y revient en E1 dans la production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 crayon rouge, une feuille blanche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couleur se dit après l'objet — et elle change de forme quand l'objet est féminin.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Ouvrez votre cahier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la couleur après l'objet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la couleur au féminin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ajouter le -s du pluriel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six groupes de mots sans faute.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change entre ces deux mots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oite-cray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cahier vert — une gomme verte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ça s'écrit pareil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ça se dit pareil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 changé avant la couleur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l'objet qui décide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MASCULIN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FÉMININ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cahier vert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gomme verte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tableau noir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chaise noire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mur blanc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feuille blanche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crayon rouge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gomme rouge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Rouge et jaune ne changent jamais : ils finissent déjà par un 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L'OBJET D'ABORD, LA COULEUR ENSUITE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L'ordre ne change jamais en français.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dit « un crayon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rouge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», jamais « un rouge crayon ». Beaucoup de langues font l'inverse : c'est l'erreur la plus fréquente du niveau, et elle disparaît vite quand on la nomme.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-E DU FÉMININ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couleurs changent, deux ne changent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Elles changent : vert /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verte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noir /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noire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blanc /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blanche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. Elles ne changent pas :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rouge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jaune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. Au pluriel, tout prend un -s : deux crayons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bleus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trois feuilles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blanches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JOUR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feuille blanc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feuille blanche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L'élève regarde la couleur pour décider. Il faut regarder « une » : c'est le petit mot devant l'objet qui commande tout le reste de la phrase, y compris la couleur.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la bonne forme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la couleur entre parenthèses à la bonne forme.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Myriam prend un crayon ___ . (rouge)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Prenez une feuille ___ . (blanc)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cinq mots du tableau sont ___ . (bleu)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sac de Tariq est ___ . (vert)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deux gommes ___ . (jaune)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chaise du fond est ___ . (noir)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la bonne forme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Myriam prend un crayon ___ . (rouge)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rouge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Prenez une feuille ___ . (blanc)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blanche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cinq mots du tableau sont ___ . (bleu)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bleus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sac de Tariq est ___ . (vert)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vert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deux gommes ___ . (jaune)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jaunes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chaise du fond est ___ . (noir)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Décrivez votre pupitre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deux, en écrivant.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trois objets de votre sac, avec leur couleur.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cahier bleu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gomme blanche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crayons noirs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Ouvrez votre cahier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