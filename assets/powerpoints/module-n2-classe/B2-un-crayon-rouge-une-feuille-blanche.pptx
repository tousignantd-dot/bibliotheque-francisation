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Séance d'écriture. Prévoir des crayons de couleur et des feuilles : les élèves écrivent les groupes de mots à côté de l'objet réel, ce qui rend l'accord visible.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quatrième piste est la bonne : ce qui a changé, c'est « un » devenu « une ». Laisser le groupe le trouver ; c'est toute la règle.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Faire lire les deux colonnes à voix haute : le t de « verte » s'entend, celui de « vert » non.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Demander au groupe comment ça se dit dans leur langue : la comparaison ancre la règle mieux qu'une répétition.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Le -s ne s'entend pas : le dire, sinon les élèves croient l'avoir mal entendu et cherchent une différence qui n'existe qu'à l'écrit.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le geste : couvrir la couleur avec la main, lire « une feuille », puis découvrir. Le réflexe s'installe en une séance.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Ce sont les six énoncés de l'exercice 3 du module en ligne. Les faire écrire au tableau par six élèves différents, et corriger en groupe.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Vingt minutes. L'étape 2 vaut mieux qu'une correction de l'enseignante : chercher la faute d'un autre apprend plus que se faire corriger.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Devoir court. Corriger l'accord cette fois : c'est la matière de la séance, et le module y revient en E1 dans la production écrite.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SÉANCE B2  ·  MODULE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Un crayon rouge, une feuille blanche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394968"/>
          </a:xfrm>
          <a:prstGeom prst="roundRect">
            <a:avLst>
              <a:gd name="adj" fmla="val 1048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782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La couleur se dit après l'objet — et elle change de forme quand l'objet est féminin.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75 minutes  ·  Ouvrez votre cahier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Ouvrez votre cahier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placer la couleur après l'objet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accorder la couleur au féminin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ajouter le -s du pluriel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écrire six groupes de mots sans faute.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Ouvrez votre cahier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OBSERVATION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Qu'est-ce qui change entre ces deux mots 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24927" y="1719072"/>
            <a:ext cx="4199839" cy="4361688"/>
          </a:xfrm>
          <a:prstGeom prst="roundRect">
            <a:avLst>
              <a:gd name="adj" fmla="val 348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8" name="Picture 7" descr="boite-crayon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44383" y="2638339"/>
            <a:ext cx="3760927" cy="2523153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566928" y="1856232"/>
            <a:ext cx="6492240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566928" y="1965960"/>
            <a:ext cx="50292" cy="484123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50976" y="2039112"/>
            <a:ext cx="5806440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un cahier vert — une gomme verte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642108"/>
            <a:ext cx="6492240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566928" y="2751836"/>
            <a:ext cx="50292" cy="484123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50976" y="2824988"/>
            <a:ext cx="5806440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Est-ce que ça s'écrit pareil 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427984"/>
            <a:ext cx="6492240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566928" y="3537712"/>
            <a:ext cx="50292" cy="484123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50976" y="3610864"/>
            <a:ext cx="5806440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Est-ce que ça se dit pareil ?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4213860"/>
            <a:ext cx="6492240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566928" y="4323588"/>
            <a:ext cx="50292" cy="484123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950976" y="4396740"/>
            <a:ext cx="5806440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Qu'est-ce qui a changé avant la couleur 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Ouvrez votre cahier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C'est l'objet qui décide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798064"/>
          </a:xfrm>
          <a:prstGeom prst="roundRect">
            <a:avLst>
              <a:gd name="adj" fmla="val 522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MASCULIN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FÉMININ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un cahier vert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une gomme verte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35224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 tableau noir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35224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la chaise noire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74720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un mur blanc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74720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une feuille blanche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88620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4014215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un crayon rouge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4014215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une gomme rouge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4846320"/>
            <a:ext cx="11057839" cy="843534"/>
          </a:xfrm>
          <a:prstGeom prst="roundRect">
            <a:avLst>
              <a:gd name="adj" fmla="val 17344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69264" y="5102352"/>
            <a:ext cx="10234879" cy="38633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Rouge et jaune ne changent jamais : ils finissent déjà par un 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Ouvrez votre cahier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L'OBJET D'ABORD, LA COULEUR ENSUITE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441196"/>
          </a:xfrm>
          <a:prstGeom prst="roundRect">
            <a:avLst>
              <a:gd name="adj" fmla="val 10151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6182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L'ordre ne change jamais en français.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940812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215132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On dit « un crayon &lt;b&gt;rouge&lt;/b&gt; », jamais « un rouge crayon ». Beaucoup de langues font l'inverse : c'est l'erreur la plus fréquente du niveau, et elle disparaît vite quand on la nomme.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Ouvrez votre cahier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LE -E DU FÉMININ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Trois couleurs changent, deux ne changent pas.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2040128"/>
          </a:xfrm>
          <a:prstGeom prst="roundRect">
            <a:avLst>
              <a:gd name="adj" fmla="val 717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1582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Elles changent : vert / &lt;b&gt;verte&lt;/b&gt;, noir / &lt;b&gt;noire&lt;/b&gt;, blanc / &lt;b&gt;blanche&lt;/b&gt;. Elles ne changent pas : &lt;b&gt;rouge&lt;/b&gt;, &lt;b&gt;jaune&lt;/b&gt;. Au pluriel, tout prend un -s : deux crayons &lt;b&gt;bleus&lt;/b&gt;, trois feuilles &lt;b&gt;blanches&lt;/b&gt;.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Ouvrez votre cahier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LE PIÈGE DU JOUR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une feuille blanc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une feuille blanche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L'élève regarde la couleur pour décider. Il faut regarder « une » : c'est le petit mot devant l'objet qui commande tout le reste de la phrase, y compris la couleur.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Ouvrez votre cahier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ÉCRITURE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Complétez avec la bonne forme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Écrivez la couleur entre parenthèses à la bonne forme.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Myriam prend un crayon ___ . (rouge)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Prenez une feuille ___ . (blanc)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Les cinq mots du tableau sont ___ . (bleu)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sac de Tariq est ___ . (vert)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J'ai deux gommes ___ . (jaune)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La chaise du fond est ___ . (noir)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Ouvrez votre cahier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Complétez avec la bonne forme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Myriam prend un crayon ___ . (rouge)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rouge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Prenez une feuille ___ . (blanc)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blanche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Les cinq mots du tableau sont ___ . (bleu)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bleus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sac de Tariq est ___ . (vert)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vert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J'ai deux gommes ___ . (jaune)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jaunes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La chaise du fond est ___ . (noir)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noire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Ouvrez votre cahier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PRATIQUE · À DEUX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Décrivez votre pupitre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Deux par deux, en écrivant.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Étape 1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Étape 2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Étape 3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Étape 4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Ouvrez votre cahier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Décrivez trois objets de votre sac, avec leur couleur.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un cahier bleu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une gomme blanche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5429504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5584952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deux crayons noirs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Ouvrez votre cahier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