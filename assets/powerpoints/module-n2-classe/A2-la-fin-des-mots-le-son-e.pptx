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d'oreille avant tout. Parler peu, faire écouter beaucoup. Certains élèves n'entendront pas la différence au premier cours : elle vient avec la répétition, pas avec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deux phrases plusieurs fois, lentement, sans expliquer. Laisser le groupe chercher. La règle vient après l'oreille, jamais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la colonne de gauche et dire la colonne de droite : c'est l'exercice, en une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cinq consignes deux fois chacune, en chœur puis un par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les deux versions, la fausse d'abord, la juste ensuite. Le groupe rit, et il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Huit mots, dits lentement, deux fois chacun. Les élèves lèvent la main quand ils entendent « é » : on voit tout de suite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Le jeu marche parce que les deux phrases ne diffèrent que par la dernière syllabe : il n'y a rien d'autre à écouter.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Vérifier la terminaison -ez à l'écrit : c'est là que le piège se retourne, puisque le son ne l'indique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fin des mots : le son « é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un mot de la classe finit par « é », c'est presque toujours une consigne, et elle est pour vous.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Ouvrez votre cahier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son « é » à la fin d'un mot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consigne à sa terminaison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ouvrez » et « j'ouvre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correctement la terminaison -ez.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Qu'est-ce qui change entre ces deux phrases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ableau-clas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: « Ouvrez votre cahier.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: « J'ouvre mon cahier.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la même personne qui parle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l'a dit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d'écrire, un seul 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ouvrez, fermez, écoutez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ouvré », « fermé », « écouté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effacer, répéter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effacé », « répété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cahier, la clé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cahié », « clé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j'ouvre, une gomme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à la fin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z et le r de la fin ne s'entendent jamais dans ces mots.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TERMINAISON -EZ SE DIT « É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z se voit, il ne s'entend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Toutes les consignes de la classe finissent ainsi : ouvr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ez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ferm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ez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écout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ez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pren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ez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écriv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ez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Les lettres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-er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et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-é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font le même son : effac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er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la cl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é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PIÈGE DU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ouvrez-ze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ouvré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z de la fin est muet. Beaucoup d'élèves le prononcent parce qu'ils le voient — et le mot devient impossible à reconnaître pour un locuteur du Québec. Le même piège vaut pour le r de « effacer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é » ou pas « é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 et dites si la fin sonne « é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ouvrez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j'ouvre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j'écoute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cahier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gomme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répéter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feuille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é » ou pas « é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ouvrez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 — « ouvré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j'ouvre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— rien à la fin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 — « écouté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j'écoute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— rien à la fin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cahier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 — « cahié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gomme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— rien à la fin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répéter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 — « répété 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feuille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— rien à la fin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jeu des deux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deux. L'un dit, l'autre devine.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consignes que votre enseignante dit souvent.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Ouvrez votre cahier.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Écoutez bien.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Fermez votre cahier.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Ouvrez votre cahier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