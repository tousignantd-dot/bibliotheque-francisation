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Commencer par demander au groupe ce qu'ils n'osent pas demander en classe. La liste est toujours la même : sortir, boire, emprunter un crayon.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évite un malentendu fréquent : « pas maintenant » n'est pas un refus, c'est « redemande dans deux minutes ». Beaucoup d'élèves l'entendent comme un non définitif et n'osent plus rien demander.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oui, un non, et la conversation continue quand même. Faire remarquer que Tariq ne se vexe pas : il dit « d'accord » et il demande autre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construire cinq demandes au tableau en piochant dans la deuxième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règle vaut pour tout le reste du programme : la nommer maintenant fait gagner des mois.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au Québec, une raison courte est polie ; une longue justification met l'interlocuteur mal à l'aise.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cinq énoncés de l'exercice 2 du module en ligne. Les faire à l'oral ici, chacun deux fois : la voix doit monter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cartes, et la troisième est la plus importante. La faire lire à voix haute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Compter les demandes à voix haute : dix par élève, et la formule est installée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Demander qu'ils les posent vraiment, et qu'ils racontent au cours suivant ce qu'on leur a répondu.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Est-ce que je peux…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seule formule, et elle sert partout : en classe, au guichet, à la clinique.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Ouvrez votre cahier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une permission avec « est-ce que je peux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le deuxième verbe à l'infinitif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trois réponses possibles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une raison en trois mots.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demande ici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orloge-clas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est dix heures moins cinq. Que veut l'élève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est-ce qu'il le demande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l'enseignante peut répondre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elle dit « pas maintenant »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demandes de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puis comptez les oui et les non.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02317" y="23225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Madame, est-ce que je peux sortir deux minutes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02317" y="29829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bien sûr. La pause est à dix heures.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02317" y="36433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Merci. Est-ce que je peux prendre mon téléphone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2317" y="4303775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Non. En classe, le téléphone est interdit.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TARIQ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2317" y="49641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D'accord. Et l'eau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236962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MADAME LEDUC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02317" y="5624576"/>
            <a:ext cx="777380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L'eau, c'est permis. Le café aussi.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formule, en trois morceaux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MET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début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peux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verbe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sortir · ouvrir · prendre · boire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politesse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s'il vous plaît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 court, à l'oral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peux sortir ? — la voix monte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deuxième verbe ne se conjugue jamais : il reste comme dans le dictionnaire.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DEUXIÈME VERBE NE BOUGE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Après « je peux », le verbe reste tel quel.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dit « je peux &lt;b&gt;sortir&lt;/b&gt; », jamais « je peux je sors ». C'est vrai aussi après &lt;b&gt;devoir&lt;/b&gt; et après &lt;b&gt;il faut&lt;/b&gt; : vous devez &lt;b&gt;téléphoner&lt;/b&gt;, il faut &lt;b&gt;être&lt;/b&gt; à l'heure.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UNE RAISON EN TROIS MOTS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 fait presque toujours dire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je peux ouvrir la fenêtre ? &lt;b&gt;Il fait chaud.&lt;/b&gt; » « Est-ce que je peux partir plus tôt ? &lt;b&gt;J'ai un rendez-vous.&lt;/b&gt; » Trois mots après la demande, jamais une longue explication.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Formulez la demande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sortir deux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de crayon.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chaud dans la classe.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boire de l'eau.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dites-vous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sortir deux minutes.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sortir deux minutes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de crayon.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prendre un crayon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fait chaud dans la classe.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ouvrir la fenêtre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voulez boire de l'eau.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Est-ce que je peux boire de l'eau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n'avez pas compris.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Pouvez-vous répéter, s'il vous plaît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TROIS RÉPONSES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reconnaître tout de suite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Oui, bien sûr.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oui. On dit merci et on y 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Oui, mais attends deux minutes.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un oui aussi. L'enseignante finit son explication.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1106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Non, pas maintenant.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3218687"/>
            <a:ext cx="2936138" cy="2587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n'est pas un refus définitif : on redemande à la pause.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 demandes en dix 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par deux, l'un joue l'enseignante.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permissions que vous voulez demander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je peux sortir deux minutes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je peux prendre une feuille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Est-ce que je peux partir à midi ? J'ai un rendez-vous.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Ouvrez votre cahier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