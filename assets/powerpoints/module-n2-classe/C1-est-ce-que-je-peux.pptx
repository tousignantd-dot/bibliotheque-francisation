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2. Commencer par demander au groupe ce qu'ils n'osent pas demander en classe. La liste est toujours la même : sortir, boire, emprunter un crayon.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évite un malentendu fréquent : « pas maintenant » n'est pas un refus, c'est « redemande dans deux minutes ». Beaucoup d'élèves l'entendent comme un non définitif et n'osent plus rien 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oui, un non, et la conversation continue quand même. Faire remarquer que Tariq ne se vexe pas : il dit « d'accord » et il demande autre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construire cinq demandes au tableau en piochant dans la deuxième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règle vaut pour tout le reste du programme : la nommer maintenant fait gagner des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au Québec, une raison courte est polie ; une longue justification met l'interlocuteur mal à l'aise.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cinq énoncés de l'exercice 2 du module en ligne. Les faire à l'oral ici, chacun deux fois : la voix doit monter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cartes, et la troisième est la plus importante. La faire lire à voix haute par trois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Compter les demandes à voix haute : dix par élève, et la formule est installée pour de 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qu'ils les posent vraiment, et qu'ils racontent au cours suivant ce qu'on leur a répondu.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Est-ce que je peux…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seule formule, et elle sert partout : en classe, au guichet, à la clinique.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Ouvrez votre cahier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une permission avec « est-ce que je peux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le deuxième verbe à l'infinitif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trois réponses possibles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ajouter une raison en trois mots.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demande ici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horloge-clas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dix heures moins cinq. Que veut l'élève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est-ce qu'il le demande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l'enseignante peut répondre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elle dit « pas maintenant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demandes de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fois, puis comptez les oui et les non.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3696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TARIQ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2317" y="2322576"/>
            <a:ext cx="77738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Madame, est-ce que je peux sortir deux minutes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23696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MADAME LEDUC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2317" y="2982976"/>
            <a:ext cx="77738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Oui, bien sûr. La pause est à dix heures.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23696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TARIQ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2317" y="3643376"/>
            <a:ext cx="77738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Merci. Est-ce que je peux prendre mon téléphone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23696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MADAME LEDUC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2317" y="4303775"/>
            <a:ext cx="77738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Non. En classe, le téléphone est interdit.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23696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TARIQ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2317" y="4964176"/>
            <a:ext cx="77738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D'accord. Et l'eau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23696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MADAME LEDUC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2317" y="5624576"/>
            <a:ext cx="77738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L'eau, c'est permis. Le café aussi.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formule, en trois morceaux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MORCEAU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début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je peux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verbe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sortir · ouvrir · prendre · boire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politesse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s'il vous plaît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court, à l'oral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peux sortir ? — la voix monte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deuxième verbe ne se conjugue jamais : il reste comme dans le dictionnaire.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DEUXIÈME VERBE NE BOUGE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« je peux », le verbe reste tel quel.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dit « je peux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sortir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», jamais « je peux je sors ». C'est vrai aussi après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devoir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et après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il faut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: vous devez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téléphoner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, il faut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être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à l'heure.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RAISON EN TROIS MOTS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fait presque toujours dire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Est-ce que je peux ouvrir la fenêtre ?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Il fait chaud.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» « Est-ce que je peux partir plus tôt ?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J'ai un rendez-vous.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» Trois mots après la demande, jamais une longue explication.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Formulez la demande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sortir deux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de crayon.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chaud dans la classe.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boire de l'eau.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compris.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sortir deux minutes.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peux sortir deux minutes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de crayon.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peux prendre un crayon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chaud dans la classe.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peux ouvrir la fenêtre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boire de l'eau.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peux boire de l'eau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n'avez pas compris.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Pouvez-vous répéter, s'il vous plaît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TROIS RÉPONSES QU'ON ENTEND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reconnaître tout de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Oui, bien sûr.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un oui. On dit merci et on y 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Oui, mais attends deux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un oui aussi. L'enseignante finit son explication.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Non, pas maintenant.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3218687"/>
            <a:ext cx="2936138" cy="2587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n'est pas un refus définitif : on redemande à la pause.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Dix demandes en dix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l'un joue l'enseignante.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permissions que vous voulez demander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que je peux sortir deux minutes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que je peux prendre une feuille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que je peux partir à midi ? J'ai un rendez-vous.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Ouvrez votre cahier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