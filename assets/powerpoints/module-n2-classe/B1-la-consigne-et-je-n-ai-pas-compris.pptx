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Prévenir le groupe : à partir d'aujourd'hui, toutes les consignes du cours se donnent en français, sans traduction. C'est possible parce que les huit verbes sont affichés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les consignes pour vrai pendant l'observation : le groupe prend une feuille et écrit son nom. La séance commence par un geste, pas par une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Remarquer que l'enseignante répète **les mêmes mots**, plus lentement. Elle ne reformule pas : reformuler donnerait une deuxième phrase inconnue à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aides de suite : le voisin d'abord, l'enseignante ensuite. Dire au groupe que demander à son voisin est permis, et même souhaitable.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photographier, et à afficher au mur pour tout le module. Les élèves la regardent pendant des semaines.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entendre les deux phrases à la suite : la différence de sens est immédiate, même sans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quatre phrases par chaque élève. Elles serviront tous les jours pendant deux 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six paires de l'exercice 4 du module en ligne. Les faire d'abord en gestes, sans lire : l'enseignante dit, la classe 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minutes, et c'est le moment le plus joyeux du module. L'étape 4 compte : elle récompense la demande d'aide au lieu de la punir.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La deuxième colonne fait travailler « je » au présent, qui revient en C1 avec « est-ce que je peux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consigne, et « je n'ai pas compris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Huit verbes suffisent à suivre une matinée de cours. Et une phrase suffit quand ils manquent.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Ouvrez votre cahier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huit consignes de classe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le geste demandé sans traduire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répéter poliment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le sens d'un seul mot.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demande l'enseignante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upitre-ele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: « Prenez une feuille.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faites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: « Écrivez votre nom en haut. 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vous n'avez pas compris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Fermez votre cahier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3696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LEDUC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02317" y="2322576"/>
            <a:ext cx="77738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Fermez votre cahier. Prenez une feuille.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23696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TARIQ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2317" y="3071876"/>
            <a:ext cx="77738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feuille blanche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23696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LEDUC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2317" y="3821175"/>
            <a:ext cx="77738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une feuille blanche. Écrivez votre nom en haut.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23696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MYRIAM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2317" y="4570475"/>
            <a:ext cx="77738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Madame, pouvez-vous répéter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23696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LEDUC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02317" y="5319775"/>
            <a:ext cx="77738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Écrivez votre nom en haut de la feuille.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mot qui bloque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3696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TARIQ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2317" y="1901952"/>
            <a:ext cx="77738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Moi, je n'ai pas compris le mot « effacez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3696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MYRIAM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2317" y="2651252"/>
            <a:ext cx="77738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Effacer, c'est enlever avec la gomme.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23696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TARIQ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2317" y="3400551"/>
            <a:ext cx="77738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! D'accord. Merci, Myriam.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23696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LEDUC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02317" y="4149851"/>
            <a:ext cx="77738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Effacez. On efface avec la gomme. Comme ça.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huit consignes de la classe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Ouvrez · Prenez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sort le cahier, la feuille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Écoutez · Regardez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arrête d'écrire, on lève les yeux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Écrivez · Effacez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crayon, puis la gomme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Fermez · Donnez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range, on remet son travail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Huit mots. Une fois qu'ils sont là, la matinée se suit sans traduire.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VERBE EST SEUL, AU DÉBUT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consigne n'a pas de « vous » devant.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dit « &lt;b&gt;Ouvrez&lt;/b&gt; votre cahier », pas « vous ouvrez votre cahier ». Avec « vous », ce n'est plus une consigne : c'est une phrase qui raconte une habitude. Le verbe seul, en tête de phrase, veut dire « faites-le maintenant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« POUVEZ-VOUS RÉPÉTER ?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qui remplace toutes les traductions.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autres, aussi utiles : « &lt;b&gt;Plus lentement&lt;/b&gt;, s'il vous plaît. » « &lt;b&gt;Qu'est-ce que ça veut dire&lt;/b&gt;, effacez ? » Et pour vérifier : « Alors, j'ouvre à la page douze ?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consigne et le geste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consigne à ce que fait l'élève.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Ouvrez votre cahier à la page douze.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une feuille blanche.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Effacez le mot.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Regardez le tableau.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Donnez-moi votre feuille.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Fermez votre cahier.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consigne et le geste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Ouvrez votre cahier à la page douze.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cherche le numéro 12 en haut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une feuille blanche.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sort un papier de son sac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Effacez le mot.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enlève le mot avec sa gomme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Regardez le tableau.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lève les yeux vers l'avant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Donnez-moi votre feuille.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se lève et va porter son travail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Fermez votre cahier.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arrête d'écrire et range son crayon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EN GROUPE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Jacques a dit, version classe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Debout. Une consigne, un geste. Qui se trompe s'assoit.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consignes, et à côté, ce que vous faites.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Ouvrez votre cahier. — J'ouvre mon cahier.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Écoutez bien. — J'arrête d'écrire.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Effacez le mot. — Je prends ma gomme.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Ouvrez votre cahier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