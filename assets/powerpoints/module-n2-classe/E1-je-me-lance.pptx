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séance. Prévoir que la moitié du temps se passe en production réelle : jeu de rôle, enregistrement, écriture. Les diapositives ne sont qu'un cadre.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piste ouvre toujours la séance : chacun se souvient de son premier matin. Noter au tableau ce que le groupe dit — c'est le plan de la production orale.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choses en trois répliques : l'heure, la pause, le matériel, les règles. Faire compter par le groupe : c'est le plan de leur propre enregistrement.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Elle sert de révision de tout le module en une seule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Rappeler le vouvoiement : c'est ce que la correction en ligne regarde en premier.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sont les trois situations du jeu de rôle en ligne. L'élève y joue avec l'assistant, qui parle lentement, ne dit jamais plus de deux ou trois phrases à la fois, et répète sans s'impatienter.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Le vouvoiement doit tenir du début à la fin. Laisser recommencer autant de fois qu'il le faut : c'est le but du panneau d'enregistrement.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Le cadre est exactement celui écrit en C2 : ceux qui l'ont fait n'ont qu'à le reprendre et l'améliorer.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Dernier devoir du module. Demander au cours suivant qui l'a fait, et ce qu'on lui a répondu : c'est souvent la première phrase que l'élève dit à quelqu'un sans l'avoir préparée.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me 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Expliquer sa classe à une personne qui arrive, puis écrire un mot à son enseignante.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Ouvrez votre cahier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expliquer l'horaire et la pause à un nouvel élève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ce qu'il faut apporter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une chose permise et une chose interdite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 mot d'absence de trois à cinq phrases.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Une personne arrive dans le groupe. Que faut-il lui dire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pupitre-elev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qu'elle ne sait pas encore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vous auriez voulu savoir, le premier jour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est permis dans notre classe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est interdit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Bienvenue dans la classe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Écoutez, puis comptez ce que Tariq a réussi à expliquer.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378648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MYRIAM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11336" y="2322576"/>
            <a:ext cx="8764790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cours commence à quelle heure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8183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2982976"/>
            <a:ext cx="1378648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TARIQ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11336" y="2982976"/>
            <a:ext cx="8764790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huit heures et demie. La pause est à dix heures.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787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643376"/>
            <a:ext cx="1378648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MYRIAM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11336" y="3643376"/>
            <a:ext cx="8764790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Et on apporte quoi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139183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303775"/>
            <a:ext cx="1378648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TARIQ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11336" y="4303775"/>
            <a:ext cx="8764790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cahier, un crayon et une gomme à effacer.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995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32688" y="4964176"/>
            <a:ext cx="1378648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MYRIAM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11336" y="4964176"/>
            <a:ext cx="8764790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téléphone, c'est permis 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4599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32688" y="5624576"/>
            <a:ext cx="1378648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TARIQ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11336" y="5624576"/>
            <a:ext cx="8764790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Non, c'est interdit en classe. L'eau, c'est permis.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revient de tout le module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VU 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cahier, un crayon, une gomme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A1 — les objets de la classe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feuille blanche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B2 — la couleur après l'objet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Est-ce que je peux…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C1 — demander la permission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permis, c'est interdit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C2 — l'avis affiché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Rien de neuf dans cette colonne : le module entier tient dans ces quatre lignes.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EXPLIQUER, C'EST DIRE UNE CHOSE À LA FOIS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phrases courtes valent mieux qu'une longue.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Le cours commence à huit heures et demie. La pause est à dix heures. Apportez un cahier et un crayon. Le téléphone est &lt;b&gt;interdit&lt;/b&gt; en classe. » Quatre phrases, quatre renseignements, et la personne a tout ce qu'il lui faut.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TROIS SITUATIONS POUR LE JEU DE RÔLE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Choisissez la vôtre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Je n'ai pas compris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L'enseignante vient de donner une consigne. Vous ne l'avez pas comprise.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2777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Est-ce que je peux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n'avez pas de crayon, et vous voulez sortir deux minutes.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854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6858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Demain, je suis absent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858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avez un rendez-vous demain matin. Vous prévenez avant de partir.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ORALE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100" b="1" i="0">
                <a:solidFill>
                  <a:srgbClr val="17181A"/>
                </a:solidFill>
                <a:latin typeface="Verdana"/>
              </a:rPr>
              <a:t>Expliquez votre classe à une personne qui arrive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Trois temps. Enregistrez-vous, écoutez-vous, recommencez.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39572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5973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ÉCRITE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un mot à votre enseignante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 trois à cinq phrases, pour une absence ou un retard.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écrire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écrire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écrire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écrire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écrire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Cette semaine, posez une vraie question à votre enseignante en français.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Excusez-moi, je n'ai pas compris.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Est-ce que je peux prendre une feuille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Est-ce qu'il y a un congé cette semaine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Ouvrez votre cahier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