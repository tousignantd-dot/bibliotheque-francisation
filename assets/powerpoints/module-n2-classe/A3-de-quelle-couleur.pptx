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légère, très visuelle. Apporter des objets de couleurs différentes : crayons, cahiers, feuilles, sacs. On nomme ce qu'on touche.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nommer dans le désordre, y compris dans la langue maternelle : on reprend ensuite en français, sans corriger la première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Montrer un objet de chaque couleur en la disant : le mot se retient avec la chose, pas avec la traduction.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Beaucoup de langues font l'inverse : le dire explicitement, et demander au groupe comment ça se dit chez eux. La comparaison fait retenir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une stratégie de survie, pas une faute : la nommer comme telle donne confiance aux plus timides.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six énoncés sont ceux de l'exercice 4 du module en ligne. Les faire à l'oral ici, pour que l'écran ne serve qu'à confirmer.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L'étape 4 introduit sans le dire la place de l'adjectif avant le nom — « petit », « grand » — qui, elle, se met devant. Ne pas l'expliquer : le faire entendre.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Ne pas corriger l'accord cette semaine : il est enseigné en B2. Noter seulement ce qui reviendra 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A3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 quelle couleur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Six couleurs suffisent pour demander n'importe quel objet d'une salle de classe.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Ouvrez votre cahier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six couleurs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désigner un objet par sa couleur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lieux et les objets de la classe sur une photo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un objet précis à l'enseignante.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de couleurs voyez-vous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boite-crayo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Nommez une couleur que vous voyez.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est la couleur de votre crayon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celle de votre cahier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couleur manque dans la boîte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six couleurs de la classe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93868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rouge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5696" y="2121408"/>
            <a:ext cx="911331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couleur d'une tomate.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93868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bleu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5696" y="2778252"/>
            <a:ext cx="911331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couleur du ciel.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93868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jaune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5696" y="3435096"/>
            <a:ext cx="911331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couleur du soleil.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93868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vert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5696" y="4091939"/>
            <a:ext cx="911331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couleur de l'herbe.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93868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noir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5696" y="4748784"/>
            <a:ext cx="911331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couleur de la nuit.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93868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blanc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5696" y="5405628"/>
            <a:ext cx="911331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couleur de la neige.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L'objet, puis la couleur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NE DIT PAS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crayon rouge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rouge crayon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feuille blanche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une blanche feuille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tableau noir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noir tableau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sac vert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vert sac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 français, la couleur vient toujours après l'objet.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DÉSIGNER UN OBJET PAR SA COULEUR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Quand on ne connaît pas le nom, la couleur suffit.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 &lt;b&gt;rouge&lt;/b&gt;, s'il vous plaît. » « Le grand &lt;b&gt;bleu&lt;/b&gt;, là. » On montre du doigt et on dit la couleur : l'enseignante comprend, et donne le nom de l'objet en même temps.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couleur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Associez chaque objet à sa couleur.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crayon de Myriam, comme une tomate.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cinq mots au tableau, comme le ciel.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feuille neuve, comme la neige.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tableau du fond, comme la nuit.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sac de Tariq, comme l'herbe du parc.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gomme à effacer, comme le soleil.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couleur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crayon de Myriam, comme une tomate.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rouge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cinq mots au tableau, comme le ciel.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bleu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feuille neuve, comme la neige.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blanche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tableau du fond, comme la nuit.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noir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sac de Tariq, comme l'herbe du parc.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vert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gomme à effacer, comme le soleil.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jaune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EN GROUPE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Donnez-moi le rouge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Debout, autour d'une table où tout est mélangé.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couleur de quatre choses qui sont dans votre classe.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Mon cahier est bleu.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porte est brune.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tableau est blanc.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6178296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6333744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Ma chaise est noire.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Ouvrez votre cahier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