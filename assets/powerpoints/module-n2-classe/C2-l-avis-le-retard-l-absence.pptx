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lecture et d'écriture. Apporter le vrai avis affiché dans le corridor du centre : la séance vaut trois fois plus avec le document réel du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Sortir dans le corridor pendant l'observation, si c'est possible : cinq minutes debout devant le vrai avis valent la demi-heure qui suit.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Poser les questions dans le désordre : « à quelle heure la pause ? », « quel jour le congé ? ». On cherche, on ne lit pas 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Ces quatre mots sont affichés partout dans un établissement : les faire chercher dans le corridor comme devoir facultatif.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lien avec B2 est direct : absent / absente s'accorde comme vert / verte. Le dire.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choses : le jour, l'annonce, la raison, la question sur le travail. Faire compter par le groupe — c'est le plan du mot écrit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six énoncés de l'exercice 3 du module en ligne. Les faire en cherchant dans l'avis affiché, pas de mémoire.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C'est exactement le cadre de la production écrite de E1 : les élèves qui l'écrivent ici arrivent prêts à la dernière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Vérifier l'accord de « absent / absente » : c'est le même que celui des couleurs, vu en B2.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L'avis, le retard, l'absence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Lire la feuille affichée près de la porte, et prévenir quand on ne sera pas là.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Ouvrez votre cahier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 avis affiché et y trouver une heure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ce qui est permis de ce qui est interdit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qu'on est en retard ou absent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mot de trois lignes à son enseignante.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qui est écrit sur cette porte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avis-por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est cette feuille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y cherche, en général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y a un avis sur notre porte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est écrit dessus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AVIS AUX ÉLÈVES — local 114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004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EST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Cours : du lundi au vendredi, 8 h 30 à 12 h 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quatre heures, tous les matins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0419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16992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Pause : de 10 h à 10 h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16992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quinze minutes, dans le corridor ou dehors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54787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675887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Congé : lundi 5 octobre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675887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pas de cours ce jour-là, pour tout le groupe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0538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181856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Absence : téléphonez au 514 555-0142 avant 8 h 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181856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 appel de trente secondes suffit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24865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50468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Un avis se lit en cherchant un chiffre : une heure, un jour, un numéro.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PERMIS, INTERDIT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mots qui règlent toutes les règles d'un centre.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1" i="0">
                <a:solidFill>
                  <a:srgbClr val="4B4F52"/>
                </a:solidFill>
                <a:latin typeface="Verdana"/>
              </a:rPr>
              <a:t>Permis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: on a le droit.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Autorisé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et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possible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veulent dire la même chose.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Interdit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: on n'a pas le droit. Et avec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devoir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, ce n'est plus un choix : « vous devez téléphoner avant 8 h 30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RETARD, OU ABSENT 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vient plus tard, ou on ne vient pas du tout.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suis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en retard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» : j'arrive, mais après l'heure. « Je suis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absent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» : je ne viens pas. Une femme écrit «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absente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», avec un e — et le t s'entend. Un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congé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, lui, est pour tout le groupe : on ne téléphone pas pour un congé.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Demain, je suis absent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retenez les quatre choses que Tariq a dites.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236962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TARIQ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02317" y="2322576"/>
            <a:ext cx="777380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Madame, demain, je suis absent.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183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2982976"/>
            <a:ext cx="236962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MADAME LEDUC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02317" y="2982976"/>
            <a:ext cx="777380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Ah oui ? Pourquoi, Tariq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787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643376"/>
            <a:ext cx="236962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TARIQ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02317" y="3643376"/>
            <a:ext cx="777380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un rendez-vous à la clinique.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139183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303775"/>
            <a:ext cx="236962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MADAME LEDUC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02317" y="4303775"/>
            <a:ext cx="777380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D'accord. Téléphone au centre avant huit heures et demie.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995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4964176"/>
            <a:ext cx="236962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TARIQ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02317" y="4964176"/>
            <a:ext cx="777380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je fais un travail à la maison 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459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32688" y="5624576"/>
            <a:ext cx="236962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MADAME LEDUC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02317" y="5624576"/>
            <a:ext cx="777380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Oui. Les pages quinze et seize.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faux, d'après l'avis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Relisez l'avis, puis répondez.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cours finit à midi et demi.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pause dure quinze minutes.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lundi 5 octobre, il y a un cours.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on est en retard, il faut frapper à la porte.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 une absence, on téléphone avant 8 h 30.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peut apporter une bouteille d'eau en classe.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faux, d'après l'avis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cours finit à midi et demi.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pause dure quinze minutes.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lundi 5 octobre, il y a un cours.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c'est un congé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on est en retard, il faut frapper à la porte.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on entre en silence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 une absence, on téléphone avant 8 h 30.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peut apporter une bouteille d'eau en classe.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à l'enseignante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Quatre lignes, pas plus. Écrivez-les dans cet ordre.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Ligne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Ligne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Ligne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Ligne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un mot à votre enseignante pour une absence de la semaine prochaine.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Bonjour madame,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Jeudi, je suis absente. J'ai un rendez-vous.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Merci. Myriam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Ouvrez votre cahier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