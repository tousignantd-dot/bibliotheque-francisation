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lecture et d'écriture. Apporter le vrai avis affiché dans le corridor du centre : la séance vaut trois fois plus avec le document réel du groupe.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Sortir dans le corridor pendant l'observation, si c'est possible : cinq minutes debout devant le vrai avis valent la demi-heure qui suit.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Poser les questions dans le désordre : « à quelle heure la pause ? », « quel jour le congé ? ». On cherche, on ne lit pas tout.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Ces quatre mots sont affichés partout dans un établissement : les faire chercher dans le corridor comme devoir facultatif.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Le lien avec B2 est direct : absent / absente s'accorde comme vert / verte. Le dire.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Quatre choses : le jour, l'annonce, la raison, la question sur le travail. Faire compter par le groupe — c'est le plan du mot écrit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six énoncés de l'exercice 3 du module en ligne. Les faire en cherchant dans l'avis affiché, pas de mémoire.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C'est exactement le cadre de la production écrite de E1 : les élèves qui l'écrivent ici arrivent prêts à la dernière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Vérifier l'accord de « absent / absente » : c'est le même que celui des couleurs, vu en B2.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L'avis, le retard, l'absence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Lire la feuille affichée près de la porte, et prévenir quand on ne sera pas là.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Ouvrez votre cahier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lire un avis affiché et y trouver une heure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qui est permis de ce qui est interdit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dire qu'on est en retard ou absent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mot de trois lignes à son enseignante.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est écrit sur cette porte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avis-por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339"/>
            <a:ext cx="3760927" cy="2523153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Où est cette feuille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64210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282498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qu'on y cherche, en général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42798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61086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qu'il y a un avis sur notre porte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213860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396740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qui est écrit dessus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AVIS AUX ÉLÈVES — local 114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004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QUI EST ÉCRIT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Cours : du lundi au vendredi, 8 h 30 à 12 h 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quatre heures, tous les matins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419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169920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Pause : de 10 h à 10 h 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169920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quinze minutes, dans le corridor ou dehors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4787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675887"/>
            <a:ext cx="3291492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Congé : lundi 5 octobre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675887"/>
            <a:ext cx="6595914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pas de cours ce jour-là, pour tout le groupe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0538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181856"/>
            <a:ext cx="3291492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Absence : téléphonez au 514 555-0142 avant 8 h 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181856"/>
            <a:ext cx="6595914" cy="573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 appel de trente secondes suffit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24865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50468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 avis se lit en cherchant un chiffre : une heure, un jour, un numéro.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PERMIS, INTERDIT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mots qui règlent toutes les règles d'un centre.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&lt;b&gt;Permis&lt;/b&gt; : on a le droit. &lt;b&gt;Autorisé&lt;/b&gt; et &lt;b&gt;possible&lt;/b&gt; veulent dire la même chose. &lt;b&gt;Interdit&lt;/b&gt; : on n'a pas le droit. Et avec &lt;b&gt;devoir&lt;/b&gt;, ce n'est plus un choix : « vous devez téléphoner avant 8 h 30 ».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RETARD, OU ABSENT 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vient plus tard, ou on ne vient pas du tout.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Je suis &lt;b&gt;en retard&lt;/b&gt; » : j'arrive, mais après l'heure. « Je suis &lt;b&gt;absent&lt;/b&gt; » : je ne viens pas. Une femme écrit « &lt;b&gt;absente&lt;/b&gt; », avec un e — et le t s'entend. Un &lt;b&gt;congé&lt;/b&gt;, lui, est pour tout le groupe : on ne téléphone pas pour un congé.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Demain, je suis absent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retenez les quatre choses que Tariq a dites.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TARIQ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2317" y="23225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Madame, demain, je suis absent.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LEDUC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02317" y="29829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Ah oui ? Pourquoi, Tariq 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TARIQ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02317" y="36433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J'ai un rendez-vous à la clinique.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LEDUC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2317" y="4303775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D'accord. Téléphone au centre avant huit heures et demie.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TARIQ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02317" y="49641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je fais un travail à la maison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236962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MADAME LEDUC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02317" y="5624576"/>
            <a:ext cx="7773809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Oui. Les pages quinze et seize.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faux, d'après l'avis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Relisez l'avis, puis répondez.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finit à midi et demi.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dure quinze minutes.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lundi 5 octobre, il y a un cours.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est en retard, il faut frapper à la porte.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absence, on téléphone avant 8 h 30.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apporter une bouteille d'eau en classe.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Vrai ou faux, d'après l'avis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cours finit à midi et demi.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pause dure quinze minutes.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lundi 5 octobre, il y a un cours.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c'est un congé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on est en retard, il faut frapper à la porte.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faux — on entre en silence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 une absence, on téléphone avant 8 h 30.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peut apporter une bouteille d'eau en classe.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vrai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mot à l'enseignante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Quatre lignes, pas plus. Écrivez-les dans cet 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Ligne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un mot à votre enseignante pour une absence de la semaine prochaine.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 madame,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Jeudi, je suis absente. J'ai un rendez-vous.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Merci. Myriam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Ouvrez votre cahier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