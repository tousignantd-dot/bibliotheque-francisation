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« je veux » et « je voudrais » au tableau et demander laquelle on emploierait avec un inconnu. Le groupe sent la différence.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 : ces cinq formes couvrent toutes les demandes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l'explication la plus claire de la politesse en français.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le groupe a fait le module précédent, c'est un rappel : la base est celle du futur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les cinq par le groupe, deux fois. Elles s'emploient bien au-delà du restaurant.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jouer les deux versions par deux élèves. La différence est immédiate et parlante.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deux colonnes à voix haute, l'une après l'autre. L'écart de ton s'entend.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Plusieurs réponses sont acceptables. Ce qui compte est que la forme soit adoucie.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conventions sont un point du programme — « respecter les conventions de la communication ». Elles se remarquent beaucoup quand elles manquent.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individuellement. Ces phrases sont le brouillon du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voudrais, pourriez-vous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veux la table d'hôte » est correct, mais sec. Quatre expressions suffisent à adoucir n'importe quelle demande — et elles s'apprennent telles quelles.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Au restaurant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je voudrais, j'aimerais, je prendrais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pourriez-vous et auriez-vous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est-ce que ce serait possible de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ces formes comme du conditionnel.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formes, quatre usages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voudrais, j'aimerais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dire ce que je veux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prendrais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commander un plat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pourriez-vous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 une 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auriez-vous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 si c'est disponible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Et « est-ce que ce serait possible de… » pour ce qui dérange un peu.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QUE ÇA CHANGE VRAIMENT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question au lieu d'un 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Réchauffez-le » est un ordre. « Pourriez-vous le réchauffer ? » est une question, à laquelle l'autre peut répondre. Le sens est le même, la relation est différente — et c'est cela qu'on entend.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D'OÙ VIENNENT CES FORMES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conditionnel : la base du futur, les terminaisons de l'imparfait.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vouloir › je voudrais · pouvoir › pourriez-vous · avoir › auriez-vous · être › ce serait. Les terminaisons sont &lt;b&gt;-ais, -ais, -ait, -ions, -iez, -aient&lt;/b&gt;. À ce niveau, apprenez-les comme des expressions.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CINQ EXPRESSIONS À SAVOIR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Elles couvrent presque tout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Je voudrais…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commander, pour demander un service. La plus employée de toutes.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Je prendrais…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Spécifique au restaurant, très naturelle : « je prendrais le poulet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Est-ce que je pourrais avoir…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une petite chose : du sel, de l'eau, un couvert.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Pourriez-vous… ? » et « Auriez-vous… ?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une action, ou pour savoir si quelque chose existe.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EMPLOYER L'IMPÉRATIF TOUT SEUL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Donnez-moi l'addition.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Pourriez-vous m'apporter l'addition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L'impératif seul sonne comme un ordre donné à quelqu'un qui vous sert. Le transformer en question ne coûte que trois mots — et change complètement la façon dont la demande est reçue.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Adoucissez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Récrivez la demande à la forme polie.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veux la table d'hôte.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veux un café.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Réchauffez-le.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Avez-vous une table près de la fenêtre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Donnez-moi l'addition.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possible de changer de table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Adoucissez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veux la table d'hôte.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voudrais la table d'hôte.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veux un café.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J'aimerais un café.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Réchauffez-le.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Pourriez-vous le réchauffer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Avez-vous une table près de la fenêtre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Auriez-vous une table près de la fenêtre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Donnez-moi l'addition.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Pourriez-vous m'apporter l'addition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possible de changer de table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Est-ce que ce serait possible de changer de table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forme employer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Choisissez la forme qui convient à la situation.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commandez un plat.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du sel.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qu'on réchauffe votre plat.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demandez si une table est libre.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demandez l'addition.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forme employer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commandez un plat.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voudrais / je prendrais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du sel.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je pourrais avoir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qu'on réchauffe votre plat.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ce serait possible 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demandez si une table est libre.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auriez-vous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demandez l'addition.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pourriez-vous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ET « S'IL VOUS PLAÎT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choses à savoir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Il s'ajoute à presque tout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Au Québec, il est très fréquent, y compris dans des échanges brefs. Son absence se remarque plus qu'ailleurs.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Il se place à la fin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Je voudrais la table d'hôte, s'il vous plaît. » Rarement au début, sauf pour attirer l'attention.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Et « merci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À chaque service rendu, même petit : quand on apporte l'eau, le pain, l'addition. Trois ou quatre fois par repas, c'est normal.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six demandes polies pour un repas au restaurant.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avec « je voudrais », deux avec « pourriez-vous », deux avec « est-ce que je pourrais avoir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« s'il vous plaît » à chacune.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Au restaurant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