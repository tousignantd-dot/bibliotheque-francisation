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Distribuer les menus rapportés au billet de A3. Toute la séance se fait sur du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chercher ces cinq mots dans les menus distribués.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comparer deux plats du même menu. L'écart de contenu au même prix surprend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tableau. C'est le raisonnement le plus concret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un supplément dans les menus distribués. Il y en a presque toujours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lignes se comparent : 36 $ contre 38 $. La formule reste avantageuse même avec le supplément.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oralement. Le raisonnement compte plus que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évite l'erreur inverse : prendre une formule par principe, et laisser deux assiettes.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B. Le calcul se retient parce qu'il porte sur de vrais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est compris, ce qui s'ajoute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plats au même prix ne comprennent pas la même chose. La différence est dans une petite ligne, sous le prix — et elle vaut souvent plusieurs dollars.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la ligne qui dit ce qui est compris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« servi avec », « au choix », « supplément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le prix réel d'une formule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formule la plus avantageuse pour soi.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qui changent le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servi avec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compris, rien à payer de 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choix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décidez, dans une liste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inclus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compris dans le prix affiché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supplément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coûte plus cher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prix du marché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demander le prix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quatrième est le seul qui augmente la facture. Il est toujours écrit petit.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LIGNE SOUS LE PRIX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là qu'est la vraie différence.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Poulet grillé — 24 $ » et « Poulet grillé — 24 $, servi avec soupe et café » sont deux offres très différentes au même prix affiché. La deuxième vaut six ou sept dollars de plus.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CALCUL DE LA FORMULE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Prix fixe contre plats commandés séparément.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Table d'hôte 32 $. Le même plat seul coûte 24 $, une soupe 6 $, un dessert 8 $ — soit 38 $. La formule fait économiser six dollars, à condition d'avoir assez faim pour trois services.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PAS VOIR LE SUPPLÉMENT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table d'hôte est à 32 $, je prends le poisson.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Table d'hôte 32 $ — supplément 4 $ pour le poisson. Ça fait 36 $.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supplément est toujours écrit petit, souvent entre parenthèses, souvent à côté du plat concerné plutôt qu'à côté du prix. C'est le seul mot du menu qui augmente la facture sans qu'on s'en aperçoive.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coûte combien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Calculez le prix réel.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Table d'hôte 32 $, supplément 4 $ pour le poisson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24 $, soupe 6 $, dessert 8 $, commandés séparément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Menu du midi 18 $, café inclus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22 $, servi avec salade et café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du jour « prix du marché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coûte combien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Table d'hôte 32 $, supplément 4 $ pour le poisson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36 $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24 $, soupe 6 $, dessert 8 $, commandés séparément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38 $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Menu du midi 18 $, café inclus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18 $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22 $, servi avec salade et café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22 $ — tout est compris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du jour « prix du marché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demander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pour 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et justifiez.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très faim et vous voulez un dessert.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seulement un plat.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le midi et vous voulez un café.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le poisson frais du jour.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pour 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très faim et vous voulez un dessert.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table d'hôte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seulement un plat.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la carte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le midi et vous voulez un café.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menu du midi, café inclus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le poisson frais du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plat du jour, en demandant le prix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HABITUDES UTILES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moment de commander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Lire la ligne sous le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secondes, et on sait ce qui est compris.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Demander le prix quand il n'est pas écrit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Prix du marché » veut dire qu'il faut demander. Personne ne trouve la question déplacée.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Compter les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vous ne mangez pas de dessert, une table d'hôte n'est pas une économie. La formule ne vaut que si on la consomme.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menu réel et composez deux repas : un à la carte, un en formule.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Calculez le prix de chacun.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lequel vous choisiriez, et pourquoi.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