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synthèse du bloc B. Elle prépare directement le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liste de vérification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de sécurité. Faire écrire à chacun la phrase qui correspond à sa propre situation.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le fait qu'aucune explication n'est due. « Je ne mange pas de porc » est une phrase complète.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point mérite du temps. Plusieurs élèves n'osent pas, par crainte de déranger.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répondre à voix haute avant d'afficher.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mots sont dans le banc de vocabulaire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et rendre : cette page devient la fiche que l'élève emportera. Plusieurs la gardent dans leur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B4  ·  MODULE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Poser la question qui manque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questions font le tour d'un repas, de l'entrée à l'addition. Chacune a son moment — et l'une d'elles ne supporte pas d'attendre.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55 minutes  ·  Au restaurant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six questions et leur moment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signaler une allergie ou un régime au bon moment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ce qu'il y a dans un plat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mots du menu et du repas.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questions, six moments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y a de la place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à l'entrée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Qu'est-ce qu'il y a dans la table d'hôte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avant de choisir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981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2618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plat du jour, c'est quoi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2618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avant de choisir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4891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y a des arachides dedans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4891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au moment de commander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6425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2028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Et : « est-ce que je pourrais avoir… ? » pendant le repas, « l'addition, s'il vous plaît » à la fin.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QUESTION QUI NE PEUT PAS ATTENDRE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allergie ou un régime se signale à la commande.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l'assiette est devant vous, la cuisine ne peut plus rien faire. À la commande, elle peut changer un ingrédient, proposer autre chose, ou simplement vérifier. Andrés pose la question pour le dessert dès la commande — c'est exactement le bon moment.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COMMENT FORMULER UNE RESTRICTION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situations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Une allergie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Est-ce qu'il y a des arachides dedans ? » · « Je suis allergique aux fruits de mer. » Direct et clair : ce n'est pas le moment d'être discret.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Un régime religieux ou personnel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Est-ce que c'est fait avec du porc ? » · « Je ne mange pas de viande. » Aucune explication n'est nécessaire.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Une préférence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Est-ce que ce serait possible sans sauce ? » — c'est une demande, pas une restriction, et elle peut être refusée.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Ce que le serveur fera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 vérifiera en cuisine si nécessaire. C'est une question qu'il reçoit tous les jours.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ÊTRE TROP DISCRET SUR UNE ALLERGIE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pense que ça devrait aller.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suis allergique aux arachides. Est-ce qu'il y en a dans ce plat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allergie n'est pas une préférence, et la discrétion peut coûter très cher. Les restaurants sont habitués à ces questions et prennent le sujet au sérieux — c'est leur responsabilité légale autant que professionnelle.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question, à quel moment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quand on pose chaque question.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y a de la place ?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Qu'est-ce qu'il y a dans la table d'hôte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Est-ce qu'il y a des arachides dedans ?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Est-ce que je pourrais avoir un peu de sel ?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L'addition, s'il vous plaît.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question, à quel moment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y a de la place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l'entrée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Qu'est-ce qu'il y a dans la table d'hôte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avant de choisir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Est-ce qu'il y a des arachides dedans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 moment de commander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Est-ce que je pourrais avoir un peu de sel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pendant le repas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L'addition, s'il vous plaît.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la fin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mot du vocabulaire.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___ donne tout ce que le restaurant sert.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table d'___ comprend trois services.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Soupe ou salade en ___ 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___ principal arrive après.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riz est servi comme ___ 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___ d'eau pour deux, s'il vous plaît.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___ donne tout ce que le restaurant sert.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carte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table d'___ comprend trois services.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hôte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Soupe ou salade en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entrée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___ principal arrive après.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plat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riz est servi comme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accompagnement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___ d'eau pour deux, s'il vous plaît.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carafe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six questions du tableau, en les adaptant à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votre allergie, votre régime, ou une préférence.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Écrivez-les comme vous les diriez.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Au restaurant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