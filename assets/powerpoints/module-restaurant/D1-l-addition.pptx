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bloc D. C'est la partie la plus utile du module pour quelqu'un qui vient d'arriver : les usages du pourboire varient énormément d'un pays à l'autre.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à dix minutes. La dernière piste est essentielle : dans plusieurs pays, le service est compris et le pourboire n'existe pas. Ce n'est pas le cas 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Ensemble ou séparé ? » est posé avant l'impression. Une fois l'addition imprimée ensemble, la séparer prend plusieurs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Taxes comprises » : le montant est final. Le pourboire, lui, s'ajoute. C'est la distinction centrale du bloc.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réplique est le point culturel du module. Le salaire de base du personnel de service est plus bas au Québec, précisément parce que le pourboire est attendu.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recopier.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faire le calcul sur trois montants au tableau.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aussi qu'on peut donner moins si le service a vraiment été mauvais. Ce n'est pas une obligation légale.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juger : cette différence est une des plus déroutantes à l'arrivée, et elle met les gens dans l'embarras.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réplique exacte.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de calcul mental. Après cinq fois, la méthode devient automatique.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D1  ·  MODULE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L'addition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Cinquante-huit dollars quarante, taxes comprises. Et le pourboire ? Il n'est pas sur l'addition — et au Québec, il fait partie du salaire du serveur.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Au restaurant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l'addition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répondre à « ensemble ou séparé ?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que les taxes sont déjà comprises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que le pourboire s'ajoute, et combien.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100" b="1" i="0">
                <a:solidFill>
                  <a:srgbClr val="17181A"/>
                </a:solidFill>
                <a:latin typeface="Verdana"/>
              </a:rPr>
              <a:t>Le repas est fini. Que se passe-t-il maintenant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facture-tab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019452"/>
            <a:ext cx="3760927" cy="376092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obtient-on l'addition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les taxes sont déjà dedans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le pourboire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ça se passe dans votre pays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Demander, et décider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6123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ANDRÉS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3918" y="2322576"/>
            <a:ext cx="868220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L'addition, s'il vous plaît.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46123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VINCENT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93918" y="3071876"/>
            <a:ext cx="868220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Tout de suite. Ensemble ou séparé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46123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ANDRÉS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93918" y="3821175"/>
            <a:ext cx="868220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Ensemble, c'est moi qui invite.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4570475"/>
            <a:ext cx="146123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MANON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93918" y="4570475"/>
            <a:ext cx="868220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Andrés, non, on partage.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montant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6123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VINCENT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93918" y="1901952"/>
            <a:ext cx="868220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Voilà. Cinquante-huit dollars et quarante, taxes comprises.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6123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ANDRÉS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93918" y="2651252"/>
            <a:ext cx="868220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Manon, le pourboire, c'est combien ici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46123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MANON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93918" y="3400551"/>
            <a:ext cx="868220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Quinze pour cent du montant avant taxes, en général. Ici, ça fait environ sept dollars et demi.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2307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7671"/>
            <a:ext cx="146123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ANDRÉS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93918" y="4487671"/>
            <a:ext cx="868220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n'est pas sur l'addition 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Pourquoi ça compte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35435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MANON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7047" y="1901952"/>
            <a:ext cx="878907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Non, tu l'ajoutes toi-même. Le terminal te propose des pourcentages, mais tu peux entrer le montant que tu veux.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989072"/>
            <a:ext cx="135435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ANDRÉS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7047" y="2989072"/>
            <a:ext cx="878907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si le service n'était pas bon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737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738371"/>
            <a:ext cx="135435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MANON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7047" y="3738371"/>
            <a:ext cx="878907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peux donner moins. Mais ici, le pourboire fait partie du salaire du serveur, ce n'est pas juste un remerciement.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est compris, ce qui s'ajoute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ÉLÉMENT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SUR L'ADDITION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prix des plats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oui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taxes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oui, presque toujours comprises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pourboire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non — on l'ajoute soi-même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service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n'existe pas comme ligne séparée ici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troisième ligne est celle qui surprend le plus les nouveaux arrivants.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POURBOIRE S'AJOUTE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Environ 15 % du montant avant taxes.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Il n'est jamais sur l'addition. Le calcul rapide : le dixième du montant, plus la moitié de ce dixième. 50 $ donne 5 + 2,50 = 7,50 $. Le terminal propose des pourcentages, mais on peut entrer le montant qu'on veut.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POURQUOI C'EST ATTENDU, ICI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pourboire fait partie du revenu du personnel de service.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Au Québec, le salaire de base des employés au pourboire est plus bas que le salaire minimum ordinaire, précisément parce que le pourboire est prévu. Ce n'est pas un simple remerciement : laisser beaucoup moins que 15 % se remarque.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CROIRE QUE LE SERVICE EST COMPRIS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Taxes comprises, donc tout est payé.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Taxes comprises, oui. Le pourboire, non — il s'ajoute.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Dans plusieurs pays, le service est inclus dans le prix et le pourboire n'existe pas, ou reste symbolique. Ici, l'addition affiche les taxes mais jamais le service : c'est au client de l'ajouter.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serveur demande si c'est ensemble ou séparé.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total ne comprend pas les taxes.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pourboire habituel est de quinze pour cent.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se calcule après les taxes.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pourboire est déjà sur l'addition.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pourboire fait partie du salaire du serveur.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serveur demande si c'est ensemble ou séparé.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total ne comprend pas les taxes.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taxes comprises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pourboire habituel est de quinze pour cent.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se calcule après les taxes.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avant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pourboire est déjà sur l'addition.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on l'ajoute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pourboire fait partie du salaire du serveur.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Calculez le pourboire sur cinq montants.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20 $, 35 $, 48 $, 62 $, 90 $.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Employez la méthode : le dixième, plus sa moitié.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Au restaurant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