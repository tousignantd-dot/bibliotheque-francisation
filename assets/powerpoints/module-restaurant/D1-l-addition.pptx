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D. C'est la partie la plus utile du module pour quelqu'un qui vient d'arriver : les usages du pourboire varient énormément d'un pays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à dix minutes. La dernière piste est essentielle : dans plusieurs pays, le service est compris et le pourboire n'existe pas. Ce n'est pas le cas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Ensemble ou séparé ? » est posé avant l'impression. Une fois l'addition imprimée ensemble, la séparer prend plusieurs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Taxes comprises » : le montant est final. Le pourboire, lui, s'ajoute. C'est la distinction centrale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point culturel du module. Le salaire de base du personnel de service est plus bas au Québec, précisément parce que le pourboire est attendu.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faire le calcul sur trois montants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aussi qu'on peut donner moins si le service a vraiment été mauvais. Ce n'est pas une obligation légale.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juger : cette différence est une des plus déroutantes à l'arrivée, et elle met les gens dans l'embarras.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calcul mental. Après cinq fois, la méthode devient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L'addition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Cinquante-huit dollars quarante, taxes comprises. Et le pourboire ? Il n'est pas sur l'addition — et au Québec, il fait partie du salaire du serveur.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l'addition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« ensemble ou séparé ?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que les taxes sont déjà comprises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pourboire s'ajoute, et combien.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Le repas est fini. Que se passe-t-il maintenant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acture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obtient-on l'addition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les taxes sont déjà dedans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pourboire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ça se passe dans votre pays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Demander, et décider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3918" y="2322576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L'addition, s'il vous plaît.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3918" y="3071876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de suite. Ensemble ou séparé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3918" y="3821175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Ensemble, c'est moi qui invite.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3918" y="4570475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Andrés, non, on partage.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montant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3918" y="1901952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Cinquante-huit dollars et quarante, taxes comprises.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3918" y="2651252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Manon, le pourboire, c'est combien ici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612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3918" y="3400551"/>
            <a:ext cx="868220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 pour cent du montant avant taxes, en général. Ici, ça fait environ sept dollars et demi.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3918" y="4487671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sur l'addition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ça compte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tu l'ajoutes toi-même. Le terminal te propose des pourcentages, mais tu peux entrer le montant que tu veux.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ANDRÉS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7047" y="298907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le service n'était pas bon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7047" y="3738371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peux donner moins. Mais ici, le pourboire fait partie du salaire du serveur, ce n'est pas juste un remerciement.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compris, ce qui s'ajoute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SUR L'ADDITION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des plats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taxes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presque toujours comprises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pourboire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— on l'ajoute soi-même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n'existe pas comme ligne séparée ici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ligne est celle qui surprend le plus les nouveaux arrivants.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POURBOIRE S'AJOUTE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Environ 15 % du montant avant taxes.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n'est jamais sur l'addition. Le calcul rapide : le dixième du montant, plus la moitié de ce dixième. 50 $ donne 5 + 2,50 = 7,50 $. Le terminal propose des pourcentages, mais on peut entrer le montant qu'on veut.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POURQUOI C'EST ATTENDU, ICI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pourboire fait partie du revenu du personnel de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Québec, le salaire de base des employés au pourboire est plus bas que le salaire minimum ordinaire, précisément parce que le pourboire est prévu. Ce n'est pas un simple remerciement : laisser beaucoup moins que 15 % se remarque.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QUE LE SERVICE EST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Taxes comprises, donc tout est payé.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Taxes comprises, oui. Le pourboire, non — il s'ajoute.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plusieurs pays, le service est inclus dans le prix et le pourboire n'existe pas, ou reste symbolique. Ici, l'addition affiche les taxes mais jamais le service : c'est au client de l'ajouter.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serveur demande si c'est ensemble ou séparé.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total ne comprend pas les taxes.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pourboire habituel est de quinze pour cent.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 calcule après les taxes.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pourboire est déjà sur l'addition.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pourboire fait partie du salaire du serveur.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serveur demande si c'est ensemble ou séparé.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total ne comprend pas les taxes.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taxes comprises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pourboire habituel est de quinze pour 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 calcule après les taxes.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avant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pourboire est déjà sur l'addition.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l'ajoute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pourboire fait partie du salaire du serveur.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Calculez le pourboire sur cinq montants.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20 $, 35 $, 48 $, 62 $, 90 $.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la méthode : le dixième, plus sa moitié.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