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visuelle et courte. Elle clôt le bloc A : à la fin, chacun doit pouvoir raconter le déroulement d'un repas.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amène l'eau du robinet et le pain. Les deux sont gratuits au Québec, ce qui n'est pas le cas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Connaître l'ordre vaut mieux que tout comprendre : on sait ce qui s'en 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fait souvent une petite révélation. « De l'eau, s'il vous plaît » suffit — inutile de préciser « du robinet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note est importante. Dans plusieurs pays, l'addition arrive d'elle-même ; ici, l'apporter sans qu'on la demande serait presque impoli.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attendent longtemps sans savoir qu'il faut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le groupe. Trois mots qui évitent vingt minutes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sont dans le banc de vocabulaire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A. Ces récits sont le brouillon de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restaurant, en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Huit moments d'un repas, de l'entrée au terminal de paiement. Les nommer, c'est savoir ce qui va arriver — et dans quel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huit éléments d'un repas au restaurant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l'ordre : accueil, commande, repas, addition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l'article juste : la carte, une carafe, l'addition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est gratuit et ce qui ne l'est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qui est sur cette table, et à quel moment du repas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able-deu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voyez-vous sur la table avant l'arrivée des plats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apporte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gratuit, à votre avis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quelque chose que vous ne reconnaissez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DÉROULEMENT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moments, toujours les mêmes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1 · L'accueil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attend qu'on vous place. Trois questions : combien, réservation, préférence.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2 · La commande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vous donne la carte. Vous pouvez prendre deux minutes. Le serveur revient.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3 · Le repas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serveur passe demander si tout va bien. C'est le moment de demander ou de signaler.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4 · L'addition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la demandez — elle n'arrive pas toute seule. Puis le pourboire, puis le paiement.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QUI EST GRATUIT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L'eau du robinet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Servie en carafe, gratuite, et il suffit de la demander. Beaucoup de gens ne savent pas qu'on peut.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apporté sans qu'on le demande, et souvent renouvelé si on le finit.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café du menu du midi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Fréquemment inclus dans la formule. C'est écrit sous le prix.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n'est pas gratuit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L'eau en bouteille, les boissons gazeuses, le deuxième café hors formule. Le prix est sur la carte.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et le moment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l'accueil, avant de commander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entrée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premier service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plat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l'entrée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carafe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pendant tout le repas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l'addition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la fin, quand on la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L'addition n'arrive jamais toute seule : il faut la demander.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L'ADDITION SE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L'addition,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serveur ne l'apporte pas de lui-même : cela reviendrait à vous presser de partir. Vous pouvez rester à table après le repas sans que personne ne vous dérange — et c'est vous qui décidez du moment.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ATTENDRE L'ADDITION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attend depuis vingt minutes, personne ne vient.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L'addition, s'il vous plaît.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serveur attend votre signal. Tant que vous ne demandez pas, il considère que vous prenez votre temps — et c'est une politesse de sa 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mot du vocabulaire.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___ , je vous laisse choisir.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du jour est sur l'___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Soupe ou salade en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d'eau pour deux, s'il vous plaît.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du ___ est gratuite.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, s'il vous plaît.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Voici la ___ , je vous laisse choisir.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menu du jour est sur l'___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ardoise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Soupe ou salade en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___ d'eau pour deux,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carafe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du ___ est gratuite.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robinet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L'___ 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addition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le déroulement d'un repas au restaurant,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par moment : accueil, commande, repas, addition.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quatre mots du vocabulaire.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