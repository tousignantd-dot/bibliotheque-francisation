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Ouverture du module. Question d'entrée : « qui est déjà allé au restaurant ici, assis, avec un serveur ? ». Souvent moins de mains qu'on ne croit — beaucoup ne connaissent que le comptoir.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Cinq minutes. La première piste est la vraie découverte : dans un restaurant avec service aux tables, on n'entre pas s'asseoir où on veut. Un panneau le dit souvent, mais peu de gens le lisent.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deuxième carte donne le ton du module : c'est une invitation, pas un examen. Le repas est un plaisir.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Quatre répliques, quatre teintées : ce sont les quatre premières phrases de n'importe quel repas au restaurant. Les faire répéter par le groupe.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 Si c'est possible » et « on peut prendre deux minutes ? » : deux formules qui adoucissent tout. Les écrire au tableau.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cœur de la séance. Ces trois mots reviennent dans tous les restaurants du Québec, et l'écart de prix entre eux peut doubler.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Faire recopier : c'est la compétence la plus rentable du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 Ardoise » surprend souvent : c'est un objet, pas un document. La montrer sur l'image de A3.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Attention : « le menu » en français d'ici désigne souvent une formule à prix fixe, pas la liste complète. La liste, c'est la carte.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répéter la phrase par deux élèves. C'est la diapo à photographier.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 pas présenter cela comme une faute de langue : c'est une question de confort, et elle change complètement l'expérience du repas.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Ramasser. Ces phrases servent directement au jeu de rôle de E1.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SÉANCE A1  ·  MODULE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À l'entrée du restaurant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Andrés invite Manon pour la remercier. C'est son premier repas assis dans un restaurant d'ici — et déjà, à l'entrée, il y a des choses qu'il ne connaît pas.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Au restaurant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Au restaurant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entrer dans un restaurant et répondre aux questions de l'accueil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savoir qu'on attend qu'on nous place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distinguer la carte, le menu du jour et la table d'hôte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demander deux minutes avant de commander.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Au restaurant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MISE EN SITUATION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Vous entrez ici. Que faites-vous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salle-mang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019452"/>
            <a:ext cx="3760927" cy="3760927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821944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choisissez votre table, ou vous attendez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79928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3089656"/>
            <a:ext cx="50292" cy="821944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3162808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qu'on va vous demander en premier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103624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4213352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4286504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Combien de temps avez-vous pour choisir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889500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4999228"/>
            <a:ext cx="50292" cy="821944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5072380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qui vous met le plus mal à l'aise, dans un restaurant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Au restaurant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LA SITUATION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qu'on sait d'Andrés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D'où il vient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Du Pérou. Il est au Québec depuis deux ans.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Pourquoi il invite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Manon, une collègue, l'a aidé toute la semaine. Il veut la remercier.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Ce qu'il ne connaît pas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Il n'a mangé qu'au comptoir jusqu'ici. La carte, le menu du jour, la table d'hôte : trois mots qu'il n'a jamais eu à distinguer.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Ce qu'il fait de bien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Il demande à Manon. Poser la question à quelqu'un qui sait est plus rapide que de deviner.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Au restaurant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DIALOGUE · 1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trois questions de l'accueil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d'abord l'enregistrement, diapo masquée. Lisez ensuite.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135435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0D7A6F"/>
                </a:solidFill>
                <a:latin typeface="Verdana"/>
              </a:rPr>
              <a:t>SOPHIE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7047" y="2322576"/>
            <a:ext cx="878907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Bonsoir ! Vous êtes combien 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9072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3071876"/>
            <a:ext cx="135435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0D7A6F"/>
                </a:solidFill>
                <a:latin typeface="Verdana"/>
              </a:rPr>
              <a:t>ANDRÉS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7047" y="3071876"/>
            <a:ext cx="878907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Bonsoir. Deux, s'il vous plaît.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6565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3821175"/>
            <a:ext cx="135435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0D7A6F"/>
                </a:solidFill>
                <a:latin typeface="Verdana"/>
              </a:rPr>
              <a:t>SOPHIE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7047" y="3821175"/>
            <a:ext cx="878907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avez une réservation 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4058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32688" y="4570475"/>
            <a:ext cx="135435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0D7A6F"/>
                </a:solidFill>
                <a:latin typeface="Verdana"/>
              </a:rPr>
              <a:t>ANDRÉS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87047" y="4570475"/>
            <a:ext cx="878907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Non, je n'en ai pas. Est-ce qu'il y a de la place 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Au restaurant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DIALOGUE · 2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On vous place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35435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0D7A6F"/>
                </a:solidFill>
                <a:latin typeface="Verdana"/>
              </a:rPr>
              <a:t>SOPHIE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7047" y="1901952"/>
            <a:ext cx="878907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Oui, ça va. Vous préférez près de la fenêtre ou au fond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4866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651252"/>
            <a:ext cx="135435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0D7A6F"/>
                </a:solidFill>
                <a:latin typeface="Verdana"/>
              </a:rPr>
              <a:t>ANDRÉS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7047" y="2651252"/>
            <a:ext cx="878907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Près de la fenêtre, si c'est possible.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2359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400551"/>
            <a:ext cx="135435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0D7A6F"/>
                </a:solidFill>
                <a:latin typeface="Verdana"/>
              </a:rPr>
              <a:t>SOPHIE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7047" y="3400551"/>
            <a:ext cx="878907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Suivez-moi. Voici la carte. Le menu du jour est sur l'ardoise, là-bas.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9852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149851"/>
            <a:ext cx="135435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0D7A6F"/>
                </a:solidFill>
                <a:latin typeface="Verdana"/>
              </a:rPr>
              <a:t>MANON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7047" y="4149851"/>
            <a:ext cx="878907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Merci. On peut prendre deux minutes avant de commander 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Au restaurant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DIALOGUE · 3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mots à distinguer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35435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0D7A6F"/>
                </a:solidFill>
                <a:latin typeface="Verdana"/>
              </a:rPr>
              <a:t>ANDRÉS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7047" y="1901952"/>
            <a:ext cx="878907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Manon, c'est quoi la différence entre la carte et le menu du jour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48665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651252"/>
            <a:ext cx="1354359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0D7A6F"/>
                </a:solidFill>
                <a:latin typeface="Verdana"/>
              </a:rPr>
              <a:t>MANON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7047" y="2651252"/>
            <a:ext cx="8789079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carte, c'est tout ce qu'ils font. Le menu du jour change chaque jour et coûte moins cher.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3738371"/>
            <a:ext cx="135435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0D7A6F"/>
                </a:solidFill>
                <a:latin typeface="Verdana"/>
              </a:rPr>
              <a:t>ANDRÉS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7047" y="3738371"/>
            <a:ext cx="878907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Et la table d'hôte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32308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4487672"/>
            <a:ext cx="1354359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0D7A6F"/>
                </a:solidFill>
                <a:latin typeface="Verdana"/>
              </a:rPr>
              <a:t>MANON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7047" y="4487672"/>
            <a:ext cx="8789079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C'est un prix fixe pour trois services : entrée, plat, dessert. Souvent le meilleur choix.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Au restaurant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trois formules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FORMULE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QUE C'EST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carte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tout ce que le restaurant sert, chaque plat à son prix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menu du jour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choix limité, différent chaque jour, moins cher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table d'hôte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prix fixe pour trois services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À la carte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plat seul, sans entrée ni dessert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table d'hôte est souvent le meilleur rapport si on a faim.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Au restaurant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VOCABULAIRE · 1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l'entrée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2506122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réservation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13130" y="2121408"/>
            <a:ext cx="7545876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Une table réservée d'avance, à son nom.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76331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909620"/>
            <a:ext cx="2506122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l'hôtesse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13130" y="2909620"/>
            <a:ext cx="7545876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personne qui accueille et qui place les clients.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551529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697833"/>
            <a:ext cx="2506122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la carte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13130" y="3697833"/>
            <a:ext cx="7545876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liste de tout ce que le restaurant sert.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433974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486046"/>
            <a:ext cx="2506122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l'ardoise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13130" y="4486046"/>
            <a:ext cx="7545876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tableau noir où est écrit le menu du jour.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2688" y="512795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32688" y="5274259"/>
            <a:ext cx="2506122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la salle à manger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13130" y="5274259"/>
            <a:ext cx="7545876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partie du restaurant où on mange, avec les tables.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Au restaurant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VOCABULAIRE · 2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formules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2323147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le menu du jour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30155" y="2121408"/>
            <a:ext cx="7728851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 choix limité qui change chaque jour.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76331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909620"/>
            <a:ext cx="2323147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la table d'hôte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30155" y="2909620"/>
            <a:ext cx="7728851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 prix fixe pour trois services.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551529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697833"/>
            <a:ext cx="2323147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à la carte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30155" y="3697833"/>
            <a:ext cx="7728851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 plat seul, sans formule.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433974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486046"/>
            <a:ext cx="2323147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service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0155" y="4486046"/>
            <a:ext cx="7728851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Une partie du repas : entrée, plat ou dessert.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2688" y="512795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32688" y="5274259"/>
            <a:ext cx="2323147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le plat du jour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30155" y="5274259"/>
            <a:ext cx="7728851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plat préparé seulement aujourd'hui.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Au restaurant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CE QU'IL FAUT RETENIR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On attend qu'on vous place, et on peut prendre deux minutes.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Dans un restaurant avec service aux tables, on ne choisit pas sa table. Et une fois assis, personne ne vous presse : « on peut prendre deux minutes ? » est une phrase parfaitement ordinaire, que le serveur entend vingt fois par soir.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Au restaurant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COMMANDER LA PREMIÈRE CHOSE VENUE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Euh… le poulet. [parce que le serveur attend]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On peut prendre deux minutes avant de commander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Beaucoup de gens commandent trop vite parce qu'ils se sentent pressés — et regrettent en voyant l'assiette du voisin. Le serveur, lui, s'attend à repasser : c'est même prévu dans son service.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Au restaurant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les quatre premières phrases que vous direz en entrant dans un restaurant.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1022096"/>
          </a:xfrm>
          <a:prstGeom prst="roundRect">
            <a:avLst>
              <a:gd name="adj" fmla="val 8946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747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La salutation, le nombre de personnes, la réservation, la préférence de table.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5036311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5191759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Ajoutez la phrase pour demander deux minutes.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Au restaurant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