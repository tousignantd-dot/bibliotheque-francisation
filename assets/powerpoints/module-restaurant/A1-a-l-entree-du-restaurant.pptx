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Question d'entrée : « qui est déjà allé au restaurant ici, assis, avec un serveur ? ». Souvent moins de mains qu'on ne croit — beaucoup ne connaissent que le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première piste est la vraie découverte : dans un restaurant avec service aux tables, on n'entre pas s'asseoir où on veut. Un panneau le dit souvent, mais peu de gens le lisent.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donne le ton du module : c'est une invitation, pas un examen. Le repas est un plaisir.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quatre teintées : ce sont les quatre premières phrases de n'importe quel repas au restaurant. Les faire répéter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Si c'est possible » et « on peut prendre deux minutes ? » : deux formules qui adoucissent tout.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séance. Ces trois mots reviennent dans tous les restaurants du Québec, et l'écart de prix entre eux peut doubler.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: c'est la compétence la plus rentable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Ardoise » surprend souvent : c'est un objet, pas un document. La montrer sur l'image de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 : « le menu » en français d'ici désigne souvent une formule à prix fixe, pas la liste complète. La liste, c'est la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cela comme une faute de langue : c'est une question de confort, et elle change complètement l'expérience du repas.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directement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l'entrée du restaurant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Andrés invite Manon pour la remercier. C'est son premier repas assis dans un restaurant d'ici — et déjà, à l'entrée, il y a des choses qu'il ne connaît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entrer dans un restaurant et répondre aux questions de l'accueil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qu'on attend qu'on nous place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carte, le menu du jour et la table d'hôte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deux minutes avant de commander.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entrez ici.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man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choisissez votre table, ou vous attendez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va vous demander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 pour choisir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met le plus mal à l'aise, dans un restaurant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d'Andrés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D'où il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 Pérou. Il est au Québec depuis deux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Pourquoi il invite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Manon, une collègue, l'a aidé toute la semaine. Il veut la remercier.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ne connaît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n'a mangé qu'au comptoir jusqu'ici. La carte, le menu du jour, la table d'hôte : trois mots qu'il n'a jamais eu à distinguer.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fait de bien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demande à Manon. Poser la question à quelqu'un qui sait est plus rapide que de deviner.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questions de l'accueil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Bonsoir ! Vous êtes combien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Bonsoir. Deux, s'il vous plaît.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8211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une réservation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5704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je n'en ai pas. Est-ce qu'il y a de la place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vous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ça va. Vous préférez près de la fenêtre ou au fond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Près de la fenêtre, si c'est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4005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Suivez-moi. Voici la carte. Le menu du jour est sur l'ardoise, là-bas.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1498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On peut prendre deux minutes avant de commander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à distinguer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Manon, c'est quoi la différence entre la carte et le menu du jour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carte, c'est tout ce qu'ils font. Le menu du jour change chaque jour et coûte moins cher.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7047" y="373837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la table d'hôte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MANON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7047" y="448767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prix fixe pour trois services : entrée, plat, dessert. Souvent le meilleur choix.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ce que le restaurant sert, chaque plat à son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menu du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choix limité, différent chaque jour, moins cher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table d'hôte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prix fixe pour trois services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carte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plat seul, sans entrée ni dessert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table d'hôte est souvent le meilleur rapport si on a faim.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l'entrée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3130" y="2121408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table réservée d'avance, à son nom.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l'hôtesse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3130" y="2909620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accueille et qui place les clients.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0" y="3697833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 tout ce que le restaurant sert.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l'ardoise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3130" y="4486046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noir où est écrit le menu du jour.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50612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à manger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3130" y="5274259"/>
            <a:ext cx="754587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du restaurant où on mange, avec les tables.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menu du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0155" y="2121408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choix limité qui change chaque jour.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table d'hôte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155" y="2909620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fixe pour trois services.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la carte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155" y="3697833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plat seul, sans formule.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0155" y="4486046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repas : entrée, plat ou dessert.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0155" y="5274259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préparé seulement aujourd'hui.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attend qu'on vous place, et on peut prendre deux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restaurant avec service aux tables, on ne choisit pas sa table. Et une fois assis, personne ne vous presse : « on peut prendre deux minutes ? » est une phrase parfaitement ordinaire, que le serveur entend vingt fois par soir.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COMMANDER LA PREMIÈRE CHOSE 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Euh… le poulet. [parce que le serveur attend]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peut prendre deux minutes avant de commander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gens commandent trop vite parce qu'ils se sentent pressés — et regrettent en voyant l'assiette du voisin. Le serveur, lui, s'attend à repasser : c'est même prévu dans son service.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premières phrases que vous direz en entrant dans un restaurant.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salutation, le nombre de personnes, la réservation, la préférence de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la phrase pour demander deux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