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production. Prévoir les postes et les écouteurs. Rendre d'abord les billets corrigés de B2, B4 et C2 : ce sont les brouillons.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: une question sur une formule, une question sur un plat, le mot « exactement », et un accompagnement. Tout le module y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Rappeler les six questions du bloc B au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repas peut être ici ou dans le pays d'origine. Plusieurs élèves racontent un repas de fête : c'est très bien et souvent plus riche.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ce qui distingue une vraie recommandation d'un avis général. L'exiger.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liste de vérification de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comparer les deux versions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clairement, comme dans les autres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annoté à la séance E2, où les élèves font leur autoévaluation.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commander et raconter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productions, dans l'ordre : un repas complet avec l'assistant, un repas raconté à voix haute, un restaurant recommandé par écrit.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Au restaurant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commander un repas complet, à l'oral, avec un interlocuteur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repas au restaurant en trois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recommander un endroit par écrit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 relire et me corriger avant d'envoyer.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midi, en semaine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Repérez tout ce que vous avez appris dans ces quatre répliques.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ANDRÉS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7047" y="23225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menu du midi est encore servi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71876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SOPHIE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7047" y="3071876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Jusqu'à deux heures. Il vous reste vingt minutes.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821175"/>
            <a:ext cx="135435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ANDRÉS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7047" y="3821175"/>
            <a:ext cx="8789079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soupe-repas, c'est quoi exactement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570475"/>
            <a:ext cx="135435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0D7A6F"/>
                </a:solidFill>
                <a:latin typeface="Verdana"/>
              </a:rPr>
              <a:t>SOPHIE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7047" y="4570475"/>
            <a:ext cx="8789079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grosse soupe avec des légumes, des pâtes et du poulet. Servie avec du pain.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1 · LE JEU DE RÔLE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ça marche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Tu choisis 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commande, pendant le repas, ou l'addition. Trois moments d'un même repas.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Tu choisis ton 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39415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client, ou le serveur. Servir est plus difficile : il faut répondre aux questions.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L'assistant ne récite pas le menu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répond à ce que tu demandes. Il ne parlera pas du pourboire avant que tu ne poses la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271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0D7A6F"/>
                </a:solidFill>
                <a:latin typeface="Verdana"/>
              </a:rPr>
              <a:t>Ton but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56836"/>
            <a:ext cx="4806543" cy="11496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Commander ce que tu veux vraiment, en sachant ce que ça comprend et ce que ça coûtera en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2 · UN REPAS RACONTÉ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temps, quarante-cinq secondes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1 · Où, avec qui, quelle occasion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C'était un petit restaurant du quartier, avec une collègue.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2 · Ce que tu as commandé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pris la table d'hôte : la soupe, la truite, et un dessert.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Temps 3 · Ce que tu en as pensé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C'était très bon. Le service était rapide. J'y retournerais.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3 · UNE RECOMMANDATION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qu'elle doit contenir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nom et l'endroit ; ce qu'on y mange, avec une formule ; le prix, à peu près ; un conseil pratique.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vérifie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Au moins une formule du menu — table d'hôte, menu du jour, à la carte — et une forme polie. Cinq à huit phrases.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conseil pratique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« Réserve le vendredi », « arrive avant deux heures pour le menu du midi », « l'eau du robinet est servie en carafe ». C'est ce qui rend une recommandation utile.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AVANT D'ENVOYER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Relis-toi une fois, à voix basse.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choses à vérifier, toujours les mêmes : la forme polie — « je voudrais » plutôt que « je veux » —, le nom exact de la formule, et « s'il vous plaît » là où il manque. Ce sont les trois oublis du module.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RECOMMANDER SANS DIRE CE QU'ON Y MANGE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un bon restaurant, j'ai bien aimé.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C'est un petit restaurant de quartier. La table d'hôte est à 32 $ : soupe, poisson du jour, dessert.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recommandation sans détail ne sert à personne. Le nom d'une formule, un prix approximatif et un plat suffisent à donner une idée — et c'est exactement le vocabulaire du module.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CE QUE L'ENSEIGNANT REÇOIT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Et ce qu'il ne reçoit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repas raconté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Ton enregistrement et sa transcription, si tu choisis de les envoyer. Rien ne part tant que tu n'as pas cliqué.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La recommandation écrite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texte que tu déposes, tel que tu l'as écrit. Tu peux le reprendre autant de fois que tu veux.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qui n'est jamais conservé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corrections de l'assistant et la conversation du jeu de rôle. Elles servent à t'entraîner, pas à t'évaluer.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Après avoir envoyé : notez une chose que vous corrigeriez si vous recommenciez.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la plus importante pour vous.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j'ai oublié de demander ce qui était servi avec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Au 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