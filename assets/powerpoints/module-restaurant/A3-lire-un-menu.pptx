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Apporter deux ou trois menus de restaurants du quartier si possible. Beaucoup en distribuent, et la séance prend tout son sens sur du vrai.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L'ardoise sert précisément parce que le contenu change : on l'efface. C'est ce qui explique que ce soit moins cher — la cuisine a acheté en fonction.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La note lève la confusion la plus fréquente.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cette ligne sur les menus apportés. Elle est presque toujours en italique ou en plus petit.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Supplément » est le mot à ne pas manquer : il transforme un prix affiché en prix plus élevé, et il est toujours écrit petit.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calcul au tableau. C'est de l'arithmétique simple, et elle change les décisions.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de vocabulaire utile pour tout le monde, y compris les francophones venus d'ailleurs.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un vrai conseil pratique : un choix limité veut dire que les plats sont préparés d'avance.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ligne fait la démonstration du calcul de la table d'hôte. La faire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concret. Les menus rapportés servent aussi aux séances suivantes.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Lire un menu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formules, quatre prix. L'écart entre elles peut atteindre le double pour un repas comparable — et tout tient dans quelques mots.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Au restaurant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les quatre formules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la ligne qui dit ce qui est compris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mots « servi avec », « au choix », « supplément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calculer si une formule vaut la peine.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Qu'est-ce qui est écrit sur cette ardoise, à votre avis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rdoise-men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une ardoise plutôt qu'un papier imprimé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change chaque jour, dans un restaurant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plus cher ou moins cher que la carte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l'avez-vous déjà vue, une ardoise comme celle-là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formules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FORMULE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COMPREND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carte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chaque plat à son prix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menu du jour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choix limité, moins cher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table d'hôte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trois services à prix fixe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la carte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plat seul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La carte » est le document ; « à la carte » est une façon de commander.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LIGNE QUI DIT CE QUI EST COMPRIS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Servi avec », « au choix », « inclus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plats au même prix ne comprennent pas la même chose. « Servi avec soupe et café » vaut plusieurs dollars de plus que le même plat seul. C'est la petite ligne sous le prix qu'il faut lire.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MOTS À REPÉRER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mots qui changent le prix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servi avec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qui vient avec le plat, sans supplément : une soupe, une salade, un café.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au choix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décidez : « dessert au choix », « accompagnement au choix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supplément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Ça coûte plus cher. « Table d'hôte 32 $, supplément 4 $ pour le poisson » veut dire 36 $.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selon arrivage · prix du marché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Ça change chaque jour, et il faut demander le prix. Fréquent pour le poisson et les fruits de mer.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CALCUL DE LA TABLE D'HÔTE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Comparez le prix fixe au prix du plat seul.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Table d'hôte à 32 $ contre plat seul à 24 $ : les huit dollars de plus donnent une entrée et un dessert. Une soupe et un dessert commandés séparément coûteraient douze ou quatorze dollars. La formule est donc avantageuse — si on a faim.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CONFONDRE LA CARTE ET LE MENU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prendre le menu. — Lequel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En français d'ici, « le menu » désigne souvent une formule à prix fixe.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plusieurs pays, « le menu » est la liste complète. Ici, la liste complète s'appelle &lt;b&gt;la carte&lt;/b&gt;, et « le menu » désigne une formule : menu du jour, menu du midi, menu à 25 $. La confusion est fréquente et sans gravité, mais elle fait perdre du temps.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formule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 chaque situation à la formule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très faim, le soir.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n'avez pas très faim.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mangez le midi, en semaine.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goûter le poisson frais du jour.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êtes pressé.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formule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très faim, le soir.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table d'hôte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n'avez pas très faim.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la carte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mangez le midi, en semaine.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menu du midi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goûter le poisson frais du jour.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plat du jour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êtes pressé.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menu du jour — la cuisine est prête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Ça coûte combien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Calculez le prix réel.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Table d'hôte 32 $, supplément 4 $ pour le poisson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Plat seul 24 $, soupe 6 $, dessert 8 $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Menu du midi 18 $, café inclus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Plat du jour « prix du marché 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Ça coûte combien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Table d'hôte 32 $, supplément 4 $ pour le poisson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36 $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Plat seul 24 $, soupe 6 $, dessert 8 $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38 $ — la table d'hôte est plus avantageuse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Menu du midi 18 $, café inclus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18 $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Plat du jour « prix du marché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 demander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Prenez un menu réel et relevez les quatre formules et leurs prix.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menu de restaurant du quartier, ou un menu trouvé en ligne.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Calculez laquelle serait la plus avantageuse pour vous.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Au restaurant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