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d'écoute. Prévoir le son. Commencer par dire la phrase du chapeau à vitesse normale, puis lentement. L'écart frappe.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les deux phrases avant toute explication. La deuxième ressemble à un seul mot long : c'est exactement l'effet à faire vivre.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recopier. La liste des mots concernés est courte et ce sont les plus fréquents du français.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une stratégie d'écoute, pas une règle de grammaire.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clairement : plusieurs élèves croient devoir imiter ce parler rapide pour être acceptés. Ce n'est pas le 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Rassurer : entendre cette chute est le signe d'une bonne oreille, pas d'une mauvaise mémoire.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2 du module. Deux écoutes avant de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est la plus resserrée : deux mots entiers ont disparu. Elle s'entend pourtant tous les 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est la vraie stratégie du module : anticiper les questions plutôt que déchiffrer chaque syllabe.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relevés font une excellente ouverture de la séance suivante. Les décoder en groupe est souvent spectaculaire.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A2  ·  MODULE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« e » qui tombe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Qu'est-ce que vous prenez ? » devient « qu'est-c'que vous prenez ? ». Ce n'est pas de la négligence : en français parlé, beaucoup de « e » disparaissent.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Au restaurant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petits mots dont le « e » tombe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réinsérer le « e » pour retrouver la phrase écrite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rien de tout cela ne s'écrit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serveur qui parle vite.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vous entendez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J'vais prendre la table d'hôte.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Kesskvouprené ?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mots y a-t-il dans la deuxième phrase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manque-t-il, à votre avis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petits mots qui perdent leur 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 SOUVENT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prendre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j'vais prendre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qu'est-ce que vous prenez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qu'est-c'que vous prenez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ne sais pas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j'sais pas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s'il vous plaît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s'y vous plaît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je, ce, de, le, que, ne, te : ce sont eux qui perdent leur voyelle.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RÉFLEXE QUI DÉBLOQUE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Quand un groupe semble être un mot inconnu, réinsérez un « 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Kesskvouprené » redevient « qu'est-ce que vous prenez ». « J'sais pas » redevient « je ne sais pas ». Dans presque tous les cas, la phrase réapparaît d'un coup.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VOUS N'AVEZ PAS À PARLER COMME ÇA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Parler lentement et complètement est parfaitement correct.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serveur préfère largement une phrase claire à une imitation approximative. Ce qu'il faut, c'est &lt;b&gt;reconnaître&lt;/b&gt; la forme resserrée — parce que c'est celle que vous entendrez.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ÉCRIRE CE QU'ON ENTEND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J'vais prendre le poulet.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vais prendre le poulet.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Cette chute n'existe qu'à l'oral. À l'écrit, tous les « e » sont là, sans exception. « J'vais » ne s'écrit que dans les dialogues de roman, pour imiter la parole.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e tombe, ou pas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vais prendre la table d'hôte.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regarde le menu.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que vous prenez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avez fait votre choix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sais pas encore.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serait possible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e tombe, ou pas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vais prendre la table d'hôte.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tombe — j'vais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regarde le menu.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l'entend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que vous prenez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tombe — deux fois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avez fait votre choix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l'entend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sais pas encore.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tombe — et le « ne » disparaît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serait possible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l'entend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Réinsérez le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la phrase complète.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J'vais prendre le poulet.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Qu'est-c'que vous prenez ?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J'sais pas encore.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C'pas grave.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Réinsérez le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J'vais prendre le poulet.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vais prendre le poulet.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Qu'est-c'que vous prenez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Qu'est-ce que vous prenez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J'sais pas encore.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ne sais pas encore.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C'pas grave.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Ce n'est pas grave.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POURQUOI ÇA COMPTE AU RESTAURANT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raisons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Le serveur répète les mêmes phrases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Vingt fois par soir. À force, elles se resserrent — ce n'est pas contre vous.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La salle est bruyante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phrase resserrée dans le bruit devient presque inaudible. Demander de répéter est normal, y compris pour les gens d'ici.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Vous savez déjà ce qu'il va dire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Vous avez fait votre choix ? », « quelque chose à boire ? », « ensemble ou séparé ? ». Connaître les questions d'avance vaut mieux que tout entendre.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trois phrases entendues cette semaine que vous n'avez pas comprises du premier coup.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Écrivez-les comme vous les avez entendues.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Essayez de réinsérer les « e » : la phrase réapparaît-elle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Au restaurant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