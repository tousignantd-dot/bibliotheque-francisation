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bilan. Rendre tous les billets corrigés du module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mots sont la compétence la plus rentable du module. Dernier rappel.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L'eau du robinet gratuite surprend encore, à la fin du module. La redire.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formes couvrent toutes les demandes du module — et beaucoup au-delà.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Taxes comprises » et « le pourboire s'ajoute » : la distinction à retenir de tout le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reformuler chaque ligne par un élève différent avant d'afficher la colonne de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celle que les élèves rapportent le plus souvent comme 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phrase de clôture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les trois à l'écran, une minute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complète est dans l'activité interactive. La faire remplir là : elle est conservée avec les traces de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Quinze mots, six points de langue, six questions. Dernière séance : on rassemble, on révise, et chacun fait le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Au restaurant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rassembler le vocabulaire du module en quatre familles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avec les cartes mémoire, seul ou à deux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les points de langue en une phrase chacun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honnêtement ce que je suis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menu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32314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carte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0155" y="2121408"/>
            <a:ext cx="772885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liste de tout ce que le restaurant sert.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32314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menu du jour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0155" y="2909620"/>
            <a:ext cx="772885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choix limité qui change chaque jour.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32314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table d'hôte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0155" y="3697833"/>
            <a:ext cx="772885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prix fixe pour trois services.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32314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à la carte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0155" y="4486046"/>
            <a:ext cx="772885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plat seul, sans formule.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32314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plat du jour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0155" y="5274259"/>
            <a:ext cx="772885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plat préparé seulement aujourd'hui.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repas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01132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entrée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8336" y="2121408"/>
            <a:ext cx="70406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premier service : soupe, salade.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01132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plat principal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8336" y="2909620"/>
            <a:ext cx="70406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plat le plus important du repas.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01132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accompagnement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8336" y="3697833"/>
            <a:ext cx="70406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est servi à côté : riz, légumes, frites.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01132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carafe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8336" y="4486046"/>
            <a:ext cx="70406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pichet d'eau qu'on met sur la table.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01132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l'eau du robinet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18336" y="5274259"/>
            <a:ext cx="70406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L'eau ordinaire, servie gratuitement ici.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Demander poliment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9504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je voudrais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7501" y="2121408"/>
            <a:ext cx="61015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Pour dire ce qu'on veut.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9504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je prendrais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7501" y="2909620"/>
            <a:ext cx="61015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Pour commander un plat.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9504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pourriez-vous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501" y="3697833"/>
            <a:ext cx="61015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Pour demander une action.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9504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est-ce que je pourrais avoir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501" y="4486046"/>
            <a:ext cx="61015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Pour une petite chose.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9504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excusez-moi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501" y="5274259"/>
            <a:ext cx="61015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Pour attirer l'attention.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L'addition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64861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l'addition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5624" y="2121408"/>
            <a:ext cx="740338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qui donne le total à payer.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64861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taxes comprises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5624" y="2909620"/>
            <a:ext cx="740338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montant inclut déjà les taxes.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64861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pourboire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5624" y="3697833"/>
            <a:ext cx="740338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Environ 15 %, ajouté par le client.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64861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payer séparément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5624" y="4486046"/>
            <a:ext cx="740338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Chacun paie sa part.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64861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facture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5624" y="5274259"/>
            <a:ext cx="740338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reçu détaillé, utile si c'est pour le travail.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e qui tombe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réinsère-le et la phrase réapparaît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l'accueil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on attend qu'on nous place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formules du menu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quatre mots, quatre prix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autres au tableau suivant.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 (suite)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voudrais, pourriez-vous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question, pas un ordre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et signaler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signaler n'est pas se plaindre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taxes et pourboire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taxes sont dedans, le pourboire s'ajoute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QU'IL FAUT RETENIR DU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Connaître l'ordre du repas vaut mieux que tout comprendre.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Andrés n'a pas appris tout le vocabulaire de la cuisine. Il a appris ce qui va arriver, dans quel ordre, et quelle question poser à chaque moment. C'est ce qui lui permet d'inviter quelqu'un sans appréhension.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RÉVISER SEUL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le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cartes mémoire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Dans l'activité interactive, section « Je retiens des mots ». La traduction est masquée par défaut.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trois exercices de vocabulaire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mot et sa définition, le mot et l'image, le mot à écrire. Les mêmes quinze mots.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six mini-leçons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Six panneaux « En apprendre plus », avec de l'audio. Ils restent accessibles après la fin du module.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Autoévaluation : pour chaque énoncé,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comprends la différence entre la carte, le menu du jour et la table d'hôte.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signaler poliment un plat froid ou une erreur de commande.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sais calculer le pourboire et je comprends l'addition.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Au restaurant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