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courte, de vocabulaire. Elle clôt le bloc C et prépare le calcul du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amène le pain et l'eau, apportés sans qu'on les demande et gratuits. Beaucoup d'élèves ne le savent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Au choix » revient souvent : cela veut dire que le serveur vous demandera lequel vous voulez.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distinction gratuit / payant est très concrète et rarement expliquée. Elle évite des surprises sur l'addition.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les accompagnements dans les menus distribués. Ils sont presque toujours écrits.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la question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raconter au groupe : plusieurs auront vécu la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distinction eau du robinet / eau en bouteille surprend souvent. « De l'eau, s'il vous plaît » suffit pour obtenir la gratuite.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bloc C. Le travail se fait sur les menus rapportés en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C4  ·  MODULE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est servi avec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plat arrive rarement seul. Riz, légumes, frites, salade, pain, café : savoir ce qui vient avec évite de commander deux fois la même chose.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50 minutes  ·  Au restaurant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accompagnements courants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ce qui est servi avec un plat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un accompagnement quand on vous le propose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qui est gratuit et ce qui ne l'est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est dans cette assiette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ssiette-pl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est le plat principal ? Quels sont les accompagnements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Aurait-on pu les choisir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demanderiez-vous avant de commander ce plat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arrive à part, sur la table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accompagnements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0113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accompagnement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8336" y="2121408"/>
            <a:ext cx="7040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est servi à côté du plat.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0113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du riz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8336" y="2909620"/>
            <a:ext cx="7040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Accompagnement fréquent avec le poisson et la volaille.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0113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légumes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8336" y="3697833"/>
            <a:ext cx="7040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Souvent de saison, parfois « au choix ».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0113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frites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8336" y="4486046"/>
            <a:ext cx="7040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Accompagnement courant, souvent au choix avec la salade.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01132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salade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8336" y="5274259"/>
            <a:ext cx="7040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 accompagnement, ou en entrée selon la taille.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arrive à part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0097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6717" y="2121408"/>
            <a:ext cx="704228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Apporté sans qu'on le demande, gratuit, souvent renouvelé.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0097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carafe d'eau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6717" y="2909620"/>
            <a:ext cx="704228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Gratuite. Il suffit de la demander.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0097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beurre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6717" y="3697833"/>
            <a:ext cx="704228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Servi avec le pain, sans supplément.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0097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café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6717" y="4486046"/>
            <a:ext cx="704228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Payant, sauf s'il est inclus dans une formule.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0097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boisson gazeuse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6717" y="5274259"/>
            <a:ext cx="704228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Toujours payante, prix sur la carte.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plat et son accompagnement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PLAT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SERVI AVEC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truite du jour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légumes et du riz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poulet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sauce, des pommes de terre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soupe-repas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pain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sandwich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salade ou des frites, au choix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Au choix » veut dire qu'on vous demandera lequel.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DEMANDER CE QUI VIENT AVEC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C'est servi avec quoi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mots, et vous savez si vous devez commander autre chose. Cette question évite de se retrouver avec deux salades, ou avec un plat seul quand on avait faim.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COMMANDER DEUX FOIS LA MÊME CHOSE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Je prends le sandwich, et une salade en accompagnement. — Il est déjà servi avec une salade.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servi avec quoi, le sandwich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la question, on commande — et on paie — un accompagnement déjà compris. L'erreur est fréquente et se voit seulement quand l'assiette arrive.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Gratuit ou payant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Dans un restaurant d'ici.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du robinet, en carafe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pain sur la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bouteille d'eau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café, hors formule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café inclus dans le menu du midi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deuxième corbeille de pain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Gratuit ou payant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du robinet, en carafe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gratuit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pain sur la table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gratuit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bouteille d'eau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payant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café, hors formule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payant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café inclus dans le menu du midi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gratuit — c'est compris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deuxième corbeille de pain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gratuit, en général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trois plats d'un menu réel et notez ce qui est servi avec.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Recopiez la ligne du menu.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ce que vous auriez à commander en plus, s'il y a lieu.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Au restaurant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