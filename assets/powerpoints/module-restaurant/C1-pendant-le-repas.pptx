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Question d'entrée : « avez-vous déjà mangé un plat froid sans rien dire ? ». Beaucoup de mains, et souvent des sourires gênés.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à dix minutes. La dernière piste ouvre une vraie discussion interculturelle : les usages varient beaucoup, et il vaut la peine de les comparer sans hiérarchie.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Est-ce que tout va bien ? » est une question de service, posée à toutes les tables. On peut y répondre par « très bien, merci » — ou en profiter pour demander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Par exemple » à la fin d'une phrase est un usage d'ici : il veut dire « cependant », « par contre ». Le signaler, il surprend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serveur s'excuse et corrige en deux minutes. C'est la réponse normale — et c'est ce qui rassure le plus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Trois formules pour tout le repas.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Manon, et c'est le cœur du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jugement : cette retenue est très répandue, y compris chez les gens d'ici.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demandes reviennent à chaque repas. Les faire répéter, avec la formule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phrases servent au jeu de rôle de E1, cas « repas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Pendant le repas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serveur passe : « est-ce que tout va bien ? ». Le poisson d'Andrés est un peu froid. Faut-il le dire ? Il n'ose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petite chose pendant le repas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question « est-ce que tout va bien ?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signaler un plat froid ou une erreur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signaler n'est pas se plaindre.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Votre plat arrive. Il est un peu froid.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ssiette-pl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le mangez comme ça, ou vous le dites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retient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passerait-il si vous le disiez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dans votre pays, est-ce qu'on le dirait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une petite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3918" y="232257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tout va bien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3918" y="307187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 bien, merci.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3918" y="3821175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est-ce que je pourrais avoir un peu de sel,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37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08295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3918" y="4908295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de suite. Autre chose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L'hésitation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Andrés, ton poisson est comment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7047" y="26512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 bon. Un peu froid, par exemple.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7047" y="340055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Dis-le. Ils vont le réchauffer, ça arrive tout le temps.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047" y="414985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n'ose pas trop.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Signaler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3918" y="1901952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se plaindre, c'est normal. Regarde, je l'appelle.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3918" y="2651252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mon poisson est un peu froid. Est-ce que ce serait possible de le réchauffer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3918" y="3738371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sûr, je suis désolé. Je vous le rapporte dans deux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demander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petite chose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Est-ce que je pourrais avoir…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Est-ce que ce serait possible de…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Attirer l'attention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Excusez-moi…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sel, l'eau, un couvert : rien de tout cela ne dérange.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SIGNALER N'EST PAS SE PLAINDRE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restaurant préfère le savoir.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plat froid signalé se règle en deux minutes. Non signalé, il gâche le repas — et le restaurant ne saura jamais pourquoi vous n'êtes pas revenu. Ce n'est pas une plainte, c'est une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RIEN DIRE POUR NE PAS DÉRANGER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bon, je vais le manger comme 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Mon poisson est un peu froid. Est-ce que ce serait possible de le réchauffer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serveur a passé la table exprès pour poser la question. Ne rien dire ne le protège de rien : cela l'empêche seulement de faire son travail. Et vous mangez un plat froid que vous avez payé.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 vient demander si tout va bien.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Andrés demande du sel sèchement.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poisson est trop chaud.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veut le dire tout de suite.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lui dit que ce n'est pas se plaindre.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 refuse de le réchauffer.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 vient demander si tout va bien.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Andrés demande du sel sèchement.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emploie une forme polie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poisson est trop chaud.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 peu froid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veut le dire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n'ose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lui dit que ce n'est pas se plaindre.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 refuse de le réchauffer.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s'excuse et le fait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DEMANDE PENDANT LE REPAS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ordinaires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Du sel, du poivre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Apportés en moins d'une minute. Personne ne s'en formalise.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 l'eau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carafe se remplit sans qu'on la paie. « Est-ce qu'on pourrait avoir de l'eau, s'il vous plaît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couvert, une serviette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en manque un, on le dit. C'est une erreur de dressage, pas une exigence.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Du 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 renouvelé gratuitement si on le demande.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demandes pour pendant le repas.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petites choses, une correction, une façon d'attirer l'attention.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les formules du tableau.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