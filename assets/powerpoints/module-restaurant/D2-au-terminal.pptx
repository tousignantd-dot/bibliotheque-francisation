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très concrète. Si vous avez un vieux terminal ou une capture d'écran, projetez-la : l'ordre des écrans est ce qui déroute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ont déjà été surpris de voir le pourboire demandé avant le code. C'est l'ordre standard ici, et il n'est pas intuitif.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: connaître l'ordre évite la panique devant l'appareil.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sur cinq montants au tableau : après cinq fois, c'est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pratique important. L'option existe sur tous les terminaux, mais elle est écrite petit, en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beaucoup de gens se sentent observés et paient plus qu'ils ne voulaient.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calcul à voix haute avant d'afficher. La méthode se voit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échanges à deux. Ce sont des phrases très courtes, faciles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utile aux élèves qui travaillent : les repas d'affaires ou de déplacement se remboursent sur facture.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D. Cet échange est le cas « addition »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terminal demande le pourboire avant le code, et propose des pourcentages calculés après taxes. « Autre montant » permet de décider soi-même.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l'ordre des écrans du terminal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quinze pour cent de tête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autre montant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du paiement.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 demande cet appareil, et dans quel ordre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rminal-pourbo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apparaît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veulent dire les pourcentages proposés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Peut-on entrer un autre montant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déjà surpris avec ces appareils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L'ordre des écrans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débit ou crédit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pourboire — pourcentage ou autre montant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code, ou la puce sans contact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reçu : papier, courriel, ou aucun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pourboire vient AVANT le code. C'est ce qui surprend.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CALCULER QUINZE POUR CENT DE TÊTE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dixième du montant, plus la moitié de ce dixième.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50 $ › 5 + 2,50 = 7,50 $. 40 $ › 4 + 2 = 6 $. 80 $ › 8 + 4 = 12 $. La méthode marche pour n'importe quel montant, en deux secondes, sans calculatrice.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AUTRE MONTANT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bas de l'écran, pour entrer son propre chiffre.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pourcentages proposés sont souvent calculés &lt;b&gt;après&lt;/b&gt; taxes, ce qui donne un montant plus élevé que 15 % du montant avant taxes. « Autre montant » permet d'entrer exactement ce qu'on veut — et personne ne le voit.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 SENTIR OBLIGÉ PAR LES POURCENTAGES PROPOSÉS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propose 18, 20 et 25 %. Je prends 18 %.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Autre montant » : j'entre 15 % du montant avant taxes.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pourcentages proposés sont un choix du commerçant, pas une règle. Ils partent souvent de 18 % et sont calculés après taxes. Vous n'êtes tenu à aucun d'eux — et le serveur ne voit pas ce que vous choisissez.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pourboire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pour cent, de tête.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50 $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80 $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100 $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pourboire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3 $ — 2 + 1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6 $ — 4 + 2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50 $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7,50 $ — 5 + 2,50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9 $ — 6 + 3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80 $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12 $ — 8 + 4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100 $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15 $ — 10 + 5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répondez-vous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serveur ou le terminal pose la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Ensemble ou séparé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payez comment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voulez la facture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terminal propose 18, 20, 25 %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Autre chose avec ça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répondez-vous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Ensemble ou séparé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Séparément, s'il vous plaît. / Ensemble.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payez comment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Débit,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voulez la facture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s'il vous plaît. / Non merci.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terminal propose 18, 20, 25 %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Autre montant », puis mon chiffre.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Autre chose avec ça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merci, ça 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PRÉCAUTIONS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payer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Décider ensemble ou séparé avant de demander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fois l'addition imprimée, la séparer prend plusieurs minutes — et parfois c'est refusé.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Vérifier le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ligne de trop arrive. Un coup d'œil de dix secondes suffit, et personne ne s'en offusque.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Garder la facture si c'est pour le travail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Vous voulez la facture ? » : dites oui. Sans elle, aucun remboursement n'est 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l'échange complet de la fin d'un repas.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demandez l'addition, le serveur répond, vous payez.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répliques, et le calcul du pourboire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