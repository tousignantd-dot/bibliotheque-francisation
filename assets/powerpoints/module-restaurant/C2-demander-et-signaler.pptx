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 déguisée en grammaire. Prévoir beaucoup de temps de pratique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Deux formules couvrent tout un repas.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gestes varient beaucoup d'un pays à l'autre : en parler ouvertement évite des malaises.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formulation de la quatrième carte : on donne un fait et une durée, sans accusation. C'est ce qui fait avancer les choses.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limite est aussi importante que la permission. Elle évite des situations désagréables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surcompensent par crainte de mal faire. Le dire explicitement soulage.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formulations sont bonnes. Vérifier que la forme est adoucie et que « s'il vous plaît »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la règle : le restaurant peut-il y faire quelque chose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de pratique à deux. C'est la partie la plus utile de la séance — faire tourner les rôles.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Ces échanges préparent le cas « repas »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et signaler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formules suffisent : une pour les petites choses, une pour ce qui demande du travail. Et un mot pour attirer l'attention.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est-ce que je pourrais avoir » pour une petite chose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est-ce que ce serait possible de » pour une correction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attirer l'attention avec « excusez-moi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se signale de ce qui ne se signale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formules, deux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sel, de l'eau, un couvert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Est-ce que je pourrais avoir…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Réchauffer, refaire, changer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Est-ce que ce serait possible de…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Attirer l'attention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Excusez-moi, quand vous aurez un moment.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deuxième est plus douce parce qu'elle fait bouger la cuisine.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POUR ATTIRER L'ATTENTION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mot, un regard, une main légèrement levée.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Excusez-moi » suffit. On ne claque pas des doigts, on ne dit pas « eh ! », on n'appelle pas à voix haute d'un bout à l'autre de la salle. Si le serveur est occupé, « quand vous aurez un moment » dit que ce n'est pas urgent — et il revient dès qu'il peut.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SE SIGNALE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cas, tous ordinaires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Un plat froid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se réchauffe en deux minutes. C'est le cas le plus fréquent et le plus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Une erreur de commande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sauce non demandée, un plat qui n'est pas le vôtre. On le dit — la cuisine note l'erreur.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Un verre ou un couvert sale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Question d'hygiène. On le dit sans hésiter, et on ne s'excuse pas de le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Une attente anormale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Quarante minutes sans plat, ce n'est pas normal. « Excusez-moi, nous avons commandé il y a quarante minutes » suffit — c'est un fait, pas un reproche.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NE SE SIGNALE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relève du goût personnel, ou du prix.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n'aime pas le goût » n'est pas un problème de service : le plat est bien fait, il ne vous plaît pas. Et le prix ne se discute pas avec le serveur, qui ne le fixe pas. La règle simple : si le restaurant peut y faire quelque chose, on le dit.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S'EXCUSER LONGUEMENT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7181A"/>
                </a:solidFill>
                <a:latin typeface="Verdana"/>
              </a:rPr>
              <a:t>Je suis vraiment désolé de vous déranger, je sais que vous êtes très occupé, mais…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Excusez-moi, est-ce que je pourrais avoir un peu de sel, s'il vous plaît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demande ordinaire n'a pas besoin d'être justifiée. Trois mots et la demande : c'est plus rapide pour vous et pour le serveur, et cela met tout le monde à l'aise.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du sel.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plat est froid.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de l'eau.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une fourchette.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l'addition.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du sel.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avoir un peu de sel, s'il vous plaît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plat est froid.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ce serait possible de le réchauffer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de l'eau.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Pourriez-vous nous apporter de l'eau, s'il vous plaît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une fourchette.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Excusez-moi, il manque un couvert.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l'addition.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Pourriez-vous m'apporter l'addition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qu'on le dit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un restaurant d'ici, signale-t-on cela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plat est froid.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J'avais demandé sans sauce et il y en 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n'aime pas le goût.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verre est sale.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restaurant est bruyant.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commande n'est pas arrivée après quarante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qu'on le dit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plat est froid.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J'avais demandé sans sauce et il y en 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n'aime pas le goût.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c'est un goût personnel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verre est sale.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restaurant est bruyant.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le restaurant n'y peut rien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commande n'est pas arrivée après quarante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JOUER LA SCÈNE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 à deux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plat froid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L'un joue le client, l'autre le serveur. Le serveur s'excuse et propose de le réchauffer.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sauce non demandée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client signale sans exiger. Le serveur propose de refaire le plat ; le client peut refuser.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client donne un fait et une durée. Le serveur va vérifier en cuisine.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court échange : vous signalez quelque chose, le serveur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 répliques : vous, lui, vous, lui.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excusez-moi » et une des deux formules.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