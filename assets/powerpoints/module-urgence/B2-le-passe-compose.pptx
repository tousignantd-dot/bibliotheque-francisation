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longue et centrale. Prévoir une pause au milieu, après l'auxiliaire être. Ne pas essayer d'aller plus vite : c'est le savoir que tout le module réutilise.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moitiés au tableau, dans deux couleurs. Beaucoup d'élèves écrivent « j'appelé » ou « elle arrivée » : l'auxiliaire manquant est l'erreur la plus fréquente.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Avec avoir, le participe ne change jamais de forme. C'est le cas le plus simple : commencer par lui et l'installer solidement.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liste au tableau et la laisser toute la séance. Ne pas chercher de règle : c'est une liste, elle s'apprend comme telle.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l'accord de l'adjectif travaillé en A4. C'est exactement la même logique, appliquée à un autre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très utile et rarement enseignée : elle relie le passé composé à la négation du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l'auxiliaire à voix haute avant d'écrire. C'est ce choix qui détermine tout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fautive à voix haute : le groupe entendra qu'il manque quelque chose, même sans savoir 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côte à côte : « elle est arrivée » et « elle a mis ». Le même sujet, deux traitements opposés.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sont appariés deux par deux : même sujet, deux auxiliaires. Corriger par paires pour que le contraste soit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premiers prennent avoir, le dernier prend être. Le faire remarquer : « venir » est dans la liste des verbes de déplacement.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transformation. Faire souligner l'auxiliaire dans chaque réponse avant de corriger le participe.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item est libre : c'est celui qui montre si le savoir est transférable. Circuler et corriger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 et rendre à la séance suivante : cette notion demande une rétroaction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passé composé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L'huile a éclaboussé », « elle est arrivée » : deux verbes au passé, deux auxiliaires différents. Choisir le bon est la difficulté centrale du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passé composé : auxiliaire au présent + participe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avoir et être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quand l'auxiliaire est être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accident au passé composé.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Auxiliaire au présent, puis participe passé. Deux mots, toujours.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J'ai appelé. Elle est arrivée. Le premier mot dit qui et quand, le second dit quoi. On ne peut jamais en enlever 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grande majorité des verbes : 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 appelé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appelé Info-Santé.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 as mis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as mis de l'eau froide.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a éclaboussé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L'huile a éclaboussé son bras.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31596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avons mis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31596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avons mis le bras sous l'eau.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15721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15721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avez percé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15721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percé la cloque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PETIT GROUPE QUI PREND ÊTRE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Aller, venir, arriver, partir, entrer, sortir, monter, descendre, tomber, rester, naître, mourir.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presque tous des verbes de déplacement ou de changement d'état. Ils sont peu nombreux, et ils reviennent constamment : il faut les connaître par cœur.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être, le participe s'accorde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MARQUE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arrivé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rien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arrivée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sont arrivés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sont arrivées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e et un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participe se comporte comme un adjectif : il s'accorde avec le sujet, en genre et en nombre.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Avec avoir, pas d'accord avec 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Elle a mis » — pas de e. Beaucoup d'élèves accordent par réflexe. Avec avoir, le participe ne bouge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Les participes irréguliers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Mettre donne mis, prendre donne pris, faire donne fait, voir donne vu. Ils s'apprennent un par un, comme du vocabulaire.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négation encadre l'auxiliaire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n'ai pas appelé » — ne et pas entourent « ai », pas le participe. Le verbe conjugué, c'est l'auxiliaire.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Passer peut prendre les deux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suis passé à l'urgence » (déplacement) ou « j'ai passé une radiographie » (faire quelque chose). Deux sens, deux auxiliaires.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ou être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l'auxiliaire avant d'écrire le participe.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(éclabousser) ___ son avant-bras.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Mathieu (appeler) ___ Info-Santé.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 (arriver) ___ à l'urgence vers 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(mettre) ___ le bras sous l'eau froide.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secours (partir) ___ tout de suite.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médecin (nettoyer) ___ la plaie.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ou être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(éclabousser) ___ son avant-bras.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éclaboussé — avoir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Mathieu (appeler) ___ Info-Santé.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appelé — avoir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Fatou (arriver) ___ à l'urgence vers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arrivée — être, accord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(mettre) ___ le bras sous l'eau froide.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avons mis — avoir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secours (partir) ___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sont partis — être, accord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médecin (nettoyer) ___ la plaie.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nettoyé — avoir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L'AUXILIAIRE OUBLIÉ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arrivée à l'urgence.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est arrivée à l'urgence.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passé composé est fait de deux mots. Sans l'auxiliaire, il ne reste qu'un participe, qui fonctionne comme un adjectif : « elle arrivée » ne veut rien dire. C'est l'erreur la plus fréquente à l'écrit et elle vient de ce qu'on n'entend presque pas « est » dans la phrase parlée.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L'ACCORD AVEC AVOIR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mise le bras sous l'eau.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mis le bras sous l'eau.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l'auxiliaire avoir, le participe ne s'accorde pas avec le sujet. Le réflexe d'accorder vient de l'auxiliaire être, où l'accord est obligatoire. La règle est simple : être accorde, avoir n'accorde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le participe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L'auxiliaire est donné. Accordez seulement quand c'est être.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(arriver) ___ à onze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(mettre) ___ son bras sous l'eau.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sont (partir) ___ en ambulance.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(appeler) ___ le 911.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infirmières sont (rester) ___ avec elle.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infirmières ont (poser) ___ un pansement.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le participe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(arriver) ___ à onze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arrivée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(mettre) ___ son bras sous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mis — pas d'accord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sont (partir) ___ en ambulance.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partis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(appeler) ___ le 911.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appelé — pas d'accord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infirmières sont (rester) ___ avec 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restées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infirmières ont (poser) ___ un pansement.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posé — pas d'accord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participes irréguliers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78808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PARTICIPE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mettre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mis de l'eau froide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prendre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pris ma tension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 fait une radiographie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vu le médecin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55371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55371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55371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m'a dit de ne pas y toucher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52669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2688" y="5394959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4794" y="5394959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venu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6900" y="5394959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venue me chercher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aux participes irréguliers.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mets mon bras sous l'eau froide.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vient me chercher à l'hôpital.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faisons une radiographie.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voient le médecin à 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dit de ne rien percer.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mets mon bras sous l'eau froide.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mis mon bras sous l'eau froide.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vient me chercher à l'hôpital.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est venue me chercher à l'hôpital.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faisons une radiographie.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avons fait une radiographie.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voient le médecin à 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Ils ont vu le médecin à 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dit de ne rien percer.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L'infirmière a dit de ne rien percer.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par situation, toutes au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L'accident de Fatou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journée d'hier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visite à l'hôpital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au passé composé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L'accident de Fatou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L'huile a éclaboussé son bras. Elle a mis son bras sous l'eau froide. Elle est arrivée à l'urgence vers midi.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propre journée d'hier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Réponse personnelle — au moins un verbe avec être.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visite à l'hôpital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suis arrivé à l'accueil. J'ai attendu deux heures. Le médecin m'a vu.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au passé composé sur une journée de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une avec l'auxiliaire être, et accordée correctement.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l'auxiliaire dans chaque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