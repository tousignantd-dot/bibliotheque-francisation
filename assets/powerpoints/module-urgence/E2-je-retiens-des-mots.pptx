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 par le groupe.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au passé composé : cela révise les deux savoirs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une dernière fois que chacun a le 811 dans son téléphone. C'est le savoir le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Un savoir de premiers soins qui se transmet vaut mieux qu'un savoir qui reste dans un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blessure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brûlure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0963" y="2121408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blessure causée par la chaleur, le feu ou un liquide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cloque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0963" y="2778252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poche de liquide sur la peau brûlée.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963" y="3435096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blessure ouverte sur la peau.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deuxième degré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0963" y="4091939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niveau d'une brûlure avec des cloques.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cicatrice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0963" y="4748784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marque qui reste sur la peau après une blessure.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éclabousser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0963" y="5405628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Projeter un liquide en gouttes.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358" y="212140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pose sur une plaie pour la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désinfecter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8358" y="2778252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Nettoyer pour éliminer les microbes.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points de suture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8358" y="3435096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fils pour refermer une plaie.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radiographie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8358" y="4091939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image des 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prise de sang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358" y="4748784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prélèvement pour analyser le sang.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compresse stérile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8358" y="540562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tissu propre pour couvrir une plaie.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L'hôpital et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8905" y="2121408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ligne téléphonique, le 811, où une infirmière conseille.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l'urgence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8905" y="2909620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service de l'hôpital pour les cas qui ne peuvent pas attendre.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8905" y="3697833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les gens attendent leur tour.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 de maladie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8905" y="4486046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Des jours autorisés pour ne pas travailler quand on est blessé.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8905" y="5274259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vient avec le patient.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9194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u et 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lèvres pareilles, la langue différente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groupe du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déterminant, nom, adjectif, accordés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passé composé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auxiliaire au présent + participe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pronominaux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être, accord avec le sujet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78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pronoms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devant le verbe conjugué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64536"/>
          </a:xfrm>
          <a:prstGeom prst="roundRect">
            <a:avLst>
              <a:gd name="adj" fmla="val 529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L'appartenance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déterminant s'accorde avec l'objet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La partie du corps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l'article, pas le possessif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La question polie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conditionnel change le rapport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Le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nouvelles, souhait, offre concrète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D2, E1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1279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06882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Réagir dans les premières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 l'eau fraîche qui coule, quinze minutes. Retirer les bagues. Ne rien mettre d'autre sur la peau.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Appeler le bon numéro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911 si la vie est en danger. 811 dans tous les cas de doute. Et l'adresse en premier, toujours.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Raconter ce qui est arrivé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que je faisais, ce qui est arrivé, ce que ça m'a fait, ce que j'ai fait. Au passé composé, dans l'ordre.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Demander poliment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Pourriez-vous, auriez-vous, est-ce que je pourrais. À l'accueil, au téléphone, partout.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petite poche de liquide sur la peau brûlée.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fils pour refermer une plaie.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Projeter un liquide en gouttes.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Nettoyer pour éliminer les microbes.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d'Info-Santé.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quand la vie est en danger.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petite poche de liquide sur la peau brûlée.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cloque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fils pour refermer une plaie.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points de suture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Projeter un liquide en gouttes.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éclabousser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Nettoyer pour éliminer les microbes.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désinfecter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d'Info-Santé.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811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quand la vie est en danger.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911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faire dans la première minute d'une brûlure.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choisir entre le 911 et le 811.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 accident au passé composé.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« je me suis coupé le doigt » sans me tromper.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polie à l'accueil.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message à une personne blessée.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faire dans la première minute d'une brûlure.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C4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choisir entre le 911 et le 811.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 accident au passé composé.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« je me suis coupé le doigt » sans me tromper.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polie à l'accueil.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message à une personne blessée.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D2,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geste du module que vous avez déjà expliqué à quelqu'un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maison, au travail, à un ami.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aucun, nommez celui que vous expliquerez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