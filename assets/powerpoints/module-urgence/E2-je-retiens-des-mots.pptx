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Ton différent des autres : on ne présente rien de nouveau. Laisser beaucoup de place aux questions restées en suspens.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donner les définitions par le groupe. Puis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complète avec chaque mot, au passé composé : cela révise les deux savoirs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Vérifier une dernière fois que chacun a le 811 dans son téléphone. C'est le savoir le plus utile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règle avant d'afficher la colonne du milieu. Ce qui ne revient pas est ce qu'il faut retravailler.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colonne. Le module reste ouvert dans le portail : chacun peut y revenir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lequel des quatre lui paraît le plus solide, et lequel le moins. Personne ne doit répondre « tous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individuel, cahier fermé, cinq minutes. Corriger ensemble sans compter les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n'est pas une correction : c'est l'adresse où retourner. Le dire clairement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Un savoir de premiers soins qui se transmet vaut mieux qu'un savoir qui reste dans un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du module. On rassemble le vocabulaire, on revoit les savoirs, et chacun fait le point sur ce qu'il est maintenant capable de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mots essentiels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les savoirs travaillés et savoir où chacun sert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retourner chercher ce qui n'est pas encore acquis.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blessure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939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brûlure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0963" y="2121408"/>
            <a:ext cx="735804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blessure causée par la chaleur, le feu ou un liquide chaud.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6939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cloque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0963" y="2778252"/>
            <a:ext cx="735804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petite poche de liquide sur la peau brûlée.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6939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plaie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963" y="3435096"/>
            <a:ext cx="735804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blessure ouverte sur la peau.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6939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deuxième degré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0963" y="4091939"/>
            <a:ext cx="735804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niveau d'une brûlure avec des cloques.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6939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cicatrice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0963" y="4748784"/>
            <a:ext cx="735804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marque qui reste sur la peau après une blessure.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69395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éclabousser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0963" y="5405628"/>
            <a:ext cx="735804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Projeter un liquide en gouttes.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soins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pansement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8358" y="2121408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pose sur une plaie pour la protéger.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désinfecter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8358" y="2778252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Nettoyer pour éliminer les microbes.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points de suture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8358" y="3435096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fils pour refermer une plaie.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radiographie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8358" y="4091939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image des 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prise de sang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8358" y="4748784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prélèvement pour analyser le sang.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18135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compresse stérile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8358" y="5405628"/>
            <a:ext cx="687064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tissu propre pour couvrir une plaie.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L'hôpital et le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918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Info-Santé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8905" y="2121408"/>
            <a:ext cx="70601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ligne téléphonique, le 811, où une infirmière conseille.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9918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l'urgence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8905" y="2909620"/>
            <a:ext cx="70601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service de l'hôpital pour les cas qui ne peuvent pas attendre.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9918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salle d'attente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8905" y="3697833"/>
            <a:ext cx="70601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où les gens attendent leur tour.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9918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congé de maladie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8905" y="4486046"/>
            <a:ext cx="70601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Des jours autorisés pour ne pas travailler quand on est blessé.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99189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accompagnateur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8905" y="5274259"/>
            <a:ext cx="706010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vient avec le patient.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91940"/>
          </a:xfrm>
          <a:prstGeom prst="roundRect">
            <a:avLst>
              <a:gd name="adj" fmla="val 357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u et 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lèvres pareilles, la langue différente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083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36392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Le groupe du nom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36392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déterminant, nom, adjectif, accordés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36392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4903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77055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Le passé composé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877055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auxiliaire au présent + participe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877055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2382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66259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Les pronominaux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366259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toujours être, accord avec le sujet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366259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978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106924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Les pronoms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5106924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toujours devant le verbe conjugué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5106924"/>
            <a:ext cx="322265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module,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64536"/>
          </a:xfrm>
          <a:prstGeom prst="roundRect">
            <a:avLst>
              <a:gd name="adj" fmla="val 529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L'appartenance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déterminant s'accorde avec l'objet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partie du corps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l'article, pas le possessif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question polie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conditionnel change le rapport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4774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message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4774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nouvelles, souhait, offre concrète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4774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D2, E1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1279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06882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Neuf savoirs pour un module. Chacun renvoie à une séance : c'est là qu'il faut retourner si la règle ne revient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QUATRE GESTES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Réagir dans les premières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 l'eau fraîche qui coule, quinze minutes. Retirer les bagues. Ne rien mettre d'autre sur la peau.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Appeler le bon numéro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911 si la vie est en danger. 811 dans tous les cas de doute. Et l'adresse en premier, toujours.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Raconter ce qui est arrivé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que je faisais, ce qui est arrivé, ce que ça m'a fait, ce que j'ai fait. Au passé composé, dans l'ordre.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A5335F"/>
                </a:solidFill>
                <a:latin typeface="Verdana"/>
              </a:rPr>
              <a:t>Demander poliment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Pourriez-vous, auriez-vous, est-ce que je pourrais. À l'accueil, au téléphone, partout.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mot qui correspond à la définition.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petite poche de liquide sur la peau brûlée.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fils pour refermer une plaie.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Projeter un liquide en gouttes.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Nettoyer pour éliminer les microbes.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d'Info-Santé.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quand la vie est en danger.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petite poche de liquide sur la peau brûlée.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cloque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fils pour refermer une plaie.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points de suture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Projeter un liquide en gouttes.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éclabousser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Nettoyer pour éliminer les microbes.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désinfecter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d'Info-Santé.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811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quand la vie est en danger.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911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je sais faire, presque, ou pas encore.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quoi faire dans la première minute d'une brûlure.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choisir entre le 911 et le 811.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raconter un accident au passé composé.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« je me suis coupé le doigt » sans me tromper.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poser une question polie à l'accueil.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message à une personne blessée.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quoi faire dans la première minute d'une brûlure.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A1, C4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choisir entre le 911 et le 811.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A3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raconter un accident au passé composé.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B1, B2, B4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dire « je me suis coupé le doigt » sans me tromper.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B3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poser une question polie à l'accueil.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D2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 message à une personne blessée.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D2, E1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 geste du module que vous avez déjà expliqué à quelqu'un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la maison, au travail, à un ami.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n'y en a aucun, nommez celui que vous expliquerez cette semaine.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