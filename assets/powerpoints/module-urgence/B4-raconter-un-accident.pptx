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production orale. Prévoir la disposition en dyades. Les billets de B1 servent de matière première : les rendre au début.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minutes en grand groupe. Faire raconter par trois élèves différents et comparer les récits : l'ordre change, les informations aussi.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choix par la question de A3 : est-ce que la vie est en danger maintenant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quatre étiquettes sont celles de B1 ; les temps verbaux sont ceux de B2 et B3. Cette séance ne fait que les mettre ensemble.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Relier à la négation du module 1. Faire produire trois phrases négatives sur les premiers soins.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récit se termine par « il ne s'est pas brûlé ». Faire remarquer que la phrase négative est ce qui change tout le diagnostic.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chaque récit debout, sans notes. Corriger uniquement les auxiliaires : c'est le point de contrôle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Erreur systématique en début de module. La corriger doucement mais chaque fois : c'est par la répétition qu'elle disparaît.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temps est le plus formateur : répéter le récit d'une autre personne oblige à l'avoir compris. Quinze minutes, puis on échange.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Ces billets préparent directement E1, où le même récit sera raconté au téléphone puis écrit dans un message.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B4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Raconter un accident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Quatre accidents, quatre récits. Ce qui les distingue n'est pas la gravité : c'est ce qu'il fallait faire dans les premières minutes.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Une urgence au travail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raconter un accident à voix haute, au passé composé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un accident grave à sa description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ce qu'on a fait et ce qu'on n'a pas fait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les questions qu'un témoin doit poser.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MISE EN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Qu'est-ce qui est arrivé, et qu'est-ce qu'il fallait faire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cheville-foule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019452"/>
            <a:ext cx="3760927" cy="376092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Racontez ce que vous voyez, au passé composé.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 a été le premier geste à faire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un cas pour le 911, le 811, ou la clinique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88950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999228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507238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Quelle question poseriez-vous à la personne blessée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accidents et le bon service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597633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SITUATION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28479" y="1975104"/>
            <a:ext cx="391107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SERVICE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597633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une douleur à la poitrine et au bras gauche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28479" y="2395728"/>
            <a:ext cx="391107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911, sans attendre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597633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une cheville tordue qui a enflé tout de suite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28479" y="2935224"/>
            <a:ext cx="391107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clinique, aujourd'hui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597633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un genou bloqué après un coup au soccer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28479" y="3474720"/>
            <a:ext cx="391107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clinique ou l'urgence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59763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un enfant qui a touché un bouton de cuisinière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28479" y="4014215"/>
            <a:ext cx="391107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811, pour un conseil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MODÈLE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récit en quatre phrases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que je faisais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l'imparfait ou au passé composé simple : « je travaillais en cuisine », « je descendais l'escalier ». C'est le décor.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qui est arrivé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 passé composé : « l'huile a éclaboussé », « j'ai glissé ». C'est l'événement, et il est bref.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que ça m'a fait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Verbe pronominal, au passé composé : « je me suis brûlé le bras », « je me suis tordu la cheville 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que j'ai fait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premiers soins, au passé composé : « j'ai mis mon bras sous l'eau », « j'ai appelé le 811 ».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PHRASE QU'ON OUBLIE TOUJOURS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Dites aussi ce que vous n'avez PAS fait.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Je n'ai pas percé les cloques. » « Je n'ai rien mis sur la peau. » Ces phrases négatives rassurent le soignant et évitent des questions. C'est exactement ce que Fatou dit au médecin.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Associez le récit et l'accident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Quatre récits, quatre situations.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Il est devenu pâle et a serré sa poitrine. La douleur est descendue dans son bras gauche.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J'ai mal posé le pied pendant ma course. Ma cheville a enflé tout de suite.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 joueur m'a frappé la jambe. Je suis tombé et mon genou a bloqué.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Mon petit s'est approché de la cuisinière et a touché un bouton.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Associez le récit et l'accident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Il est devenu pâle et a serré sa poitrine. La douleur est descendue dans son bras gauche.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une possible crise cardiaque — le 911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J'ai mal posé le pied pendant ma course. Ma cheville a enflé tout de suite.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une entorse — la clinique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 joueur m'a frappé la jambe. Je suis tombé et mon genou a bloqué.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une blessure au genou — la clinique ou l'urgence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Mon petit s'est approché de la cuisinière et a touché un bouton.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une peur sans blessure — le 811 au besoin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Racontez, en quatre phrases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Ce que je faisais · ce qui est arrivé · ce que ça m'a fait · ce que j'ai fait.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Fatou, en cuisine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1324356"/>
          </a:xfrm>
          <a:prstGeom prst="roundRect">
            <a:avLst>
              <a:gd name="adj" fmla="val 1104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73354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79755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1050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chute dans un escalier mouillé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70662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501700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508101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86206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coupure en déchargeant un camion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Racontez, en quatre phrases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Fatou, en cuisine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travaillais en cuisine. L'huile a éclaboussé. Je me suis brûlé l'avant-bras. J'ai mis mon bras sous l'eau froide quinze minutes.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1324356"/>
          </a:xfrm>
          <a:prstGeom prst="roundRect">
            <a:avLst>
              <a:gd name="adj" fmla="val 11047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73354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79755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1050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chute dans un escalier mouillé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descendais l'escalier. J'ai glissé sur une marche mouillée. Je me suis tordu la cheville. J'ai mis de la glace et j'ai appelé le 811.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70662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501700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508101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86206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coupure en déchargeant un camion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déchargeais un camion. Une caisse a glissé. Je me suis coupé la main. J'ai comprimé avec un linge propre.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DU PRÉSENT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travaille en cuisine et l'huile éclabousse mon bras.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travaillais en cuisine et l'huile a éclaboussé mon bras.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Raconter un accident au présent est très fréquent chez les élèves, parce que c'est le temps qu'on maîtrise le mieux. Mais le médecin a besoin de savoir que c'est fini : le passé composé le dit, le présent ne le dit pas.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Jeu de rôle · le témoin et le blessé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À deux. L'un est blessé, l'autre pose les questions et appelle le 811.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témoin ouvre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blessé raconte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témoin vérifie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témoin appelle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Racontez un accident en quatre phrases, au passé composé.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des quatre doit être négative : ce que vous n'avez pas fait.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Soulignez les auxiliaires : avoir ou être.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Une urgence au travail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