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une vraie trousse de premiers soins si l'établissement en a une. Faire nommer les objets avant d'ouvrir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cinq des six noms sont accompagnés d'un adjectif : stérile, élastique, jetables, de survie. C'est le sujet de la deuxième partie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un savoir pratique : au travail, on n'a pas toujours de gants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une brûlure superficielle » au tableau et entourer les trois marques du féminin. Elles sont visibles sur les trois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Choisir un adjectif en -e est volontaire : il isole le pluriel du féminin. Faire ensuite le même tableau avec « vif, vive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la troisième ligne à ce niveau. La mentionner et passer : c'est une curiosité, pas une règle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rapide. Enchaîner sur l'écriture, qui est le vrai objet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2 et 5 demandent de déplacer l'adjectif avant le nom. Le signaler seulement à la correction : c'est le piège utile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six réponses de l'exercice précédent en vérifiant uniquement les terminaisons d'adjectif.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 adjectif juste, pas seulement celui du corrigé. Ce qui compte est l'accord, pas le choix du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les accords. Rendre à la séance suivante, avant le passé composé, où l'accord du participe reprendra la même logique.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trousse de premiers 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objets qu'on trouve dans toute trousse, et une règle d'écriture : nommer précisément suppose d'accorder correctement. « Une compresse stérile », pas « un compresse stérile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objets d'une trousse de premiers soins et dire à quoi ils servent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 groupe du nom : déterminant, nom, adjectif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l'adjectif en genre et en nombre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place l'adjectif en français.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objets et leur usage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QUOI IL 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compresse stérile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couvrir une plaie sans la contaminer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désinfectant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éliminer les microbes sur la peau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pince à échardes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retirer un petit corps étranger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bandage élastique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maintenir une articulation foulée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des gants jetables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protéger la personne qui soigne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couverture de survie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9742" y="5093207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garder au chaud une personne en état de choc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sur les gants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Ils protègent celui qui soigne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Pas seulement le blessé. Le sang d'une autre personne peut transmettre des infections : les gants sont d'abord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Un seul usage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Jetables » veut dire qu'on les jette après une seule utilisation, même s'ils paraissent propres.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À défaut de gants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sac de plastique propre sur la main, ou faire comprimer la plaie par le blessé lui-même avec un linge propre.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Se laver les mains avant et 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Même avec des gants. C'est le geste le plus efficace de tous les premiers soins, et le plus souvent oublié.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GROUPE DU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Déterminant + nom + adjectif : une brûlure superficielle.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trois mots vont ensemble et changent ensemble. Si le nom est féminin, le déterminant et l'adjectif le sont aussi. S'il est pluriel, les trois le sont.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L'accord en genre et en nombre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GENRE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pansement propre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singulier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plaie propre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singulier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des pansements propres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des plaies propres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Propre » finit déjà par un e : il ne change pas au féminin, mais il prend le s au pluriel.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place l'adjectif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ADJECTIFS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après le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grande majorité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douleur vive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avant le nom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petit, grand, beau, bon, nouveau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petite cloque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deux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quelques-uns, avec un sens différent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ancien collègue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10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66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cas de doute, placez l'adjectif après le nom : c'est correct dans la grande majorité des cas.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 et son 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objet à ce qu'il sert à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compresse stérile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désinfectant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pince à échardes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bandage élastique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gants jetables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couverture de survie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 et son 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compresse stérile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couvrir une plaie sans la contaminer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désinfectant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éliminer les microbes sur la peau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pince à échardes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retirer un petit corps étranger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bandage élastique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maintenir une articulation foulée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gants jetables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protéger la personne qui soigne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couverture de survie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garder au chaud une personne en état de choc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Accordez le déterminant et l'adjectif avec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brûlure + (superficiel)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cloque + (petit)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(le) pansement + (propre)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douleur + (vif)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plaie + (profond)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gant + (jetable)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brûlure + (superficiel)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brûlure superficielle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cloque + (petit)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petites cloques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(le) pansement + (propre)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pansement propre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douleur + (vif)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douleurs vives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plaie + (profond)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plaie profonde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gant + (jetable)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gants jetables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L'ADJECTIF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plaies profond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plaies profondes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L'adjectif s'accorde toujours avec le nom qu'il accompagne, même quand il en est séparé par d'autres mots. C'est l'erreur la plus visible à l'écrit, et elle ne s'entend presque jamais à l'oral : il faut donc la chercher en relisant.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la blessure en un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Déterminant, nom, adjectif — accordés.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brûlure qui ne touche que le dessus de la peau.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coupures qui saignent beaucoup.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pansement qu'on vient de changer.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douleurs qui reviennent par à-coups.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la blessure en un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brûlure qui ne touche que le dessus de la peau.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brûlure superficielle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coupures qui saignent beaucoup.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coupures profondes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pansement qu'on vient de changer.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pansement propre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douleurs qui reviennent par à-coups.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douleurs vives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trois objets d'une trousse de premiers soins, avec leur adjectif.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groupe complet : déterminant, nom, adjectif.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des gants jetables » — masculin, pluriel.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