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en demandant comment on dit, dans la langue maternelle des élèves, « le bras de Fatou ». Les constructions varient beaucoup : c'est ce qui explique les 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trois formes pour un même contenu : « le pansement de Fatou », « son pansement », et si elles sont plusieurs, « leur pansement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chez les anglophones et les hispanophones. Le dire clairement : « son bras » peut désigner le bras d'un homme ou d'une femme.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B3 : c'est le pronom « se » qui porte l'appartenance. Le montrer en enlevant le pronom : « on lui a brûlé son bras » redevient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et la troisième carte se ressemblent et se confondent. Les traiter ensemble, avec le critère : qu'est-ce qui suit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piège de la séance : la partie du corps prend l'article. Le corriger en dernier, après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la phrase fautive : elle est compréhensible mais elle sonne étrangère. C'est le genre d'erreur qui subsiste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exemples au tableau, en alternant le genre du possesseur et celui de l'objet. Le motif apparaît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« mon, ton, son » devant une voyelle. Le signaler à la correction : c'est une exception de son, pas de genre.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et la quatrième demandent une contraction : « des » et « d' ». Les corriger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phrase est le vrai test : y a-t-il l'article ou le possessif ? C'est ce qu'il faut corriger en priorité.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à qui c'est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dossier de Fatou », « sa sœur », « leur quart de travail ». Trois façons de dire l'appartenance — et une quatrième, que le français réserve aux parties du corps.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mon, ma, mes, son, sa, ses correctement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 lien d'appartenance avec « de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leur pour plusieurs possesseurs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on dit « elle s'est brûlé le bras » et non « son bras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dire à qui c'est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déterminant possessif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sœur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connaît la personne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+ nom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dossier de Fatou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nomme la personne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leur, 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leur quart de travail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possesseurs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disent la même chose. Le choix dépend de ce qu'on veut mettre en avant : la personne, ou l'objet.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Le déterminant s'accorde avec l'objet, pas avec le possesseur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POSSESSEUR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Fatou (une femme)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bras (masculin)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son bras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Fatou (une femme)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sœur (féminin)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 sœur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Mathieu (un homme)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sœur (féminin)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sa sœur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Mathieu (un homme)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gants (pluriel)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ses gants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Son » et « sa » ne disent rien du genre du possesseur. C'est l'objet qui décide.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DES PARTIES DU CORPS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une partie du corps, le français emploie l'article, pas le possessif.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Elle s'est brûlé le bras », pas « son bras ». « Il s'est coupé le doigt », pas « son doigt ». Le verbe pronominal dit déjà à qui c'est : le répéter serait lourd.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Mon, ton, son devant une voyelle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féminin, devant une voyelle, on dit « mon » et non « ma » : mon épaule, mon ordonnance. C'est une question de son, pas de genre.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Leur, sans s devant un nom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29051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Leur quart de travail » — un seul quart pour toute l'équipe. « Leurs gants » — un pour chacun. C'est le nom qui décide, pas le nombre de personnes.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Le pronom « leur » ne prend jamais de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Je leur ai parlé » : ici, leur remplace « à eux ». Devant un verbe, jamais de s ; devant un nom, il peut en prendre un.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167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De » se contracte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46472"/>
            <a:ext cx="4806543" cy="759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+ le donne du, de + les donne des : le dossier du patient, les gants des infirmières.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déterminant ou la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dossier ___ Fatou.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___ sœur.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brûlé ___ avant-bras.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fini ___ quart de travail.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a oublié ___ gants dans la cuisine.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sœur ___ patiente du 4B.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dossier ___ Fatou.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Aminata vient chercher ___ sœur.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s'est brûlé ___ avant-bras.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infirmières ont fini ___ quart de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Mathieu a oublié ___ gants dans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sœur ___ patiente du 4B.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la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PARTIE DU CORPS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s'est brûlé son 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s'est brûlé le 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« se » dit déjà que c'est son propre bras. Ajouter « son » revient à le dire deux fois. Le français préfère l'article dans ce cas, alors que beaucoup d'autres langues gardent le possessif.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GENRE DU POSSESSEUR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Fatou est arrivée avec sa frère.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Fatou est arrivée avec son frère.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Son » et « sa » s'accordent avec l'objet possédé, jamais avec la personne qui possède. « Frère » est masculin, donc « son frère » — même si c'est Fatou qui a un frère.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Son, sa ou ses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l'objet, pas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pansement (masculin singulier)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crème (féminin singulier)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gants (pluriel)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ordonnance (féminin, voyelle)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Aminata et ___ sœur (féminin singulier)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Son, sa ou ses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pansement (masculin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 pansement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et ___ crème (féminin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crème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gants (pluriel)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ses gants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Mathieu et ___ ordonnance (féminin, voyelle)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 ordonnance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Aminata et ___ sœur (féminin singulier)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 sœur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avec « de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du déterminant possessif à la construction avec « de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dossier (celui de Fatou)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ses gants (ceux de Mathieu)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quart (celui des infirmières)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sœur (celle d'Aminata)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Réécrivez avec « de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dossier (celui de Fatou)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dossier de Fatou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ses gants (ceux de Mathieu)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gants de Mathieu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quart (celui des infirmières)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quart des infirmières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 sœur (celle d'Aminata)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sœur d'Aminata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les affaires de vos collègues.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déterminant possessif, une avec « de », une avec « leur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phrase avec une partie du corps.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