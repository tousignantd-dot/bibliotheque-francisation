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d'application. Aucun contenu nouveau. Un tiers de lecture, un tiers d'oral, un tiers d'écrit — et tenir l'horaire.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rien expliquer avant l'exercice : c'est une lecture autonome. Cinq minutes de lecture silencieuse.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renvoyant chaque fois à la rubrique. L'important n'est pas la réponse mais l'endroit où on l'a trouvée.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 avant de lancer l'exercice oral. Les élèves les regarderont pendant les jeux de rôle :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qui manque le plus souvent. Faire pratiquer la description au présent : longueur, profondeur, couleur, saignement.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par personne, dos à dos si possible : au téléphone, on ne voit pas l'autre. Cela change complètement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refaire l'exercice une seconde fois, en interdisant les réponses en un mot. La différence est spectaculaire.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un point d'éthique simple. Le dire une fois,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d'écriture individuelle. Ramasser : ces messages sont l'évaluation écrite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la relecture par le voisin. Une relecture croisée trouve deux fois plus d'oublis qu'une relecture par l'auteur.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quelques billets à voix haute, sans nommer les auteurs. C'est la meilleure préparation à la séance de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l'appel et le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en une séance. Lire une fiche qu'on n'a jamais vue, appeler le 811 et décrire une blessure, puis écrire à la personne qui reste à la maison.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fiche-conseil nouvelle et en tirer les gestes à faire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une blessure au téléphone, au passé composé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a fait et ce qu'on n'a pas 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message court à une personne blessée.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fiche-conseil sur les coupures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RUBRIQUE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premiers gestes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comprimer, élever le membre, nettoyer à l'eau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consulter rapidement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le saignement dure plus de dix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consulter aussi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plaie profonde, longue, sale, ou au visage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tétanos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rappel si le dernier date de plus de dix 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sont les mêmes rubriques que la fiche sur les brûlures, en C4. Un contenu nouveau dans une structure connue.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coupure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la fiche que vous venez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comprimer la plaie avec un linge propre.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Élever le membre blessé aide à ralentir le saignement.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consulter si le saignement continue après dix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coupure au visage peut attendre plusieurs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rappel du tétanos se fait tous les deux 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coupure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comprimer la plaie avec un linge propre.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Élever le membre blessé aide à ralentir le saignement.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consulter si le saignement continue après dix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coupure au visage peut attendre plusieurs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consulter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rappel du tétanos se fait tous les deux ans.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dix 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L'APPEL AU 811, EN TROIS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arrivé · ce que j'ai déjà fait · ce que je vois maintenant.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L'infirmière posera exactement ces trois questions. Les préparer d'avance évite de chercher ses mots au téléphone, où l'on ne voit pas le visage de l'autre.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l'infirmière veut entendre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récit, au passé composé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me suis coupé la main avec un couteau, il y a vingt minutes. » L'événement, la partie du corps, le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gestes déjà faits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J'ai comprimé avec un linge propre pendant dix minutes. » Avec la durée : c'est ce qui change la réponse.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que je n'ai pas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n'ai rien mis sur la plaie. » Une phrase négative, et l'infirmière sait où on en 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que je vois maintenant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Ça saigne encore un peu, la plaie fait deux centimètres. » Une description au présent, avec une mesure si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l'appel au 811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est l'infirmière, l'autre appelle.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ouvre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racontez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demande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conclut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répondez par oui et par non, et l'infirmière doit tout deviner.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racontez, puis vous répondez aux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l'infirmière ne voit rien. Chaque information que vous ne donnez pas est une question de plus, et le temps compte. Un récit de trente secondes remplace dix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à une personne blessée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Prendre des nouvelles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Comment va ton bras aujourd'hui ? » Une question précise, pas « ça va ? ». Elle montre qu'on a retenu ce qui s'est passé.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Souhaiter un rétablissement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Bon rétablissement » ou « j'espère que la douleur diminue ». Court et sincère.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Offrir quelque chose de précis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peux faire ton quart de vendredi. » Une offre concrète se répond par oui ou par non ; une offre vague oblige à demander.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Ne pas donner de conseil médical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N'écrivez pas ce qu'il faut mettre sur la plaie. C'est le rôle de l'infirmière, et un mauvais conseil circule vite.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à cinq phrases. Nouvelles, souhait, offre concrète.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savez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offrez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vérifications,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verbes du passé sont-ils au passé composé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auxiliaires sont-ils les bons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participes sont-ils accordés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L'offre est-elle concrète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donne un conseil médical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verbes du passé sont-ils au passé composé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auxiliaire + participe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auxiliaires sont-ils les bons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être pour les pronominaux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participes sont-ils accordés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avec être seulement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L'offre est-elle concrète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se répond par oui ou non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donne un conseil médical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 oui, l'enlever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ferez différemment la prochaine fois qu'un accident arrivera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à la première séance : l'huile, l'eau froide, les quinze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honnête. Elle n'est pas notée.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