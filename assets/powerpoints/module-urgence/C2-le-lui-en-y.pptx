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la question et les deux réponses possibles : « je change le pansement » et « je le change ». Demander laquelle sonne juste dans une conversation. Le groupe choisira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laisser. Chaque exercice de la séance la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la préposition avant de choisir le pronom. C'est un test mécanique, et il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à voix haute pour chaque phrase, avant d'écrire. C'est la méthode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qui pose le plus de difficulté. La traiter lentement, avec trois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question complète à voix haute avant chaque réponse. C'est elle qui fait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cinq phrases à voix haute, avec le pronom devant. L'oreille finit par accepter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B2 : le verbe conjugué du passé composé est l'auxiliaire. C'est la même idée qui explique la place de la négation.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Tous les items sont au passé composé : le pronom doit passer devant l'auxiliaire. C'est l'exercice le plus difficile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trois éléments dans chaque réponse : ne, le pronom, le verbe. L'ordre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en dyades. Circuler et corriger uniquement la place du pronom :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du pronom avant tout. C'est le savoir de la séance ; le choix du bon pronom viendra avec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Le, lui, en, 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tu changes le pansement ? — Oui, je le change. » Quatre petits mots qui évitent de répéter, et qui se placent tous au même endroit : devant le verbe.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par le, la, 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« à » par lui ou leur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pour une quantité et « y » pour un lieu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verbe, y compris à la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complément se place devant le verbe conjugué.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le change. Je lui parle. J'en ai besoin. J'y vais. Toujours devant, jamais après — c'est l'inverse de plusieurs autres langues, et c'est ce qui demande le plus d'entraînement.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pronoms, quatre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le, la, 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sans préposition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 change.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leur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à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parle.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de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 ai besoin.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après « à » pour un lieu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J'y vais.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tri se fait sur la préposition : rien, à, de. C'est elle qui choisit le pronom, pas le sens.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trouver le bon pronom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change quoi ? le pansement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parle à qui ? au médecin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besoin de quoi ? de crème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vais où ? à l'urgence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Poser la question au verbe : quoi, à qui, de quoi, où. La réponse donne le pronom.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le pronom reste devant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le change pas. » Le pronom se glisse entre « ne » et le verbe. Les deux morceaux de la négation encadrent l'ensemble.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Au passé composé, devant l'auxiliaire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l'ai changé. » Le pronom se place devant « ai », pas devant le participe. Le verbe conjugué, c'est l'auxiliaire.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devient l' devant une voyelle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l'ai vu. » « Je l'applique. » Comme « ne » devient « n' », c'est automatique.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En » remplace aussi une quantité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Combien de comprimés ? — J'en prends deux. » Le nombre reste, le nom disparaît.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 au verbe : quoi, à qui, de quoi,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changes le pansement ? Oui, je ___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parles au médecin ? Oui, je ___ parle.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vas à l'urgence ? Oui, j'___ vais.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as besoin de crème ? Oui, j'___ ai besoin.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appelles les secours ? Oui, je ___ appelle.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écris aux infirmières ? Oui, je ___ écris.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changes le pansement ? Oui, je ___ change.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parles au médecin ? Oui, je ___ parle.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vas à l'urgence ? Oui, j'___ vais.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as besoin de crème ? Oui, j'___ ai besoin.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appelles les secours ? Oui, je ___ appelle.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tu écris aux infirmières ? Oui, je ___ écris.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change 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complément se met devant le verbe, jamais après. C'est l'ordre inverse de l'anglais et de plusieurs autres langues, ce qui explique la fréquence de l'erreur. Il n'y a pas d'exception à retenir : toujours devant.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ai le changé.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l'ai changé.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passé composé, le pronom se place devant l'auxiliaire, pas devant le participe. L'auxiliaire est le verbe conjugué : c'est lui que le pronom précède. Et « le » devient « l' » devant « ai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les mots répétés par le bon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changé le pansement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parlé au médecin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es allé à l'urgence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pris de la crème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changé le pansement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l'ai changé.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parlé au médecin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lui ai parlé.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es allé à l'urgence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j'y suis allé.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pris de la crème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j'en ai pris.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pronom reste devant le verbe, entre « ne » et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changes le pansement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parles au médecin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vas à l'urgence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besoin de crème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négativement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changes le pansement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ne le change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parles au médecin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ne lui parle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vas à l'urgence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n'y vais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tu as besoin de crème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n'en ai pas besoin.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Conversation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Posez la question, répondez avec un pronom. Puis échangez.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pansement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crème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Conversation à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pansement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le changes ? — Oui, je le change chaque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crème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l'appliques ? — Oui, je l'applique deux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lui as parlé ? — Oui, je lui ai parlé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l'urgence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tu y es retourné ? — Non, je n'y suis pas retourné.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une avec chaque pronom : le, lui, en,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des soins de Fatou.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verbe et vérifiez que le pronom est bien devant.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