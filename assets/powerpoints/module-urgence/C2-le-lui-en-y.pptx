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la question et les deux réponses possibles : « je change le pansement » et « je le change ». Demander laquelle sonne juste dans une conversation. Le groupe choisira la seconde.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 et l'y laisser. Chaque exercice de la séance la vérifie.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la préposition avant de choisir le pronom. C'est un test mécanique, et il fonctionne.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poser la question à voix haute pour chaque phrase, avant d'écrire. C'est la méthode de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est celle qui pose le plus de difficulté. La traiter lentement, avec trois exemples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question complète à voix haute avant chaque réponse. C'est elle qui fait le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cinq phrases à voix haute, avec le pronom devant. L'oreille finit par accepter ce que la règle 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à B2 : le verbe conjugué du passé composé est l'auxiliaire. C'est la même idée qui explique la place de la négation.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Tous les items sont au passé composé : le pronom doit passer devant l'auxiliaire. C'est l'exercice le plus difficile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les trois éléments dans chaque réponse : ne, le pronom, le verbe. L'ordre est toujours le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 en dyades. Circuler et corriger uniquement la place du pronom : le reste viendra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la place du pronom avant tout. C'est le savoir de la séance ; le choix du bon pronom viendra avec la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Le, lui, en, 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Est-ce que tu changes le pansement ? — Oui, je le change. » Quatre petits mots qui évitent de répéter, et qui se placent tous au même endroit : devant le verbe.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urgence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complément par le, la, 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complément avec « à » par lui ou leur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en » pour une quantité et « y » pour un lieu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pronom devant le verbe, y compris à la négative.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DE 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pronom complément se place devant le verbe conjugué.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Je le change. Je lui parle. J'en ai besoin. J'y vais. Toujours devant, jamais après — c'est l'inverse de plusieurs autres langues, et c'est ce qui demande le plus d'entraînement.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pronoms, quatre usages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REMPLACE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le, la, 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sans préposition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le change.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lui, leur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après « à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lui parle.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après « de 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J'en ai besoin.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après « à » pour un lieu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J'y vais.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48072"/>
            <a:ext cx="11057839" cy="825119"/>
          </a:xfrm>
          <a:prstGeom prst="roundRect">
            <a:avLst>
              <a:gd name="adj" fmla="val 1773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404104"/>
            <a:ext cx="10234879" cy="3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tri se fait sur la préposition : rien, à, de. C'est elle qui choisit le pronom, pas le sens.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trouver le bon pronom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663952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change quoi ? le pansement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parle à qui ? au médecin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besoin de quoi ? de crème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vais où ? à l'urgence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12208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4968240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Poser la question au verbe : quoi, à qui, de quoi, où. La réponse donne le pronom.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À la négative, le pronom reste devant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ne le change pas. » Le pronom se glisse entre « ne » et le verbe. Les deux morceaux de la négation encadrent l'ensemble.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Au passé composé, devant l'auxiliaire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l'ai changé. » Le pronom se place devant « ai », pas devant le participe. Le verbe conjugué, c'est l'auxiliaire.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devient l' devant une voyelle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l'ai vu. » « Je l'applique. » Comme « ne » devient « n' », c'est automatique.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En » remplace aussi une quantité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Combien de comprimés ? — J'en prends deux. » Le nombre reste, le nom disparaît.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pronom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Posez la question au verbe : quoi, à qui, de quoi, où.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tu changes le pansement ? Oui, je ___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tu parles au médecin ? Oui, je ___ parle.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tu vas à l'urgence ? Oui, j'___ vais.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tu as besoin de crème ? Oui, j'___ ai besoin.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tu appelles les secours ? Oui, je ___ appelle.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tu écris aux infirmières ? Oui, je ___ écris.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pronom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tu changes le pansement ? Oui, je ___ change.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tu parles au médecin ? Oui, je ___ parle.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tu vas à l'urgence ? Oui, j'___ vais.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tu as besoin de crème ? Oui, j'___ ai besoin.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tu appelles les secours ? Oui, je ___ appelle.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tu écris aux infirmières ? Oui, je ___ écris.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LA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change 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le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pronom complément se met devant le verbe, jamais après. C'est l'ordre inverse de l'anglais et de plusieurs autres langues, ce qui explique la fréquence de l'erreur. Il n'y a pas d'exception à retenir : toujours devant.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PASSÉ COMPOSÉ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ai le changé.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l'ai changé.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passé composé, le pronom se place devant l'auxiliaire, pas devant le participe. L'auxiliaire est le verbe conjugué : c'est lui que le pronom précède. Et « le » devient « l' » devant « ai 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avec un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Remplacez les mots répétés par le bon pronom.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as changé le pansement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as parlé au médecin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es allé à l'urgence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as pris de la crème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avec un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as changé le pansement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Oui, je l'ai changé.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as parlé au médecin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Oui, je lui ai parlé.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es allé à l'urgence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Oui, j'y suis allé.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as pris de la crème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Oui, j'en ai pris.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négativement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pronom reste devant le verbe, entre « ne » et lui.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changes le pansement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parles au médecin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vas à l'urgence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as besoin de crème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négativement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changes le pansement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Non, je ne le change pas.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parles au médecin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Non, je ne lui parle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vas à l'urgence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Non, je n'y vais pas.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as besoin de crème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Non, je n'en ai pas besoin.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Conversation à deux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Posez la question, répondez avec un pronom. Puis échangez.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pansement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crème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médecin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l'urgence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Conversation à deux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pansement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tu le changes ? — Oui, je le change chaque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crème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tu l'appliques ? — Oui, je l'applique deux fois par jour.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médecin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tu lui as parlé ? — Oui, je lui ai parlé hier.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l'urgence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tu y es retourné ? — Non, je n'y suis pas retourné.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phrases, une avec chaque pronom : le, lui, en, 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Toutes doivent parler des soins de Fatou.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 verbe et vérifiez que le pronom est bien devant.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urgence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