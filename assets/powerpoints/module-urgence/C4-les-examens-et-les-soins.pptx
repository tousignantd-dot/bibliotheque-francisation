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technique. Beaucoup d'élèves reconnaissent les gestes sans connaître les mots français. Partir de ce qu'ils connaissent.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pour chacun : est-ce que ça fait mal ? Les réponses honnêtes rassurent plus que les réponses rassurantes.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utile : beaucoup de gens ne retournent pas faire retirer leurs points, et la peau se referme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geste des bagues est celui que personne ne connaît et qui évite le plus de complications.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porte une bague en ce moment. Faire visualiser la scène : cela suffit pour que le geste soit retenu.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rapide de reconnaissance. Enchaîner sur la mise en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la situation complète à voix haute deux fois : « Monsieur Nguyen s'est coupé la main en réparant une clôture. La plaie est profonde et sale. À l'urgence, on lui fait quatre points de suture et un rappel du vaccin contre le tétanos. Il doit revenir dans dix jours pour faire retirer les fils.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répéter du module : le geste est contre-intuitif, et une seule présentation ne suffit pas à défaire l'habitude.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énoncés sont le cœur du savoir de sécurité du module. Les faire reprendre à voix haute, en chœur, dans leur version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Une fiche complète et juste vaut mieux qu'un examen : c'est un savoir qui peut servir le soir même,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C4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examens et les 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Radiographie, prise de sang, points de suture, vaccin contre le tétanos. Quatre mots qu'on entend à l'urgence, et qu'il vaut mieux comprendre avant de dire oui.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examens ou soins courants à l'urgence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chacun sert à vérifier ou à réparer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bons gestes en cas de brûlure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ne faut jamais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examens et soins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radiographie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image des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prise de sang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prélèvement pour analyser le sang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des points de suture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des fils pour refermer une plaie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vaccin contre le tétanos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injection après une blessure salissante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pansement stérile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protection propre posée sur la plaie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cinq mots reviennent dans toute visite à l'urgence, quelle que soit la blessure.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sur les points de suture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Ils se posent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plaie doit être refermée dans les six à huit heures. Passé ce délai, le risque d'infection est trop grand et on la laisse ouverte.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Ils se retirent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Entre cinq et quatorze jours selon l'endroit du corps. Il faut retourner à la clinique : ils ne tombent pas tout seuls.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La colle existe aussi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les petites plaies, on emploie parfois une colle médicale ou des bandelettes. Moins impressionnant, aussi efficace.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Le tétanos va avec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plaie sale ou profonde demande un rappel du vaccin si le dernier date de plus de dix ans. Personne ne s'en souvient : dites-le et on vérifiera.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fiche-conseil sur les brûlures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tout de suite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retirer bagues et bracelets, eau fraîche 15 minutes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à ne jamais faire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percer les cloques, glace, beurre, dentifrice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couvrir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stérile, sans serrer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consulter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cloques, grande surface, visage ou mains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après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protéger du soleil six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bagues d'abord : la peau enfle vite, et un anneau devient impossible à retirer en quelques minutes.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GESTE QUE PERSONNE NE CONNAÎT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Retirer bagues, bracelets et montre avant que la peau enfle.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brûlure enfle dans les minutes qui suivent. Un anneau qui serre coupe la circulation, et il faudra le scier à l'hôpital. C'est le premier geste, avant même l'eau.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L'examen et sa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examen à ce qu'il 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radiographie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prise de sang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points de suture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vaccin contre le tétanos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L'examen et sa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radiographie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image des 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prise de sang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 prélèvement pour analyser le sang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points de suture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des fils pour refermer une plaie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vaccin contre le tétanos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injection après une blessure salissante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pansement stérile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une protection propre posée sur la plaie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consultation de monsieur Nguyen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Il s'est coupé la main en réparant une clôture. Plaie profonde et sale.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monsieur Nguyen s'est-il blessé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soins a-t-il reçus à l'urgence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le vaccin contre le tétanos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doit-il revenir dans dix jours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consultation de monsieur Nguyen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monsieur Nguyen s'est-il blessé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Il s'est coupé la main en réparant une clôture.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soins a-t-il reçus à l'urgence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Quatre points de suture et un rappel du vaccin contre le tétanos.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le vaccin contre le tétanos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Parce que la plaie était sale et profonde.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doit-il revenir dans dix jours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Pour faire retirer les fils des points de suture.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DE LA GLACE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 la glace sur la brûlure, ça soulage.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 l'eau fraîche qui coule, jamais de glace.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glace soulage sur le moment, puis elle gèle des tissus déjà abîmés et aggrave la brûlure en profondeur. C'est l'eau fraîche qui refroidit sans geler — et elle doit couler, pas stagner dans un bol.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 brûlure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fiche-conseil.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retirer les bagues avant que la peau enfle.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Mettre de la glace directement sur la brûlure est recommandé.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fraîche doit couler pendant quinze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percer les cloques si elles gênent.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brûlure au visage demande de consulter.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protéger la peau du soleil pendant six mois.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 brûlure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retirer les bagues avant que la peau enfle.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Mettre de la glace directement sur la brûlure est recommandé.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fraîche doit couler pendant quinze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peut percer les cloques si elles gênent.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jamais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brûlure au visage demande de consulter.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protéger la peau du soleil pendant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fiche-conseil sur les brûlures, de mémoire, en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 de suite · à ne jamais faire · couvrir · consulter ·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rubrique, avec les chiffres.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