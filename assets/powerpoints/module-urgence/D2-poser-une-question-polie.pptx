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demander laquelle on préférerait recevoir. Le groupe choisira la seconde sans hésiter : la leçon est déjà à moitié faite.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transformations au tableau. Ce sont les seules formes à connaître pour ce module : ne pas enseigner tout le conditionnel.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pourriez-vous » et « auriez-vous » sont à l'inversion, comme les questions polies du module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au groupe cinq situations d'hôpital où on demande une permission : monter, entrer, rester, téléphoner, apporter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deuxième carte : un élève qui ne maîtrise que « est-ce que vous pouvez » se débrouille très bien. Le conditionnel est un bonus, pas une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formulation polie correcte. Ce qui compte est le déplacement du registre, pas la formule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est-ce que je demande quelque chose à la personne, ou est-ce que je demande le droit de faire quelque chose ? Le faire formuler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très visible. Beaucoup d'élèves l'emploient sans savoir qu'elle choque. Le dire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Nuance culturelle utile : dans plusieurs langues, l'ajout d'un mot suffit. En français, c'est la construction entière qui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pourquoi l'offre vague ne marche pas : elle oblige la personne blessée à demander, et personne n'ose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d'écriture. Faire lire deux ou trois messages à voix haute : le groupe entendra ce qui sonne sincère et ce qui sonne formel.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mais formateur. Faire reformuler les deux offres vagues en offres concrètes.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du verbe avant tout. Rendre avant E1, où ces questions seront posées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une question polie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Donnez-moi son numéro de chambre » et « Pourriez-vous me donner son numéro de chambre ? » demandent la même chose. Une seule des deux obtient une réponse aimable.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urgence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transformer une demande directe en demande polie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pourriez-vous, auriez-vous, je voudrais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est-ce que je pourrais » pour demander une permission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court à une personne blessée.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conditionnel transforme un ordre en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pouvez » devient « pourriez-vous ». « Je veux » devient « je voudrais ». « Vous avez » devient « auriez-vous ». Le sens ne change pas ; le rapport entre les deux personnes, oui.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 polies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Pourriez-vous…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un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 me donner son nom 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Auriez-vous…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si ça existe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Auriez-vous un endroit où attendre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ce qu'on veut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voir ma sœur.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se placent au début de la phrase. Le reste ne change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DEMANDER UNE PERMISSION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pourrais… — pour demander le droit de faire quelque chose.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je pourrais monter la rejoindre ? » Ce n'est pas une question sur une capacité, c'est une demande d'autorisation. La réponse attendue est oui ou non.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degrés de politesse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L'impératif · 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Donnez-moi son nom. » Correct entre proches ou dans l'urgence. Trop sec avec un inconnu.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question simple · neutre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pouvez me donner son nom ? » Toujours acceptable. C'est le niveau à maîtriser en premier.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conditionnel · poli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Pourriez-vous me donner son nom ? » Le niveau attendu avec un employé, un fonctionnaire, un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S'il vous plaît · en 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S'ajoute à n'importe lequel des trois et adoucit encore. À la fin de la phrase, jamais au début.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demande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pourriez-vous, auriez-vous ou je voudrais.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Donnez-moi son numéro de chambre.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voir ma sœur.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 la salle d'attente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avez un formulaire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Répétez.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en demande polie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Donnez-moi son numéro de chambre.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Pourriez-vous me donner son numéro de chambre,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veux voir ma sœur.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Je voudrais voir ma sœur.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Où est la salle d'attente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Pourriez-vous me dire où est la salle d'attente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avez un formulaire ?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Auriez-vous un formulaire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Répétez.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Pourriez-vous répéter, s'il vous plaît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Permission ou service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« est-ce que je pourrais » ou « pourriez-vous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monter voir un patient.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que la personne répète.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rester après les heures de visite.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vous indique le chemin.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Permission ou service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monter voir un patient.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monter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que la personne répète.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 répéter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rester après les heures de visite.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pourrais rester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qu'on vous indique le chemin.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Pourriez-vous m'indiquer le chemin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JE VEUX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veux voir ma sœur.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voudrais voir ma sœur.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» est grammaticalement correct mais sonne comme une exigence. En français, on emploie presque toujours « je voudrais » pour demander quelque chose à un inconnu. Ce n'est pas une règle de grammaire, c'est un usage — et il est très fort.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S'IL VOUS PLAÎT » AU DÉBUT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S'il vous plaît, donnez-moi son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Pourriez-vous me donner son nom, s'il vous plaît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S'il vous plaît » placé devant un impératif ne le rend pas beaucoup plus aimable : l'ordre reste un ordre. La politesse française passe d'abord par la forme du verbe, et « s'il vous plaît » s'ajoute à la fin.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À UNE PERSONNE BLESSÉE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Prendre des nouvelles, souhaiter un rétablissement, offrir quelque chose de précis.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phrases suffisent. La troisième est la plus importante : une offre concrète — « je peux faire ton quart de vendredi » — vaut mieux que « dis-moi si tu as besoin de quelque chose 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: des nouvelles, un souhait, une offre concrète.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est en congé de maladie pour trois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collègue s'est cassé le bras.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61899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8300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Fatou est en congé de maladie pour trois jours.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Salut Fatou, comment va ton bras aujourd'hui ? J'espère que la douleur diminue. Si tu veux, je peux faire ton quart de vendredi.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92068"/>
            <a:ext cx="11057839" cy="1324356"/>
          </a:xfrm>
          <a:prstGeom prst="roundRect">
            <a:avLst>
              <a:gd name="adj" fmla="val 11047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407136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413537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747516"/>
            <a:ext cx="10097719" cy="1050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collègue s'est cassé le bras.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 Marc, j'ai su pour ton bras. Bon rétablissement. Je passe au dépanneur ce soir, veux-tu que je t'apporte quelque chose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Vague ou concret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Laquelle des deux offres est utile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Dis-moi si tu as besoin de quelque chose.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peux faire ton quart de vendredi.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N'hésite pas.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passe à la pharmacie ce soir, veux-tu ta crème ? »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Vague ou concret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Dis-moi si tu as besoin de quelque chose.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vague — elle oblige à demander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peux faire ton quart de vendredi.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concrète — elle se répond par oui ou non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N'hésite pas.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vague — elle ne propose rien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passe à la pharmacie ce soir, veux-tu ta crème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concrète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polies que vous poseriez à l'accueil d'un hôpital.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pourriez-vous, une avec auriez-vous, une avec est-ce que je pourrais.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« s'il vous plaît » à la fin d'au moins 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Une urgence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