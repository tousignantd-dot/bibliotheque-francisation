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3. Demander au groupe : que fait-on quand on arrive dans un hôpital qu'on ne connaît pas ? La réponse — on demande à l'accueil — n'est pas évidente pour tout le monde.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Passer l'audio du défi 3. Faire remarquer les formes de politesse : « pourriez-vous », « est-ce que je pourrais ». C'est le sujet de D2.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l'indication de chemin par trois élèves, de mémoire. Trois repères : au fond, à droite, après l'ascenseur.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Information très concrète et très utile. Beaucoup de gens paient sans savoir que la gratuité existe. Le dire explicitement.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la quatrième question — le stationnement — n'a rien à voir avec la santé, et pourtant elle a une vraie valeur.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mots à voix haute : ils doivent être reconnus vite, sur un panneau, en marchant.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le geste à installer. Le faire pratiquer : quelqu'un donne une indication, l'autre la répète.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dernières se contredisent en apparence. C'est voulu : il faut entendre la restriction « à l'urgence » et « les quatre premières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rapide. Enchaîner sur le jeu de rôle, qui est le vrai contenu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pratiquer trois fois : l'un donne une indication compliquée, l'autre la répète. Personne n'a le droit de hocher la tête.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minutes. Circuler et vérifier que la quatrième étape est bien faite : c'est celle que tout le monde saute.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billets préparent D2 : on y reprendra ces mêmes questions pour les rendre polies.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D1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l'accueil de l'hôpital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Aminata vient chercher sa sœur. Elle ne connaît ni les règles de visite, ni le chemin, ni le tarif du stationnement. Quatre questions suffisent à tout savoir.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Une urgence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règles d'accompagnement d'un hôpital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son chemin et comprendre la réponse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services d'un hôpital et dire ce qu'on y fait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information sur le stationnement.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viens chercher ma sœur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 l'enregistrement, diapo masquée. Lisez ensuite.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301409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AMINATA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46779" y="2322576"/>
            <a:ext cx="712934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je viens chercher ma sœur. Elle est à l'urgence depuis ce matin.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301409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LA RÉCEPTIONNISTE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46779" y="3409696"/>
            <a:ext cx="712934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Pourriez-vous me donner son nom, s'il vous plaît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301409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AMINATA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46779" y="4158995"/>
            <a:ext cx="712934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Fatou Diarra. Est-ce que je pourrais monter la rejoindre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301409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LA RÉCEPTIONNISTE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46779" y="5246116"/>
            <a:ext cx="712934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accompagnateur à la fois, et seulement quand le personnel vous appelle.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Auriez-vous un endroit où attendre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301409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AMINATA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46779" y="1901952"/>
            <a:ext cx="712934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Auriez-vous un endroit où attendre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301409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LA RÉCEPTIONNISTE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6779" y="2651252"/>
            <a:ext cx="712934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salle d'attente est au fond du corridor, à droite, après l'ascenseur.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pour le stationnement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301409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AMINATA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46779" y="1901952"/>
            <a:ext cx="712934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pour le stationnement, est-ce que c'est payant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301409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LA RÉCEPTIONNISTE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6779" y="2651252"/>
            <a:ext cx="712934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mais gardez votre billet : à l'urgence, les quatre premières heures sont gratuites.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questions d'Aminata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64536"/>
          </a:xfrm>
          <a:prstGeom prst="roundRect">
            <a:avLst>
              <a:gd name="adj" fmla="val 529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OBTIENT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Je viens chercher ma sœur.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lui demande le nom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Est-ce que je pourrais monter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règles d'accompagnement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Auriez-vous un endroit où attendre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chemin de la salle d'attente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19727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47743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Est-ce que c'est payant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47743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quatre heures gratuites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12792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068824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Quatre questions posées à la même personne, en deux minutes. C'est le rôle de l'accueil : répondre à tout ce qui n'est pas médical.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services d'un hôpital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Y VA POUR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l'accueil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s'inscrire et demander son chemin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l'urgence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problème grave ou soudain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la radiologie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passer une radiographie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 laboratoire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faire une prise de sang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la pharmacie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obtenir les médicaments prescrits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Ces cinq mots sont écrits sur les panneaux de tous les hôpitaux du Québec.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Comprendre une indication de chemin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repères de 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À droite, à gauche, tout droit. Toujours donnés du point de vue de celui qui marche, pas de celui qui parle.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repères de 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Au fond, au bout, après, avant. « Au fond du corridor » veut dire jusqu'à l'extrémité, sans tourner avant.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repères visibles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Après l'ascenseur, en face de la pharmacie, à côté de l'escalier. Ce sont les plus fiables : on les voit.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bonne réaction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Répétez l'indication à voix haute avant de partir : « Au fond, à droite, après l'ascenseur ? » On vous corrigera tout de suite si vous avez mal compris.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à l'accueil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sans relire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Aminata vient chercher sa sœur.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réceptionniste demande le nom de la patiente.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accompagnateurs peuvent monter en même temps.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salle d'attente est au fond du corridor, à droite.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stationnement est entièrement gratuit.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l'urgence, les quatre premières heures de stationnement sont gratuites.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à l'accueil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Aminata vient chercher sa sœur.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réceptionniste demande le nom de la patiente.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accompagnateurs peuvent monter en même temps.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un seul à la fois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salle d'attente est au fond du corridor, à droite.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stationnement est entièrement gratuit.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payant, sauf quatre heures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l'urgence, les quatre premières heures de stationnement sont gratuites.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service et ce qu'on y 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Reliez chaque service à son usage.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l'urgence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l'accueil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radiologie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laboratoire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pharmacie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service et ce qu'on y 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l'urgence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problème grave ou soudain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l'accueil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s'inscrire et demander son chemin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radiologie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passer une radiographie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laboratoire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faire une prise de sang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pharmacie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obtenir les médicaments prescrits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HOCHEMENT DE TÊTE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Vous hochez la tête sans avoir compris le chemin.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Vous répétez : « Au fond, à droite, après l'ascenseur ?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Hocher la tête met fin à la conversation, et on se retrouve à errer dans un corridor. Répéter l'indication prend cinq secondes et permet à la personne de corriger tout de suite. C'est le geste le plus rentable de toute la séance.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Jeu de rôle · à l'accueil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deux. L'un est à l'accueil, l'autre cherche quelqu'un. Puis on échange.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cherchez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demandez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demandez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répétez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quatre questions que vous poseriez à l'accueil d'un hôpital.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pour trouver la personne, une sur les règles, une sur le chemin, une sur le stationnement.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Écrivez-les comme vous les diriez vraiment.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Une urgence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