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orale. Faire dire les phrases plutôt que les écrire : le conditionnel de politesse est une affaire de bouche.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de la lettre : « je serai disponible » engage, « je serais disponible » n'engage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attendue : parce qu'elle laisse à l'autre la possibilité de dire non. C'est exactement pour cela qu'il dit oui.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conjuguer « pouvoir » en entier à voix haute, et rappeler le « e » de « nous pourrions » vu en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rangées, aucune note : la densité tient. Faire répéter chaque ligne en chœur, puis par un élève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Écrire la forme fautive au tableau, la faire corriger par le groupe, puis l'effacer — ne pas la laisser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chaque phrase corrigée à voix haute, en vouvoyant. Ce sont les questions qu'ils poseront au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Faute très fréquente chez ceux qui viennent d'apprendre le conditionnel : ils le mettent partout. Le nommer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Les meilleures questions serviront de banque commune au jeu de rôle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sans exiger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Vous pouvez me dire la date ? » et « pourriez-vous me dire la date ? » demandent la même chose. La seconde obtient une réponse plus souvent.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Entrer dans le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conditionnel présent de six verbes courants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une question au conditionnel de politesse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l'imparfait après « si » et le conditionnel ensuite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je serai » et « je serais » à l'écrit.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des deux obtient une réponse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Donnez-moi la date de la décision.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pouvez me dire la date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Pourriez-vous me dire à quel moment la décision sera prise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la troisième, alors qu'elle est plus longue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RADICAL DU FUTUR, TERMINAISONS DE L'IMPARFAIT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pouvoir : je pourrais · vouloir : je voudrais · être : ce serait · avoir : j'aurais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n'y a rien d'autre à savoir : tout verbe irrégulier au futur l'est au conditionnel, de la même façon. Les terminaisons sont celles de l'imparfait : -ais, -ais, -ait, -ions, -iez, -aient.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verbes de l'entrevue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pourriez-vous me préciser la date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vouloir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voudrais savoir si les cours sont le jour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j'aurais deux ou trois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savoir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sauriez-vous s'il reste des places 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serait ma deuxième demande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devoir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devrais d'abord régler mon horaire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APRÈS « SI », JAMAIS DE CONDITIONNEL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j'étais admise en janvier, je garderais mes deux quarts.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L'imparfait va après « si », le conditionnel dans l'autre moitié de la phrase. C'est l'erreur la plus repérée du niveau, et elle s'entend tout de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la bonne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Conditionnel présent, ou imparfait après « si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(Pouvoir) ___-vous me préciser quand la décision sera communiquée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(vouloir) ___ savoir si les cours du premier bloc sont le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j'(être) ___ admise en janvier, je garderais mes deux quarts.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J'(avoir) ___ deux ou trois questions à vous poser avant de partir.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(Savoir) ___-vous s'il reste des places pour l'entrée de janvier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je faisais la mise à niveau, mon dossier (être) ___ plus fort.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à la bonne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(Pouvoir) ___-vous me préciser quand la décision sera communiquée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(vouloir) ___ savoir si les cours du premier bloc sont le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voudrais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j'(être) ___ admise en janvier, je garderais mes deux quarts.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J'(avoir) ___ deux ou trois questions à vous poser avant de partir.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aurais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(Savoir) ___-vous s'il reste des places pour l'entrée de janvier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Sauriez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je faisais la mise à niveau, mon dossier (être) ___ plus fort.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serais disponible dès le mois de septembre.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serai disponible dès le mois de septembre.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conditionnel sert à demander, jamais à s'engager. Quand la chose est réglée, on dit « je serai » : une lettre qui écrit « je serais » laisse penser qu'il reste une condition.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Entrer dans le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les deux questions que tu poserais à la fin d'une entrevue.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Pourriez-vous me dire quand la décision sera communiquée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Sauriez-vous s'il y a une entrée en janvier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Entrer dans le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