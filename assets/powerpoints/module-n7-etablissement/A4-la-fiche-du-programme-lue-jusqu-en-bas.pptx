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lecture, longue. Distribuer la fiche sur papier : lire un document administratif à l'écran ne se travaille pas de la même façon, et le crayon dans la marge fait partie de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saute toujours. Il change le plan de carrière qu'on présentera au bloc C : deux étapes au lieu d'une.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ouvre la séance : pour plusieurs métiers, la réponse est non, et presque personne ne le sait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trois réponses dans la fiche distribuée, en quinze minutes, avant tout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rangées et une note : le contrôle de densité l'accepte. Préciser que le test de développement général ne doit être précédé d'aucun exercice préparatoire ni d'aucun prétest — c'est une règle du ministère, et elle explique pourquoi personne ne vend de cours de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dans la fiche les mots « ordre », « permis » et « examen » : ils sont toujours quelque part, presque toujours au bas de la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passage dans la fiche plutôt que recopier la réponse. C'est la compétence visée : retrouver, pas résumer.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Les préalables fonctionnels » ne s'emploie qu'au pluriel. Le faire remarquer : c'est le terme exact des documents officiels, et l'élève le reverra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Un élève qui n'écrit qu'une étape n'a pas lu jusqu'au bas de la fiche, et c'est exactement ce que la séance voulait attraper.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fiche du programme, lue jusqu'en 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haut d'une fiche donne envie ; le bas engage. Les conditions d'admission et ce qui vient après le diplôme sont toujours écrits, jamais mis en avant.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une fiche les conditions d'admission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trois portes de l'admission à un diplôme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si un diplôme suffit pour exercer un métier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nombre de places et le nombre de demandes.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regardez-vous en premier sur une fiche de programme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 ? Le métier ? Les conditions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Lisez-vous ce qui est écrit sous les titres administratifs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ce qu'il faut avoir avant de vous inscrire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diplôme suffit-il toujours pour travailler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QUESTIONS POUR N'IMPORTE QUELLE FICHE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qu'il faut avoir avant ? Combien de temps, à quel rythme ? Le diplôme suffit-il pour travailler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réponses sont toujours écrites, jamais mises en avant. Elles décident si l'on peut s'inscrire, quand, et ce qu'il restera à faire une fois le diplôme obtenu.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portes de l'admission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diplôme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diplôme d'études secondaires, ou un équivalent reconnu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unités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16 ans au 30 septembre et les unités demandées du secondaire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préalables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18 ans et la réussite du test de développement général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porte existe précisément pour les personnes qui n'ont pas fait leur secondaire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DIPLÔME N'EST PAS TOUJOURS LE DERNIER PAPIER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plusieurs métiers, un ordre professionnel délivre le permis, et il ajoute ses propres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santé, assistance et soins infirmiers, le diplôme compte 1 800 heures ; le permis, lui, vient de l'Ordre des infirmières et infirmiers auxiliaires du Québec, et il faut réussir son examen professionnel.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la fiche répond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le document le passage qui répond à chaque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d'heures dure la formation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métier mène ce diplôme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délivre le droit d'exercer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peut faire une personne de 18 ans sans les unités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places, pour combien de demandes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Qu'arrive-t-il aux personnes retenues sans place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la fiche répond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d'heures dure la formation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1 800 heures, à temps plein, le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métier mène ce diplôme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infirmière ou infirmier auxiliaire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délivre le droit d'exercer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l'Ordre, après son examen professionnel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peut faire une personne de 18 ans sans les unités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préalables fonctionnels, avec le test de développement général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places, pour combien de demandes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24 places, 68 candidatures l'an dernier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Qu'arrive-t-il aux personnes retenues sans place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elles sont inscrites sur la liste d'attente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la 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355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contingentement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2535" y="2121408"/>
            <a:ext cx="62164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limiter le nombre de places offertes dans un programme.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8355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préalables fonctionnels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2535" y="3106674"/>
            <a:ext cx="62164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voie d'admission ouverte à 18 ans, avec le test de développement général.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8355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professionnel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2535" y="4091939"/>
            <a:ext cx="62164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L'organisme qui délivre le permis d'exercer un métier réglementé.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8355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535" y="5077205"/>
            <a:ext cx="62164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de la formation qui se passe en milieu de travail.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deux étapes qu'il faut franchir avant de travailler comme infirmière auxiliaire.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Réussir le diplôme de 1 800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Réussir l'examen de l'Ordre pour obtenir le permis.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