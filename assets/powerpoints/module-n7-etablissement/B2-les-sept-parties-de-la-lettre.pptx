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longue et très concrète. Distribuer la lettre modèle sur papier et travailler dessus au crayon, partie par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que les élèves traduisent de leur langue, avec des résultats étranges. Insister : la formule se choisit dans une liste courte, elle ne s'invente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deux lettres au projecteur, l'une bien disposée et l'autre en un seul bloc, sans les lire. Le groupe tranche en trois secondes, et c'est la démonstration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 rangées, aucune note au bas : c'est la limite du contrôle de densité. Diapositive à photographier — c'est le plan que les élèves suivront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chercher, dans la fiche du bloc A, une raison propre au centre : dix minutes, en équipes de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tout de suite deux phrases de ce paragraphe-là, avant les deux autres : c'est le seul moyen qu'il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dans la lettre plutôt que recopier. Corriger en projetant la lettre et en soulignant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trois formules acceptables au tableau et s'en tenir là. Trois suffisent pour toute une vie de lettres formelles.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corriger uniquement la longueur et la présence d'un verbe. Le contenu se travaille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sept parties de la lettre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formelle se juge en deux secondes, avant le premier mot : une date, un objet, des paragraphes séparés, une signature. La mise en page est de la politesse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parties d'une lettre formelle et leur fonction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de six ou sept mots, sans verbe conjugué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répartir le contenu en trois paragraphes, un par idée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formule de courtoisie qui laisse debout.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voyez-vous avant de lire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une date ? un objet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paragraphes sont-ils séparés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donneriez-vous à cette lettre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en aviez soixante-huit à lire aujourd'hui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parties, sept fonctions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lieu et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permettent de dire « ma lettre du 26 février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dit de quoi il s'agit, sans verbe conjugué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s'adresse à quelqu'un : Madame, Monsieur,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paragraphe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demande, et pourquoi cet établissement-là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paragraphe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faits datés, et le trou expliqué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paragraphe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l'après-diplôme, et ce qui est déjà commencé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courtoisie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ferme la lettre et reprend les mots de l'appel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PREMIER PARAGRAPHE NOMME L'ÉTABLISSEMENT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raison qui vaut pour tous les centres ne vaut pour aucun.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Votre établissement a une excellente réputation » se lit soixante-huit fois par jour. « J'ai choisi votre centre parce que le premier stage y a lieu avant Noël » se lit une fois — et elle prouve que la fiche a été 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TROISIÈME PARAGRAPHE EST CELUI QUI DISTINGUE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formation contingentée cherche des personnes qui finissent.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où l'on va après le diplôme, et ce qu'on fait déjà pour y arriver, sépare deux dossiers autrement identiques. C'est aussi le paragraphe qu'on saute quand on écrit tard le soir.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chaque passage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la lettre modèle le passage qui remplit chaque fonction.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en six mots de quoi parle la lettre.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annonce ce que la personne demande, et pour quand.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pourquoi ce centre-là plutôt qu'un autre.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remplace l'adjectif « expérimentée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explique le trou du parcours.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montre que l'organisation est réglée, pas souhaitée.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chaque passage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en six mots de quoi parle la lettre.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annonce ce que la personne demande, et pour quand.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première phrase du paragraphe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pourquoi ce centre-là plutôt qu'un 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deuxième phrase du paragraphe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remplace l'adjectif « expérimentée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cinq ans à l'unité prothétique, douze résidents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explique le trou du parcours.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 années faites, l'établissement a fermé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montre que l'organisation est réglée, pas souhaitée.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l'horaire obtenu par écrit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Merci beaucoup pour votre temps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Veuillez agréer, Madame, Monsieur, mes salutations distinguées.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remercie d'avance de ce qui n'a pas encore été accordé, et ça se sent. Une formule de courtoisie ferme la lettre sans rien demander de plus.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l'objet de ta propre lettre de motivation : six ou sept mots, sans verbe conjugué.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Candidature au programme Santé, assistance et soins infirmiers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Candidature au diplôme en soutien informatique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