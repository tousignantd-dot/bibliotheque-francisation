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du texte. Les items sont longs : prévoir de faire lire chaque phrase en entier à voix haute avant de la compléter.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vrai enjeu : ces connecteurs annoncent, ils ne relient pas. Un texte qui n'a que des annonces n'a aucune progression.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un paragraphe sans connecteur, puis le même avec. La différence de vitesse de lecture est mesurable au chronomètre, et le groupe l'entend.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la contraction : quant au transport, quant aux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truc qui marche : « quant » a la même racine que « quantité », et rien à voir avec le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phrase complète à voix haute une fois corrigée. La virgule après le connecteur s'entend, et c'est ainsi qu'on la retient.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au tableau, côte à côte, et les laisser jusqu'à la fin du bloc.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cartes qui tiennent le reste du bloc. Les faire recopier dans le cahier : elles serviront à l'écriture de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Vérifier une seule chose : un nom après le connecteur, jamais un verbe conjugué.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Annoncer son sujet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mots préviennent le lecteur du changement de sujet avant qu'il ne l'ait deviné. Dans une lettre formelle, ils remplacent le paragraphe qu'on n'a pas la place d'écrire.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Entrer dans le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quant à » devant un groupe du nom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en ce qui concerne » dans une lettre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« à l'égard de » dans un avis administratif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annoncer un sujet et relier deux idées.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Comment savez-vous qu'un texte change de sujet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nouveau paragraphe ? Un mot en particulier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faites-vous quand le changement n'est pas annoncé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fois relisez-vous alors la phrase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perd du temps : celui qui écrit ou celui qui lit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façons d'annoncer un sujet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CONNECTEUR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IL 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quant 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plus court : quant à mes disponibilités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 ce qui concerne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plus neutre, passe partout à l'écrit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 l'égard 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plus formel, souvent dans un avis officiel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pour ce qui est 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forme parlée, juste en entrevue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Ils annoncent le sujet du paragraphe ; ils ne remplacent ni « donc », ni « parce que », ni « par contre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QUANT À SE MET DEVANT UN NOM, JAMAIS DEVANT UN VERBE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Quant à mes disponibilités, quant au transport, quant aux stages.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Devant un verbe conjugué, il faut « en ce qui concerne le fait que », ce qui est lourd : mieux vaut alors nommer la chose. Écrire « quand à » au lieu de « quant à » est la faute la plus fréquente, et elle se voit dans une lettre relue.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bon connecteur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connecteur par phrase, en tête et suivi d'une virgule.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mes disponibilités, elles sont réglées depuis février.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le préalable de mathématiques, je suis inscrite à la mise à niveau.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décision rendue ___ ma candidature m'a été communiquée le 10 avril.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stages, je peux me rendre partout dans la région.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transport, j'ai mon permis depuis deux ans.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mes deux années d'études, je n'en demande aucune reconnaissance.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bon connecteur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mes disponibilités, elles sont réglées depuis février.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Quant 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le préalable de mathématiques, je suis inscrite à la mise à niveau.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ce qui concerne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décision rendue ___ ma candidature m'a été communiquée le 10 avril.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l'égard 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stages, je peux me rendre partout dans la région.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Quant aux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transport, j'ai mon permis depuis deux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 ce qui est du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mes deux années d'études, je n'en demande aucune reconnaissance.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Quant 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Quand à mes disponibilités, elles sont réglées.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Quant à mes disponibilités, elles sont réglées.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Quand » parle du temps ; « quant à » annonce un sujet. À l'oral ils se ressemblent, à l'écrit la faute saute aux yeux dans une lettre formelle.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EMPLOI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connecteur, un paragraphe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Un seul par paragraphe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annonces veulent dire deux sujets : coupez le paragraphe en deux, il sera plus clair.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Toujours en tête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lecteur doit savoir de quoi on parle avant de lire la phrase, pas après.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Suivi d'une virgule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Quant à mes disponibilités, elles sont réglées depuis février.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Jamais pour relier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relier : donc, parce que, par contre, par conséquent.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deux phrases de ta lettre qui commencent par un connecteur d'annonce.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Quant à mon horaire, il est réglé depuis le mois de mars.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 ce qui concerne le préalable, je suis déjà inscrite.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Entrer dans le programme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