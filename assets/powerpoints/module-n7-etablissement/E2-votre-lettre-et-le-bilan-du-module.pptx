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Elle se termine par l'autoévaluation du module : prévoir vingt minutes pour elle, elle n'est pas décorative.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que la lettre s'écrit ici, en classe, et non à la maison : c'est la seule façon de corriger la structure pendant qu'elle se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questions, quatre réponses écrites au brouillon. C'est la matière du deuxième paragraphe, et elle est prête avant que la lettre commence.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laisser affichée pendant toute l'écriture. C'est le seul soutien dont les élèves ont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ouvrir la fiche du bloc A et chercher la raison avant d'écrire la première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Passer dans les rangées et corriger uniquement les adjectifs : chaque fois qu'on en voit un, demander la date ou le nombre qui va dessous.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rappel de la règle du bloc B. Si une seule chose devait rester du module, ce serait celle-là.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la lettre du voisin avec ces quatre points, et rien d'autre. Dix minutes, et personne ne corrige l'orthographe : ce n'est pas l'objet.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faire ensuite l'autoévaluation du module, dans l'activité interactive. Les seize énoncés y sont, et ils reprennent exactement les seize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Votre lettre, et le bilan du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page, trois paragraphes, et une question à laquelle personne ne vous demande de répondre : pourquoi vous, et pas la personne suivante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lettre de motivation en trois paragraphes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chaque adjectif par un fait daté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chaque sujet par un connecteur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fermer par une formule de courtoisie qui laisse debout.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personne ne peut écrire à votre place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durée : depuis combien de 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lieu : où,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nombre : combien de personnes, de jours, de quarts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chose déjà commencée : depuis quand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plan, une dernière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paragraphe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demande, et pourquoi cet établissement-là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paragraphe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faits datés, et le trou expliqué en une phrase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paragraphe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l'après-diplôme, et ce qui est déjà commencé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pièces jointes, puis la formule de courtoisie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objet de six ou sept mots, sans verbe conjugué, au-dessus de tout cela.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RAISON QUI VAUT POUR TOUS NE VAUT POUR AUCUN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Votre établissement a une excellente réputation » se lit soixante-huit fois par jour.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raison propre au centre se trouve dans sa fiche : un stage qui arrive tôt, un horaire particulier, un équipement, une entrée en janvier. Dix minutes de lecture, une phrase que personne d'autre n'écrira.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brouillon en six lignes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phrase par case, avant de rédiger la lettre.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demande, et pour quand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cet établissement-là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premier fait daté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deuxième fait daté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manque, en une phrase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je vais après le diplôme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brouillon en six lignes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demande, et pour quand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pose ma candidature au programme, pour l'entrée d'août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cet établissement-là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raison tirée de la fiche, pas une politesse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premier fait daté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durée, un lieu, un nombre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deuxième fait daté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quelque chose que personne d'autre n'apporte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manque, en une phrase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 excuse, et suivi de ce que je fais déjà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je vais après le diplôme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l'étape d'après, nommée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J'aime beaucoup aider les gens depuis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7181A"/>
                </a:solidFill>
                <a:latin typeface="Verdana"/>
              </a:rPr>
              <a:t>Depuis cinq ans, j'accompagne douze résidents à l'unité prothétique.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est vraie pour les soixante-sept autres candidatures. La seconde n'appartient qu'à une personne, et elle se vérifie.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RELECTURE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vérifications avant de remettre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L'objet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ou sept mots, sans verbe conjugué, sans point 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Les adjectifs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Chacun remplacé par une durée, un nombre ou un lieu.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Les paragraphes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Trois, séparés par une ligne blanche, un par idée.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formule finale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reprend exactement les mots de la formule d'appel.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 une chose que tu sais faire aujourd'hui et que tu ne savais pas faire au début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sais expliquer en une phrase ce qui manque à mon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sais finir un appel en proposant une 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