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D, et cœur du module. Prévenir le groupe : cette séance ne porte pas sur un refus, mais sur ce qu'on fait quand aucune procédure n'existe.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celui qui décide de tout : deux personnes lisent la même lettre, l'une comprend qu'elle a réussi, l'autre qu'elle est refusée, et aucune n'a 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la vraie question du bloc. La réponse honnête est « personne », et c'est ce qui rend l'appel de suivi nécessaire.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les trois premiers éléments : nom, numéro de dossier, motif. Dix secondes, et la personne au bout du fil a ouvert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message laissé est un contenu à part entière : nom, dossier, motif en une phrase, numéro. Le faire relever au tableau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Réplique finale à faire répéter. C'est la phrase que le module veut laisser : ce qui manque est nommable, donc réparable.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rangées sans note : la densité tient. Diapositive à photographier, c'est le vocabulaire de tous les avis d'admission du Québec.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chercher, dans l'avis distribué, la phrase qui contient une date et celle qui nomme une personne : ce sont les deux 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ce que la reconnaissance des acquis ne fait pas : elle ne fait pas entrer dans un programme contingenté. Elle est gratuite et se demande au centre de services scolaire.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compte le plus : un conseiller honnête ne promet jamais une place, et l'élève doit apprendre à ne pas entendre une promesse là où il n'y en a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préparent directement la séance E1, où l'appel se joue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Personne ne s'occupe de 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lettre dit que la candidature est retenue et qu'elle est sur la liste d'attente. Ni le rang, ni jusqu'à quand, ni ce qu'il faudrait faire. Il n'y a pas de comptoir pour 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retenue » et « admise » dans un avis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une lettre la date et le nom qui donnent prise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qu'une liste d'attente fait et ne fait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du suivi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Que faites-vous d'une réponse qui ne répond pas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Votre candidature a été retenue. » — c'est un oui ou un non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rang n'est pas communiqué. » — pourquoi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Qui, dans un établissement, s'occupe des gens sur une liste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reste-t-il à faire quand la réponse est « personne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rang ne se communique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3169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4378" y="2322576"/>
            <a:ext cx="881174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Bonjour. Rania Nassar, dossier 41-2887. J'appelle au sujet de la lettre de lundi.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73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38576"/>
            <a:ext cx="133169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4378" y="3338576"/>
            <a:ext cx="881174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dit que je suis sur la liste d'attente. Je voudrais savoir à quel rang je suis.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6"/>
            <a:ext cx="133169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NADINE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4378" y="4052316"/>
            <a:ext cx="881174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rang ne se communique pas, madame. Ce n'est pas moi qui décide de ça.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0146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766055"/>
            <a:ext cx="133169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4378" y="4766055"/>
            <a:ext cx="881174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comprends. Est-ce que quelqu'un s'occupe des personnes qui sont sur la liste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message précis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16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4378" y="1901952"/>
            <a:ext cx="88117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ne s'en occupe comme telle. La liste bouge quand une personne se désiste.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316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4378" y="2989072"/>
            <a:ext cx="88117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Fiset m'avait dit de le rappeler après la décision. Est-ce qu'il est là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316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4378" y="4076191"/>
            <a:ext cx="88117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en rencontre jusqu'à onze heures. Vous voulez que je lui dise quoi exactement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3169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4378" y="5163312"/>
            <a:ext cx="881174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j'ai rappelé comme il l'avait demandé, au sujet du dossier 41-2887.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seule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6960" y="1901952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avait vingt-quatre places et quarante et une candidatures retenues.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6960" y="2989072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Ceux qui sont passés devant vous avaient tous leur préalable de mathématiques.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4076191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ce n'est ni l'entrevue ni la lettre. C'est une seule case.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960" y="4825492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seule case, oui. Et c'est une bonne nouvelle, parce qu'une case, ça se remplit.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l'avis dit, et ce qu'il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LA LETTRE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dossier a passé la sélection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admise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avait une 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liste d'attente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retenue, sans place, appelée si quelqu'un se désiste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rang non communiqué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inutile de le redemander, il change tous les jours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dossier actif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à refaire d'ici la date indiquée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AVIS DIT TROIS CHOSES ET EN CACHE UNE QUATRIÈME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dit ce qui a été décidé, sur quoi, à quelle date. Il ne dit jamais ce qu'il faudrait changer.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quatrième chose ne s'obtient qu'au téléphone, et seulement si l'on appelle. C'est aussi la seule qui serve à l'année suivante.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du suivi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liste d'attente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0192" y="2121408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classement des personnes retenues qui n'ont pas eu de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0192" y="3106674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position d'une personne dans un classement.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mise à niveau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0192" y="4091939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cours court qu'on suit pour atteindre le niveau exigé.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reconnaissance des acquis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0192" y="5077205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démarche qui évalue ce qu'une personne sait déjà faire.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deux appels.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indique le rang de Rania sur la liste.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du centre est chargée de faire avancer les dossiers.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Rania rappelle parce que le conseiller le lui avait demandé.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le conseiller, l'entrevue s'est mal passée.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manque le préalable de mathématiques.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lui promet une place en janvier.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indique le rang de Rania sur la liste.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rang ne se communique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du centre est chargée de faire avancer les dossiers.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personne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Rania rappelle parce que le conseiller le lui avait demandé.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le conseiller, l'entrevue s'est mal passée.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s'est très bien passée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manque le préalable de mathématiques.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lui promet une place en janvier.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ne promet rien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ce que tu dirais dans les vingt premières secondes d'un appel de suivi.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Bonjour, Rania Nassar, dossier 41-2887.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vous appelle au sujet de la lettre du 10 avril.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