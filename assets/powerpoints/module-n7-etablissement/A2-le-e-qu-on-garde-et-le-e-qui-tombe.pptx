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et très orale. Prévoir que le groupe répète à voix haute au moins vingt fois : c'est une séance de bouche, pas de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compte vraiment pour l'entrevue du bloc C : c'est le conditionnel de politesse, et il revient à chaque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lever la main pour chaque réponse avant de donner la règle. Les désaccords dans le groupe sont l'entrée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essayer la forme fautive à voix haute : le groupe entend tout de suite pourquoi la règle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employer le mot « occlusive » avec le groupe sans le montrer : faire toucher la bouche pendant qu'on dit « te », « pe », « 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 rangées, sans note au bas : le contrôle de densité de theme.py l'accepte à cette condition. Faire lire chaque ligne à voix haute par un élève différent.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item deux fois, à débit normal. Ne pas ralentir : un « e » qui tombe se remet en place dès qu'on articule trop, et l'exercice perd son 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forme juste cinq fois, en chœur puis individuellement. C'est la phrase qu'ils diront au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Un élève qui met « semaine » dans la première colonne n'a pas entendu la différence : le reprendre à l'oral avant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« e » qu'on garde et le « e » qui tombe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français d'ici laisse tomber beaucoup de « e ». Deux règles disent où il se maintient toujours — et l'une des deux tient tout le conditionnel de politesse.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si le « e » se prononce ou s'il disparaît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le « e » devant un son « ri » ou « li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le « e » de la première syllabe après p, t, c, b, d, g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nous serions » et « vous feriez » en trois syllabes.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syllabes entendez-vous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une semaine » : deux ou trois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nous serions » : deux ou trois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samedi matin » : trois ou quatre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demander » : deux ou trois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« E » SE GARDE DEVANT UN SON « RI » OU « LI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Se-rions, fe-riez, ate-lier, ouv-rier : le « e » ne tombe jamais là.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lui, le mot devient imprononçable : essayez « nous srions ». C'est la règle la plus utile du module, parce que le conditionnel de politesse à « nous » et à « vous » revient à chaque question d'entrevue.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« E » SE GARDE APRÈS P, T, C, B, D, 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Te-nir, de-mander, pe-tite, de-venir : première syllabe, consonne dure, le « e » reste.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des consonnes qui ferment complètement la bouche. Après elles, enchaîner sans « e » est impossible à dire vite. Le test : prononcez sans le « e » ; si la bouche bloque, il faut le garder.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le « e » tombe, et où il reste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99204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SE PASSE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nous serions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reste — suivi de « rions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 atelier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reste — suivi de « lier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tenir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reste — après un « t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demander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reste — après un « d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une semaine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tombe — « s » n'est pas une consonne dure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je le 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tombe — l'oral courant d'ici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4041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samedi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53212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tombe — « sam'di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« e » s'entend, ou il tombe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ce qui se passe dans chaque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feriez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ouvrier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me rappelez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fenêtre du bureau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« e » s'entend, ou il tombe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feriez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s'entend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ouvrier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s'entend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s'entend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semaine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tombe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me rappelez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tombe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fenêtre du bureau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tombe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nous srions disponibles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nous serions disponibles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aller vite, on avale le « e » du conditionnel — et le mot le plus poli de l'entrevue devient inaudible. Trois syllabes : se-ri-ons.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trois mots où le « e » se garde et trois mots où il tombe.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se garde : tenir, demander, nous serions.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tombe : semaine, samedi, je le dis.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