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 du texte appliquée au téléphone. Les items font deux phrases : les faire lire en entier avant de compléter.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objectif est mécanique et se retient en une séance ; le quatrième est celui qui fait finir un appel proprement.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mot « promis » met l'autre en défaut dès la deuxième phrase, et il n'y a plus rien à obtenir ensuite. Le faire dire par le groupe plutôt que l'annoncer.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rangées sans note : la densité tient. Diapositive à photographier — c'est tout le contenu grammatical de la séance, et il s'apprend par cette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Les deux formes sont correctes ; laisser le groupe choisir celle qu'il dira le plus facilement.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la phrase rapportée à voix haute, au téléphone imaginaire. C'est ainsi qu'elle se retiendra, pas en la copiant.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produire les deux phrases par deux élèves, puis demander au groupe laquelle veut dire quoi.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jouer la clôture en paires, deux minutes chacun. Un appel qui se termine sans date recommence au complet la fois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billets. Vérifier une seule chose : le temps du verbe rapporté. Le reste appartient à l'élève.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Rapporter ce qui a été 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rappelle encore » ferme une porte. « Vous m'aviez dit de vous rappeler » l'ouvre — même personne, même dossier, même jour.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Entrer dans le programme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reculer les temps quand le verbe introducteur est au passé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conditionnel pour un futur rapporté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plus-que-parfait pour ce qui était déjà fait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limiter avec « ne… que » et conclure avec « donc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rapporter sans reprocher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Vous m'aviez dit de rappeler. » ou « vous aviez promis »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« promis » ajoute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a l'air d'avoir tort, dans chaque cas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des deux obtient une réponse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Chaque temps recule d'un cran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A ÉTÉ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RAPPORTE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stage arrive tôt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m'aviez dit qu'il arrivait tôt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arrivera avant Noël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m'aviez dit qu'il arriverait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vais vous rappeler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m'aviez dit que vous alliez me rappeler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j'ai déposé mon dossier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expliqué que j'avais déposé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rappelez-moi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m'aviez demandé de vous rappeler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FUTUR RAPPORTÉ DEVIENT CONDITIONNEL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Le stage arrivera avant Noël » devient « il m'avait dit qu'il arriverait avant Noël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la postériorité quand le point de référence est décalé. À l'oral, « aller » à l'imparfait fait la même chose et sonne plus naturel : « vous alliez me rappeler 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Rapportez au passé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Mettez le verbe au temps qui convient.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Le stage arrive tôt. » On rapporte : Il m'avait dit que le stage (arriver) ___ tôt.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Il arrivera avant Noël. » On rapporte : Il m'avait répondu qu'il (arriver) ___ avant Noël.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vais vous rappeler. » On rapporte : Vous m'aviez dit que vous (aller) ___ me rappeler.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J'ai déposé mon dossier. » On rapporte : J'ai expliqué que j'(déposer) ___ mon dossier.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Les places sont limitées. » On rapporte : La lettre disait qu'elles (être) ___ limitées.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Rappelez-moi. » On rapporte : Vous m'aviez demandé de vous (rappeler) ___.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Rapportez au passé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Le stage arrive tôt. » On rapporte : Il m'avait dit que le stage (arriver) ___ tôt.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arrivait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Il arrivera avant Noël. » On rapporte : Il m'avait répondu qu'il (arriver) ___ avant Noël.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arriverait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vais vous rappeler. » On rapporte : Vous m'aviez dit que vous (aller) ___ me rappeler.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alliez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J'ai déposé mon dossier. » On rapporte : J'ai expliqué que j'(déposer) ___ mon dossier.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avais déposé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Les places sont limitées. » On rapporte : La lettre disait qu'elles (être) ___ limitées.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étaient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Rappelez-moi. » On rapporte : Vous m'aviez demandé de vous (rappeler) ___.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rappeler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NE… QUE LIMITE, IL NE NIE PAS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Il ne me manque qu'un préalable » dit que tout le reste est en règle.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mot restreint ce qui suit « que ». « Je ne travaille que les fins de semaine » et « je ne travaille pas que les fins de semaine » disent deux choses opposées : placez « que » juste devant ce que vous limitez.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CLÔTURE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Trente secondes pour finir un appel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Une restriction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ne me manque qu'un préalable ; le reste du dossier est complet.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Une conséquence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dossiers se regardent à la mi-décembre ; je vous rappellerai donc le 10.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Une reformulation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Autrement dit, je m'inscris à la mise à niveau et je vous rappelle en décembre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Une date, jamais un souhait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vous reparle le 10 décembre. Merci de m'avoir rappelée.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Rapporte une phrase qu'on t'a dite au téléphone, avec « on m'avait dit que…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On m'avait dit que la réponse arriverait avant Noël.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On m'avait dit que j'allais recevoir une lettre.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Entrer dans le programme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