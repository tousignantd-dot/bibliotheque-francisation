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synthèse du bloc C : la concession, puis une simulation d'entrevue en équipes de trois. Prévoir quarante minutes pour la simulation, elle est le vrai contenu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une règle de rhétorique, pas de grammaire, et c'est celle qui décide de l'effet produit.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répondre trois élèves avant de donner la règle. Les deux extrêmes sortiront tout seuls, et la voie du milieu se laisse alors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une paire d'erreurs symétriques : subjonctif après « même si », indicatif après « bien que ». Les deux se corrigent d'un seul geste.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la phrase dans les deux sens par le même élève : la différence d'effet est immédiate.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d'abord le mode, ensuite la prononciation : « aie » et « soit » sont courts et se mangent facilement.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: la modestie n'est pas une stratégie d'entrevue. Ce qui impressionne, c'est de nommer un manque et de montrer qu'on le règle déjà.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Quarante minutes. Passer dans les équipes sans interrompre : on note, on ne corrige pas pendant. Le retour se fait en grand groupe, cinq minutes avant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: ce sont les phrases que les élèves diront au jeu de rôle du bloc E, et elles gagnent à être déjà écrites.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C4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Concéder sans s'effacer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comité connaît vos points faibles avant de vous rencontrer : ils sont au dossier. Les nommer d'abord, puis dire comment on les organise, est ce qui change tout.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Entrer dans le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bien que » avec le subjonctif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même si » avec l'indicatif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malgré » devant un nom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l'obstacle avant la réponse, jamais après.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Que répondre à une question qui touche un point faible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Vous n'avez pas votre préalable de mathématiques.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Faire semblant que ce n'est rien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S'excuser pendant deux minutes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 dire quelque chose entre les deux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marqueurs, trois constructions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MARQUEUR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bien 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subjonctif : bien que j'aie, bien que ce soit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même 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l'indicatif : même si l'horaire est serré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malgré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 : malgré la distance, malgré mon accent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trois disent la même chose ; ce qui les sépare est le mode du verbe qui suit.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L'OBSTACLE D'ABORD, LA RÉPONSE ENSUITE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Bien que je n'aie pas encore mon préalable, je suis inscrite à la mise à niveau de septembre.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l'autre sens, le comité n'entend que l'obstacle : c'est le dernier mot qui reste. La concession sert à montrer qu'on a vu l'objection, pas à la souligner.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concession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marqueur, ou le verbe au bon mode.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j'aie déjà suivi ce cours en Syrie, je le referais sans discuter.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je n'(avoir) ___ pas encore mon préalable, je suis inscrite.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l'horaire est serré, il est prévu depuis le mois de février.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Même si ce (être) ___ ma deuxième demande, je ne recommence pas la même lettre.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la distance, je serai au centre à huit heures tous les matins.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la formation (être) ___ à temps plein, j'ai gardé deux quarts.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concession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j'aie déjà suivi ce cours en Syrie, je le referais sans discuter.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Bien 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je n'(avoir) ___ pas encore mon préalable, je suis inscrite.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l'horaire est serré, il est prévu depuis le mois de février.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Même si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Même si ce (être) ___ ma deuxième demande, je ne recommence pas la même lettre.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la distance, je serai au centre à huit heures tous les matins.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Malgré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la formation (être) ___ à temps plein, j'ai gardé deux quarts.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sais que je ne suis pas la meilleure candidate.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Bien que mon dossier soit incomplet, j'ai déjà réglé mon horaire.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n'est pas une concession : c'est un argument contre soi, offert gratuitement à un comité qui ne l'avait pas demandé.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Entrevue en équipes de trois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Qui joue quoi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personne candidate, deux membres du comité. On tourne toutes les huit minutes.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six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Pourquoi ce diplôme · votre parcours · l'horaire · le plus difficile · une difficulté du dossier · vos questions.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qu'on écoute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fait daté par réponse, un exemple au lieu d'un adjectif, une concession bien tournée.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qu'on 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chose réussie, une chose à reprendre. Rien d'autre, et on la dit à la personne.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concession sur ton propre dossier : l'obstacle, puis ce que tu fais déjà.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Bien que je n'aie pas encore mon préalable, je suis inscrite à la mise à niveau.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Même si j'écris lentement, je ne remets jamais une note incomplète.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Entrer dans le programme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