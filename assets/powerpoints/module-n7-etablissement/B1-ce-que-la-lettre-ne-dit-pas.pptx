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B. Demander au groupe, avant tout : qu'est-ce qu'un comité veut savoir qu'un formulaire ne demande pas ? Écrire les réponses au tableau et y revenir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qui porte le bloc entier. Il se vérifie en une seconde : une phrase sans date ni nombre est un adjectif déguisé.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difficile, et c'est voulu. Laisser le silence : la plupart des gens répondent d'abord par un adjectif, et c'est ce qu'il faut entendre avant de donner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le conseiller ne parle jamais de fautes. Ce n'est pas un examen de français : c'est une candidature.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adjectifs au tableau, puis les barrer un par un en demandant au groupe par quel fait les remplacer.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Réplique centrale du bloc. La faire répéter. Plusieurs élèves ont dans leur parcours une année qu'ils cachent depuis des années.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du bloc B, et elle revient dans les quatre séances.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rangées et une note : la densité tient. Insister sur la note, qui est un fait administratif et non une opinion.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avec l'article. « Une pièce justificative » est le terme exact du comptoir : l'élève l'entendra tel quel.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troisième est celui qui compte : on n'efface pas un trou, on l'explique.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et en lire trois à la séance suivante. C'est l'entrée directe de B2, où la lettre se construit.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que la lettre ne dit pas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conseiller ne corrige pas les fautes de Rania. Il lui montre la question à laquelle sa lettre ne répond pas — et que personne n'écrit sur le formulaire.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Entrer dans le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à quelle question répond une lettre de motivation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un adjectif par un fait daté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un trou dans un parcours en une phrase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quatre pièces d'un dossier de candidature.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Pourquoi vous, et pas la personne suivante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faites que d'autres ne font pas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combien de temps ? Où ? Avec qui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personne ne peut écrire à votre place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se vérifie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est bien écrite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142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ÉMILIEN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6960" y="2322576"/>
            <a:ext cx="872916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votre lettre devant moi. Merci de me l'avoir envoyée avant le dépôt.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4142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6960" y="3409696"/>
            <a:ext cx="8729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qu'elle est correcte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4142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ÉMILIEN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6960" y="4158995"/>
            <a:ext cx="872916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est bien écrite. Ce n'est pas la question que je me poserais à votre place.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4142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6960" y="5246116"/>
            <a:ext cx="8729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question, alors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adjectifs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142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ÉMILIEN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6960" y="1901952"/>
            <a:ext cx="872916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Regardez votre deuxième paragraphe : « je suis responsable, patiente et à l'écoute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142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ÉMILIEN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6960" y="2989072"/>
            <a:ext cx="8729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adjectifs. Un comité en lit deux cents par année.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142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6960" y="3738371"/>
            <a:ext cx="8729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je devrais écrire à la place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1"/>
            <a:ext cx="14142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ÉMILIEN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6960" y="4487671"/>
            <a:ext cx="872916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les a produits. Vous êtes préposée depuis cinq ans, si je lis bien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trou du dossier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142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6960" y="1901952"/>
            <a:ext cx="8729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pour mes deux années d'études en Syrie ? Je n'ai pas de diplôme.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142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ÉMILIEN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6960" y="2651252"/>
            <a:ext cx="872916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le dites comme vous venez de me le dire : deux années faites, l'école a fermé.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1427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ÉMILIEN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6960" y="3738371"/>
            <a:ext cx="872916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inquiète un comité, ce n'est pas le trou, c'est de le découvrir tout seul.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41427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RANIA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6960" y="4825492"/>
            <a:ext cx="8729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ces deux années-là comptent pour quelque chose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FAIT DATÉ VAUT TROIS ADJECTIFS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« Je suis patiente » ne se vérifie pas ; « depuis cinq ans, à l'unité prothétique, j'accompagne douze résidents » se vérifie.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comité ne peut rien faire d'une affirmation. Il peut faire quelque chose d'une durée, d'un nombre et d'un lieu — les trois se vérifient, et ils appartiennent à une seule personne.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pièces du dossier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PIÈCE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formulaire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identifie : nom, coordonnées, programme visé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relevés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 attestent ce qui a été fait à l'école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attestations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elles prouvent ce qui a été fait ailleurs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lettre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seule page que la personne écrit elle-même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dossier incomplet n'est pas refusé : il est mis de côté, ce qui revient au même sans que personne l'annonce.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du dossier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72703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dossier de candidature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4045" y="2121408"/>
            <a:ext cx="632496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L'ensemble des documents qu'une personne dépose pour demander une place.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72703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lettre de 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4045" y="3106674"/>
            <a:ext cx="632496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lettre où l'on explique pourquoi on veut suivre une formation.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72703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pièce justificative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4045" y="4091939"/>
            <a:ext cx="632496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qui prouve ce qu'on avance : un diplôme, une attestation.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72703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formule de courtoisie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4045" y="5077205"/>
            <a:ext cx="632496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phrase toute faite qui ouvre ou qui ferme une lettre formelle.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l'appel entre Rania et le conseiller.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conseiller trouve que la lettre est mal écrite.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lui reproche d'avoir employé des adjectifs à la place de faits.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conseille de cacher les deux années non terminées.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sont les préalables du secondaire d'ici qui décident de l'admission.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11251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17651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Merci beaucoup pour votre temps » est une bonne formule de courtoisie.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conseiller demande trois paragraphes, un par idée.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conseiller trouve que la lettre est mal écrite.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est bien écrite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lui reproche d'avoir employé des adjectifs à la place de faits.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conseille de cacher les deux années non terminées.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faut les expliquer en une phrase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sont les préalables du secondaire d'ici qui décident de l'admission.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11251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17651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Merci beaucoup pour votre temps » est une bonne formule de courtoisie.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c'est une formule de reconnaissance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conseiller demande trois paragraphes, un par idée.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Récris « je suis une personne responsable » avec un fait daté qui te concerne.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Depuis quatre ans, j'ouvre le centre à six heures.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 trois ans, je n'ai manqué aucun quart.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Entrer dans le programme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