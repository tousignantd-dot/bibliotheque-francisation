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Beaucoup d'élèves n'ont jamais passé d'entrevue en français. Le dire, et dire aussi que ce n'est pas un examen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difficile et le plus payant : le comité fait davantage confiance à qui sait nommer ce qu'il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fait travailler tout le monde. Laisser trois minutes d'écriture avant de faire répondre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structure de la réponse : un constat, puis un exemple précis. Deux phrases, et le comité sait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Réplique centrale du bloc. Dire ce qu'on ne connaît pas, précisément, vaut mieux que prétendre tout savoir. Le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avant de déposer mon dossier ». Ce n'est pas une intention, c'est une chose faite — et le comité entend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même règle qu'en B1, appliquée à l'oral : le groupe doit l'entendre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rangées sans note : la densité tient. Faire préparer une réponse par question, à l'écrit, pour la séance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plan de carrière » fait peur : préciser que deux phrases suffisent — le diplôme, puis l'étape d'après.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réplique. Le dernier ouvre une discussion utile : nommer sa difficulté ne coûte rien quand on dit ce qu'on fait déjà pour la régler.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deviennent la matière première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Vingt-cinq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personnes de l'autre côté de la table, six questions dont aucune n'a de réponse écrite quelque part. Le comité cherche qui tiendra les dix-huit mois.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question ouverte en deux ou trois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exemple concret plutôt qu'un adjectif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ne connaît pas sans se disqualifier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mots de l'entrevue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qu'un comité cherche à savoir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cherche la personne qui parle le mieux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veut-il savoir sur votre horaire ? sur votre famille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demande-t-il ce qui sera difficile pour 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répondriez-vous à cette question-là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ce diplôme-là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960" y="2322576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vingt-cinq minutes. Il n'y a pas de piège dans nos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6960" y="3071876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Commençons simplement. Pourquoi ce diplôme-là, et pourquoi maintenant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960" y="4158995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je fais aujourd'hui, je le fais bien, mais je m'arrête toujours au même endroit.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6960" y="5246116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il faut donner un médicament ou noter un signe, je vais chercher quelqu'un d'autre.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ne connais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960" y="190195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savez ce que ça change, comme responsabilité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6960" y="265125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partie, oui. Ce que je ne connais pas, c'est ce qui se passe quand une décision est mauvaise et qu'elle est la mienne.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738371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bonne réponse, et c'est la seule qui compte pour moi.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960" y="448767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fait deux ans en soins infirmiers à Alep. Racontez-nous.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L'horaire est déjà réglé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960" y="190195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formation est à temps plein, il y a des stages, et vous travaillez. Comment vous organisez-vous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6960" y="298907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parlé à ma coordonnatrice avant de déposer mon dossier.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738371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passe de cinq quarts à deux, les fins de semaine, à partir de septembre.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960" y="4825491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c'est déjà réglé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EXEMPLE CONCRET VAUT MIEUX QU'UN ADJECTIF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suis calme » ne dit rien ; raconter ce qu'on a fait la semaine passée dit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aptitude se prouve par une scène : un jour, une personne, un geste. Le comité n'a aucun moyen de vérifier un adjectif, et il en entend deux cents par année.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questions, et ce qu'elles cherchent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 COMITÉ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pourquoi ce diplôme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motif ancré dans du vécu, pas un rêve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votre parcours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fait, et ce qui manque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l'horaire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l'organisation est réglée ou souhaitée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plus difficile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lucidité, jamais la perfection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la fiche a été lue jusqu'au bout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l'entrevue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477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comité de sélection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4747" y="2121408"/>
            <a:ext cx="6804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groupe qui reçoit les candidats et classe les dossiers.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2477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 de carrière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747" y="3106674"/>
            <a:ext cx="6804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veut faire dans son métier, et par quelles étapes.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2477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aptitude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4747" y="4091939"/>
            <a:ext cx="6804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est capable de faire, en dehors d'un diplôme.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2477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4747" y="5077205"/>
            <a:ext cx="6804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de la formation qui se passe en milieu de travail.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l'entrevue de Rania.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L'entrevue dure vingt-cinq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Yvan Lemay est le conseiller pédagogique.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dit qu'elle s'arrête toujours au même endroit.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que ses deux années d'études soient reconnues.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parlé à sa coordonnatrice avant de déposer son dossier.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difficile pour elle sera de parler avec les patients.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L'entrevue dure vingt-cinq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Yvan Lemay est le conseiller pédagogique.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est enseignant du programme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dit qu'elle s'arrête toujours au même endroit.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que ses deux années d'études soient reconnues.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demande aucune reconnaissance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parlé à sa coordonnatrice avant de déposer son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difficile pour elle sera de parler avec les patients.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d'écrire au dossier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en deux phrases pourquoi tu veux la formation que tu vises.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suis préposée depuis cinq ans et je m'arrête toujours au même endroit.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veux être celle qu'on va chercher.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