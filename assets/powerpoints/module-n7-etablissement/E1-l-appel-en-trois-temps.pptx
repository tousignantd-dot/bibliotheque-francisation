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Elle se joue debout, au téléphone, dos à dos : ne pas voir l'autre change tout, et c'est le point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que tout le monde rate : on raconte d'abord et on dit pourquoi on appelle à la fin, quand l'autre n'écoute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personne au secrétariat reçoit trente appels par jour et décide en dix secondes. Ce n'est pas de l'impatience, c'est une charge de travail — le dire évite que le groupe le prenne personnellement.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rangées sans note : la densité tient. Diapositive à photographier — c'est la fiche que les élèves garderont à côté du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l'exercice inverse une fois, pour rire : quelqu'un raconte deux minutes avant de dire ce qu'il veut. Le groupe comprend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quatre phrases sur six appartiennent au motif : c'est le cœur de l'appel, et il tient en quatre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Quarante minutes, dos à dos, en équipes de deux. Ne pas voir l'autre supprime les gestes et oblige à nommer : c'est exactement la difficulté du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phrase que le module veut laisser. La faire répéter par tout le monde, à voix haute, avant la fin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Ils servent d'aide-mémoire pour la production orale à déposer, que les élèves enregistrent chez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 en trois temps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 présenter, exposer le motif, conclure sur une date. Trois minutes, et l'appel se termine sur ce qui est convenu plutôt que sur ce qui a été refusé.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se présenter en trois éléments, en dix secondes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exposer le motif en une phrase avant de raconter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ce qui avait été dit, sans reprocher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conclure en reformulant et en proposant une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Que dites-vous dans les vingt premières secondes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nom ? Votre numéro de dossier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vous appelez, ou ce qui vous est arrivé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d'appels cette personne reçoit-elle aujourd'hui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combien de temps décide-t-elle de vous transférer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et ce qu'on dit dans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me présente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nom, numéro de dossier, lien avec l'établissement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j'expose le motif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phrase, avant l'histoire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rapporte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m'aviez dit de rappeler après la décision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demande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que je peux faire d'ici là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conclus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reformule, je propose une date, je remercie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MOTIF VIENT AVANT L'HISTOIRE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vous appelle au sujet de la lettre du 10 avril. » Puis, si on la demande, l'histoire.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bout d'une minute de récit, l'autre n'écoute plus : il cherche encore ce qu'on veut. Une phrase de motif place tout le reste dans le bon dossier, au sens propre.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moment de l'appel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si la phrase se dit au début, au milieu ou à la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Rania Nassar, dossier 41-2887.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appelle au sujet de la lettre reçue lundi.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m'aviez dit de vous rappeler après la décision.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voudrais savoir, c'est ce que je peux faire d'ici l'an prochain.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Autrement dit, je m'inscris et je vous rappelle en décembre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de m'avoir rappelée ; je vous reparle le 10 décembre.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moment de l'appel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Rania Nassar, dossier 41-2887.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me présente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appelle au sujet de la lettre reçue lundi.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j'expose le motif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m'aviez dit de vous rappeler après la décision.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j'expose le motif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voudrais savoir, c'est ce que je peux faire d'ici l'an prochain.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j'expose le motif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Autrement dit, je m'inscris et je vous rappelle en décembre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conclus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de m'avoir rappelée ; je vous reparle le 10 décembre.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conclus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appels, dos à 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Appel 1 · le secrétariat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personne ne peut rien dire du rang. Obtenez malgré tout à qui parler, et laissez un message précis.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Appel 2 · le conseiller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rappelle. Rapportez ce qu'il vous avait dit, demandez ce qui a manqué, puis ce que vous pouvez faire.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Appel 3 · la proposition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Proposez quelque chose : une mise à niveau, une entrée plus petite, une démarche de reconnaissance des acquis.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écoute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vingt premières secondes, le motif en une phrase, et la date à la fin.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Est-ce qu'on pourrait me passer devant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Qu'est-ce que je peux faire d'ici l'an prochain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demande une faveur, et elle ferme la conversation. La seconde demande une information, et elle ouvre presque toujours quelque chose.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les trois phrases de la fin de ton appel : reformulation, date, remerciement.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Autrement dit, je m'inscris à la mise à niveau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vous rappelle le 10 décembre. Merci de m'avoir rappelée.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