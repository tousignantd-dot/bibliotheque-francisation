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module. Ouvrir par une question au groupe : qui a déjà voulu s'inscrire quelque part et s'est fait dire qu'il manquait un papier ? La plupart. C'est le sujet du bloc, et il ne s'agit de faire la leçon à personne.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est celui qui surprend : beaucoup d'élèves croient que s'inscrire à un programme est un geste administratif. Le poser dès la première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sans mauvaise réponse. Beaucoup répondront « les notes » : laisser dire, le dialogue corrigera. Noter au tableau les réponses, on y revient à la fin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au tableau les trois nombres du module et les y laisser toute la séance : 5 ans, 68 demandes, 24 places. Ils reviennent dans les quatre blocs.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la question de Rania par deux élèves. Demander un mot n'est pas un aveu de faiblesse : c'est le geste que tout le module enseigne, et il commence ici.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la réplique qui ouvre le bloc B. La laisser en suspens : la lettre de motivation est le défi 1, et personne ne l'a encore vue.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le tableau de référence du bloc A, et il revient en A4 sur la fiche du programme.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Insister : dans ce module, personne n'échoue. Une candidate excellente reste sur une liste d'attente, et c'est un fait d'arithmétique, pas de valeur.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chaque mot avec son article. « Un préalable » est masculin et se dit souvent au pluriel dans les documents : le faire remarquer.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« faux » par la réplique exacte. Le deuxième compte : une formation interrompue n'est pas un échec, et il faut que le groupe l'entende dès la première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les billets. Ils disent en une minute qui a saisi la différence entre s'inscrire et poser sa candidature, et c'est elle qui porte tout le bloc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A1  ·  MODULE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dîner de midi et quart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Rania veut le diplôme. Elle croyait remplir un formulaire et attendre une lettre. Sa collègue lui apprend en trois minutes qu'il y a plus de candidats que de places.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Entrer dans le programme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ce qu'un programme contingenté demande de plus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trois pièces d'un dossier de candidature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une inscription d'une candidature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quatre mots de l'admission avec leur article.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17181A"/>
                </a:solidFill>
                <a:latin typeface="Verdana"/>
              </a:rPr>
              <a:t>Qu'est-ce qui décide qui entre dans une formation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notes ? L'ordre d'arrivée ? Autre chose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Avez-vous déjà passé une entrevue pour étudier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qu'un établissement peut demander de plus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se passe-t-il quand il y a trop de demandes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veux le faire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Écouter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81098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RANIA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676" y="2322576"/>
            <a:ext cx="833245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Ghyslaine, tu as deux minutes ? Je voudrais te demander quelque chose.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4510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409696"/>
            <a:ext cx="181098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GHYSLAINE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676" y="3409696"/>
            <a:ext cx="833245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Assis-toi. J'ai jusqu'à moins vingt. Qu'est-ce qui se passe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99440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158995"/>
            <a:ext cx="181098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RANIA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676" y="4158995"/>
            <a:ext cx="833245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pour le diplôme. Santé, assistance et soins infirmiers. Je veux le faire.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08152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246116"/>
            <a:ext cx="181098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GHYSLAINE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676" y="5246116"/>
            <a:ext cx="833245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Ah oui ? Ça fait combien de temps que tu es préposée, toi, cinq ans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Il y a une entrevue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81098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RANIA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676" y="1901952"/>
            <a:ext cx="833245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pensais que je remplissais un formulaire et que j'attendais une lettre.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81098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RANIA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676" y="2989072"/>
            <a:ext cx="833245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Mais j'ai appelé, et la dame m'a dit qu'il y avait une entrevue.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81098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GHYSLAINE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676" y="3738371"/>
            <a:ext cx="833245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entrevue de sélection. Oui. Le programme est contingenté.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230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7671"/>
            <a:ext cx="181098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RANIA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676" y="4487671"/>
            <a:ext cx="833245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Contingenté, ça veut dire quoi exactement 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Soixante-dix pour vingt-quatre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81098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GHYSLAINE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676" y="1901952"/>
            <a:ext cx="833245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y a plus de monde qui demande que de places. Soixante-dix demandes pour vingt-quatre places.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81098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RANIA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676" y="2989072"/>
            <a:ext cx="833245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Donc ils en refusent deux sur trois.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81098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GHYSLAINE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676" y="3738371"/>
            <a:ext cx="833245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ce n'est pas juste les notes qui décident. Il y a le dossier, la lettre, puis la rencontre.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6089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825491"/>
            <a:ext cx="181098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RANIA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676" y="4825491"/>
            <a:ext cx="833245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lettre ? Quelle lettre 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trois pièces qui décident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337560"/>
          </a:xfrm>
          <a:prstGeom prst="roundRect">
            <a:avLst>
              <a:gd name="adj" fmla="val 4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PIÈCE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APPORTE AU COMITÉ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dossier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papiers : relevés, attestations, préalables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la lettre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seule page que la personne écrit elle-même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l'entrevue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qu'aucun papier ne montre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préalable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case à remplir, jamais négociable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contingent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nombre de places, qui décide du reste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CONTINGENTÉ VEUT DIRE CLASSÉ, PAS DIFFICILE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programme contingenté compare les dossiers entre eux, jamais à une note de passage.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On n'est pas refusé parce qu'on est mauvais : on est refusé parce qu'on est cinquième pour quatre places. C'est une nuance de mot, et c'est celle qui décide si une personne recommence l'année suivante ou si elle abandonne.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mots de l'admission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90677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préalable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13782" y="2121408"/>
            <a:ext cx="614522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cours ou le niveau qu'il faut avoir réussi avant d'être admis.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390677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programme contingenté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13782" y="3106674"/>
            <a:ext cx="614522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formation où il y a plus de demandes que de places offertes.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390677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entrevue de sélection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13782" y="4091939"/>
            <a:ext cx="614522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rencontre où l'établissement décide qui il retient.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390677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relevé de notes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13782" y="5077205"/>
            <a:ext cx="614522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document officiel qui montre les cours suivis et les résultats.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la conversation de Rania et de Ghyslaine.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Rania est préposée aux bénéficiaires depuis cinq ans.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 terminé ses études en soins infirmiers en Syrie.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pensait qu'il suffisait de remplir un formulaire.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programme accepte tout le monde.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Selon Ghyslaine, la plupart des lettres se ressemblent.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relevé de notes de Rania est en français.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Rania est préposée aux bénéficiaires depuis cinq ans.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 terminé ses études en soins infirmiers en Syrie.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deux ans faits, aucun diplôme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pensait qu'il suffisait de remplir un formulaire.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programme accepte tout le monde.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vingt-quatre places pour soixante-huit demandes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Selon Ghyslaine, la plupart des lettres se ressemblent.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relevé de notes de Rania est en français.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en arabe, avec une traduction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en deux phrases ce qu'un programme contingenté demande de plus qu'une simple inscription.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Il demande une lettre de motivation.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Il demande une entrevue devant un comité.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Entrer dans le programme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