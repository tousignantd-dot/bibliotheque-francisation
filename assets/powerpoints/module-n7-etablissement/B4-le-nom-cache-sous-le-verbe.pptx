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sert deux fois : à écrire la lettre du bloc B, et à lire l'avis de décision du bloc D. Le dire au groupe dès le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compétence de lecture, pas d'écriture. « Le refus de votre demande » ne dit pas qui a refusé : c'est là qu'on apprend à le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simple : le nom permet de ne nommer personne. Ce n'est ni bien ni mal, mais il faut le savoir pour lire un avis.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trois autres noms par suffixe, tirés de leur propre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substitution lexicale du programme, et elle ne se voit qu'en comparant deux versions du même paragraphe :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nom avec son article : c'est là que le genre s'apprend, pas dans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la faute vue en A3 : elle revient à chaque séance du bloc, et c'est normal — elle est ancrée.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formules qui reviendront dans l'avis du bloc D. Les faire recopier : elles préparent D1 sans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Deux versions correctes existent ; les lire toutes les deux, elles montrent que la nominalisation est un choix, pas une obligation.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nom caché sous le verbe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langue administrative nomme les actions au lieu de les conjuguer. C'est ce qui la rend neutre — et froide. Sous chaque nom, il y a un verbe, et sous le verbe, quelqu'un.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nom d'un verbe avec -tion, -ment, -ance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genre d'un nom d'après son suffixe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une idée par un nom sans répéter la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qui agit sous un nom d'action.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Pourquoi les documents officiels écrivent-ils ainsi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la suite de la réception de votre dossier…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reçu le dossier ? Quand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ne pas écrire « nous avons reçu votre dossier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le nom cache que le verbe montrerait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suffixes, trois genres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-tion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: admission, sélection, inscription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-ment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: classement, désistement, traitement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-ance, -ence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: reconnaissance, exigence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-ure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: candidature, signature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genre suit le suffixe, presque sans exception : c'est une des rares règles de genre qui tiennent.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NOM SERT AUSSI À REPRENDRE SANS RÉPÉTER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comité a étudié les dossiers. Cette étude a duré trois jours.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le nom, la deuxième phrase recommence la première. Dans une lettre de trois paragraphes, c'est ce qui empêche d'écrire « ma candidature » huit fois.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nom qui correspond au verbe souligné.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sélectionné vingt-quatre personnes : la ___ a duré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s'est inscrite au cours du mercredi : son ___ date du 8 janvier.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été admise l'an dernier : son ___ a été confirmée par courriel.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s'est désistée : le ___ est confirmé aujourd'hui.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exige un préalable : cette ___ figure sur la fiche.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reconnaît ce qu'on sait déjà faire : c'est la ___ des acquis.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sélectionné vingt-quatre personnes : la ___ a duré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s'est inscrite au cours du mercredi : son ___ date du 8 janvier.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été admise l'an dernier : son ___ a été confirmée par courriel.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admission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s'est désistée : le ___ est confirmé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désistement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exige un préalable : cette ___ figure sur la fiche.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reconnaît ce qu'on sait déjà faire : c'est la ___ des acquis.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reconnaissance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appliqué et j'attends leur réponse.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posé ma candidature et j'attends leur réponse.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Candidater » n'existe pas en français d'ici, et « appliquer » vient de l'anglais. On pose sa candidature, on soumet un dossier, on dépose une demande.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Sous le nom, quelqu'un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« le refus de votre demande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Qui a refusé ? L'avis ne le dit pas. Si la réponse compte, il faut téléphoner et la demander.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« à la suite de la réception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Reçu par qui, et quand ? La date est ailleurs dans la lettre : la chercher.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« après étude du dossier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Étudié par le comité de sélection, mais l'avis ne le nomme pas toujours.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« sous réserve de vérification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Quelque chose reste à vérifier : demander quoi, et par qui.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Récris cette phrase avec un nom : « Le comité a décidé de retenir ma candidature.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décision du comité m'a été communiquée le 10 avril.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 candidature a fait l'objet d'une décision favorable.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