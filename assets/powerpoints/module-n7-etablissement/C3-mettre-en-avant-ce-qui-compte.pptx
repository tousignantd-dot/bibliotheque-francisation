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très orale. Chaque phrase se dit deux fois : une fois plate, une fois encadrée. La différence s'entend, elle ne s'explique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point d'accord de la séance, et c'est la faute la plus audible : « c'est moi qui est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par le même élève, à la suite. Le groupe entend immédiatement laquelle porte, et personne n'a eu besoin de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compte autant que le tableau : ces formes s'usent très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conjuguer à voix haute : c'est moi qui suis, c'est toi qui es, c'est nous qui sommes.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chaque phrase corrigée à voix haute, avec l'insistance sur l'élément encadré. Sans l'intonation, l'exercice ne sert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adapter les quatre à leur propre parcours, à l'écrit, en dix minutes. C'est la préparation directe de la production orale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Faute quasi universelle, y compris chez des locuteurs de longue date. La reprendre sans dramatiser, mais la reprendre.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corriger uniquement l'accord et le choix « ce que / ce qui ». Le contenu appartient à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avant ce qui compte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l'écrit on souligne ; à l'oral on encadre. Sans mise en relief, une réponse de vingt mots arrive plate, et c'est le dernier mot qui reste.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encadrer le sujet avec « c'est… qui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encadrer le reste avec « c'est…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sa réponse avec « ce que… c'est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verbe après « qui » à la bonne personne.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des deux entend-on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J'ai appris à observer en travaillant de nuit.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en travaillant de nuit que j'ai appris à observer.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reste dans la tête, dans chaque cas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diriez-vous à un comité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souligner à l'oral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ENCADRE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c'est… 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sujet : c'est mon horaire qui a décidé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c'est…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reste : c'est à l'unité prothétique que je travaille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que… c'est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réponse : ce que je veux, c'est finir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qui… c'est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sujet annoncé : ce qui me manque, c'est un préalable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emplois par entrevue portent ; dix deviennent un tic de langage.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« QUI », LE VERBE PREND LA PERSONNE ENCADRÉE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moi qui suis allée la voir. C'est vous qui avez mon dossier.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Qui » reprend ce qu'on encadre, et le verbe s'accorde avec lui. « C'est moi qui est » est la faute la plus audible du niveau, et la première personne est celle qu'on rate le plus.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mise en relief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seul mot ou groupe de mots par trou.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horaire a décidé de tout. On encadre : C'est mon horaire ___ a décidé de tout.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moi qui (être) ___ allée voir ma coordonnatrice la première.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en travaillant de nuit ___ j'ai appris à observer.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veux, c'est être celle qu'on va chercher.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me manque, c'est un préalable de mathématiques.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vous ___ avez mon dossier devant vous, pas moi.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mise en relief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horaire a décidé de tout. On encadre : C'est mon horaire ___ a décidé de tout.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moi qui (être) ___ allée voir ma coordonnatrice la première.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en travaillant de nuit ___ j'ai appris à observer.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veux, c'est être celle qu'on va chercher.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me manque, c'est un préalable de mathématiques.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vous ___ avez mon dossier devant vous, pas moi.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prêtes pour l'entrevue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Dire ce qu'on veut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je veux, c'est être celle qu'on va chercher plutôt que celle qui va chercher.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Dire ce qui manque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me manque, c'est un préalable de mathématiques, et je suis déjà inscrite.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Dire d'où vient une compétence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en travaillant de nuit que j'ai appris à observer.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Dire qui a fait le geste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moi qui suis allée voir ma coordonnatrice, avant de déposer.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moi qui est allée la voir.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moi qui suis allée la voir.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pronom « qui » prend la personne de ce qu'il reprend. À la première personne, le verbe est « suis » — et l'erreur s'entend à trois mètres.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phrases sur toi, l'une avec « c'est… que », l'autre avec « ce que… c'est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C'est en gardant mes trois enfants que j'ai appris à m'organiser.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que je veux, c'est travailler dans mon domaine ici.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