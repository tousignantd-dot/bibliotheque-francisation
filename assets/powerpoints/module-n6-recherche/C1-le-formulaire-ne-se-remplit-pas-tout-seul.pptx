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Défi 2. Projeter un formulaire réel de demande d'emploi si possible ; sinon, celui de Boisverte suffit.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le groupe compléter la phrase à l'oral. Il produit spontanément des verbes d'action : c'est sur cette production que la séance s'appuie.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C'est vrai et c'est inutile » : la formule est dure et c'est voulu. Elle résume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phrase de Marisol contient déjà l'infinitif passé. Ne pas l'expliquer ici : la séance C2 lui est consacrée. Se contenter de la faire remarquer.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Insister sur le courriel en lettres détachées : une lettre mal lue, et la réponse n'arrive jamais.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nommer ce qui a été ajouté chaque fois : un verbe précis, un chiffre, un contexte. Trois ingrédients, toujours les mêmes.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règle du bloc C entier, et elle sert aussi à l'oral, en entrevue.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item annonce la séance C4.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ces phrases : elles serviront de matière aux séances C2 et C3, et à la production écrite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formulaire ne se remplit pas tout seul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deux premières pages sont faciles. C'est la troisième qui décide : « Décrivez vos fonctions dans votre dernier emploi. » Là, une phrase vraie peut être totalement inutile.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Chercher un emploi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rubriques d'une demande d'emploi détaillée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une description vide d'une description utile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des verbes d'action et des chiffres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remplir les rubriques de renseignements sans erreur.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J'ai travaillé dans un entrepôt. 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formulaire-papi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Cette phrase est-elle vraie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l'employeur en apprend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faisiez-vous, exactement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Combien, combien de temps, avec combien de personnes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Vraie et inutile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31161" y="2322576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ça, c'est fait. C'est la page trois qui me bloque. « Décrivez vos fonctions dans votre dernier emploi. 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4510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09696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DJAMILA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1161" y="3409696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vous avez écrit quoi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99440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158995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31161" y="4158995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J'ai travaillé dans un entrepôt. » C'est vrai, mais c'est court.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74370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908296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DJAMILA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31161" y="4908296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vrai et c'est inutile. Ils ne peuvent rien en faire. Il faut des verbes d'action et des chiffres.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Des chiffres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1161" y="19019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 chiffres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98473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DJAMILA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1161" y="2651252"/>
            <a:ext cx="8644966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personnes, combien de produits, à quelle fréquence. « J'ai tenu l'inventaire de huit cents références » — ça, un employeur le comprend tout de suite.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1161" y="4076191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Après avoir fait l'inventaire, je préparais aussi les bons de livraison. Je peux l'écrire comme ça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99872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16331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DJAMILA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1161" y="516331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Exactement comme ça. C'est précis et c'est du bon français.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RUBRIQUES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demande une demande détaillée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848356"/>
          </a:xfrm>
          <a:prstGeom prst="roundRect">
            <a:avLst>
              <a:gd name="adj" fmla="val 5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RUBRIQUE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Y ÉCRIT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Renseignements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Nom, adresse, téléphone, courriel — en lettres détachées.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569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884932"/>
            <a:ext cx="3291492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Formation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884932"/>
            <a:ext cx="6595914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Diplôme, établissement, année. Un diplôme étranger porte le nom du pays.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4975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625596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Expérience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625596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Employeur, titre du poste, dates, puis la description des tâches.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98678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114800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Disponibilités et références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114800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Jours et heures ; deux personnes qui parleront de votre travail.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96612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5264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La rubrique « Expérience » est celle qui décide. Les autres ne font qu'identifier.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COMPARAISON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phrase vide, et celle qui compte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Que faudrait-il ajouter à la phrase de gauche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J'ai travaillé dans un entrepôt.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623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32638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Je m'occupais des commandes.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870960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9857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497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26408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J'avais des responsabilités.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59435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85140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9154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74980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Je connais l'informatique. 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phrase vide, et celle qui compte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J'ai travaillé dans un entrepôt. »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« J'ai tenu l'inventaire de 800 références dans un entrepôt de 40 employés.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623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32638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Je m'occupais des commandes. »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« Je préparais une trentaine de commandes par jour.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870960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9857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497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26408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J'avais des responsabilités. »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« Je supervisais trois personnes et j'organisais leur horaire.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59435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85140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9154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74980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Je connais l'informatique. »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« J'ai utilisé un logiciel d'inventaire pendant six ans, tous les jours. 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TROIS INGRÉDIENTS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verbe d'action, un chiffre, un contexte.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tenais » plutôt que « je travaillais ». « 800 références » plutôt que « beaucoup ». « Dans un entrepôt de 40 employés » plutôt que rien. Les trois tiennent en une phrase, et cette phrase-là se lit en quatre secondes par quelqu'un qui en lit quarante.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formulaire de Boisverte fait quatre pages.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J'ai travaillé dans un entrepôt » est une bonne description.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Djamila conseille d'ajouter des chiffres.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869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5509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lettre de motivation devrait faire une page pleine.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0438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2808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29209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5983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On relit à voix haute avant d'envoyer.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formulaire de Boisverte fait quatre pages.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J'ai travaillé dans un entrepôt » est une bonne description.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faux — vraie mais inutile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Djamila conseille d'ajouter des chiffres.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869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5509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lettre de motivation devrait faire une page pleine.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faux — trois paragraphes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0438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2808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29209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5983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On relit à voix haute avant d'envoyer.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Réécrivez en une phrase ce que vous faisiez dans votre dernier emploi.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verbe d'action, un chiffre, un contexte.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Comparez avec ce que vous auriez écrit avant la séance.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Chercher un emploi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