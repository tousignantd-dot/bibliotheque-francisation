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dans cette séance : un point de grammaire et une méthode de recherche. Elles se rejoignent à la fin, dans la phrase qu'on prépare pour l'entrevue.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se trouve vite ; la seconde surprend. Beaucoup proposent « quand ». C'est précisément la difficulté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surprise de la séance, et l'erreur la plus fréquente à ce point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des « ou bien » se fait de tête, en une seconde, et il est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à voix haute la phrase reliée : l'oreille confirme ce que la règle 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items suffisent : c'est un réflexe à installer, pas une matière à couvrir.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de lecture suffisent. Le dire clairement : beaucoup croient qu'il faut une enquête, et renoncent.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l'essentiel : on ne récite pas ce qu'on a lu, on en tire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phrase servira telle quelle en D1 et en E1. Demander de la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où », et se renseigner sur l'entreprise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l'entreprise où j'ai appris le métier. » Un mot de trois lettres évite de répéter, et il sert justement à parler de son parcours — les lieux et les années.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deux phrases avec « où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lieu comme pour un moment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le confondre avec « ou » sans accent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en cinq minutes ce qu'il faut savoir d'une entreprise.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un mot répété.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l'entrepôt. Je travaille dans cet entrepôt.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est dit deux fois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feriez-vous une seule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« 2024, c'est l'année. Je suis arrivée cette année-là.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ANATOMIE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lieu, ou un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l'entrepôt où je travaille.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2024, c'est l'année où je suis arrivée.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lieu, au figuré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secteur où j'ai le plus d'expérience.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français, on ne dit pas « l'année quand ». C'est « où », même pour le temps.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OÙ » ET « OU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L'accent change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où » avec l'accent parle d'un lieu ou d'un moment. « ou » sans accent propose un choix. Le test qui ne rate jamais : remplacez par « ou bien ». Si la phrase a du sens, il n'y a pas d'accent — « je commence lundi ou bien mardi ». Sinon, l'accent est nécessaire.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phrases avec « où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l'entreprise. J'ai travaillé six ans dans cette entreprise.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Voici le jour. J'ai passé mon entrevue ce jour-là.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28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92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Longueuil est la ville. Boisverte est installée dans cette ville.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883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358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998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03428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le moment. Il faut poser ses questions à ce moment-là.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phrases avec « où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l'entreprise. J'ai travaillé six ans dans cette entreprise.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l'entreprise où j'ai travaillé six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Voici le jour. J'ai passé mon entrevue ce jour-là.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Voici le jour où j'ai passé mon entrevue.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28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92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Longueuil est la ville. Boisverte est installée dans cette ville.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Longueuil est la ville où Boisverte est installée.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7883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358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998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03428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le moment. Il faut poser ses questions à ce moment-là.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le moment où il faut poser ses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ou » ou « où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Choisissez, puis justifiez par le test de « ou bien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commencer lundi ___ mardi.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L'année ___ je suis arrivée, je ne parlais pas français.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Préférez-vous le jour ___ le soir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l'entrepôt ___ je travaille.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ou » ou « où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commencer lundi ___ mardi.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 — « ou bien » fonctionne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L'année ___ je suis arrivée, je ne parlais pas français.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— un moment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Préférez-vous le jour ___ le soir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 — un choix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l'entrepôt ___ je travaille.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— un lieu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Que savez-vous de nous ?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nseillere-burea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question tombe une fois sur deux en entrevue.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trouver la réponse, gratuitement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faut-il y consacrer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cherche, au juste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OÙ SE RENSEIGNER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sources gratuites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site de l'entreprise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Sections « À propos », « Notre équipe », « Carrières ». L'année de fondation, le nombre d'employés, les postes ouverts.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Registraire des entreprises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L'adresse légale et le nom des dirigeants. Utile pour vérifier qu'une entreprise existe vraiment.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Les avis d'anciens employés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lire avec prudence : les gens satisfaits écrivent rarement.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Ce qu'on en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phrase, en entrevue : « J'ai vu que vous fabriquez du bois massif depuis 1998.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Renseignez-vous sur l'entreprise de votre offre, en cinq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Depuis quand existe-t-elle ? Combien d'employés ? Où sont ses installations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ensuite UNE phrase que vous diriez en entrevue.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