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lexique, mais qui apprend une méthode plutôt qu'une liste. C'est la séance qui rend les trois blocs suivants moins lourds.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le groupe trouver « employable » — il vient toujours de quelqu'un. C'est le pont vers la séance B3 sur les mots en -able.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Les élèves peuvent la recopier au dos de leur cahier et s'y référer tout le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au groupe d'autres mots en re- : ils en trouvent une dizaine en deux minutes, et ils les connaissent déjà tous.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dernier item annonce la séance B3. Ne pas l'expliquer ici : il suffit que le mot ait été rencontré une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Curriculum vitæ » se dit en entier à l'écrit, « CV » à l'oral. Faire prononcer les deux — le æ surprend toujours.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la paire trois fois. C'est court, et ça évite une situation embarrassante.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Certains métiers résistent : « soudeur » n'a pas de nom d'action courant. C'est une bonne occasion de dire que la langue n'est pas un système parfait.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A3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Une racine, plusieurs mots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vocabulaire du travail n'est pas une liste de mots séparés : c'est une dizaine de racines qui se recombinent. Apprendre la racine vaut mieux qu'apprendre cent mots.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Chercher un emploi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la racine commune d'une famille de mots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former le nom de la personne avec le suffixe -eur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former le nom de l'action avec le suffixe -tion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préfixes re-, in- et dé- pour changer le sens.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7181A"/>
                </a:solidFill>
                <a:latin typeface="Verdana"/>
              </a:rPr>
              <a:t>Employer, un emploi, un employé, un employeur.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Qu'ont ces quatre mots en commun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Lequel désigne la personne qui donne le travail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Lequel désigne celle qui le reçoit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d'autres mots pouvez-vous former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ANATOMIE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morceaux, trois effets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004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MORCEAU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FABRIQUE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-eur, -euse, -trice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personne qui fait l'action : un employeur, un formateur, une formatrice, un travailleur.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0419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169920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-é, -ée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169920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personne qui la reçoit : un employé, une employée.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54787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675887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-tion, -sion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675887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nom de l'action : la formation, la production, la décision. Toujours féminin.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32206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450080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-able, -ible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450080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Ce qui est possible : transférable, renouvelable, disponible.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24865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50468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Ces quatre morceaux couvrent la grande majorité des mots du monde du travail.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TROIS PRÉFIXES QUI CHANGENT LE SENS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Devant le mot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re-  ·  recommencer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refaire son curriculum vitæ, revoir sa lettre, rappeler l'employeur.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in-, im-, il-  ·  le contraire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dossier incomplet, une offre inacceptable, un horaire imprévisible, une écriture illisible.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dé-, dés-  ·  défaire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déplacer un rendez-vous, désapprouver une décision.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Attention à la lettre qui suit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in- devient im- devant b et p, et il- devant l. Le sens ne change pas.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NOMS EN -TION SONT FÉMININS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formation, la production, la décision, la profession.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Sans exception. C'est une des rares règles du français qui ne demande rien à retenir d'autre qu'elle-même. Comme ces mots sont très fréquents dans les offres d'emploi, la règle sert tout de suite.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le mot de la même famille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seul mot par ligne.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Boisverte cherche quelqu'un : c'est donc un ___ 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veut devenir une ___ de cette entreprise.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 suivi une ___ de six mois en logistique.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personne qui donne le cours est le ___ 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Son dossier était incomplet : elle doit le ___ 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horaire qu'on peut modifier est un horaire ___ 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le mot de la même famille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Boisverte cherche quelqu'un : c'est donc un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employeur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veut devenir une ___ de cette entreprise.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employée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 suivi une ___ de six mois en logistique.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formation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personne qui donne le cours est le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formateur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Son dossier était incomplet : elle doit le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refaire — ou compléter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horaire qu'on peut modifier est un horaire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modifiable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de la séance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27688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poste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3893" y="2121408"/>
            <a:ext cx="677511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L'emploi précis qu'une personne occupe, avec son titre et ses tâches.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27688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secteur d'activité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3893" y="2909620"/>
            <a:ext cx="677511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Le grand domaine où une entreprise travaille : la construction, la santé.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27688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curriculum vitæ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3893" y="3697833"/>
            <a:ext cx="677511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Le document qui résume la formation et l'expérience. On dit aussi « un CV ».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27688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temps partiel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3893" y="4486046"/>
            <a:ext cx="677511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horaire de moins de trente heures par semaine.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27688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ordre professionnel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3893" y="5274259"/>
            <a:ext cx="677511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L'organisme qui donne le droit d'exercer certains métiers.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CONFONDRE « EMPLOYÉ » ET « EMPLOYEUR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cherche un employé.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cherche un emploi.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seule syllabe sépare les deux mots, et le sens s'inverse complètement : l'employeur donne le travail, l'employé le reçoit. Dit en entrevue, le premier fait mauvais effet — et l'erreur est très fréquente.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quatre mots de la famille de votre métier.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métier, la personne qui l'exerce, la formation, l'action.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cuisiner · un cuisinier · une formation en cuisine · la cuisson.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Chercher un emploi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