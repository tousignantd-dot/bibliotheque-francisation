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lexique, mais qui apprend une méthode plutôt qu'une liste. C'est la séance qui rend les trois blocs suivants moins lourds.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trouver « employable » — il vient toujours de quelqu'un. C'est le pont vers la séance B3 sur les mots en -able.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élèves peuvent la recopier au dos de leur cahier et s'y référer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d'autres mots en re- : ils en trouvent une dizaine en deux minutes, et ils les connaissent déjà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annonce la séance B3. Ne pas l'expliquer ici : il suffit que le mot ait été rencontré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Curriculum vitæ » se dit en entier à l'écrit, « CV » à l'oral. Faire prononcer les deux — le æ surprend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paire trois fois. C'est court, et ça évite une situation embarrassante.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Certains métiers résistent : « soudeur » n'a pas de nom d'action courant. C'est une bonne occasion de dire que la langue n'est pas un système 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racine, plusieurs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vocabulaire du travail n'est pas une liste de mots séparés : c'est une dizaine de racines qui se recombinent. Apprendre la racine vaut mieux qu'apprendre cent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racine commune d'une famille de mots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nom de la personne avec le suffixe -eur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nom de l'action avec le suffixe -tion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préfixes re-, in- et dé- pour changer le sens.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Employer, un emploi, un employé, un employeur.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Qu'ont ces quatre mots en commun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désigne la personne qui donne le travail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désigne celle qui le reçoit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d'autres mots pouvez-vous former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ANATOMIE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morceaux, trois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-eur, -euse, -trice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personne qui fait l'action : un employeur, un formateur, une formatrice, un travailleur.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-é, -ée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personne qui la reçoit : un employé, une employée.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-tion, -sion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nom de l'action : la formation, la production, la décision. Toujours féminin.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-able, -ible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est possible : transférable, renouvelable, disponible.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quatre morceaux couvrent la grande majorité des mots du monde du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PRÉFIXES QUI CHANGENT LE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le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re-  ·  recommencer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refaire son curriculum vitæ, revoir sa lettre, rappeler l'employeur.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in-, im-, il-  ·  le contraire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dossier incomplet, une offre inacceptable, un horaire imprévisible, une écriture illisible.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dé-, dés-  ·  défaire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déplacer un rendez-vous, désapprouver une décision.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Attention à la lettre qui suit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in- devient im- devant b et p, et il- devant l. Le sens ne change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NOMS EN -TION SONT FÉMININS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formation, la production, la décision, la profession.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exception. C'est une des rares règles du français qui ne demande rien à retenir d'autre qu'elle-même. Comme ces mots sont très fréquents dans les offres d'emploi, la règle sert tout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Boisverte cherche quelqu'un : c'est donc un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veut devenir une ___ de cette entreprise.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suivi une ___ de six mois en logistique.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donne le cours est le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dossier était incomplet : elle doit le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horaire qu'on peut modifier est un horaire ___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Boisverte cherche quelqu'un : c'est donc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employeur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veut devenir une ___ de cette entreprise.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employée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suivi une ___ de six mois en logistique.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donne le cours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formateur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dossier était incomplet : elle doit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refaire — ou compléter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horaire qu'on peut modifier est un horaire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modifiable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séance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3893" y="2121408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L'emploi précis qu'une personne occupe, avec son titre et ses tâches.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secteur d'activité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3893" y="2909620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grand domaine où une entreprise travaille : la construction, la santé.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curriculum vitæ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893" y="3697833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document qui résume la formation et l'expérience. On dit aussi « un CV 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temps partiel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893" y="4486046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horaire de moins de trente heures par semaine.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professionnel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3893" y="5274259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L'organisme qui donne le droit d'exercer certains métiers.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« EMPLOYÉ » ET « EMPLOYEUR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 employé.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 emploi.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syllabe sépare les deux mots, et le sens s'inverse complètement : l'employeur donne le travail, l'employé le reçoit. Dit en entrevue, le premier fait mauvais effet — et l'erreur est très fréquente.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mots de la famille de votre métier.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métier, la personne qui l'exerce, la formation, l'action.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cuisiner · un cuisinier · une formation en cuisine · la cuisson.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