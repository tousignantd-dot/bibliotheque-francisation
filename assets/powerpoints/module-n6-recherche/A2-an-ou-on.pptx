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prononciation. Elle ne rend pas la parole parfaite : elle rend l'écoute moins fatigante pour l'interlocuteur, ce qui compte beaucoup dans une entrevue de vingt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mots à trois ou quatre élèves. La différence s'entend tout de suite dans le groupe, et c'est ce qui rend la séance utile plutôt que théorique.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test des deux doigts marche avec tout le monde et ne demande aucun métalangage.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des miroirs sont disponibles, les distribuer. Sinon, faire travailler par deux, chacun regardant les lèvres de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noms en -tion sont tous féminins : la formation, la fonction. C'est une des rares règles sans exception du français. En profiter.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une première fois à débit normal, une seconde fois lentement. Ne pas exagérer l'articulation : un employeur ne le fera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paire est difficile et c'est voulu : « recommandation » contient les deux sons. La garder pour la fin, et la faire dire par le groupe entier plutôt que par une seule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ce mot-là en priorité. Il revient dans chaque entrevue, chaque formulaire et chaque lettre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module a un enregistreur dans « Je me lance » : montrer où il se trouve pour que le devoir puisse se faire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an » ou « on »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vocabulaire du travail est plein de sons nasaux : expérience, formation, permanent, fonction, promotion. Deux sons y reviennent sans arrêt, et l'oreille doit les séparer.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Chercher un emploi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son AN et le son 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les deux sons en plaçant correctement les lèvres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appliquer la règle des mots en -tion et en -ment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sans détacher le « n » qui suit la voyelle.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Formation, ou « formatian »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Dites « formation » à voix haute.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Vos lèvres bougent-elles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Maintenant dites « permanent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le même son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UN SON NASAL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L'air passe par le nez, et la lettre « n » ne se prononce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« permanent », on n'entend aucun « n » détaché. La lettre indique seulement que le son passe par le nez. Posez deux doigts sur votre nez et dites « on » : ça vibre. C'est le test.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ANATOMIE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sons, deux positions de bouche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COMMENT ON LE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AN  ·  an, en, am, 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bouche s'ouvre franchement, comme pour dire « ah ». Les lèvres ne bougent pas.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ON  ·  on, 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lèvres s'arrondissent, comme pour souffler une bougie.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test qui ne rate pas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vos lèvres ne bougent pas, vous dites AN, quoi que vous croyiez.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miroir de poche vaut mieux qu'une explication : on voit ses propres lèvres.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REPÈRE QUI RÈGLE PRESQUE TOUT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terminaisons, deux 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Les mots en -tion et -sion  ·  le son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formation, fonction, production, promotion, décision, profession. Sans exception.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Les mots en -ment et -ent  ·  le son 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remplacement, département, permanent, compétent, souvent.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« em » et « am » sont aussi 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Devant un b ou un p, on écrit em ou am, mais le son ne change pas : emploi, employeur.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Et ces mots sont partout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offre d'emploi ordinaire en contient une dizaine. La règle sert tous les jours.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DISCRIMINATION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lit le mot. Le groupe répond « an » ou « on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expérience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formation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permanent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fonction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entrepôt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promotion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remplacement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employeur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expérience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formation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permanent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AN — deux fois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fonction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ON — deux fois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entrepôt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promotion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remplacement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employeur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son AN — em se dit comme 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paires à répéter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premier mot est AN, le second ON. Répétez chaque paire deux fois.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l'expérience et la formation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poste permanent et une promotion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l'entrepôt et la production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remplacement et une fonction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employé compétent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bonne recommandation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paires à répéter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l'expérience et la formation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 puis 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poste permanent et une promotion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 puis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l'entrepôt et la production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 puis 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remplacement et une fonction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AN puis 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employé compétent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deux fois 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bonne recommandation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ON, ON, puis le son AN et le son 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DIRE « FORMATIAN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Ma formatian est en logistique.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Ma formation est en logistique.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l'erreur la plus fréquente, et la plus facile à corriger : tous les mots en -tion finissent par ON, lèvres arrondies. Un seul mot corrigé règle du coup une trentaine d'autres, parce qu'ils suivent tous la même terminaison.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Enregistrez-vous en disant cinq mots de votre métier.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Écoutez-vous : vos lèvres s'arrondissent-elles sur les mots en -tion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Recommencez jusqu'à ce que la différence s'entende.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Chercher un emploi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