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Prévoir du temps réel pour rédiger : la lettre doit sortir de cette séance, au moins en brouillon.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Bonjour » vient toujours en premier — c'est ce qu'on écrit dans un courriel entre collègues. Le distinguer d'une candidature.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fait que seul le paragraphe 2 change d'une lettre à l'autre est ce qui rend l'exercice tenable.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formules au propre dans le cahier. Elles serviront toute la vie professionnelle, pas seulement dans ce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Agréer » ne s'emploie nulle part ailleurs. Le dire : c'est un mot de formule, pas un mot de langue courante.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souligner, dans l'offre de chacun, les trois expressions à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et corriger individuellement. C'est le passage où le niveau de chacun se voit, et où l'aide vaut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ceux qui trouvent leur lettre trop courte : c'est le format attendu.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lettre se corrige à la séance suivante ou dans « Je me lance », où l'assistant donne une rétroaction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de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paragraphes, une demi-page, et des formules qui ne s'inventent pas. Ce qui est figé se recopie : le français ne se dépense que dans le deuxième paragraphe.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l'appel et la salutation d'une lettre professionnelle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organiser la lettre en trois paragraphes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les mots exacts de l'offre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remplir la rubrique d'expérience de la demande d'emploi.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commence-t-on une lettre à un employeur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ettre-motiv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Bonjour »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Salut »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qui de droit »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on connaît le nom de la personne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et rien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1. Pourquoi j'écris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titre exact du poste et où vous l'avez vu.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2. Ce que j'apporte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phrases, avec un chiffre. C'est le seul endroit qui vous appartient.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3. Ce que je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restez disponible pour une rencontre, et vous remerciez.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demi-page. Un employeur qui reçoit quarante candidatures donne trente secondes à chacune.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FORMULES FIGÉES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recopier telles quelles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926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Madame, Monsieur,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38856"/>
            <a:ext cx="4806543" cy="550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L'appel, quand on ne connaît pas le nom. Avec le nom : « Madame Toubaï,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926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Je vous soumets ma candidature au poste de…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3038856"/>
            <a:ext cx="4806543" cy="550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première phrase. Le titre du poste se recopie mot pour mot depuis l'offre.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926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Je demeure disponible pour vous rencontrer.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256276"/>
            <a:ext cx="4806543" cy="550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que vous demandez, sans insister.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926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Veuillez agréer, Madame, Monsieur, mes salutations distinguées.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256276"/>
            <a:ext cx="4806543" cy="550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sortie. Elle reprend exactement l'appel du début.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formule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 sont des expressions figées.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ne connaît pas le nom : « ___ , Monsieur,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___ ma candidature au poste de…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demeure ___ pour vous rencontrer.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___ de l'attention portée à ma demande.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Veuillez ___ , Madame, Monsieur, mes salutations distinguées.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formule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ne connaît pas le nom : « ___ , Monsieur,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Madame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___ ma candidature au poste de…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soumets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demeure ___ pour vous rencontrer.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disponible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___ de l'attention portée à ma demande.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remercie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Veuillez ___ , Madame, Monsieur, mes salutations distinguées.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agréer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REPRENDRE LES MOTS DE L'OFFRE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L'employeur reconnaît son propre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l'offre dit « tenir l'inventaire à jour », écrivez « j'ai tenu l'inventaire à jour ». Deux ou trois expressions reprises suffisent : la lecture devient facile, et le lien entre votre expérience et le besoin se fait tout seul. Ce n'est pas de la copie, c'est de la correspondance.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paragraphe 2, celui qui vous appartient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phrases, avec un chiffre et deux mots repris de l'offre.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durée d'expérience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preuve chiffrée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mot repris de l'offre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paragraphe 2, celui qui vous appartient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durée d'expérience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___ ans d'expérience en…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preuve chiffrée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…dont l'inventaire de 800 références.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mot repris de l'offre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…tenir l'inventaire à jour, comme le demande votre offre.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RACONTER TOUTE SA 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lettre de deux pages, avec tout le parcours.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demi-page, trois paragraphes, un chiffre.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longue n'est pas lue jusqu'au bout, et ce qui compte s'y perd. Le curriculum vitæ porte déjà les faits ; la lettre dit seulement ce qu'ils veulent dire pour ce poste-ci.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lettre de motivation au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paragraphes, l'appel et la salutation.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à voix haute avant de la remettre : une lettre courte et juste vaut mieux qu'une longue avec des fautes.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