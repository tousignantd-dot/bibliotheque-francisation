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 du bloc A. Elle met en commun le vocabulaire des trois séances précédentes et prépare la lecture d'offres du bloc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quatre réponses sont bonnes et complémentaires. Insister sur la deuxième : beaucoup d'entreprises affichent d'abord chez elles, et l'offre y reste plus longtemps que sur les grands sites.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ajouter les métiers du groupe, avec leur secteur. Certains hésitent — c'est le moment de trancher ensemble.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Terminer par les métiers du groupe qui n'entrent dans aucune de ces six lignes : il y en a toujours.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Nommer l'organisme en employabilité du quartier, si le groupe ne le connaît pas. Le service est gratuit et beaucoup l'ignorent.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Demander si quelqu'un du groupe exerçait une profession de ce type. Si oui, la démarche vaut d'être expliquée à part, après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deux derniers mots reviendront au bloc C. Les faire noter dès maintenant.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Reprendre le billet de la séance A1 : chacun devrait maintenant avoir son titre écrit.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essentiel : tout le bloc B travaille sur une offre. Ceux qui n'en trouvent pas travailleront sur celle de Boisverte, mais c'est moins fort.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A4  ·  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Les métiers et leurs secteurs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métier se cherche dans un secteur. Savoir lequel change la liste des employeurs à qui écrire — et, pour certains métiers, il faut d'abord passer par un ordre professionnel.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Chercher un emploi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associer un métier à son secteur d'activité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les lieux et les gestes de la recherche d'emploi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ce qu'est un ordre professionnel et quand il concerne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où et comment on cherche une offre au Québec.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Où cherche-t-on un emploi, ici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offre-ecr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Sur un site d'emploi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Sur le site de l'entreprise elle-même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2798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61086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Par quelqu'un qu'on connaît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21386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323588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39674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En allant porter son curriculum vitæ sur place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ASSOCIATION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métier et son secteur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862072"/>
          </a:xfrm>
          <a:prstGeom prst="roundRect">
            <a:avLst>
              <a:gd name="adj" fmla="val 511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MÉTIER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SECTEUR D'ACTIVITÉ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un préposé aux bénéficiaires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santé et les services sociaux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236976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un charpentier-menuisier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236976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construction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950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4078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un commis à l'inventaire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4078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transport et la logistique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ASSOCIATION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métier et son secteur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5603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MÉTIER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SECTEUR D'ACTIVITÉ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un cuisinier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restauration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une éducatrice à l'enfance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services de garde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7647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un soudeur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77647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fabrication industrielle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608576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864608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secteur est le mot qu'on tape à côté du titre, sur un site d'emploi.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LES LIEUX DE LA RECHERCHE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endroits, quatre usages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42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0D7A6F"/>
                </a:solidFill>
                <a:latin typeface="Verdana"/>
              </a:rPr>
              <a:t>Le site de l'entreprise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54402"/>
            <a:ext cx="4806543" cy="11346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Section « Carrières » ou « Emplois ». C'est souvent là que l'offre paraît en premier.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42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0D7A6F"/>
                </a:solidFill>
                <a:latin typeface="Verdana"/>
              </a:rPr>
              <a:t>Les grands sites d'emploi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54402"/>
            <a:ext cx="4806543" cy="11346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Beaucoup d'offres, beaucoup de candidats. Le titre exact du poste sert de filtre.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42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0D7A6F"/>
                </a:solidFill>
                <a:latin typeface="Verdana"/>
              </a:rPr>
              <a:t>Un organisme en employabilité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671822"/>
            <a:ext cx="4806543" cy="11346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 service gratuit : aide au curriculum vitæ, préparation à l'entrevue, contacts avec des employeurs.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42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0D7A6F"/>
                </a:solidFill>
                <a:latin typeface="Verdana"/>
              </a:rPr>
              <a:t>Les gens qu'on connaît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671822"/>
            <a:ext cx="4806543" cy="11346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 ancien collègue, un voisin, une personne du cours. Beaucoup de postes se comblent ainsi.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UN ORDRE PROFESSIONNEL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Certains métiers demandent un permis avant d'être exercés.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408428"/>
          </a:xfrm>
          <a:prstGeom prst="roundRect">
            <a:avLst>
              <a:gd name="adj" fmla="val 607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9512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Infirmière, ingénieur, comptable, travailleur social : ces professions sont encadrées par un ordre, qui vérifie la formation et donne le droit d'exercer. Un diplôme obtenu à l'étranger doit y être reconnu. Ce n'est pas le cas de la plupart des métiers — mais quand ça l'est, la démarche prend du temps et se commence tôt.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 quoi parle-t-on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Nommez ce que décrit chaque phrase.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L'annonce par laquelle une entreprise fait savoir qu'elle cherche quelqu'un.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grand bâtiment où on garde la marchandise avant de la livrer.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rencontre où l'employeur pose des questions.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document qui résume la formation et l'expérience.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jours et les heures où on peut travailler.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personne qui accepte de parler de votre travail.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 quoi parle-t-on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L'annonce par laquelle une entreprise fait savoir qu'elle cherche quelqu'un.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une offre d'emploi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grand bâtiment où on garde la marchandise avant de la livrer.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entrepôt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rencontre où l'employeur pose des questions.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une entrevue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document qui résume la formation et l'expérience.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curriculum vitæ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jours et les heures où on peut travailler.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les disponibilités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personne qui accepte de parler de votre travail.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une référence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CHERCHER « DU TRAVAIL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cherche du travail, n'importe quoi.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cherche un poste de commis à l'inventaire.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employeur qui entend « n'importe quoi » comprend « rien en particulier », et il n'a pas de poste appelé « n'importe quoi ». Le titre exact n'exclut rien : on peut en viser deux ou trois, et se présenter avec celui qui correspond à l'offre qu'on a devant soi.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Trouvez une offre d'emploi réelle dans votre secteur.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1022096"/>
          </a:xfrm>
          <a:prstGeom prst="roundRect">
            <a:avLst>
              <a:gd name="adj" fmla="val 8946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Imprimez-la ou notez son adresse : elle servira aux quatre séances du bloc B.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5036311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5191759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Choisissez-en une qui vous intéresse vraiment.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Chercher un emploi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