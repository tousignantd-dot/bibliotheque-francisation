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Elle met en commun le vocabulaire des trois séances précédentes et prépare la lecture d'offres du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réponses sont bonnes et complémentaires. Insister sur la deuxième : beaucoup d'entreprises affichent d'abord chez elles, et l'offre y reste plus longtemps que sur les grands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les métiers du groupe, avec leur secteur. Certains hésitent — c'est le moment de trancher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par les métiers du groupe qui n'entrent dans aucune de ces six lignes : il y en a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l'organisme en employabilité du quartier, si le groupe ne le connaît pas. Le service est gratuit et beaucoup l'ignorent.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si quelqu'un du groupe exerçait une profession de ce type. Si oui, la démarche vaut d'être expliquée à part, après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mots reviendront au bloc C. Les faire noter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 billet de la séance A1 : chacun devrait maintenant avoir son titre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essentiel : tout le bloc B travaille sur une offre. Ceux qui n'en trouvent pas travailleront sur celle de Boisverte, mais c'est moins fort.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métiers et leurs secteurs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métier se cherche dans un secteur. Savoir lequel change la liste des employeurs à qui écrire — et, pour certains métiers, il faut d'abord passer par un ordre professionnel.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métier à son secteur d'activité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lieux et les gestes de la recherche d'emploi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qu'est un ordre professionnel et quand il concerne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et comment on cherche une offre au Québec.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cherche-t-on un emploi,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ffre-ecr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un site d'emploi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le site de l'entreprise elle-même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quelqu'un qu'on connaît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allant porter son curriculum vitæ sur place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métier et son secteur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SECTEUR D'ACTIVITÉ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préposé aux bénéficiaires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santé et les services sociaux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charpentier-menuisier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construction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commis à l'inventaire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transport et la logistique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métier et son secteur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SECTEUR D'ACTIVITÉ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cuisinier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restauration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éducatrice à l'enfance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services de garde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soudeur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fabrication industrielle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secteur est le mot qu'on tape à côté du titre, sur un site d'emploi.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LIEUX DE LA RECHERCHE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endroits, quatre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 site de l'entreprise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Section « Carrières » ou « Emplois ». C'est souvent là que l'offre paraît en premier.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grands sites d'emploi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Beaucoup d'offres, beaucoup de candidats. Le titre exact du poste sert de filtre.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Un organisme en employabilité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service gratuit : aide au curriculum vitæ, préparation à l'entrevue, contacts avec des employeurs.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gens qu'on connaît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ancien collègue, un voisin, une personne du cours. Beaucoup de postes se comblent ainsi.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ORDRE PROFESSIONNEL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Certains métiers demandent un permis avant d'être exercés.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Infirmière, ingénieur, comptable, travailleur social : ces professions sont encadrées par un ordre, qui vérifie la formation et donne le droit d'exercer. Un diplôme obtenu à l'étranger doit y être reconnu. Ce n'est pas le cas de la plupart des métiers — mais quand ça l'est, la démarche prend du temps et se commence tôt.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ce que décrit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L'annonce par laquelle une entreprise fait savoir qu'elle cherche quelqu'un.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bâtiment où on garde la marchandise avant de la livrer.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rencontre où l'employeur pose des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résume la formation et l'expérience.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jours et les heures où on peut travailler.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accepte de parler de votre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L'annonce par laquelle une entreprise fait savoir qu'elle cherche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offre d'emploi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grand bâtiment où on garde la marchandise avant de la livrer.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entrepôt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rencontre où l'employeur pose des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entrevue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 qui résume la formation et l'expérience.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curriculum vitæ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jours et les heures où on peut travailler.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disponibilités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qui accepte de parler de votre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référence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« DU TRAVAIL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du travail, n'importe 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 poste de commis à l'inventaire.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employeur qui entend « n'importe quoi » comprend « rien en particulier », et il n'a pas de poste appelé « n'importe quoi ». Le titre exact n'exclut rien : on peut en viser deux ou trois, et se présenter avec celui qui correspond à l'offre qu'on a devant soi.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une offre d'emploi réelle dans votre secteur.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Imprimez-la ou notez son adresse : elle servira aux quatre séances du bloc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Choisissez-en une qui vous intéresse vraiment.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