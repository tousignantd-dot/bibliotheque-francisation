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Prévoir des écouteurs : l'entrevue et la production orale se font à l'ordinateur, chacun de son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grille des deux productions.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combinaisons. Demander au moins deux tours, dont un dans chaque rôle. L'assistant relance quand la réponse tient en une phrase : c'est voulu.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correction par l'IA arrive tout de suite. Elle n'est pas conservée : l'élève la lit, la note, et recommence s'il le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exigences, c'est beaucoup. Les projeter pendant l'écriture et laisser la diapositive affichée : la liste est une aide, pas un examen.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la séance D2 : la situation, ce qu'on faisait, le résultat. Trois repères, pas un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productions déposées sont conservées ; les corrections de l'IA ne le sont pas. Le dire au groupe : ce qu'ils envoient est ce qui sera lu.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qui a été appris se rassemble : lire l'offre, décrire ses tâches, développer une réponse. Une entrevue avec l'assistant, une production orale, une production écrite.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une courte entrevue du début à la fin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offrir ses services en quatre-vingt-dix secondes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décrire par écrit ses fonctions et son expérience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recevoir une correction et la relire.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DÉFIS, RÉUNIS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doit apparaître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1 · l'offre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Montrer qu'on a lu l'offre : reprendre le titre exact du poste et une expression de la liste des tâches.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2 · la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Décrire ses fonctions avec des verbes d'action, un chiffre, et une phrase en « après avoir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Défi 3 · l'entrevue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Développer avec un connecteur d'exemple, placer une information avec « j'aimerais que vous sachiez », poser une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postes, deux rôles.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l'activité interactive : &lt;b&gt;commis à l'inventaire&lt;/b&gt; chez Boisverte, &lt;b&gt;aide-cuisinier&lt;/b&gt; dans un restaurant de quartier, &lt;b&gt;préposé à l'entretien&lt;/b&gt; dans un immeuble de bureaux. Vous choisissez d'être le &lt;b&gt;candidat&lt;/b&gt; ou l'&lt;b&gt;employeur&lt;/b&gt; — faites les deux : on comprend mieux les questions quand on a eu à les poser.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Offrez vos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Quatre-vingt-dix secondes, à l'ordinateur.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Remplissez la page trois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six à dix phrases, en deux courts paragraphes.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titre exact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Quatre verbes d'action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chiffre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phrase en « après avoir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connecteur d'exemple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phrase avec « où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RÉCITER AU LIEU DE PARLER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texte appris par cœur, débité sans pause.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plan en trois temps, et des phrases dites.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réponse récitée s'entend, et elle s'effondre à la première question imprévue. Le plan en trois temps tient debout même quand la question change, parce qu'il porte sur ce qu'on a vraiment fait.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Envoyez vos deux productions à votre enseignante.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L'enregistrement oral et la description écrite.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la question de l'assistant qui vous a le plus surpris.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