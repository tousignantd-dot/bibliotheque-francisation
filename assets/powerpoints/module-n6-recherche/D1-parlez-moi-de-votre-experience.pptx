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C'est la séance que le groupe attend depuis le début du module : dire clairement que tout ce qui précède servait à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surprend. Il est pourtant celui qui a fait bonne impression dans le dialogue : l'employeur y a répondu « c'est la bonne attitude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deux ou trois personnes à voix haute, sans corriger. Les réponses courtes serviront de matière à la séance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emploie « entre autres » et « notamment ». Ce n'est pas un ornement : ce sont les mots qui lui permettent de développer sans se répéter. La séance D2 y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temps dans la réponse : la situation, ce qu'elle a fait, ce que ça a donné. C'est la recette de la séance D2. La faire repérer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place elle-même une information qu'on ne lui a pas demandée, puis annonce sa limite comme une qualité. Les deux gestes se travaillent en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clé de lecture d'une entrevue, et elle vaut pour tous les métiers.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préparer deux questions dès maintenant : elles serviront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chronomètre est utile : les réponses trop courtes durent huit secondes, les trop longues dépassent deux minutes. Le milieu s'apprend en le mesurant.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Parlez-moi de votre expérience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Vingt minutes, une table, et des questions ouvertes. Une réponse d'une phrase ferme la porte ; une réponse avec un exemple précis l'ouvre.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cache une question d'entrevue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en trois ou quatre phrases plutôt qu'en une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exemple précis avec un chiffre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honnêtement ce qu'on ne connaît pas encore.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Parlez-moi de votre expérience.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trevue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répondriez-vous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combien de phrases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l'employeur veut vraiment savoir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vous n'aviez que dix secondes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réponse développée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95884"/>
          </a:xfrm>
          <a:prstGeom prst="roundRect">
            <a:avLst>
              <a:gd name="adj" fmla="val 24552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ROBERT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Asseyez-vous. J'ai lu votre demande. Parlez-moi de votre expérience en inventaire.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36164"/>
            <a:ext cx="11057839" cy="1129284"/>
          </a:xfrm>
          <a:prstGeom prst="roundRect">
            <a:avLst>
              <a:gd name="adj" fmla="val 1295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00756"/>
            <a:ext cx="1498473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00756"/>
            <a:ext cx="8644966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J'ai été responsable des stocks pendant six ans, dans une entreprise de meubles en Colombie. Une entreprise comparable à la vôtre, entre autres par la taille : une quarantaine d'employés.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7744"/>
            <a:ext cx="11057839" cy="595884"/>
          </a:xfrm>
          <a:prstGeom prst="roundRect">
            <a:avLst>
              <a:gd name="adj" fmla="val 24552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12336"/>
            <a:ext cx="1498473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ROBERT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212336"/>
            <a:ext cx="8644966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Et concrètement, vous faisiez quoi dans une journée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25924"/>
            <a:ext cx="11057839" cy="1129284"/>
          </a:xfrm>
          <a:prstGeom prst="roundRect">
            <a:avLst>
              <a:gd name="adj" fmla="val 1295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890515"/>
            <a:ext cx="1498473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890515"/>
            <a:ext cx="8644966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recevais les livraisons le matin, je vérifiais les quantités, et j'entrais tout dans le système. L'après-midi, je préparais les commandes, notamment celles qui partaient le lendemain.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L'exemple qui convainc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déjà trouvé des écarts importants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une fois : trois cents pieds de planches qui manquaient. Après avoir vérifié les bons de réception, j'ai vu que la livraison était incomplète depuis le début. Le fournisseur nous a remboursés.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07619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Bonne réponse. C'est exactement le genre de chose que je veux qu'on me signale tout de suite.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ce qu'on ne sait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que vous sachiez aussi que j'ai travaillé avec un logiciel d'inventaire. Ce n'est pas celui que vous utilisez, mais la logique est la 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332689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nôtre s'apprend en deux semaines. Ce qui ne s'apprend pas en deux semaines, c'est la rigueur.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41401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contre, il faut que je vous dise : si je n'ai pas compris, je fais répéter. Je préfère demander deux fois que me tromper une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3654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50113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550113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c'est la bonne attitude.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DÉCODAGE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question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POSÉE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VEUT SAVOIR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Parlez-moi de votre expérience.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Savez-vous faire le travail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Ici, ça parle fort et ça va vite.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Tiendrez-vous le rythme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Que savez-vous de notre entreprise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poste vous intéresse-t-il vraiment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3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Avez-vous des questions pour moi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3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avez-vous réfléchi avant de venir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Répondre à la question posée ne suffit pas : c'est à l'inquiétude qu'il faut répondre.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VOS QUESTIONS À VOUS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poser au moins une, toujours.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Sur l'horaire, l'équipe, la formation ou la suite du processus. Ne pas en poser donne l'air de ne pas être intéressé — ou de n'avoir rien préparé. Le salaire et les vacances, eux, viennent plus tard, quand l'offre est faite.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Robert Chartier est le chef d'entrepôt.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répond en une seule phrase.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raconte l'histoire des planches manquantes.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cache qu'elle ne connaît pas leur logiciel.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Robert, la rigueur s'apprend en deux semaines.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pose une question sur les horaires.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Robert Chartier est le chef d'entrepôt.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répond en une seule phrase.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ou quatre, avec un exemple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raconte l'histoire des planches manquantes.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cache qu'elle ne connaît pas leur logiciel.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le 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Robert, la rigueur s'apprend en deux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logiciel, oui ; la rigueur, non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pose une question sur les horaires.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Préparez votre réponse à « Parlez-moi de votre expérience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ou quatre phrases, avec un chiffre.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Chronométrez-vous : entre quarante et soixante secondes.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