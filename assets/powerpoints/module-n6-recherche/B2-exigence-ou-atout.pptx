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en matière neuve, longue en pratique. L'essentiel se joue sur les offres réelles apportées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conditionnel « serait » est le signal. Le faire remarquer avant de donner la règle : le groupe le trouve souvent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Cette grille se lit sur n'importe quelle offre du secteur.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 le mot qui a permis de décider. C'est le mot, pas le sens général, qui tranche.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parties ne sont pas dans la grille de quatre : les avantages prolongent les conditions, et « comment postuler » ferme l'offre. Le dire, sans compliquer la grille.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vérifier tout de suite la date limite de l'offre que chacun a apportée.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qui, dans le groupe, a déjà renoncé à postuler pour cette raison. Presque toujours, plusieurs mains se lèvent.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mène directement à la décision de postuler. Prévoir de l'accompagner pour ceux à qui il manque une exigence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Exigence ou atout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ligne d'offre dit soit « il me le faut », soit « ce serait bien ». Confondre les deux fait renoncer à des postes qu'on aurait obtenus.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mots qui annoncent une exigence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ceux qui annoncent un atout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une ligne dans la bonne partie de l'offre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décider de postuler ou non, et savoir pourquoi.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L'anglais serait apprécié.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phrase veut-elle dire que l'anglais est obligatoire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Postuleriez-vous sans parler anglais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c'était écrit « anglais requis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change, entre les deux phrases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REPÉRAGE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qui annoncent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requis, exigé, obligatoire, indispensable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sans cela, la candidature n'est pas retenue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083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36392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un atout, un plus, serait apprécié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36392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avantage, jamais une condition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74903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877055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souhaitable, un atout majeur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877055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l'employeur y tient, mais il engagera sans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2382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6625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une capacité, une aptitude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6625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vérifier : parfois requis, parfois non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conditionnel — serait, pourrait — annonce presque toujours un atout.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Exigence, ou atout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lignes tirées d'offres réelles.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ans d'expérience en entrepôt sont requis.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connaissance d'un logiciel d'inventaire est un atout.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Français fonctionnel à l'oral et à l'écrit.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L'anglais serait apprécié.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Capacité à soulever des charges de 20 kg.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Une expérience du meuble serait un plus.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Exigence, ou atout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ans d'expérience en entrepôt sont requis.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connaissance d'un logiciel d'inventaire est un atout.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Français fonctionnel à l'oral et à l'écrit.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L'anglais serait apprécié.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Capacité à soulever des charges de 20 kg.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Une expérience du meuble serait un plus.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REPÉRAGE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quelle partie vient cette ligne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la partie de l'offre.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Quarante employés, à Longueuil, depuis 1998.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Recevoir les livraisons et vérifier les quantités.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ans d'expérience sont requis.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37,5 h par semaine, du lundi au vendredi.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Assurance collective après trois mois.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Faire parvenir votre CV avant le 15 mars.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 quelle partie vient cette ligne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Quarante employés, à Longueuil, depuis 1998.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l'entreprise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Recevoir les livraisons et vérifier les quantités.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tâches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Deux ans d'expérience sont requis.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exigences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37,5 h par semaine, du lundi au vendredi.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conditions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Assurance collective après trois mois.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avantages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Faire parvenir votre CV avant le 15 mars.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comment postuler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DATE LIMITE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se lit en premier, pas en dernier.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Faire parvenir votre curriculum vitæ avant le 15 mars » : cette ligne se trouve à la fin de l'offre, et c'est celle qui décide si on a le temps de postuler. La chercher avant de lire le reste évite de préparer une candidature pour rien.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RENONCER PARCE QU'UN ATOUT MANQUE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connais pas leur logiciel, je ne postule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connais un logiciel semblable, je postule.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atout n'est pas une condition : l'employeur l'écrit précisément parce qu'il est prêt à engager sans. Se retirer soi-même d'un concours qu'on n'a pas perdu est l'erreur la plus coûteuse de la recherche d'emploi.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Sur votre offre, soulignez les exigences et encerclez les atouts.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Comptez : combien d'exigences avez-vous ? Combien vous en manque-t-il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ne manque que des atouts, vous postulez.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