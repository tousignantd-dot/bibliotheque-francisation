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en explication, longue en répétition. Il n'y a rien à comprendre : il y a trois listes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une logique de sens : le groupe n'en trouvera pas, et c'est exactement le point. La réponse est que le verbe porte son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recopier les trois listes : c'est de la mémorisation, et elle se fait par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trois phrases seront réutilisées telles quelles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le verbe de départ avant de répondre : c'est lui qui donne la réponse, jamais la suite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cette faute-là en priorité absolue. Elle coûte plus cher que n'importe quelle autre du module, parce qu'elle est en tête de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trois phrases : ce sont les fondations de la lettre écrite en C4. Corriger les « de » en trop avant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devoir de mémorisation pure, assumé comme tel. Il n'y a pas d'autre chemin pour ce point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de », « à », ou rien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souhaite travailler », « je suis prête à apprendre », « j'accepte de commencer ». Trois constructions, et ce n'est pas le sens qui décide : c'est le verbe.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verbe de départ décide du mot qui suit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verbes qui demandent «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ceux qui demandent « à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ceux qui ne demandent rien.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lettre de motivation.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souhaite travailler chez vous.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suis prête à apprendre votre logiciel.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J'accepte de travailler le samedi.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trois constructions différentes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GROUPES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décide, pas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QUI 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accepter · décider · essayer · oublier · refuser · demander · permettre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apprendre · commencer · continuer · hésiter · réussir · être prêt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aimer · devoir · espérer · pouvoir · savoir · souhaiter · vouloir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Devant une voyelle, « de » devient « d' » : j'essaie d'arriver tôt.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VERBES DE LA LETTRE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Souhaiter · être prêt à · vous demander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 lettre de motivation ordinaire emploie ces trois-là : « Je souhaite occuper le poste de… », « Je suis prête à commencer dès… », « Je vous demande de bien vouloir examiner ma candidature. » Trois formules apprises par cœur suffisent à écrire la lettre du bloc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Certaines lignes ne prennent rien du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___ travailler à temps plein.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prête ___ apprendre votre logiciel.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demande ___ bien vouloir examiner ma candidature.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___ travailler un samedi sur deux.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commencé ___ suivre des cours en 2024.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___ commencer dès le mois prochain.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___ travailler à temps plein.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prête ___ apprendre votre logiciel.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demande ___ bien vouloir examiner ma candidature.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___ travailler un samedi sur 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commencé ___ suivre des cours en 2024.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___ commencer dès le mois prochain.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JE SOUHAITE DE TRAVAILLER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souhaite de travailler chez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souhaite travailler chez 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Souhaiter, vouloir, désirer, espérer, pouvoir, devoir et savoir ne prennent rien. C'est la faute la plus fréquente des lettres de motivation, et elle apparaît dès la première phrase — là où l'employeur est le plus attentif.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pour votre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Écrivez-les avec le poste que vous visez.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souhaiter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être prêt à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vous demander de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pour votre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souhaiter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souhaite occuper le poste de…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être prêt à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suis prêt(e) à…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vous demander de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demande de bien vouloir…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Apprenez les trois listes par cœur.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Sept verbes en « de », six en « à », sept sans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test : dites la phrase à voix haute. Si elle sonne mal, vérifiez la liste.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