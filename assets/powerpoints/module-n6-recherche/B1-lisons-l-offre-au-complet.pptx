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Première séance du Défi 1. Chacun devrait avoir apporté une offre réelle, trouvée en devoir. Ceux qui n'en ont pas travaillent sur celle de Boisverte, projetée.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quatrième objectif est celui qu'on saute toujours. Insister : les conditions disent l'horaire, le statut et les avantages.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Beaucoup répondent « le salaire ». Il n'y est pas toujours. Ce qui y est toujours : les tâches et les exigences.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Marisol dit « je me perds » — c'est la phrase d'un lecteur qui n'a pas de plan. Le module lui en donne 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le point le plus utile de la séance : un atout manquant n'empêche pas de postuler. Beaucoup de candidats se retirent eux-mêmes pour rien.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Reprendre les quatre mots de la séance A1 : temps plein, temps partiel, permanent, contrat. Ils reviennent ici dans un texte réel.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la grille de lecture du bloc B entier.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Le lien avec la lettre de motivation du bloc C se fait ici.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chaque réponse par la ligne exacte de l'offre.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Une offre sans conditions écrites est fréquente. Ce n'est pas suspect, mais c'est une question à préparer.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B1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Lisons l'offre au complet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offre détaillée n'est pas un titre suivi de trois paragraphes en désordre : c'est quatre parties, toujours les mêmes. Savoir où regarder fait décider en deux minutes.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Chercher un emploi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les quatre parties d'une offre d'emploi détaillée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trouver les tâches et les reconnaître comme des infinitifs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ce qui est requis de ce qui est un atout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lire les conditions sans les sauter.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paragraphes. Par où commencer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offre-ecr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Lisez-vous une offre du début à la fin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 cherchez-vous d'abord quelque chose de précis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76580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87553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94868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cherchez-vous en premier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51680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661408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734560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vous ferait renoncer tout de suite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L'entreprise, puis les tâches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d'abord, diapositive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49847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DJAMILA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31161" y="2322576"/>
            <a:ext cx="864496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Regardez celle-ci. Boisverte, à Longueuil. Ils cherchent un commis à l'inventaire.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24510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409696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31161" y="3409696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J'ai lu le titre, mais après, il y a trois paragraphes. Je me perds.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99440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4158995"/>
            <a:ext cx="149847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DJAMILA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31161" y="4158995"/>
            <a:ext cx="864496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offre détaillée a toujours les mêmes parties. La première, c'est l'entreprise : qui elle est, ce qu'elle fabrique.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08152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5246116"/>
            <a:ext cx="149847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31161" y="5246116"/>
            <a:ext cx="864496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Boisverte fabrique des meubles en bois massif depuis 1998. Quarante employés. » D'accord, ça je comprends.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Requis, ou atout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9847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DJAMILA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31161" y="1901952"/>
            <a:ext cx="864496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exigences. Attention ici : il y a ce qui est requis et ce qui est un atout. Ce n'est pas pareil.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82447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89072"/>
            <a:ext cx="149847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31161" y="2989072"/>
            <a:ext cx="864496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Requis : deux ans d'expérience en entrepôt, français fonctionnel. Atout : connaissance d'un logiciel d'inventaire.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91160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76191"/>
            <a:ext cx="149847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DJAMILA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31161" y="4076191"/>
            <a:ext cx="864496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requis, il vous le faut. L'atout, c'est un plus. Si vous n'avez que l'atout qui manque, vous postulez quand même.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99872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163312"/>
            <a:ext cx="149847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31161" y="5163312"/>
            <a:ext cx="864496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logiciel, je l'ai utilisé six ans. Ce n'était pas le même, mais je sais comment ça marche.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conditions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9847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DJAMILA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31161" y="1901952"/>
            <a:ext cx="864496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la dernière partie, les conditions : trente-sept heures et demie, poste permanent, assurance collective après trois mois.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82447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89072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31161" y="2989072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Permanent… ça veut dire que ça ne finit pas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57377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738371"/>
            <a:ext cx="149847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DJAMILA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31161" y="3738371"/>
            <a:ext cx="864496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Ça veut dire qu'il n'y a pas de date de fin prévue. Ce n'est pas un contrat de six mois. C'est exactement ce que vous cherchiez.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quatre parties, dans l'ordre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PARTIE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Y TROUVE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1. L'entreprise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qu'elle fait, depuis quand, combien d'employés.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2. Les tâches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que vous ferez tous les jours, écrit à l'infinitif.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3. Les exigences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qui est requis, et ce qui est un atout.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4. Les conditions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Heures, statut, salaire, avantages.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L'ordre varie un peu d'une offre à l'autre. Les quatre parties, elles, y sont toujours.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LES TÂCHES SONT À L'INFINITIF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Tenir, recevoir, préparer, signaler.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offre écrit les tâches à l'infinitif parce qu'elle ne parle encore de personne. Cela donne un repère de lecture très fiable : la liste de verbes à l'infinitif, c'est la liste des tâches. Et au moment de répondre, on reprend ces mêmes verbes, conjugués.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 et l'offre projetée.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Boisverte fabrique des meubles depuis 1998.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Signaler les écarts » est une des tâches.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Connaître le logiciel est obligatoire.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Deux ans d'expérience sont requis.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poste permanent est un contrat de six mois.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Marisol devrait postuler malgré l'atout manquant.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Boisverte fabrique des meubles depuis 1998.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Signaler les écarts » est une des tâches.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Connaître le logiciel est obligatoire.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c'est un atout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Deux ans d'expérience sont requis.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poste permanent est un contrat de six mois.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sans date de fin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Marisol devrait postuler malgré l'atout manquant.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Découpez votre offre en quatre parties.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Écrivez 1, 2, 3, 4 dans la marge, en face de chaque bloc.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1022096"/>
          </a:xfrm>
          <a:prstGeom prst="roundRect">
            <a:avLst>
              <a:gd name="adj" fmla="val 8946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S'il manque une partie, notez laquelle : c'est une question à poser en entrevue.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Chercher un emploi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