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Chacun devrait avoir apporté une offre réelle, trouvée en devoir. Ceux qui n'en ont pas travaillent sur celle de Boisverte, projetée.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saute toujours. Insister : les conditions disent l'horaire, le statut et les avantages.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répondent « le salaire ». Il n'y est pas toujours. Ce qui y est toujours : les tâches et les exigences.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dit « je me perds » — c'est la phrase d'un lecteur qui n'a pas de plan. Le module lui en donne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point le plus utile de la séance : un atout manquant n'empêche pas de postuler. Beaucoup de candidats se retirent eux-mêmes pour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les quatre mots de la séance A1 : temps plein, temps partiel, permanent, contrat. Ils reviennent ici dans un texte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tableau qui suit nomme les quatre parties : les faire trouver d'abord ici, au doigt, avant de les nommer. Les six lignes des exigences sont exactement celles de l'exercice `t1exig`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Suite du document. Laisser le temps de le lire en entier avant de poser la première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lecture du bloc B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lien avec la lettre de motivation du bloc C se fait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ligne exacte de l'offre.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offre sans conditions écrites est fréquente. Ce n'est pas suspect, mais c'est une question à préparer.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Lisons l'offre au complet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offre détaillée n'est pas un titre suivi de trois paragraphes en désordre : c'est quatre parties, toujours les mêmes. Savoir où regarder fait décider en deux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parties d'une offre d'emploi détaillée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les tâches et les reconnaître comme des infinitifs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requis de ce qui est un atout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conditions sans les sauter.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paragraphes. Par où commencer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ffre-ec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Lisez-vous une offre du début à la fin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 cherchez-vous d'abord quelque chose de précis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cherchez-vous en premier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ferait renoncer tout de 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L'entreprise, puis les tâches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 celle-ci. Boisverte, à Longueuil. Ils cherchent un commis à l'inventaire.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40969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lu le titre, mais après, il y a trois paragraphes. Je me perds.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offre détaillée a toujours les mêmes parties. La première, c'est l'entreprise : qui elle est, ce qu'elle fabrique.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Boisverte fabrique des meubles en bois massif depuis 1998. Quarante employés. » D'accord, ça je comprends.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Requis, ou atout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exigences. Attention ici : il y a ce qui est requis et ce qui est un atout. Ce n'est pas 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Requis : deux ans d'expérience en entrepôt, français fonctionnel. Atout : connaissance d'un logiciel d'inventaire.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requis, il vous le faut. L'atout, c'est un plus. Si vous n'avez que l'atout qui manque, vous postulez quand 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516331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logiciel, je l'ai utilisé six ans. Ce n'était pas le même, mais je sais comment ça marche.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dernière partie, les conditions : trente-sept heures et demie, poste permanent, assurance collective après trois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Permanent… ça veut dire que ça ne finit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DJAMILA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qu'il n'y a pas de date de fin prévue. Ce n'est pas un contrat de six mois. C'est exactement ce que vous cherchiez.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L'offre de Boisverte, au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C'est l'offre que Marisol et Djamila viennent de lire. Le bloc B entier y revient ; ceux qui ont apporté la leur travaillent sur la leur.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32888"/>
            <a:ext cx="11057839" cy="2830068"/>
          </a:xfrm>
          <a:prstGeom prst="roundRect">
            <a:avLst>
              <a:gd name="adj" fmla="val 516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2788920"/>
            <a:ext cx="10234879" cy="368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BOISVERTE — COMMIS À L'INVENTAIRE. Longueuil. Offre affichée le 1er mars.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284982"/>
            <a:ext cx="10234879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L'entreprise. Boisverte fabrique des meubles en bois massif depuis 1998. Quarante employés, à Longueuil.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112513"/>
            <a:ext cx="10234879" cy="1030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tâches. Tenir l'inventaire de l'entrepôt à jour. Recevoir les livraisons et vérifier les quantités. Préparer les commandes pour l'expédition. Signaler les écarts entre le décompte et le système.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L'offre de Boisverte, au complet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3493008"/>
          </a:xfrm>
          <a:prstGeom prst="roundRect">
            <a:avLst>
              <a:gd name="adj" fmla="val 4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8408" y="1993391"/>
            <a:ext cx="10234879" cy="136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exigences. Deux ans d'expérience en entrepôt sont requis. Français fonctionnel à l'oral et à l'écrit. Capacité à soulever des charges de 20 kg. La connaissance d'un logiciel d'inventaire est un atout. L'anglais serait apprécié. Une expérience dans le domaine du meuble serait un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483863"/>
            <a:ext cx="10234879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conditions. Poste permanent, 37,5 h par semaine, du lundi au vendredi. Assurance collective après trois mois.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311396"/>
            <a:ext cx="10234879" cy="699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postuler. Faire parvenir votre curriculum vitae avant le 15 mars, à l'attention de Robert Chartier, chef d'entrepôt.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parties,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1. L'entreprise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qu'elle fait, depuis quand, combien d'employés.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2. Les tâches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ferez tous les jours, écrit à l'infinitif.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3. Les exigences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requis, et ce qui est un atout.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4. Les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Heures, statut, salaire, avantages.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L'ordre varie un peu d'une offre à l'autre. Les quatre parties, elles, y sont toujours.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TÂCHES SONT À L'INFINITIF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Tenir, recevoir, préparer, signaler.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offre écrit les tâches à l'infinitif parce qu'elle ne parle encore de personne. Cela donne un repère de lecture très fiable : la liste de verbes à l'infinitif, c'est la liste des tâches. Et au moment de répondre, on reprend ces mêmes verbes, conjugués.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dialogues et l'offre ci-dessus.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Boisverte fabrique des meubles depuis 1998.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Signaler les écarts » est une des tâches.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Connaître le logiciel est obligatoire.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ans d'expérience sont requis.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permanent est un contrat de six mois.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devrait postuler malgré l'atout manquant.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Boisverte fabrique des meubles depuis 1998.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Signaler les écarts » est une des tâches.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Connaître le logiciel est obligatoire.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un atout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ans d'expérience sont requis.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permanent est un contrat de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sans date de fin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devrait postuler malgré l'atout manquant.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Découpez votre offre en quatre parties.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1, 2, 3, 4 dans la marge, en face de chaque bloc.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manque une partie, notez laquelle : c'est une question à poser en entrevue.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