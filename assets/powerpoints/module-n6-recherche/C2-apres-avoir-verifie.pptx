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de grammaire central du bloc C. Il paraît savant ; il est en réalité très mécanique — deux morceaux, jamais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entend la différence avant de savoir la nommer. Partir de là plutôt que de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fait qu'on ne conjugue rien est ce qui rend la forme facile :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du passé composé règle tous les cas sans nouvelle liste à apprendre.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piège de la séance. Ne pas l'annoncer : le laisser se produire, puis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la paire : après avoir fait / avant de faire. Deux formes, deux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pendant l'écriture. L'accord du participe avec être est l'erreur à corriger individuellement ; elle ne se règle pas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contrainte est la seule vraie limite de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prépare directement la production écrite. Demander de garder la feuille jusqu'à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Après avoir vérifié…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actions qui se suivent, un seul sujet : l'infinitif passé les met dans une phrase et donne à la description ce ton professionnel qu'un employeur reconnaît tout de suite.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l'infinitif passé avec avoir ou avec être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quand l'auxiliaire est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l'employer pour décrire des tâches qui se suivent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le confondre avec « avant de » + infinitif présent.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phrases, ou une seule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vérifiais les commandes. Ensuite, je préparais les bons.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Après avoir vérifié les commandes, je préparais les bons.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sonne le plus professionnelle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le sujet est-il dit, dans chacune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ANATOMIE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morceaux, jamais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VAUT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après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d'entrée : il annonce ce qui s'est passé avant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 ou être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l'infinitif — on ne conjugue rien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participe passé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vérifié, reçu, rempli, arrivée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Après avoir vérifié les commandes, je préparais les bons de livraison.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AVEC « ÊTRE », LE PARTICIPE S'ACCORDE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être arrivée au Québec, elle a suivi une 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de déplacement — arriver, partir, venir, rester, entrer, sortir — et les verbes pronominaux prennent être. Le participe s'accorde alors avec la personne qui parle : Marisol écrit « arrivée » avec deux e. Le test : si vous dites « je suis arrivé » au passé composé, alors c'est « après être arrivé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à l'infinitif passé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l'auxiliaire et à l'accord.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les livraisons, je vérifiais les quantités. (recevoir)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six ans dans les stocks, elle connaît le métier. (travailler)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au Québec, Marisol a cherché un emploi. (arriver)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le formulaire, relisez-le à voix haute. (remplir)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à l'entrevue, il a envoyé un remerciement. (se présenter)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___ , vérifiez votre courriel. (envoyer)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à l'infinitif passé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les livraisons, je vérifiais les quantités. (recevoir)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avoir reçu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six ans dans les stocks, elle connaît le métier. (travailler)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avoir travaillé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au Québec, Marisol a cherché un emploi. (arriver)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être arrivée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le formulaire, relisez-le à voix haute. (remplir)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avoir rempli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___ à l'entrevue, il a envoyé un remerciement. (se présenter)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s'être présenté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___ , vérifiez votre courriel. (envoyer)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d'envoyer — infinitif présent 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AVANT D'ÊTRE PARTI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d'être parti, vérifiez votre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de partir, vérifiez votre dossier.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avant de » demande toujours l'infinitif présent. Seul « après » prend l'infinitif passé, et c'est logique : « après » regarde en arrière, « avant de » regarde en avant. La forme « avant d'être parti » n'existe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RÉDACTION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propres tâches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trois phrases sur votre dernier emploi, avec « après avoir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tâche du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tâche qui en suit une autre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étape de votre parcours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propres tâches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tâche du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avoir ouvert le magasin, je…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tâche qui en suit une autre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avoir vérifié…, je…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étape de votre parcours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être arrivé(e) au Québec, j'ai…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SEUL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actions doivent avoir la même personne comme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Après avoir vérifié les commandes, mon chef partait » laisse croire que c'est le chef qui a vérifié. Quand les sujets diffèrent, il faut deux phrases — ou un « quand » : « Quand j'avais vérifié les commandes, mon chef partait.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Reprenez votre description de tâches et ajoutez-y « après avoir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à voix haute : si vous butez, la phrase est trop longue.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