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séance prolonge A3 sur la formation des mots, mais avec un seul suffixe, celui qui revient le plus dans les offres.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« transférable » vaut la séance à lui seul : c'est celui qu'un élève doit employer pour dire que son expérience acquise ailleurs compte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fabriquer trois adjectifs avec des verbes du métier de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chercher de règle : il n'y en a pas. Insister sur « disponible », qui reviendra dans la lettre de motivation et en entrevue.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En cas de doute sur in- ou non, « non » passe toujours : c'est le refuge sûr.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n'est pas une transformation : c'est un mot de vocabulaire. Le dire, sinon le groupe cherche un verbe qui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phrase est celle qu'on cherche : elle veut dire que le montant affiché n'est pas le dernier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vigilance pour les langues où le même suffixe marque le passé. Vérifier auprès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Certains donneront des formes qui n'existent pas. Les accueillir : la règle est productive, et l'erreur montre qu'elle est comprise.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en -able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offre d'emploi est un texte court qui doit tout dire. Elle écrit « un contrat renouvelable » plutôt que « un contrat qu'on peut renouveler ». Un suffixe, et quatre mots économisés.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adjectif en -able à partir d'un verbe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qu'il dit toujours une possibilité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petite famille en -ible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préfixe in- pour dire le contraire.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Une expérience transférable.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quel verbe vient ce mot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veut-il dire, exactement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l'offre l'écrit-elle ainsi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Cela vous concerne-t-il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ANATOMIE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gestes, toujours les mêmes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1. On part du verbe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renouveler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2. On enlève -er ou -re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renouvel-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3. On ajoute -able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renouvelable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sens ne change jamais : -able veut toujours dire « qu'on peut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EN -IBLE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petite famille à apprendre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disponible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plus utile de tous : libre, prêt à commencer. « Je suis disponible dès lundi.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flexible, accessible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horaire flexible s'adapte ; un lieu accessible se rejoint facilement.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compatible, lisible, possible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Ils s'apprennent un par un : aucune règle ne permet de deviner le -ible.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sont presque tous des mots du 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une bonne nouvelle : les apprendre sert deux fois.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PRÉFIXE IN-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le colle devant, et le sens s'inverse.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Acceptable devient inacceptable ; disponible devient indisponible. Devant un b ou un p, in- s'écrit im- : impossible, imprévisible. Devant un l, il- : illisible. Quelques adjectifs refusent le préfixe et prennent « non » devant, séparé par une espace : un salaire non négociable.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l'adjectif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Transformez le verbe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expérience qu'on peut transférer. (transférer)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contrat qu'on peut renouveler. (renouveler)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horaire qu'on peut adapter. (adapter)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salaire qu'on peut négocier. (négocier)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poste qu'on ne peut pas accepter. (accepter, au négatif)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candidate qu'on peut joindre. (le mot en -ible)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l'adjectif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expérience qu'on peut transférer. (transférer)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transférable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contrat qu'on peut renouveler. (renouveler)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renouvelable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horaire qu'on peut adapter. (adapter)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adaptable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salaire qu'on peut négocier. (négocier)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négociable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poste qu'on ne peut pas accepter. (accepter, au négatif)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inacceptable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candidate qu'on peut joindre. (le mot en -ible)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disponible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d'offres réelles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 veut dire le mot souligné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poste est disponible immédiatement.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expérience est transférable.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Contrat renouvelable après un 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L'horaire est flexible du lundi au jeudi.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document est illisible : réécrivez-le.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Salaire négociable selon l'expérience.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d'offres réelles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poste est disponible immédiatement.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libre, à prendre tout de suite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expérience est transférable.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compte ici aussi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Contrat renouvelable après un 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peut le prolonger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L'horaire est flexible du lundi au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peut s'adapter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document est illisible : réécrivez-le.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ne peut pas le lire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Salaire négociable selon l'expérience.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peut en discuter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CROIRE QUE -ABLE DIT UN FAIT ACCOMPLI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horaire modifiable est un horaire qui a été modifié.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horaire modifiable est un horaire qu'on peut modifier.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suffixe dit une possibilité, jamais un fait. La différence compte : un poste « renouvelable » n'est pas renouvelé d'avance, et une expérience « transférable » demande encore d'être expliquée à l'employeur.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adjectifs en -able utiles à votre métier.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Partez de trois verbes que vous employez tous les jours au travail.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réparer · réparable ; livrer · livrable ; laver · lavable.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