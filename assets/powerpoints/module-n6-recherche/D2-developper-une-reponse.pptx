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dense : deux points de langue et une recette. Prévoir de consacrer la dernière demi-heure à la pratique orale par deux.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Partir des réponses courtes recueillies en D1. Les reprendre au tableau et les faire développer par le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distinction entre « par exemple » et « c'est-à-dire » est celle qui demande le plus de reprises.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c'est-à-dire » est le seul qui n'ajoute rien de neuf : il redit autrement. C'est ce qui le distingue, et c'est très utile quand on emploie un mot technique dont on n'est pas sûr.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Ne pas déborder : quatre verbes irréguliers, et la recette pour les réguliers.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dernier item est le piège : « espérer que » ne prend pas le subjonctif, et c'est l'erreur la plus fréquente en lettre de motivation.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redire la bonne forme trois fois. C'est un automatisme à installer, pas une règle à comprendre.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pratiquer par deux, en alternance, avec le chronomètre.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est la plus utile du module : elle apprend à parler de son français sans s'excuser.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D2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Développer une réponse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On ne développe pas en parlant plus longtemps : on développe en donnant un exemple. Cinq mots l'annoncent, et une forme de verbe permet de placer ce qu'on n'a pas demandé.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Chercher un emploi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les cinq connecteurs d'exemplification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« par exemple » de « c'est-à-dire »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 subjonctif après un verbe qui l'exige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développer une réponse courte en trois temps.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J'ai de l'expérience. 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L'employeur vous croit-il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faudrait-il ajouter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exemple ? Un chiffre ? Un résultat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phrases, au total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LES CINQ CONNECTEURS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Chacun annonce autre chose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ANNONCE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par exemple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 cas parmi plusieurs — le plus courant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notamment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 cas particulièrement important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entre autres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il y en a d'autres qu'on ne nommera pas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c'est-à-dire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une explication, pas un exemple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ainsi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conséquence, le résultat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Un ou deux par réponse suffisent. Au-delà, le discours a l'air récité.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connecteur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avec le mot qui convient.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722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362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faisais plusieurs tâches, ___ recevoir les livraisons.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98648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3123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9524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54096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préparais les commandes, ___ celles qui partaient le lendemain.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57600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901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54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13048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signalais les écarts, ___ les différences entre le papier et la tablette.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16552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5491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131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72000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entreprise comparable à la vôtre, ___ par la taille.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75504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0809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7210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330952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J'ai vérifié tous les bons ; ___ , j'ai trouvé l'erreur.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connecteur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722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362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faisais plusieurs tâches, ___ recevoir les livraisons.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par exemple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98648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3123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9524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54096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préparais les commandes, ___ celles qui partaient le lendemain.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notamment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57600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901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54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13048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signalais les écarts, ___ les différences entre le papier et la tablette.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c'est-à-dire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16552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5491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131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72000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entreprise comparable à la vôtre, ___ par la taille.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entre autres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75504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0809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7210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330952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J'ai vérifié tous les bons ; ___ , j'ai trouvé l'erreur.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ainsi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SUBJONCTIF APRÈS CERTAINS VERBES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Il faut que je sois disponible dès lundi.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408428"/>
          </a:xfrm>
          <a:prstGeom prst="roundRect">
            <a:avLst>
              <a:gd name="adj" fmla="val 607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9512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Après « il faut que », « j'aimerais que », « je souhaite que », « je préfère que », le verbe change de forme. Quatre irréguliers suffisent en entrevue : être donne « que je sois » · avoir donne « que j'aie » · savoir donne « que vous sachiez » · pouvoir donne « que je puisse ». Les autres verbes se forment sur la forme de « ils » au présent, moins -ent.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le verbe au subjonctif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Attention au dernier item.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J'aimerais que vous ___ que j'ai six ans d'expérience. (savoir)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faut que je ___ disponible dès le mois prochain. (être)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souhaite que l'équipe ___ compter sur moi. (pouvoir)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L'employeur exige que chaque commis ___ deux ans d'expérience. (avoir)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J'espère que ma candidature vous ___ . (intéresser)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le verbe au subjonctif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J'aimerais que vous ___ que j'ai six ans d'expérience. (savoir)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sachiez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faut que je ___ disponible dès le mois prochain. (être)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sois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souhaite que l'équipe ___ compter sur moi. (pouvoir)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puisse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L'employeur exige que chaque commis ___ deux ans d'expérience. (avoir)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ait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J'espère que ma candidature vous ___ . (intéresser)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intéresse — indicatif 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« J'ESPÈRE QUE VOUS SOYEZ BIEN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J'espère que vous soyez bien.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J'espère que vous allez bien.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Espérer » ressemble à « souhaiter » par le sens, mais ne se comporte pas comme lui : il demande l'indicatif ordinaire. L'erreur se voit à la première ligne d'un courriel professionnel, là où on est le plus lu.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RECETTE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Développer en trois temps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163824"/>
          </a:xfrm>
          <a:prstGeom prst="roundRect">
            <a:avLst>
              <a:gd name="adj" fmla="val 462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TEMPS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1. La situation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Où, quand, combien de temps. « Dans mon dernier emploi, pendant six ans… 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2. Ce que vous faisiez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Des verbes d'action et un chiffre. « Je tenais l'inventaire de 800 références. 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950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07822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3. Le résultat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407822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que ça a donné. « Ainsi, nous n'avons jamais manqué de matériel. 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21208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546811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Trois phrases. Quarante secondes. C'est la longueur qu'un employeur attend.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Développez trois réponses courtes en trois temps.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1022096"/>
          </a:xfrm>
          <a:prstGeom prst="roundRect">
            <a:avLst>
              <a:gd name="adj" fmla="val 8946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J'ai de l'expérience. » · « Je suis travaillant. » · « Je parle un peu français.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5036311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5191759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La dernière se dit en positif : qu'est-ce que vous savez faire en français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Chercher un emploi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