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 du module. Elle sert à consolider, pas à ajouter. Aucun mot neuf ici.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à chacun son poste et son secteur, à voix haute. C'est le retour à la séance A1, cinq semaines plus tard.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Redemander la différence entre exigence et atout. C'est le point du module qui change le plus de comportements.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Demander qui a déjà choisi ses deux références. Beaucoup n'y pensent qu'au moment de remplir le formulaire, et c'est trop tard.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Assurance collective » est le mot que les élèves entendent en entrevue sans oser demander ce qu'il veut dire.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recopier les quatre phrases avec le métier de chacun à la place de celui de Marisol.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L'autoévaluation complète est dans l'activité interactive, avec dix énoncés. Celle-ci en projette six pour lancer la discussion.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Terminer là-dessus. Le module ne vaut que s'il débouche sur une action réelle, et beaucoup ont besoin qu'on la leur fasse écrire.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SÉANCE E2  ·  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Je retiens des mots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Dix-sept mots, quatre familles : le poste, l'offre, la demande, l'entrevue. Et une question à se poser honnêtement — qu'est-ce que je suis maintenant capable de faire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Chercher un emploi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revoir les mots du module par famille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chaque mot dans une phrase à soi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évaluer honnêtement ce qu'on sait faire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la prochaine étape de sa propre recherche.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FAMILLE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poste et le secteur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3276885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poste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3893" y="2121408"/>
            <a:ext cx="6775113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L'emploi précis qu'une personne occupe, avec son titre.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7633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09620"/>
            <a:ext cx="3276885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secteur d'activité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3893" y="2909620"/>
            <a:ext cx="6775113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Le grand domaine : la construction, la santé, la logistique.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551529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697833"/>
            <a:ext cx="3276885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curriculum vitæ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3893" y="3697833"/>
            <a:ext cx="6775113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document qui résume la formation et l'expérience.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33974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6046"/>
            <a:ext cx="3276885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temps partiel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3893" y="4486046"/>
            <a:ext cx="6775113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horaire de moins de trente heures par semaine.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512795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274259"/>
            <a:ext cx="3276885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ordre professionnel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3893" y="5274259"/>
            <a:ext cx="6775113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L'organisme qui donne le droit d'exercer certains métiers.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FAMILLE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Lire l'offre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925508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offre d'emploi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32516" y="2121408"/>
            <a:ext cx="7126490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L'annonce par laquelle une entreprise cherche quelqu'un.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7633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09620"/>
            <a:ext cx="2925508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tâche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32516" y="2909620"/>
            <a:ext cx="7126490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Ce qu'on doit faire dans son travail, jour après jour.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551529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697833"/>
            <a:ext cx="2925508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exigence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32516" y="3697833"/>
            <a:ext cx="7126490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Ce que l'employeur demande absolument.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33974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6046"/>
            <a:ext cx="2925508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atout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32516" y="4486046"/>
            <a:ext cx="7126490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compétence en plus, souhaitée mais pas obligatoire.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512795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274259"/>
            <a:ext cx="2925508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poste permanent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32516" y="5274259"/>
            <a:ext cx="7126490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emploi sans date de fin prévue.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FAMILLE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Écrire la demande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3485769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demande d'emploi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92777" y="2121408"/>
            <a:ext cx="6566230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formulaire détaillé qu'on remplit pour se présenter.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96037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106674"/>
            <a:ext cx="3485769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lettre de motivation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2777" y="3106674"/>
            <a:ext cx="6566230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courte lettre qui accompagne le CV.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91939"/>
            <a:ext cx="3485769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référence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92777" y="4091939"/>
            <a:ext cx="6566230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personne qui parlera de votre travail à un employeur.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93090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077205"/>
            <a:ext cx="3485769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les disponibilités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92777" y="5077205"/>
            <a:ext cx="6566230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Les jours et les heures où on peut travailler.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FAMILLE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Passer l'entrevue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3097149" cy="1094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entrevue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4157" y="2121408"/>
            <a:ext cx="6954850" cy="1094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rencontre où l'employeur pose des questions.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32887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435096"/>
            <a:ext cx="3097149" cy="1094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compétence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04157" y="3435096"/>
            <a:ext cx="6954850" cy="1094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Ce qu'une personne sait faire, par la formation ou l'expérience.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46024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748784"/>
            <a:ext cx="3097149" cy="1094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l'assurance collective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04157" y="4748784"/>
            <a:ext cx="6954850" cy="1094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protection de santé offerte par l'employeur.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BILAN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quatre points de langue du module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3100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POINT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PHRASE QUI LE PORTE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A5335F"/>
                </a:solidFill>
                <a:latin typeface="Verdana"/>
              </a:rPr>
              <a:t>Les mots en -able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Mon expérience est transférable.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A5335F"/>
                </a:solidFill>
                <a:latin typeface="Verdana"/>
              </a:rPr>
              <a:t>Le relatif « où 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C'est l'entreprise où j'ai appris le métier.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A5335F"/>
                </a:solidFill>
                <a:latin typeface="Verdana"/>
              </a:rPr>
              <a:t>L'infinitif passé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Après avoir vérifié les commandes, je préparais les bons.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63924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A5335F"/>
                </a:solidFill>
                <a:latin typeface="Verdana"/>
              </a:rPr>
              <a:t>Le subjonctif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63924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J'aimerais que vous sachiez que j'ai six ans d'expérience.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779264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035296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Quatre phrases. Apprises, elles portent la moitié d'une entrevue.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AUTOÉVALUATION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Qu'est-ce que je suis capable de faire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Pour chaque énoncé : pas encore, un peu, ou oui.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repère les quatre parties d'une offre d'emploi.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fais la différence entre une exigence et un atout.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décris mes tâches avec des verbes d'action et des chiffres.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connais les formules d'une lettre de motivation.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développe une réponse d'entrevue avec un exemple.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pose au moins une question à l'employeur.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Nommez votre prochaine étape.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offre à laquelle postuler cette semaine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 curriculum vitæ à refaire ? Deux références à demander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Chercher un emploi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