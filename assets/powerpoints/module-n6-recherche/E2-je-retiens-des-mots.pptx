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Elle sert à consolider, pas à ajouter. Aucun mot neuf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son poste et son secteur, à voix haute. C'est le retour à la séance A1, cinq semaines plus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Redemander la différence entre exigence et atout. C'est le point du module qui change le plus de comportements.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Demander qui a déjà choisi ses deux références. Beaucoup n'y pensent qu'au moment de remplir le formulaire, et c'est trop tard.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Assurance collective » est le mot que les élèves entendent en entrevue sans oser demander ce qu'il veut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recopier les quatre phrases avec le métier de chacun à la place de celui de Marisol.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avec dix énoncés. Celle-ci en projette six pour lancer la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Terminer là-dessus. Le module ne vaut que s'il débouche sur une action réelle, et beaucoup ont besoin qu'on la leur fasse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Dix-sept mots, quatre familles : le poste, l'offre, la demande, l'entrevue. Et une question à se poser honnêtement — qu'est-ce que je suis maintenant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Chercher un emploi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du module par famille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chaque mot dans une phrase à soi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qu'on sait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la prochaine étape de sa propre recherche.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poste et le secteur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poste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3893" y="2121408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L'emploi précis qu'une personne occupe, avec son titre.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secteur d'activité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3893" y="2909620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grand domaine : la construction, la santé, la logistique.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curriculum vitæ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3893" y="3697833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document qui résume la formation et l'expérience.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temps partiel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893" y="4486046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horaire de moins de trente heures par semaine.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27688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ordre professionnel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3893" y="5274259"/>
            <a:ext cx="677511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L'organisme qui donne le droit d'exercer certains métiers.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Lire l'offre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2550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offre d'emploi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2516" y="2121408"/>
            <a:ext cx="71264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L'annonce par laquelle une entreprise cherche quelqu'un.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2550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tâche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2516" y="2909620"/>
            <a:ext cx="71264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doit faire dans son travail, jour après jour.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2550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exigence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2516" y="3697833"/>
            <a:ext cx="71264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que l'employeur demande absolument.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2550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atout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2516" y="4486046"/>
            <a:ext cx="71264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compétence en plus, souhaitée mais pas obligatoire.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2550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poste permanent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2516" y="5274259"/>
            <a:ext cx="712649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emploi sans date de fin prévue.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Écrire la demande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8576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demande d'emploi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2777" y="2121408"/>
            <a:ext cx="656623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formulaire détaillé qu'on remplit pour se présenter.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348576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lettre de motivation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2777" y="3106674"/>
            <a:ext cx="656623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courte lettre qui accompagne le CV.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348576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référence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2777" y="4091939"/>
            <a:ext cx="656623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parlera de votre travail à un employeur.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3485769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les disponibilités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2777" y="5077205"/>
            <a:ext cx="656623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jours et les heures où on peut travailler.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Passer l'entrevue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9714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4157" y="2121408"/>
            <a:ext cx="6954850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rencontre où l'employeur pose des questions.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35096"/>
            <a:ext cx="309714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compétence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4157" y="3435096"/>
            <a:ext cx="6954850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qu'une personne sait faire, par la formation ou l'expérience.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48784"/>
            <a:ext cx="3097149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l'assurance collective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4157" y="4748784"/>
            <a:ext cx="6954850" cy="1094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protection de santé offerte par l'employeur.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points de langue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QUI LE PORTE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Les mots en -able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Mon expérience est transférable.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 relatif « où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l'entreprise où j'ai appris le métier.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L'infinitif passé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Après avoir vérifié les commandes, je préparais les bons.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Le subjonctif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J'aimerais que vous sachiez que j'ai six ans d'expérience.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Quatre phrases. Apprises, elles portent la moitié d'une entrevue.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AUTOÉVALUATION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suis capable de faire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repère les quatre parties d'une offre d'emploi.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fais la différence entre une exigence et un atout.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décris mes tâches avec des verbes d'action et des chiffres.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connais les formules d'une lettre de motivation.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développe une réponse d'entrevue avec un exemple.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pose au moins une question à l'employeur.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votre prochaine étape.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offre à laquelle postuler cette semaine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curriculum vitæ à refaire ? Deux références à demander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Chercher un emploi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