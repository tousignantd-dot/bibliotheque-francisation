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graphie-phonie. Commencer en écrivant au tableau « eau », « chaud », « photo » et en demandant ce que ces trois mots ont en commun. Personne ne le voit tout de suite : c'est le 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 cette phrase telle quelle. Beaucoup d'élèves croient qu'ils entendent mal ; les rassurer sur ce point change leur rapport à la dictée.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au groupe d'autres mots pour chaque ligne. Les écrire au tableau dans trois colonnes et les y laisser toute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est la plus utile en dictée : chercher le féminin ou un mot de la même famille (chaud, chaudière) fait apparaître la lettre manquante.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chaque phrase deux fois : la première pour le sens, la seconde en ne guettant que le mot souligné.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tuyau » est l'exception : la relever explicitement, elle revient dans tout 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important pour l'estime de soi du groupe : l'échec n'est pas auditif, il est visuel.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Dictée de six mots en fin de séance. Corriger au tableau en entourant l'orthographe du son o dans chacun.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La correction se fait au tableau en trois colonnes : elle sert de révision pour tout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son o : eau, au ou 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seul son, trois orthographes. L'oreille ne peut pas trancher — et c'est justement ce qu'il faut expliquer avant de faire écrire quoi que ce soit.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 dégât d'eau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que eau, au et o se prononcent pareil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où chaque orthographe se place dans le mot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les lettres muettes qui suivent souvent ce son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correctement les mots du module qui le contiennent.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 SON O S'ÉCRIT DE TROIS FAÇONS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eau, au et o se prononcent exactement pareil.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Aucune règle de prononciation ne peut vous départager : il n'y a rien à entendre. Ce qui décide, c'est la place du son dans le mot et la famille du mot. La bonne méthode n'est donc pas d'écouter mieux, c'est de voir le mot écrit souvent.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OÙ VA CHAQUE ORTHOGRAPHE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place dans le mot décide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15996"/>
          </a:xfrm>
          <a:prstGeom prst="roundRect">
            <a:avLst>
              <a:gd name="adj" fmla="val 48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ORTHOGRAPHE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SA PLACE, ET UN EXEMPLE DU MODULE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eau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à la fin des mots longs : l'eau, le bureau, le nouveau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au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au milieu, et devant d, t, s : chaud, une chaudière, aussi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dans les mots courts et savants : une photo, un numéro, trop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208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24891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un tuyau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24891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l'exception à retenir : « au » à la fin d'un mot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06425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32028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Trois règles et une exception, c'est tout ce qu'il y a à retenir.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TROIS OBSERVATIONS QUI AIDENT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peut regarder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Devant d, t, s : presque toujours 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chaud, haut, la faute, la cause, aussi. Une régularité solide.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Le son o final d'un mot long : souvent eau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chapeau, un morceau, un rideau, le bureau, le nouveau.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Les lettres muettes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chaud, trop, haut, le mot : une consonne se cache à la fin.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Le féminin trahit la muette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chaud donne chaude, haut donne haute. Le féminin fait entendre la lettre.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PRATIQUE · EXERCICE PRSON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orthographe entendez-vous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Lisez la phrase à voix haute, puis dites comment le son o s'écrit dans le mot souligné.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L'eau tombait du plafond.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a mis une chaudière par terre.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pris vingt-deux photos.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réservoir était encore chaud.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bureau du propriétaire est fermé le samedi.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orthographe entendez-vous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L'eau tombait du plafond.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eau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a mis une chaudière par terre.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pris vingt-deux photos.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réservoir était encore chaud.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bureau du propriétaire est fermé le samedi.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eau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PRATIQUE · EXERCICE PRSON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de plus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Même consigne. Ces quatre-là sont ceux qui trompent le plus.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Voici mon numéro de dossier.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tuyau était fissuré depuis longtemps.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nouveau plancher arrive lundi.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trop de bruit pour une chambre.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de plus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Voici mon numéro de dossier.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tuyau était fissuré depuis longtemps.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au — à la fin du mot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nouveau plancher arrive lundi.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eau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trop de bruit pour une chambre.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o, avec un p muet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CROIRE QU'ON VA FINIR PAR L'ENTENDRE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vais mieux écouter la prochaine fois.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vais regarder le mot écrit plus souvent.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trois orthographes se prononcent identiquement : mieux écouter ne peut rien donner. C'est la paire son + image qui se retient. Un élève qui a vu « chaudière » écrit dix fois ne se trompe plus ; un élève qui l'a seulement entendu dix fois se trompe encore.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VOCABULAIRE · LES MOTS EN O DU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écrire, pas seulement à dire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09969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l'eau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06699" y="2121408"/>
            <a:ext cx="795230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qui coule du plafond — et le mot de tout le module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209969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chaudière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06699" y="2778252"/>
            <a:ext cx="795230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seau de plastique posé sous la fuite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209969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tuyau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06699" y="3435096"/>
            <a:ext cx="795230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conduit qui amène ou évacue l'eau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209969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chaud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06699" y="4091939"/>
            <a:ext cx="795230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l'eau du chauffe-eau ; le féminin fait entendre le 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209969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photo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06699" y="4748784"/>
            <a:ext cx="795230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preuve datée du premier matin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209969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numéro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06699" y="5405628"/>
            <a:ext cx="795230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celui du dossier de réclamation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mots avec le son o : un en eau, un en au, un en 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l'eau — une chaudière — une photo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Les mots peuvent venir d'ailleurs que du module.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Un dégât d'eau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