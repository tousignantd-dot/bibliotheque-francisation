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Demander qui a déjà appelé un propriétaire pour un problème, et comment ça s'est passé. Les mauvaises expériences servent : elles montrent presque toujours un appel mal ordonné.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plus utile : presque personne n'y pense d'avance, et c'est elle qui décide si l'appel sert à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 et tout est posé : qui, où, quoi. Faire remarquer que Mariama ne raconte pas encore — elle 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questions, toujours les mêmes : à quel rythme, est-ce que ça coule encore, qu'est-ce qui est abîmé. Les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n'est pas une plainte : c'est la phrase qui prépare la demande du défi 3. Le dire au groupe, sans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y en a un cinquième, sur la diapositive suivante : c'est celui qu'on oublie.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différence entre un appel qui règle quelque chose et un appel qui rassure sur le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énoncés. Les deux autres se font dans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refaire l'ouverture par deux élèves : d'abord à leur façon, puis avec le fait en tête. La différence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phrases servent de départ au jeu de rôle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au propriétaire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minutes au téléphone, et l'ordre dans lequel on dit les choses compte autant que ce qu'on 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cinq temps d'un appel de signalement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nom et situer son logement d'entrée de jeu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sur le rythme et la durée de la fuite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fixer une suite avant de raccrocher.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appelez votre propriétaire.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auffe-eau-sous-s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votre nom, ou par le problème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sait dans quel logement vous êtes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Racontez-vous toute l'histoire tout de suite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voulez obtenir avant de raccrocher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fait,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408" y="23225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Cloutier ? Mariama Baldé, du logement 4, au 118 Sainte-Hélène.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2408" y="340969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 Baldé. Qu'est-ce que je peux faire pour vous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158995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un dégât d'eau dans ma chambre. Le plafond a coulé pendant la nuit.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24611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524611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Coulé comment ? Une goutte de temps en temps, ou de l'eau qui tombe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questions du propriétaire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l'eau qui tombait vraiment. Quand je me suis levée à six heures, il y en avait déjà partout sur le plancher.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2989072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là, présentement, est-ce que ça coule encore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373837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a arrêté vers sept heures. Mais en revenant du travail, j'ai vu que la tache avait doublé.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4825491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Décrivez-moi les dommages, pièce par pièce.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suite, et ce qu'elle coûte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Nguyên m'a appelé aussi : c'est son chauffe-eau qui a lâché. Le plombier est passé cet après-midi.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2989072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la fuite est réparée. Mais chez moi, le dégât reste.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373837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reste, oui. J'envoie une compagnie d'assèchement demain matin. Trois ou quatre jours d'appareils dans votre chambre.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482549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ou quatre jours pendant lesquels je ne peux pas coucher dans ma chambre.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CINQ TEMPS D'UN 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Se nommer et situer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Mariama Baldé, du logement 4, au 118 Sainte-Hélène.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Dire le fait en une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fait d'abord, les détails après. Jamais le récit en premier.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Répondre sans broder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rythme, la durée, ce qui est abîmé. Trois réponses courtes.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Décrire pièce par pièce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bâtiment d'abord, vos biens ensuite : c'est le bâtiment qu'il fait réparer.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FIXER UNE SUITE AVANT DE RACCROCHER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appel qui finit sans date est un appel à refaire.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Avant de raccrocher, il faut trois choses : une date ou un délai, un nom — l'entreprise, la personne qui viendra —, et un geste de votre part. « Je vous envoie mes photos aujourd'hui. » Ce geste vous donne une raison de rappeler si rien ne bouge.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EXERCICE T1A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L'appel au propriétaire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dialogue,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Mariama commence par donner son nom et son adresse.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demande si l'eau coule encore.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tache était plus petite au retour du travail.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chauffe-eau de madame Nguyên qui a lâché.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plombier viendra seulement la semaine prochaine.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lui demande d'envoyer ses photos.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L'appel au propriétaire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Mariama commence par donner son nom et son 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demande si l'eau coule encore.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tache était plus petite au retour du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chauffe-eau de madame Nguyên qui a lâché.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plombier viendra seulement la semaine prochaine.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lui demande d'envoyer ses photos.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RACONTER AVANT D'ANNONCER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a commencé hier soir, je m'étais couchée tôt parce que…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un dégât d'eau dans ma chambre. Le plafond a coulé cette nuit.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récit est nécessaire — c'est tout le défi 1 —, mais il vient en second. Une personne qui décroche a besoin de savoir en dix secondes de quoi il s'agit. Après, elle écoute l'histoire au complet.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première phrase de votre 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nom, votre logement, puis le fait en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Bonjour, Ana Silva, du logement 2. J'ai un dégât d'eau dans ma cuisine.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