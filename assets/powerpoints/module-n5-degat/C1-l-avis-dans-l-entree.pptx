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2, et cœur du module au regard du programme : la situation « Problèmes reliés à l'habitation » n'a qu'une intention au niveau 5, et c'est « lire un avis ». Le dire au groupe — savoir pourquoi on travaille quelque chose change l'attention.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pistes sont l'ordre de lecture de la séance. Les garder affichées : le groupe y reviendra à chaque avis rencontré.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vient d'être posé » n'est pas un détail : la date d'affichage lance le délai de vingt-quatre heures. Le relever.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Kim traduit : c'est exactement le travail de la séance C2. Faire remarquer qu'elle dit la même chose en mots ordinaires, sans rien enlever.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fait le pont avec le défi 3 : la ligne en petit sur le bruit deviendra la justification de la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vaut pour n'importe quel avis : l'école, la ville, Hydro, l'assureur.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au groupe combien de temps ça fait au total : trois jours, neuf heures par jour. La durée réelle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fréquente et anxiogène. Répondre avec précision : le droit existe des deux côtés et il est encadré.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neuf énoncés. Les trois autres se font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seconde question prépare le défi 3 : peu d'élèves y pensent seuls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L'avis dans l'entrée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lignes affichées à côté des boîtes aux lettres, et elles vous obligent à quelque chose. C'est la seule intention que le programme donne à cette situation : lire un avis.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avis dans l'ordre : à qui, quand, quoi faire, sinon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trois données de date qu'un avis doit donner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paragraphe qui vous engage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dans quelles conditions un propriétaire peut entrer chez 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Cette feuille vient d'être affichée dans votre entrée.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vis-entree-immeu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vous concerne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dates faut-il noter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vous demande de faire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si vous ne le faites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vient d'être 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Mariama, viens voir. Il y a un avis affiché dans l'entrée, à côté des boîtes aux lettres.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340969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était là ce matin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158995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il vient d'être posé. C'est écrit « Avis aux locataires » en gros, en haut.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Des travaux d'assèchement seront effectués dans les logements 3 et 4… » Ça, c'est chez toi et chez moi.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vous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… du mercredi 12 au vendredi 14 novembre, entre 8 h et 17 h.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6512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jours. Et en dessous : « Il est nécessaire que les occupants libèrent l'accès au mur touché.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tasser les meubles. Ton lit, ta commode, tout ce qui est le long de ce mur-là.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482549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Veuillez prévoir un accès au logement. À défaut, l'entrepreneur communiquera avec le propriétaire.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qu'un avis lu sans réponse veut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a le droit d'entrer chez moi comme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6512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des travaux, oui, mais il doit t'avertir vingt-quatre heures d'avance, et venir entre sept heures du matin et sept heures du soir.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dernière ligne, en petit : « Le bruit des appareils est important et continu.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482549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Écris-le au propriétaire aujourd'hui même. Un avis qu'on lit sans répondre, c'est un avis qu'on accepte.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AVIS DIT TOUJOURS TROIS CHOSES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va se passer, ce que vous devez faire, ce qui arrive sinon.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cet ordre, et toujours. La troisième partie commence par une des trois formules : « à défaut », « le cas échéant », « faute de quoi ». Les repérer, c'est trouver d'un coup d'œil le paragraphe qui vous engage réellement.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DONNÉES DE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avis complet les donne toutes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DONNÉE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L'AVIS DE MARIAMA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premier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mercredi 12 novembre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dernier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vendredi 14 novembre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plage horaire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8 h et 17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qui manque souvent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 — et vous avez le droit de la demander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avis qui donne un jour sans heure est incomplet.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QUAND UN PROPRIÉTAIRE PEUT ENTRER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Vingt-quatre heures d'avance, entre 7 h et 19 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des travaux ou une visite, il doit vous prévenir vingt-quatre heures d'avance et venir entre sept heures du matin et sept heures du soir. L'avis affiché est justement cet avertissement. La seule exception est l'urgence — une fuite en cours : là, il entre sans préavis, et c'est dans votre intérêt.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EXERCICE T2A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L'avis affiché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affiché depuis plusieurs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travaux touchent les logements 3 et 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ouvriers passeront entre 8 h et 17 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demande aux occupants de quitter le logement.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n'ouvre, l'entrepreneur appellera le propriétaire.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peut entrer sans avertir, n'importe quand.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L'avis affiché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affiché depuis plusieurs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travaux touchent les logements 3 et 4.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ouvriers passeront entre 8 h et 17 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demande aux occupants de quitter le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n'ouvre, l'entrepreneur appellera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peut entrer sans avertir, n'importe quand.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les trois données de date de l'avis, de mémoire.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Premier jour, dernier jour, plage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: qu'est-ce que ça vous enlève, à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