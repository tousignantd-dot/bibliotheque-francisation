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de grammaire le plus lourd du module, et celui qui sert le plus loin — un récit d'accident, une déclaration à la police, une anecdote au souper se racontent tous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précision règle à elle seule la moitié des erreurs. La dire avant toute conjugaison.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les deux tests à voix haute sur trois phrases du dialogue B1 avant de passer à la conjugaison.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: les verbes pronominaux — se lever, se réveiller, s'inquiéter — prennent tous être, et c'est là que l'accord se perd.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bloc n'est pas un temps du passé : c'est le présent. Le faire remarquer — un récit de sinistre finit toujours au présent, sur l'état actuel.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l'un des deux tests. Une réponse juste sans justification ne tiendra pas la semaine prochaine.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participes avec être dans le dialogue B1 : il y en a trois. Les écrire avec leur accord.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versions au tableau et faire lire les deux à voix haute par le même élève. La différence de rythme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Ramasser : c'est le premier essai de récit du module, et il dit exactement où en est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se passait, ce qui est arrivé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plante le décor, le passé composé fait avancer l'histoire. Ce n'est pas une question de durée : c'est une question de rôle dans le récit.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décor de l'événement dans un récit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l'imparfait et le passé composé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quand + passé composé et pendant que + imparfait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être.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TEMPS, DEUX RÔLES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L'imparfait décrit ce qui durait ; le passé composé raconte ce qui est arrivé.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la durée réelle qui décide. « Il a plu pendant trois jours » est un passé composé, et trois jours, c'est long. Ce qui compte est le rôle : est-ce que la phrase pose le décor, ou est-ce qu'elle fait avancer l'histoire d'un cran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TESTS QUI NE TROMPENT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se dire dans sa tête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« pendant tout ce temps-là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on peut l'ajouter sans que ce soit bizarre : imparfait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« et puis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on peut le mettre devant : passé composé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quand + passé composé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l'événement qui coupe : quand je me suis réveillée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 que + imparfait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 qui dure : pendant que je travaillais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derniers forment une paire : elle règle l'autre moitié des hésitations.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ILS SE FORMENT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règles, un irrégulier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L'imparfait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radical de « nous » + -ais, -ais, -ait, -ions, -iez, -aient.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seul irrégulier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donne j'étais. Tous les autres suivent la règle du « nous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passé composé avec 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mis, j'ai appelé, il a lâché. Pas d'accord avec le sujet.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passé composé avec être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suis levée, elle est montée. Le participe s'accorde.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T1TRI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 dans la même histoire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va dans un des trois blocs : ce qui se passait, ce qui est arrivé, ce qui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chauffe-eau avait quinze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réservoir a lâché vers trois heures du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aujourd'hui un cerne d'un mètre au plafond.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faisait encore noir et tout le monde dormait.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est venu le jour même.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peux toujours pas coucher dans ma chambre.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 dans la même histoire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chauffe-eau avait quinze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se passait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réservoir a lâché vers trois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est arrivé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aujourd'hui un cerne d'un mètre au plafond.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reste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faisait encore noir et tout le monde dormait.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se passait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est venu le jour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est arrivé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peux toujours pas coucher dans ma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reste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T1TEMPS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entre parenthèses au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(se lever) ___ , il était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(tomber) ___ du plafond depuis un bon moment.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(mettre) ___ une chaudière sous la fuite.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chauffe-eau (avoir) ___ quinze ans.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(remplacer) ___ le réservoir le jour même.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(savoir) ___ pas encore d'où venait l'eau.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(se lever) ___ , il était six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me suis levée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(tomber) ___ du plafond depuis un bon moment.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tombait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(mettre) ___ une chaudière sous la fuite.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 mis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chauffe-eau (avoir) ___ quinze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(remplacer) ___ le réservoir le jour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remplacé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(savoir) ___ pas encore d'où venait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savais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AVEC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s'accorde avec le sujet ; avec avoir,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est montée. Elle s'est levée. Ils sont partis. Mais : elle a mis, ils ont appelé, elle a remplacé. C'est la règle qui distingue un écrit soigné d'un écrit approximatif, et elle se voit immédiatement dans une lettre à un propriétaire.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TOUT LE RÉCIT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fait noir, l'eau a tombé, je n'ai pas su quoi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faisait noir, l'eau tombait, je ne savais pas quoi faire.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récit devient une liste et on ne distingue plus le décor des événements. En plus, « l'eau a tombé » n'existe pas : tomber se conjugue avec être, donc « l'eau est tombée ». Deux erreurs dans la même phrase, et elles viennent de la même cause.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deux phrases un incident chez vous : une au décor, une à l'événement.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Il pleuvait depuis deux jours.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L'eau est entrée par la fenêtre du sous-sol.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