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vocabulaire. Prévenir le groupe dès le départ : ces mots-là seront réutilisés dans les trois défis. Ce n'est pas une liste à apprendre puis à oublier.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Personne ne dit « gondoler » spontanément. Laisser chercher, accepter « ça fait des vagues », puis donner le mot : il se retiendra mieux après l'effort.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chaque mot avec son article. « Une chaudière » est un québécisme : le préciser, plusieurs élèves connaissent « un seau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distinguer « fuite » et « infiltration » : la première est l'endroit d'où ça sort, la seconde le chemin que l'eau prend.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derniers appartiennent au défi 3. Les nommer dès maintenant : les entendre une première fois suffit à les installer.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plan du module entier. Le laisser au tableau : il servira de repère jusqu'à la séance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des huit images de l'exercice. Les deux autres — l'avis affiché et la boîte de documents — se font dans le module, au défi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refaire la phrase par deux ou trois élèves, avec leurs propres mesures. L'exercice de A4 part de 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Les phrases servent d'amorce à la description écrite de A4.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A3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mots du dégât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Dix-sept mots, et ils ne servent pas seulement à décrire : ce sont eux qui font qu'on est pris au sérieux au bout du fil.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 dégât d'eau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ce qu'on voit après un dégât d'eau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la cause, le dommage et la réparation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verbe qui va avec chaque surface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mots de la démarche : réclamation, franchise, avis.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Nommez ce que vous voyez. Le mot exact, pas « c'est brisé 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plancher-gondo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a bougé, exactement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lattes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ça se voit ou est-ce que ça se sent sous le pied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verbe emploieriez-vous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dégât et ce qu'on voit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19522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dégât d'eau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2234" y="2121408"/>
            <a:ext cx="785677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dommages causés par de l'eau répandue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19522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cerne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2234" y="2909620"/>
            <a:ext cx="785677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marque ronde et foncée que l'eau laisse en séchant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19522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plafond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2234" y="3697833"/>
            <a:ext cx="785677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qui ferme la pièce par le haut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19522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chaudière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2234" y="4486046"/>
            <a:ext cx="785677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seau posé par terre pour recueillir l'eau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19522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gondoler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2234" y="5274259"/>
            <a:ext cx="785677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se déformer en vagues, comme un plancher qui a bu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cause et les dommages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22275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chauffe-eau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762" y="2121408"/>
            <a:ext cx="782924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réservoir qui chauffe l'eau du logement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22275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fuite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762" y="2909620"/>
            <a:ext cx="782924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trou par où l'eau sort d'un appareil ou d'un tuyau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22275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infiltration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762" y="3697833"/>
            <a:ext cx="782924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 l'eau qui passe lentement à travers un mur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22275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les dommages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762" y="4486046"/>
            <a:ext cx="782924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tout ce qui a été abîmé, le logement et vos biens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22275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avis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762" y="5274259"/>
            <a:ext cx="782924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papier officiel affiché ou remis pour annoncer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travaux et la démarche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11658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l'assèchement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3588" y="2121408"/>
            <a:ext cx="693541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travail qui fait partir toute l'eau d'un mur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11658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asséchateur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3588" y="2909620"/>
            <a:ext cx="693541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l'appareil bruyant qui souffle de l'air sec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11658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réclamation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3588" y="3697833"/>
            <a:ext cx="693541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demande faite à son assureur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11658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franchise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3588" y="4486046"/>
            <a:ext cx="693541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montant qui reste toujours à votre charge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11658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mise en demeure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3588" y="5274259"/>
            <a:ext cx="693541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lettre ferme qui donne un délai précis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TROIS FAMILLES, TROIS MOMENTS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Ne pas les mélanger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FAMILLE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NOMME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la cause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chauffe-eau, une fuite, un tuyau — d'où ça vient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 dommage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cerne, un plancher gondolé, un matelas humide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la réparation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l'assèchement, un asséchateur, des travaux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la démarche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avis, une réclamation, une franchise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appel bien mené suit exactement cet ordre.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 · EXERCICE PRIMG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Glissez chaque photo sur sa 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Nommez d'abord à voix haute, puis vérifiez dans le module interactif.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marque brune et ronde, plus foncée sur le pourtour.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lattes de bois qui se soulèvent et font des vagues.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seau de plastique posé par terre.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gros réservoir qui chauffe l'eau.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 la peinture qui se décolle en petites bulles.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L'appareil bruyant qui souffle de l'air sec.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Glissez chaque photo sur sa 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marque brune et ronde, plus foncée sur le pourtour.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cerne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lattes de bois qui se soulèvent et font des vagues.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plancher qui gondole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seau de plastique posé par terre.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chaudière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gros réservoir qui chauffe l'eau.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chauffe-eau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 la peinture qui se décolle en petites bulles.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 la peinture qui cloque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L'appareil bruyant qui souffle de l'air sec.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asséchateur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EMPLOYER UN MOT APPROXIMATIF AU TÉLÉPHONE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y a de l'eau, c'est tout mouillé.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 cerne d'un mètre au plafond, et le plancher gondole.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n'est pas une question de beau langage. La personne au bout du fil décide de l'urgence à partir de ce que vous dites. « C'est tout mouillé » peut vouloir dire une flaque ou une pièce inondée ; « un cerne d'un mètre » ne veut dire qu'une chose.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Choisissez trois mots de la séance et écrivez une phrase avec chacun.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Le plafond de ma chambre a un cerne brun.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Une chaudière est posée sous la fuite.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Un dégât d'eau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