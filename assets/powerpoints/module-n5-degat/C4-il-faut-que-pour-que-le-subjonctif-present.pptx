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« subjonctif » fait peur ; le mode, non. Commencer en écrivant « Il faut que vous soyez là » au tableau et en demandant si quelqu'un dirait autre chose. Personne ne se trompe à l'oral — c'est un bon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cette phrase avant toute conjugaison : elle transforme un mode réputé difficile en une liste de quatre expressions.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évite l'erreur la plus fréquente à l'écrit : oublier le «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quatre premiers en série, comme une liste. Le cinquième s'ajoute naturellement à l'usage.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la note : ce qui est fini est réel, donc indicatif. Beaucoup de locuteurs natifs se trompent — le dire, ça dédramatise.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diapositive la plus rassurante de la séance. La donner tôt dans la pratique, pas seulement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déclencheur avant de conjuguer, à chaque phrase. C'est l'habitude à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que personne n'écrit spontanément, et c'est la seule qui servira au défi 3.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en faire un cheval de bataille : signaler, expliquer la logique, passer. L'essentiel de la séance est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Vérifier le « que » et la forme du verbe, rien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faut que, pour que : le subjonctif présent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subjonctif ne s'emploie jamais tout seul : il vient après un mot qui l'appelle. Apprenez les déclencheurs, et il se met de lui-même.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subjonctif à partir de la forme « ils » du présent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quatre irréguliers courants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déclencheurs du niveau 5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quand l'infinitif suffit.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IL VIENT APRÈS UN MOT QUI L'APPELLE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sont les déclencheurs qu'il faut connaître, pas le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subjonctif n'apparaît jamais au début d'une phrase. Il suit « il faut que », « il est nécessaire que », « pour que », « avant que ». Quatre déclencheurs suffisent pour la vie courante au niveau 5, et ils reviennent tous dans les avis et les lettres du logement.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COMMENT IL SE FORME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partir de « ils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On prend la forme « ils » du présent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libèrent · ils finissent · ils prennent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On enlève -ent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libèr- · finiss- · prenn-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On ajoute -e, -es, -e, -ions, -iez, -ent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libère · que tu finisses · qu'il prenne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« que » fait partie du paquet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n'apprend jamais « libère » seul : on apprend « que je libère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IRRÉGULIERS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savoir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SUBJONCTIF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je sois · que vous soyez · que nous soyons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j'aie · que nous ayons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je fasse · que nous fassions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j'aille · que nous allions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je puisse · qu'ils puissent — le cinquième, très utile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Que les ouvriers puissent travailler » revient dans tous les avis.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DÉCLENCHEURS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appelle le subjonctif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DÉCLENCHEUR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 DU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faut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vous soyez présent mercredi matin.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est nécessaire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nécessaire que les occupants libèrent l'accès.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 que / afin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Tassez la commode pour que les ouvriers puissent travailler.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Prenez vos photos avant que la tache sèche.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Attention : « après que » ne demande pas le subjonctif.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SUJETS, SINON L'INFINITIF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S'il n'y a personne de précis, l'infinitif suffit.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faut libérer l'accès » — personne en particulier. « Il faut que vous libériez l'accès » — vous. Même chose pour le but : « pour libérer le mur » si c'est le même sujet, « pour que les ouvriers puissent travailler » s'il change. Cette règle vous évite la moitié des subjonctifs.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EXERCICE T2SUBJ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(être) ___ présent mercredi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nécessaire que les occupants (libérer) ___ l'accès.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Tassez la commode pour que les ouvriers (pouvoir) ___ travailler.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vos photos avant que la tache (sécher)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j' (avoir) ___ une réponse écrite.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nous (faire) ___ constater les dommages.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(être) ___ présent mercredi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soyez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nécessaire que les occupants (libérer) ___ l'accès.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libèrent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Tassez la commode pour que les ouvriers (pouvoir) ___ travailler.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puissent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vos photos avant que la tache (sécher)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sèche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j' (avoir) ___ une réponse écrite.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nous (faire) ___ constater les dommages.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EXERCICE T2FICHE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 à remplir après avoir lu l'avis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lignes, toujours les mêmes. D'après l'avis du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Logements visés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Nature des travaux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… au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Plage horaire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dois faire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ça m'enlève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 à remplir après avoir lu l'avis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Logements visés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logements 3 et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Nature des travaux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l'assèchement des murs et du plancher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… au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 mercredi 12 au vendredi 14 novembre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Plage horaire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entre 8 h et 17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dois faire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libérer l'accès au mur touché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ça m'enlève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 nuits dans ma chambre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LE SUBJONCTIF APRÈS « APRÈS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qu'il soit parti, j'ai tout rangé.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qu'il est parti, j'ai tout rangé.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qui est fini est réel, donc indicatif. L'erreur est très répandue, y compris chez les locuteurs natifs, parce que « avant que » est juste à côté et demande, lui, le subjonctif. La logique est pourtant nette : ce qui vient est incertain, ce qui est passé ne l'est plus.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avec « il faut que » et une avec « pour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Il faut que je sois là mercredi matin.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J'ai tassé le lit pour que les ouvriers puissent passer.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