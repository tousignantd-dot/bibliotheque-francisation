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rassemble le vocabulaire de A3 et prépare l'appel du défi 1. Prévoir du temps d'écriture individuelle : c'est là que la séance se joue.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au tableau, l'une sous l'autre, et compter les mots à voix haute. L'effet est immédiat.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gauche par un élève, celle de droite par un autre. Le contraste s'entend mieux qu'il ne se voit.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celle qu'on oublie, et c'est la seule qui transforme un dommage en préjudice. Y revenir au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la phrase avant de la faire dire : à l'oral, le groupe s'entraîne à approuver la première réponse entendue.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Reprise au défi 3, avec l'assureur. L'installer ici, sans détailler les assurances.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l'oral avant d'ouvrir le module. La correction écrite vient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délicat à amener sans condescendance : beaucoup d'élèves vivent réellement ces situations. Dire que c'est une question d'efficacité, pas de retenue.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Ces phrases sont le point de départ de la production orale de la séance E1 : les 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Décrire un dégât avec précision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brisé » ne donne rien à personne. Une description utile tient en trois éléments, et elle n'est pas plus longue.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 dommage en disant quoi, où et de quelle taille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verbe qui va avec chaque surface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le dégât empêche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séparer ce qui appartient au bâtiment et ce qui vous appartient.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QUOI, OÙ EXACTEMENT, DE QUELLE TAILLE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description utile répond à trois questions, pas une de moins.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y a de l'eau » ne permet ni de chiffrer, ni de dater, ni de décider de l'urgence. « Un cerne brun d'environ un mètre au plafond de la chambre, dans le coin nord » permet les trois. Remarquez que la seconde phrase n'est pas plus longue : elle est mieux choisie.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DU FLOU AU PRÉCIS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refaites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y a de l'eau.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 cerne brun d'environ un mètre au plafond de la chambre.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mur est abîmé.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La peinture cloque sur trente centimètres, à mi-hauteur.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plancher est bizarre.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plancher gondole sur trois lattes, le long du mur.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perdu des affaires.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 matelas humide et une boîte de documents trempée.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mesure comptable — trois lattes, trente centimètres — vaut mieux que n'importe quel adjectif.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QU'UNE DESCRIPTION DOIT CONTENIR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éléments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marque, avec le verbe du métier : cerne, cloque, gondole, moisit.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où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pièce, le mur ou le coin, la hauteur. Trois repères suffisent.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taille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mesure annoncée : « environ un mètre », « trois lattes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que ça empêche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ne peux plus coucher dans ma chambre. » C'est ce qui fonde une demande.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Décrivez ce mur en une phrase, avec le verbe juste et une mesure.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einture-cloq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verbe : elle cloque, elle se décolle, elle gonfle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quelle longueur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hauteur du mur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quelle pièce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BÂTIMENT N'EST PAS À VOUS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listes, dès la première description.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plafond, le plancher, les murs et la plomberie appartiennent à l'immeuble : c'est le propriétaire qui les fait réparer. Le matelas, les meubles, les vêtements et les papiers sont à vous : c'est votre assurance. Faire cette séparation dès le premier appel évite d'être renvoyé d'une porte à l'autre pendant deux semaines.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EXERCICE PRDEGAT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 Un mot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plafond, l'eau a laissé un ___ brun d'environ un mètre.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lattes du plancher se soulèvent : le plancher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peinture se décolle en petites bulles : elle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recueillir l'eau, elle a placé une ___ sous la fuite.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gros réservoir qui a lâché, c'est le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qui traverse lentement un plancher, c'est une ___ 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plafond, l'eau a laissé un ___ brun d'environ un mètre.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cerne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lattes du plancher se soulèvent : le plancher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gondole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peinture se décolle en petites bulles : elle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cloque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recueillir l'eau, elle a placé une ___ sous la fuite.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chaudière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gros réservoir qui a lâché, c'est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chauffe-eau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qui traverse lentement un plancher, c'est une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infiltration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DÉCRIRE SES ÉMOTIONS AU LIEU DES FAITS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un cauchemar, je n'en peux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Trois nuits sans chambre, un matelas humide, un plafond taché.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L'émotion est légitime, et elle a sa place — une phrase. Mais elle ne se traite pas : personne ne peut chiffrer un cauchemar. Gardez une phrase pour dire que c'est difficile, et donnez le reste en faits mesurés. Vous serez mieux entendu, pas moins.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un dommage de votre logement, ou un imaginé, en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Quoi + où exactement + de quelle taille.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Une tache brune de vingt centimètres au plafond de la salle de bain.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