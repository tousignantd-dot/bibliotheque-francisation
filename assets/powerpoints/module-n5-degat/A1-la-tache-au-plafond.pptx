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module. Demander d'abord qui, dans le groupe, a déjà eu de l'eau chez lui — un dégât, une infiltration, un dégel de tuyau. Presque toujours, deux ou trois mains se lèvent, et l'une des histoires servira de fil toute la semaine.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réponse la plus fréquente est « j'essuie et je regarde si ça continue ». C'est le réflexe qui coûte le plus cher : ce qui est nettoyé ne se prouve plus. Ne pas corriger tout de suite — le dialogue le fera.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Mariama commence par le voisin du dessus, et non par le propriétaire. C'est le bon ordre : on cherche d'où ça vient avant d'appeler.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Juste en dessous de ma salle de bain » : l'eau descend, toujours. Faire dessiner au tableau les trois étages de l'immeuble — c'est le schéma qui revient tout 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dernières répliques sont le cœur de la séance. Les écrire au tableau et les y laisser jusqu'à la fin du bloc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Si les élèves ne retiennent qu'une chose de la séance, c'est celle-là.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dire, pour chacun, ce qui se perd si on ne le fait pas. C'est plus efficace que de répéter la consigne.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mimer : « cloquer », « gondoler ». Le geste fixe le mot mieux que la définition.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piège le plus coûteux du module, et le plus naturel : on range parce qu'on a été élevé à ranger.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des sept énoncés du module. Les deux autres se font dans l'activité interactive.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Les ramasser : elles disent qui a compris que la preuve vient avant le ménage.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A1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tache au plafond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matin de novembre, l'eau tombe du plafond d'une chambre. Ce qui se passe dans les six premières heures décide de tout le reste.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 dégât d'eau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signes d'un dégât d'eau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ce qu'on voit : un cerne, un plancher qui gondole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les quatre gestes des premières heures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pourquoi on ne jette rien avant le constat.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Vous vous levez et vous voyez ça au plafond de votre chambre. Que faites-vous, dans quel ordre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erne-plafo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appelez qui, en premier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attendez de voir si ça s'arrête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essuyez tout de suite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prenez une photo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que tu as eu de l'eau chez toi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2408" y="2322576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Kim ! Attends une minute avant de descendre. Est-ce que tu as eu de l'eau chez toi cette nuit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156972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02408" y="3409696"/>
            <a:ext cx="85737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 l'eau ? Non… Pourquoi ? Qu'est-ce qui se passe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MARIAMA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2408" y="4158995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Viens voir. Regarde le plafond de ma chambre, dans le coin, au-dessus du lit.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5246116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2408" y="5246116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Oh là là. C'est une grosse tache brune. Et le tour est plus foncé, on dirait un cerne.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D'où ça vient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2408" y="1901952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coulait encore à six heures ce matin. J'ai mis une chaudière par terre, et elle est déjà à moitié pleine.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2408" y="2989072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coin de ta chambre, c'est juste en dessous de ma salle de bain. Attends… mon chauffe-eau est dans le garde-robe, là.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MARIAMA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02408" y="4076191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tu peux aller voir tout de suite ? Moi, je commence à sept heures et demie.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2408" y="5163312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J'y monte. Si c'est le chauffe-eau qui a lâché, ça expliquerait tout : il a quinze ans, ce réservoir-là.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Ne jette rien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2408" y="1901952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le plancher de ma chambre a commencé à gondoler. Les lattes se soulèvent près du mur.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2408" y="2989072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Prends des photos. Tout de suite, avant que ça sèche, et avec la date.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MARIAMA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02408" y="4076191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aussi ma boîte de papiers qui était par terre, en dessous. Elle est trempée.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2408" y="5163312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Prends-la en photo aussi, et ne jette rien. Rien du tout, même ce qui est fini. C'est ta preuve.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NE RIEN JETER AVANT LE CONSTAT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bien jeté est un bien qui n'a jamais existé.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la première cause de refus d'une réclamation. Un matelas trempé, une boîte de papiers, un tapis : on les sort de la pièce, on ne les met pas au chemin. La photo datée du matin même vaut plus que toutes les explications données trois semaines plus tard.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QUATRE GESTES DES PREMIÈRES HEURES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cet ordre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Photographier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Avant que ça sèche, avant de tasser quoi que ce soit. Avec la date.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Recueillir l'eau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chaudière, une serviette. Limiter les dommages est votre part.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Ne rien jeter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Même ce qui est manifestement fini. On le sort de la pièce, c'est tout.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Avertir sans attendre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propriétaire d'abord, l'assureur ensuite. Pas à midi : tout de suite.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CE QU'ON VOIT, ET LE MOT QUI VA AVEC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Chaque surface a son verbe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SURFACE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plafond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coule, puis il cerne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peinture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cloque, puis elle se décolle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plancher de bois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gonfle, puis il gondole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mur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s'assombrit, puis il moisit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sont les verbes qu'attendent le propriétaire et l'assureur.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NETTOYER AVANT DE FAIRE CONSTATER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 tout essuyé, c'était sale.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 tout photographié, puis j'ai essuyé.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Personne ne demande de vivre dans l'eau. Mais entre le seau et la serpillière, il y a la photo — et elle prend dix secondes. Une pièce remise en état avant le passage de l'assureur est une pièce qu'on ne peut plus indemniser.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EXERCICE PR1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— La tache au plafond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 nouveau le dialogue, puis répondez.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L'eau coulait encore à six heures du matin.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tache au plafond est petite et grise.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chambre de Mariama est sous la salle de bain de Kim.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Kim conseille de jeter tout de suite ce qui est trempé.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Kim trouve qu'on peut attendre midi pour appeler.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— La tache au plafond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L'eau coulait encore à six heures du matin.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tache au plafond est petite et grise.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chambre de Mariama est sous la salle de bain de Kim.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Kim conseille de jeter tout de suite ce qui est trempé.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Kim trouve qu'on peut attendre midi pour appeler.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une phrase : qu'est-ce que vous feriez en premier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Je prendrais une photo avec la date.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J'irais voir le voisin du dessus.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Un dégât d'eau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