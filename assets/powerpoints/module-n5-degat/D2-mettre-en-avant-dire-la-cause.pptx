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dense : deux points de grammaire et une lettre. Prévoir de commencer la lettre en classe et de la finir dans le module interactif — c'est la production écrite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une phrase à plat, puis la même en insistant à l'oral, puis sa version emphatique écrite. Les trois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note est la seule chose à retenir pour choisir. Un seul test, une seule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porte l'accord : « c'est moi qui ai appelé », jamais « qui a appelé ». C'est l'erreur la plus fréquente du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différence entre les deux premières lignes est fine mais utile : « puisque » rappelle, « parce que » apprend.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points de ponctuation nommés explicitement dans les attentes de fin de cours. Le dire : ça motive.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le choix de la première : pourquoi « étant donné que » plutôt que « parce que » ? Parce que le propriétaire le sait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y a une cinquième partie : le délai. Elle est sur la diapositive suivante, parce que c'est celle qu'on oublie.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le calcul avec le loyer réel de deux ou trois élèves qui acceptent. Le montant devient concret d'un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stratégie. Le dire clairement : ce n'est pas une question de politesse, c'est une question d'efficacité.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Ces deux phrases forment le cœur de la production écrite de E2 : les garder.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Mettre en avant, dire la cause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demande qui aboutit dit trois choses : ce qu'on a perdu, pourquoi c'est arrivé, ce qu'on veut. Deux points de langue suffisent à les relier.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dégât d'eau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en avant un élément avec « c'est… qui », « c'est… que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ce qui / ce que…, c'est » pour ouvrir une demande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relier une cause et une conséquence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deux-points qui explique.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L'ORAL LA VOIX, À L'ÉCRIT UNE TOURNURE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L'emphase encadre le mot important pour qu'on ne puisse pas le manquer.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vous parlez, vous appuyez sur le mot qui compte et tout le monde comprend. À l'écrit, la voix ne passe pas : il faut une construction. Dans une lettre de réclamation, c'est l'outil le plus utile que vous ayez — il dit ce qui compte sans hausser le ton.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TROIS TOURNURES EMPHATIQUES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seule par 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TOURNURE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 DU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 … 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le chauffe-eau du dessus qui a lâché.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 …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pendant la nuit que le dégât est arrivé.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qui …, c'est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m'inquiète, c'est l'humidité du matelas.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que …, c'est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je demande, c'est une réduction de loyer.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qui » si le mot encadré fait l'action ; « que » dans tous les autres 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EXERCICE T3EMPH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en avant la partie soulignée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la tournure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&lt;Le chauffe-eau du dessus&gt; a lâché.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dégât est arrivé &lt;pendant la nuit&gt;.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&lt;L'humidité dans le matelas&gt; m'inquiète.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987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6532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demande &lt;une réduction de loyer&gt;.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3326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14807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1208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18871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&lt;J'&gt;ai appelé le propriétaire à six heures et demie.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en avant la partie soulignée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&lt;Le chauffe-eau du dessus&gt; a lâché.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le chauffe-eau du dessus qui a lâché.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dégât est arrivé &lt;pendant la nuit&gt;.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pendant la nuit que le dégât est arrivé.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&lt;L'humidité dans le matelas&gt; m'inquiète.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Ce qui m'inquiète, c'est l'humidité dans le matelas.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987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6532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demande &lt;une réduction de loyer&gt;.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Ce que je demande, c'est une réduction de loyer.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3326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14807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1208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18871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&lt;J'&gt;ai appelé le propriétaire à six heures et demie.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moi qui ai appelé le propriétaire.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CAUSE ET CONSÉQUENCE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qui font tenir une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CONNECTEUR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puisque · étant donné que · comme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rappelle une cause que le lecteur connaît déjà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parce que · 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apporte une cause comme une information nouvelle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c'est pourquoi · par conséquent · donc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annonce la demande : sa place est juste avant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 deux-points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remplace « parce que », en plus 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cause, une conséquence, puis on change de phrase.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DEUX-POINTS QUI EXPLIQUE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n'ai rien jeté : je voulais tout faire constater.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deux-points-là annonce une cause ou une explication, pas une énumération. C'est précisément celui que le programme du niveau 5 attend, avec la virgule qui ferme une subordonnée placée en tête de phrase : « Comme la fuite venait d'en haut, j'ai averti ma voisine.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EXERCICE T3CONN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ne s'emploie qu'une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la fuite venait du logement du dessus, je ne suis pas responsable.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n'ai pas pu dormir dans ma chambre ___ le matelas était humide.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logement était inutilisable ; ___ , je demande une réduction.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n'ai rien jeté ___ je voulais tout faire constater.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vous m'aviez confirmé une intervention, j'ai attendu.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la fuite venait du logement du dessus, je ne suis pas responsable.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Étant donné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n'ai pas pu dormir dans ma chambre ___ le matelas était humide.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parce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logement était inutilisable ; ___ , je demande une réduction.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par conséquent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n'ai rien jeté ___ je voulais tout faire constater.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 deux-points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vous m'aviez confirmé une intervention, j'ai attendu.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Comme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CINQ PARTIES D'UNE DEMANDE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lignes suffisent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Les faits, datés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10 novembre au matin, un dégât d'eau est survenu dans ma chambre.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Ce que vous avez perdu, chiffré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Les travaux ont duré trois jours, pendant lesquels je n'ai pas pu occuper ma chambre.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La cause, sans accusation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Étant donné que la cause se trouvait dans un autre logement…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La demande, avec un montant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Par conséquent, je demande une réduction équivalant à trois jours, soit 90 $.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DEMANDE SANS CHIFFRE SE RÉPOND PAR « ON VERRA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loyer mensuel divisé par 30, multiplié par le nombre de jours.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900 $ par mois, trois jours sans chambre : 900 ÷ 30 × 3 = 90 $. Le calcul est simple et vérifiable par l'autre partie, ce qui est exactement le but. Ajoutez la date limite — « je vous saurais gré de me répondre avant le 30 novembre » — et votre lettre est complète.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MENACER DÈS LA PREMIÈRE LETTRE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Sinon j'irai au Tribunal.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vous saurais gré de me répondre avant le 30 novembre.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Chaque étape a son ton, et on ne brûle pas la première. La menace a sa place — dans la mise en demeure, qui vient après une lettre restée sans réponse. Annoncée trop tôt, elle durcit une discussion qui pouvait se régler en deux courriels.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deux phrases centrales de votre lettre.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cause : « Étant donné que…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demande : « Par conséquent, je demande… , soit … $.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dégât d'eau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