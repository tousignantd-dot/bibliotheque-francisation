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traduction, au sens propre : du français administratif vers le français de tous les jours. C'est un exercice que les élèves réclament souvent sans savoir le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l'opération à voix haute sur deux ou trois phrases avant l'exercice. C'est la compétence de la séance, pas la reconnaissance des formules.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de gauche par un élève et celle de droite par un autre : entendre les deux à la suite installe la paire.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fonde la demande du défi 3. La signaler sans encore l'expliquer.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faire surligner dans l'avis affiché en C1. Trouver ces trois mots-là, c'est trouver l'obligation en dix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reformulation exacte : il n'y a pas une seule bonne réponse. Refuser seulement ce qui perd une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au groupe d'autres formules floues rencontrées ailleurs. Il y en a toujours : « selon la disponibilité », « à confirmer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prépare directement le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Vérifier une chose : la traduction contient-elle la date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formule officielle et ce qu'elle veut dire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langue administrative n'est celle de personne — ni parlée, ni littéraire. Elle revient pourtant à l'école, à la ville et chez l'assureur.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dégât d'eau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formules courantes d'un document officiel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les redire en français ordinaire, sans rien perdre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qui vous engage dans un paragraphe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qu'une formule vague n'est pas un délai.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TRADUIRE DANS SES MOTS, À LA PREMIÈRE PERSONNE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Il est nécessaire que les occupants libèrent l'accès » devient « je dois tasser mes meubles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geste à faire devant chaque avis, et il ne prend que quelques secondes. Tant que la phrase reste à la troisième personne et au passif, elle ne vous atteint pas vraiment ; traduite à la première personne, elle devient une tâche datée.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FORMULES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document au réel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Veuillez prévoir un accès.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Quelqu'un doit pouvoir ouvrir.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défaut, nous aviserons le propriétaire.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Sinon, il appellera le propriétaire.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est nécessaire de libérer l'accès.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Tassez vos meubles.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travaux seront effectués.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On fera les travaux.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version ordinaire n'est pas plus longue.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FORMULES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Celles qui trompent le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cas échéant…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Si ça arrive…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dans les meilleurs délais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vite, mais sans 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Aucune interruption n'est prévue.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On ne devrait pas couper l'eau.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bruit est important et continu.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Du bruit jour et nuit.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N'est prévue » et « devrait » ne sont pas des garanties.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SIGNAUX À REPÉRER D'UN COUP D'ŒIL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Ils marquent le paragraphe qui engage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À défaut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10417759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vous ne le faites pas. La suite dit ce que l'autre fera à votre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8879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563112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Faute de quoi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77639"/>
            <a:ext cx="10417759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Sinon. La formule la plus directe des trois.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6707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5041391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cas échéant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455920"/>
            <a:ext cx="10417759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le cas se présente. Elle annonce une éventualité, pas une certitude.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EXERCICE T2SENS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Redites-le en français ordinaire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par formule. À la première personne quand c'est 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Veuillez prévoir un accès au logement.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défaut, l'entrepreneur communiquera avec le propriétaire.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nécessaire que les occupants libèrent l'accès.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cas échéant, un second passage sera planifié.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vous prions de nous aviser dans les meilleurs délais.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bruit des appareils est important et continu.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Redites-le en français ordinaire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Veuillez prévoir un accès au logement.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faut que quelqu'un puisse ouvrir.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défaut, l'entrepreneur communiquera avec le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il appellera le propriétaire.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nécessaire que les occupants libèrent l'accès.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dois tasser mes meubles.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cas échéant, un second passage sera planifié.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 ça arrive, ils reviendront.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vous prions de nous aviser dans les meilleurs délais.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dois répondre vite.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bruit des appareils est important et continu.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va faire du bruit jour et nuit.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PRENDRE « DANS LES MEILLEURS DÉLAIS » POUR UN DÉLAI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Ils vont s'en occuper bientôt.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demande une date, par écrit.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Dans les meilleurs délais », « prochainement », « sous peu » ne veulent rien dire de précis, et n'engagent personne. Si le délai compte pour vous — et après un dégât, il compte —, demandez une date et gardez la réponse. Ce n'est pas de la méfiance : c'est ce que fait toute personne qui gère un chantier.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 AVIS LU SANS RÉPONSE EST UN AVIS ACCEPTÉ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quelque chose ne convient pas, écrivez-le le jour même.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n'avez rien signé, et c'est justement le point : le silence vaut acceptation dans presque toutes les démarches de logement. Répondre ne veut pas dire refuser — ça peut être « je serai là », « laissez-moi une clé chez la voisine », ou « je note que je n'aurai pas de chambre pendant trois jours ». Cette dernière phrase-là vaut de l'or trois semaines plus tard.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Traduisez une formule dans vos mots, à la première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Il est nécessaire que les occupants libèrent l'accès.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devient « Je dois tasser mon lit et ma commode avant mercredi.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dégât d'eau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