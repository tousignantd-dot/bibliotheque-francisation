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plus légère que B2, et bienvenue après elle. Le gérondif s'installe vite : une règle de formation, deux emplois, une contrainte.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gérondifs au tableau à partir de verbes donnés par le groupe. La règle du « nous » se vérifie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apprendre ensemble, en trois mots : étant, ayant, sachant. C'est plus court qu'une liste de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lequel des deux emplois convient à chacune des phrases de l'exercice suivant, avant de les 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seule vraie difficulté du point, et elle produit des phrases involontairement drôles. En donner une ou deux : le groupe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mots avant et après pour deux ou trois phrases : le gain est visible, et c'est un argument plus convaincant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au groupe deux autres phrases fautives du même genre, puis les corriger. Fabriquer l'erreur volontairement aide à la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Distinction rapide, à ne pas approfondir : elle sert surtout à rassurer les élèves qui ont déjà rencontré « -ant »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vérification du sujet est la seule chose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 rentrant, en ouvrant : le gérondif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forme courte pour dire deux choses à la fois. Le programme du niveau 5 l'attend explicitement — et elle rend un récit deux fois plus fluide.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gérondif à partir de la forme « nous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trois formes irrégulières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gérondif pour la simultanéité et pour la manière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respecter la règle du sujet unique.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+ LE RADICAL DE « NOUS » + -ANT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rentrons donne en rentrant. Une seule règle de 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prend le verbe à « nous » au présent, on enlève -ons, on ajoute -ant, et on met « en » devant. La forme est invariable : elle ne s'accorde jamais, ni en genre ni en nombre. En rentrant, qu'on soit un, deux ou dix.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IRRÉGULIÈRES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sont les seules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être, en étant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En étant sur place, j'ai pu ouvrir aux ouvriers.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avoir, en ayant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En ayant les photos, la réclamation a été acceptée.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savoir, en sachant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En sachant que l'assureur passerait, je n'ai rien jeté.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Toutes les autres suivent la règle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prenons, en prenant · nous ouvrons, en ouvrant · nous voyons, en voyant.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EMPLOIS, PAS UN DE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il sert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même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rentrant du travail, j'ai vu que la tache avait doublé.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manière ou le moyen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limité les dommages en plaçant une chaudière.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qu'il remplace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quand je suis rentrée » ou « parce qu'elle a placé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qu'il fait gagner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ou trois mots, et beaucoup de fluidité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emploi domine dans un récit ; le second, dans une explication.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MÊME SUJET,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appartient au sujet de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rentrant, j'ai vu la tache » : c'est moi qui rentre et moi qui vois — correct. « En rentrant, la tache avait doublé » : la tache ne rentre pas — incorrect. Avant d'écrire un gérondif, posez-vous la question : qui fait cette action ? Si ce n'est pas le sujet, il faut une subordonnée.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T1GER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un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la partie soulignée par « en » + participe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rentrée du travail, j'ai vu la tache.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ouvert la porte, elle a senti l'humidité.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limité les dommages parce qu'elle a placé une chaudière.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 est monté au troisième, Kim a trouvé le réservoir percé.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prouve un dégât si on prend des photos datées.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 je savais que l'assureur passerait, je n'ai rien jeté.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un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rentrée du travail, j'ai vu la tache.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rentrant du travail…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ouvert la porte, elle a senti l'humidité.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ouvrant la porte…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limité les dommages parce qu'elle a placé une chaudière.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…en plaçant une chaudière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 est monté au troisième, Kim a trouvé le réservoir percé.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montant au troisième…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prouve un dégât si on prend des photos datées.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…en prenant des photos datées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 je savais que l'assureur passerait, je n'ai rien jeté.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sachant que l'assureur passerait…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CHANGER DE SUJET EN COURS DE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rentrant du travail, la tache avait doublé.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Quand je suis rentrée du travail, la tache avait doublé.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tache ne rentre pas du travail. Dès que les deux actions ont des sujets différents, le gérondif est interdit et il faut une subordonnée — « quand », « pendant que », « comme ». Ce n'est pas une nuance de style : la phrase veut dire autre chose que ce qu'on voulait.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et l'adjectif verbal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fuite coulante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décrit la fuite, et s'accorde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coulant, l'eau a traversé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 comment, et ne s'accorde jamais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repère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mot « en » devant : il règle la question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« en », ce n'est pas un gérondif.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un gérondif à propos de votre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En ouvrant la fenêtre, j'ai vu qu'il pleuvait dans la cour.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: est-ce bien vous qui faites les deux actions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