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lecture guidée. Distribuer le portrait imprimé — c'est le même texte que l'exercice `t2portrait` du module interactif — et travailler dessus, surligneur en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deuxième objectif est celui qui coûte le plus. Prévoir un calcul au tableau : 11,2 % de 137 100, c'est environ quinze mille postes.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réellement. Le portrait en contient une dizaine, et la moitié sont suivis d'un « contre ». C'est visible avant même de lire.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le calcul ensemble au tableau, une fois : 11,2 % de 137 100, environ 15 400 postes.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surligner ces quatre lignes dans le portrait imprimé avant de passer au tableau suivant.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La fabrication est la seule sans comparaison : faire remarquer le manque, et se demander pourquoi.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de rigueur. Un élève qui dit « là-bas, tout le monde est en usine » se fera contredire par le premier auditeur venu.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`t2portrait` du module interactif, où l'élève clique dans le texte. Sur papier, faire surligner : le geste est le même, et il compte autant que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feuille de comparaison se remplit ligne par ligne depuis C1. La troisième ligne vient en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 que dit le portrait, ligne par ligne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portrait socioéconomique n'est pas un texte : c'est un tableau qu'on a mis en phrases. Aujourd'hui, on cherche dans le texte la ligne qui répond, et rien d'autre.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Chercher un emploi en région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retrouver dans un texte suivi le passage qui répond à une question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30063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30886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pourcentage comme une part, jamais comme un nombre de postes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8922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40700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41523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40934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 mot « contre », qui annonce la comparaison utile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la date de chaque chiffre avant de s'en servir.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Que voit-on d'abord dans un document comme celui-ci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laboratoire-contro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chiffres, des pourcentages, des graphiques.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pourcentages avez-vous comptés dans la première page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410362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421335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428650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Lesquels sont suivis d'un deuxième chiffre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ce deuxième chiffre est-il là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UN POURCENTAGE DE L'EMPLOI N'EST PAS UN NOMBRE DE POSTES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La fabrication occupe 11,2 % de l'emploi » ne veut pas dire onze mille deux cents postes.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convertir, il faut l'emploi total — 137 100 dans notre portrait — et il est donné au début du document, jamais à côté du pourcentage. Notez-le avant de lire la suite : sans lui, toutes les parts sont des informations vides.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portrait dit du territoire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LIGNE DU TEXTE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CHIFFRE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Population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286 395 habitants, 11e rang sur 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Produit intérieur brut, 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15,5 G$, en hausse de 4,7 %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64845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76472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Emploi total,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76472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137 100 postes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31596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Ventes manufacturières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31596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11,1 milliards de dollars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48072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404104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Chaque chiffre porte sa date. Deux dates différentes dans le même document.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 que le portrait dit des secteurs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SECTEUR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PART DE L'EMPLOI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Primaire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4,2 %, soit le double de la moyenne de 2,0 %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Fabrication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11,2 %, tournée vers la transformation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Construction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8,9 %, contre 7,0 % au Québec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75,6 % de l'ensemble de l'emploi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Trois lignes sur quatre portent un « contre » ou une comparaison. C'est là qu'est l'information.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la région est une région d'usines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plus du tiers de son économie repose sur la production de biens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Les services y occupent tout de même 75,6 % de l'emploi, comme presque partout. Ce qui distingue la région, ce n'est pas l'absence de services : c'est la part inhabituelle de la production de biens. Le raccourci se retourne dans un exposé.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Retrouvez la ligne qui répond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le passage exact du portrait.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d'habitants la région compte-t-elle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rang occupe-t-elle parmi les régions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combien s'élève le PIB, et pour quelle année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d'emplois en 2025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est la part du secteur primaire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Sur quoi la fabrication se concentre-t-elle 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valent les ventes manufacturières 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part de l'emploi les services représentent-ils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Retrouvez la ligne qui répond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d'habitants la région compte-t-elle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286 395 habitants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rang occupe-t-elle parmi les régions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onzième rang sur dix-sept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À combien s'élève le PIB, et pour quelle année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15,5 G$ en 2023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d'emplois en 2025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137 100 postes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est la part du secteur primaire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4,2 %, le double de la moyenne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Sur quoi la fabrication se concentre-t-elle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transformation des ressources naturelles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valent les ventes manufacturières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11,1 milliards de dollars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Quelle part de l'emploi les services représentent-ils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75,6 %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Chercher un emploi en région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Deuxième ligne de votre feuille : que dit le portrait de votre région sur votre secteur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part de l'emploi, et sa comparaison s'il y en a une.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 le portrait ne dit rien de votre secteur, écrivez-le : c'est une information.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Chercher un emploi en région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