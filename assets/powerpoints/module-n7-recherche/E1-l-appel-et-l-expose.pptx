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de production. Les élèves arrivent avec leurs trois questions de D1 et leur feuille à deux colonnes de C4. Vérifier que chacun les a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viennent des attentes de fin de cours du niveau 7, pas de la situation : « il expose les avantages et les inconvénients de deux situations pour prendre une décision ».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chronométrer : dix secondes suffisent largement pour les trois. Le faire dire debout, à voix haute, deux fois par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: personne ne décide rien au téléphone. C'est ce qui rend l'exercice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cas sont ceux de la section « Je me lance »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tournures viennent des cinq séances de grammaire du module. Les afficher pendant tout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longue jusqu'à ce qu'elle sorte d'un trait. C'est la seule qu'il faut savoir par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 chacun, minutées. Le reste du groupe écoute avec une grille à trois cases : les trois temps y sont-ils ? Pas de note, une remarque par auditeur.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E2 : ce qui n'a pas été demandé de vive voix se demande par écrit, dans le troisième paragraphe de la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L'appel, et l'exposé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appel sans question, c'est une candidature de plus. Un appel avec trois questions, c'est un nom qu'on retient. Ensuite, deux minutes debout pour comparer deux régions.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téléphoner à un employeur pour s'informer, avant de postuler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des questions ouvertes et relier son parcours à l'entreprise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les avantages et les inconvénients de deux régions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une décision et la justifier par un chiffre.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dit-on dans les dix premières secondes d'un appel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nom, d'où vous appelez, et pourquoi.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secondes pour les trois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personne au bout du fil est en train de faire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n'avez pas préparé vos questions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APPEL SE PRÉPARE, OU IL NE SERT À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355342"/>
          </a:xfrm>
          <a:prstGeom prst="roundRect">
            <a:avLst>
              <a:gd name="adj" fmla="val 621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32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Trois questions écrites avant de composer le numéro. Trois questions que l'annonce ne permet pas de trancher.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54958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29278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salaire, le supérieur immédiat, le nombre de postes, les conditions d'un programme d'installation : les silences d'une annonce sont vos questions. Et l'appel n'est pas une entrevue — vous ne serez ni retenu ni écarté aujourd'hui.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situations du jeu de rôle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OBTENIR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poste au laboratoire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tâches réelles, l'horaire, à qui l'on se rapporte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L'aide à l'installation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montant, les conditions, la durée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diplôme obtenu ailleurs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rend une expérience « vérifiable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L'assistant joue le chef du laboratoire. Il répond volontiers, mais il ne devine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tournures à réutiliser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Demander poliment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préciser la date d'entrée en fonction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965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82397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Dire son but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8639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appelle pour que vous ayez mon nom en tête.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Mettre en avant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j'apporte, c'est neuf ans de contrôle de conformité.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1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Restreindre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travaillé qu'en laboratoire industriel.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Changer de sujet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Quant à l'installation dans la région, j'aurais une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62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78053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Conclure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60452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somme, à qui dois-je faire parvenir mon dossier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Bonjour, je vous appelle pour le poste.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« Bonjour, Hafida Zerouali, j'appelle de Longueuil au sujet du poste de technicienne de laboratoire affiché chez vous.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laisse tout le travail à l'interlocuteur : quel poste, qui parle, d'où. La seconde donne les trois renseignements en une phrase, et la conversation commence vraiment à la deuxième réplique.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L'exposé : trois temps, deux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Debout, sans lire ses notes mot à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connecteur au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comparatif au moins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mise en avant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question avez-vous oublié de poser au téléphone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y en a toujours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: elle ira dans votre lettre.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