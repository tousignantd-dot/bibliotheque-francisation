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1, et la plus dense : deux points de grammaire. Prévoir quarante minutes pour « ne… que », le reste pour les comparatifs, qui sont plus familiers.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le seul qui demande vraiment du travail : la place du « que » décide du sens de la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voter à main levée avant d'expliquer. Le groupe se partage presque toujours en deux, et c'est ce partage qui installe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Astuce à donner : remplacer mentalement « ne… que » par « seulement » et relire. Si le sens tient, c'est bon.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cinquième carte inverse le sens : « pas que » veut dire « pas seulement ». Une syllabe, et le paragraphe se retourne. La faire relire deux fois.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`t1que` du module interactif. Vérifier la place du « que » à chaque correction : c'est là que se fait ou se défait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« Plus bon » et « plus bien » sont les deux fautes qui reviennent le plus dans les lettres du bloc 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`t1comp` du module interactif. Les deux derniers sont les irréguliers : les faire répéter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Premier brouillon de l'exposé oral du bloc E. Garder les billets : les élèves les reprendront en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Restreindre et comparer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n'ai reçu que onze candidatures. » Cette phrase est positive, et beaucoup d'élèves la lisent à l'envers pendant des années. Après elle : comparer deux régions avec des chiffres.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Chercher un emploi en région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que « ne… que » veut dire « seulement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le « que » devant ce qu'on limite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plus de, moins de, autant de avec un nom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un superlatif, et connaître meilleur et mieux.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Cette phrase est-elle positive ou négative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Je n'ai que dix dollars.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la personne a de l'argent, oui ou non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« je n'ai pas dix dollars »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change entre les deux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« NE… QUE » VEUT DIRE « SEULEMENT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phrase reste positive. « Je n'ai reçu que onze candidatures » veut dire que l'employeur en a reçu onze.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« ne » trompe l'œil : il n'y a aucune négation. Le sens est porté par le « que », qui se place juste devant ce qu'on limite — et c'est sa place qui fait tout. « Il ne travaille que le jour » n'est pas « il ne travaille qu'à Jonquière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place du « que » fait le sens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Il ne travaille que le jour.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pas le soir, pas la nuit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54965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282397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Il ne travaille qu'à Jonquière.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088639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pas ailleurs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8879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56311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Il n'y a que lui qui travaille.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82778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autres ne travaillent pas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27931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30225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Elle n'a envoyé que trois lettres.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56692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temps composé : ne devant l'auxiliaire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6707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04139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Il ne fait pas que produire.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30606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attention : il produit, et il fait autre chose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506212"/>
            <a:ext cx="11057839" cy="574548"/>
          </a:xfrm>
          <a:prstGeom prst="roundRect">
            <a:avLst>
              <a:gd name="adj" fmla="val 2546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86968" y="5780532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J'en ai reçu que onze.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6045200"/>
            <a:ext cx="10417759" cy="-23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l'oral au Québec, le « ne » tombe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Récrivez avec « ne… que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la phrase entière.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reçu seulement onze candidatures.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laboratoire compte seulement sept personnes.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visité seulement deux régions.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poste est offert seulement sur le quart de jour.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connais seulement le marché de Montréal.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L'appel a duré seulement dix minutes.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Récrivez avec « ne… que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reçu seulement onze candidatures.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Il n'a reçu que onze candidatures.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laboratoire compte seulement sept personnes.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laboratoire ne compte que sept personnes.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visité seulement deux régions.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Elle n'a visité que deux régions.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poste est offert seulement sur le quart de jour.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poste n'est offert que sur le quart de jour.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connais seulement le marché de Montréal.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Je ne connais que le marché de Montréal.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L'appel a duré seulement dix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L'appel n'a duré que dix minutes.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COMPARER UNE QUANTITÉ : « DE », ET JAMAIS D'ARTICLE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plus de, moins de, autant de, toujours suivis d'un nom. « Plus des usines » n'existe pas.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Après un verbe, le « de » disparaît : « cette région embauche plus que la moyenne ». Le superlatif ajoute l'article devant, accordé avec le nom : le secteur le plus important, la région la plus jeune. Et deux irréguliers, deux seulement : bon donne meilleur, bien donne mieux.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Comparer deux régions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primaire y occupe deux fois ___ emplois que dans le reste du Québec.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Montréal, il y a ___ postes ouverts et plus de candidats.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construction y pèse ___ que la moyenne : 8,9 contre 7,0 %.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services y occupent ___ place qu'ailleurs.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secteur ___ important en valeur des ventes.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région ___ touchée par le manque de relève.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un technicien, les perspectives y sont ___ qu'à Montréal.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Avec neuf ans d'expérience, elle se placerait ___ qu'un diplômé de l'an dernier.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Comparer deux régions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primaire y occupe deux fois ___ emplois que dans le reste du Québec.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plus d'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Montréal, il y a ___ postes ouverts et plus de candidats.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moins 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construction y pèse ___ que la moyenne : 8,9 contre 7,0 %.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plus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services y occupent ___ place qu'ailleurs.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autant 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le secteur ___ important en valeur des ventes.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plus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région ___ touchée par le manque de relève.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plus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un technicien, les perspectives y sont ___ qu'à Montréal.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meilleures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Avec neuf ans d'expérience, elle se placerait ___ qu'un diplômé de l'an dernier.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mieux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Comparez votre région actuelle à une autre, en deux phrases avec des chiffres.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avec « plus de » ou « moins de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phrase avec un superlatif.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Chercher un emploi en région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