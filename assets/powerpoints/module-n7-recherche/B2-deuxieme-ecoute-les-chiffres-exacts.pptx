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1. Rappeler la méthode de B1 avant de relancer l'extrait, et redire qu'on a le droit d'arrêter la bande autant de fois qu'on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objectif prépare tout le bloc C : « onze virgule deux pour cent » n'est pas « onze mille emplois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à voix haute avant l'écoute. La virgule décimale se dit « virgule » et non « point » : c'est la source d'erreur la plus fréquente chez les élèves venus d'un pays anglophone.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aussi la règle de l'exposé oral du bloc E : un pourcentage sans point de comparaison ne convainc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l'extrait trois fois de suite si nécessaire. Le but n'est pas la performance d'écoute : c'est de vérifier un chiffre 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réplique est la phrase à retenir du module. La faire répéter et l'écrire au tableau à côté de celle de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Signaler les deux dates : un portrait économique n'est jamais tout entier de l'année en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`t1chiffres` du module interactif. Accepter le chiffre écrit en lettres ou en nombres : c'est l'écoute qu'on évalue, pas l'orthographe.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`t1qui` du module interactif. Faire remarquer que la nature de l'information change avec la personne : un chiffre, un témoignage, un résumé.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Ressortir les billets de B1 en même temps : les élèves mesurent d'un coup d'œil ce que deux écoutes de plus leur ont donné.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Deuxième écoute : les chiffres exacts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peut maintenant arrêter l'extrait et revenir en arrière. Un économiste ne donne jamais un chiffre tout seul : il le compare — et c'est la comparaison qui porte l'information.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des pourcentages et des grands nombres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chiffre seul ne dit rien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rattacher chaque parole à la personne qui l'a dite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part de l'emploi d'un nombre de postes.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dit-on ces nombres à la radio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4,2 % — « quatre virgule deux pour cent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15,5 G$ — « quinze virgule cinq milliards de dollars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137 100 — « cent trente-sept mille cent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286 395 — « deux cent quatre-vingt-six mille trois cent quatre-vingt-quinze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CHIFFRE SEUL NE DIT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711704"/>
          </a:xfrm>
          <a:prstGeom prst="roundRect">
            <a:avLst>
              <a:gd name="adj" fmla="val 539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888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Quatre virgule deux pour cent : est-ce beaucoup ? On n'en sait rien. Quatre virgule deux, contre deux pour cent au Québec : maintenant on sait, et on sait l'essentiel.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11320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485639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qui annonce la comparaison est presque toujours « contre ». À la radio comme dans un document écrit, c'est le signal à attendre. Le deuxième chiffre est celui qui compte.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REPORTAGE · LES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territoire produit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Réécoutez. Vous pouvez arrêter et revenir en arrière.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8582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ODILE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1270" y="2322576"/>
            <a:ext cx="853485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région compte un peu plus de deux cent quatre-vingt-six mille habitants, onzième sur dix-sept.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73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38576"/>
            <a:ext cx="1608582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ODILE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270" y="3338576"/>
            <a:ext cx="853485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Son produit intérieur brut a atteint quinze virgule cinq milliards de dollars en 2023.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89983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354575"/>
            <a:ext cx="1608582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ODILE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1270" y="4354575"/>
            <a:ext cx="8534857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Et l'emploi total tournait autour de cent trente-sept mille postes en 2025.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6"/>
            <a:ext cx="1608582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270" y="5068316"/>
            <a:ext cx="853485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Onze virgule deux pour cent des emplois en fabrication, et surtout une fabrication d'un type très précis.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REPORTAGE · LE MANQUE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Onze candidatures en six mois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910" y="190195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Ces postes-là, les postes de contrôle de la qualité, on ne les remplit plus. La relève ne suit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910" y="298907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Montréal, il y a moins de postes ouverts et plus de candidats. Ici, c'est l'inverse.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910" y="4076191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employeur de Montréal choisit ; un employeur d'ici convainc.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FRÉDÉRICK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910" y="482549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sont simplement tous ailleurs, et ils n'imaginent pas qu'on cherche 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 du reportage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MESURÉ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CHIFFRE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286 395 habitants, 11e sur 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PIB régional,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15,5 milliards de dollars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Emploi total,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137 100 postes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Secteur primaire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4,2 % contre 2,0 % au Québec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8,9 % contre 7,0 % au Québec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Deux dates dans le même document : 2023 et 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d'après le reportage.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région se classe ___ sur les dix-sept régions du Québec.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produit intérieur brut a atteint ___ milliards de dollars.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L'emploi total tournait autour de ___ postes en 2025.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secteur primaire occupe ___ % de l'emploi régional.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fabrication occupe ___ % des emplois.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construction occupe ___ % de l'emploi.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d'Alumico compte ___ personnes sur neuf.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L'employeur n'a reçu que ___ candidatures en six mois.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région se classe ___ sur les dix-sept régions du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onzième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produit intérieur brut a atteint ___ milliards de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15,5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L'emploi total tournait autour de ___ postes en 2025.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137 100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secteur primaire occupe ___ % de l'emploi régional.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4,2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fabrication occupe ___ % des emplois.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11,2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construction occupe ___ % de l'emploi.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8,9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d'Alumico compte ___ personnes sur neuf.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L'employeur n'a reçu que ___ candidatures en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dit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Rendez à chacun ce qu'il a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premier chiffre à retenir n'est pas le plus gros.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deux postes affichés depuis février.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semaine prochaine, Chaudière-Appalaches.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que je ne peux pas enseigner, c'est la rigueur.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 employeur de Montréal choisit ; un employeur d'ici convainc.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dit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premier chiffre à retenir n'est pas le plus gros.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Ghislain Néron, économiste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deux postes affichés depuis février.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Frédérick Gauthier-Simard, employeur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semaine prochaine, Chaudière-Appalaches.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Odile Pominville, journaliste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que je ne peux pas enseigner, c'est la rigueur.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chef du laboratoire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 employeur de Montréal choisit ; un employeur d'ici convainc.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l'économiste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chiffre du reportage qui vous a le plus étonné,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seul chiffre, une phrase d'explication.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Comparez-le à ce que vous connaissez de votre région.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