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combien de candidatures avez-vous envoyées cette année, et où ? Les chiffres sortent vite et ils sont souvent élevés. C'est la matière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cœur du module et il ne sera pas atteint aujourd'hui. Le poser quand même : tout le reste y revient.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Beaucoup d'élèves n'ont cherché que dans un rayon de vingt kilomètres, et n'ont jamais pensé qu'ils avaient le choix. Ne pas conclure à leur place : la séance le fera.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« et pour tout le monde » : plusieurs élèves croient ces services réservés aux prestataires d'aide sociale. Ils ne le sont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vérité factuelle, à ne pas arrondir : l'évaluation comparative n'est ni une équivalence ni un permis. Plusieurs élèves ont payé pour elle en croyant le contraire, et la déception est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réplique de la fin est la thèse du module. L'écrire au tableau et l'y laisser jusqu'à la séance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Vérifier que chacun sait où se trouve le bureau de Services Québec le plus proche de l'école.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Question fréquente : « à quoi ça sert, alors ? » Répondre par l'image du traducteur,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Curriculum vitæ » ne prend pas de « s » au pluriel : des curriculum vitæ.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dernier est important : personne ne dit à Hafida de partir.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Les réponses servent de matière première au bloc B : chaque élève arrive avec une région à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Chercher là où l'on cherche tous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Trente-quatre candidatures, trois refus. Le problème n'est pas toujours le curriculum vitæ : il est parfois dans la carte du Québec, où dix-sept marchés du travail ne se ressemblent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outils gratuits de la recherche d'emploi au Québec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qu'une évaluation comparative fait, et ce qu'elle ne fait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métier ne se cherche pas de la même façon partout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premiers mots du dossier : le marché du travail, une perspective d'emploi.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avez-vous cherché du travail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ordinateu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quelle ville, dans quelle région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candidatures, et combien de réponses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travaillé dans un autre métier que le vôtre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Connaissez-vous quelqu'un qui est parti en région pour un emploi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salle est gratuite, et moi aussi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45037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725" y="2322576"/>
            <a:ext cx="8698401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Bonjour. Vous cherchez un poste libre à l'ordinateur, ou vous avez une question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5394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18536"/>
            <a:ext cx="144503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HAFIDA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725" y="3018536"/>
            <a:ext cx="869840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deux, je pense. C'est la première fois que je viens ici. On m'a dit que la salle était gratuite.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343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998975"/>
            <a:ext cx="144503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725" y="3998975"/>
            <a:ext cx="869840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l'est, et pour tout le monde. Vous avez les ordinateurs, l'imprimante, le téléphone, et moi.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148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79415"/>
            <a:ext cx="144503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HAFIDA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725" y="4979415"/>
            <a:ext cx="869840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Hafida Zerouali. Je travaille dans un centre de la petite enfance. Je suis préposée à l'entretien depuis quatre 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l'avis dit, et ne dit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HAFIDA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725" y="190195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demandé l'évaluation comparative il y a deux ans. Mais j'ai compris que ça ne valait pas grand-chose.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725" y="298907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vaut quelque chose, mais pas ce que les gens croient. C'est un avis d'expert du gouvernement du Québec.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725" y="4076191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une équivalence, et ça ne remplace jamais un permis d'exercice.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725" y="516331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un laissez-passer, c'est un traducteur : l'employeur ne sait pas lire votre relevé de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Dix-sept marchés, pas un seul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HAFIDA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725" y="190195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envoyé trente-quatre candidatures depuis janvier. Trois réponses. Toutes négatives.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450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725" y="2989072"/>
            <a:ext cx="86984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Trente-quatre où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450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HAFIDA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725" y="3738371"/>
            <a:ext cx="86984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Ici. Longueuil, Montréal, la Rive-Sud.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725" y="4487671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Voilà. Le Québec, ce n'est pas un seul marché du travail : c'en est dix-sept, et ils ne se ressemblent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outils gratuits, trois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OUTIL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salle multiservice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ordinateurs, imprimante, téléphone, documentation — et un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IMT en ligne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salaires et les perspectives de plus de 500 métiers, par région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L'évaluation comparative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traduit un diplôme étranger en niveau d'études québécois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 portrait économique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décrit, chiffres à l'appui, de quoi vit un territoire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Aucun des quatre ne coûte un sou, et aucun ne remplace les trois autres.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AVIS, PAS UNE ÉQUIVALENCE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L'évaluation comparative dit à quel niveau d'ici votre diplôme se compare. Elle ne le transforme pas en diplôme d'ici.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aide un employeur ou un ordre professionnel à comprendre un parcours qu'il ne connaît pas. La décision d'embaucher ou d'admettre reste entière : l'avis ne l'a jamais prise à leur place, et ne remplace aucun permis d'exercice.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pour commencer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269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marché du travail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6493" y="2121408"/>
            <a:ext cx="57825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L'ensemble des postes offerts et des personnes qui les cherchent, dans un territoire.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4269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salle multiservice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6493" y="2778252"/>
            <a:ext cx="57825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pièce d'un bureau public où l'on met gratuitement à votre disposition des postes de travail.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4269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évaluation comparative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6493" y="3435096"/>
            <a:ext cx="57825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L'avis officiel qui dit à quel niveau d'études d'ici se compare un diplôme obtenu ailleurs.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4269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perspective d'emploi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6493" y="4091939"/>
            <a:ext cx="57825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 qu'on prévoit des chances de trouver du travail dans un métier, pour les années à venir.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4269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curriculum vitæ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6493" y="4748784"/>
            <a:ext cx="57825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document d'une ou deux pages qui résume la formation et l'expérience d'une personne.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4269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lettre d'accompagnement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6493" y="5405628"/>
            <a:ext cx="57825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lettre jointe à une candidature, qui explique pourquoi ce poste et pourquoi soi.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Hafida a travaillé neuf ans comme technicienne de laboratoire.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salle multiservice est réservée aux personnes sans emploi.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L'évaluation comparative est une équivalence de diplôme.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Hafida a envoyé trente-quatre candidatures depuis janvier.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cherché du travail dans plusieurs régions du Québec.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Sylvain conseille à Hafida de déménager tout de suite.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Hafida a travaillé neuf ans comme technicienne de laboratoire.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salle multiservice est réservée aux personnes sans emploi.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est ouverte à tous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L'évaluation comparative est une équivalence de diplôme.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un avis d'expert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Hafida a envoyé trente-quatre candidatures depuis janvier.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cherché du travail dans plusieurs régions du Québec.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seulement autour de Montréal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Sylvain conseille à Hafida de déménager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de regarder avant de décider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Dans quelle région du Québec aimeriez-vous savoir s'il y a du travail pour vous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Nommez-en une, même sans raison précise.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Qu'est-ce que vous en savez déjà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