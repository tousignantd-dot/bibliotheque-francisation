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Le piège serait d'en faire une liste à apprendre : chaque mot est ici rattaché à un lieu, à un geste ou à un document réel. Garder ce rattachement.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objectif règle une confusion tenace : « la construction » est un secteur, « charpentier » est un métier.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n'ont vu que des offres en ligne. Le babillard existe encore dans les usines, les CPE et les épiceries : c'est un canal réel, et souvent moins encombré.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Exercice `prOutils` du module interactif : les élèves le referont seuls, en glisser-déposer.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La main-d'œuvre » et « la relève » sont les deux mots que l'employeur emploiera en B2. Les installer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Un atout » revient au bloc D, dans l'offre d'emploi : ce n'est pas la même chose qu'une exigence, et la distinction décide de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`prImg` du module interactif. Le dernier n'est pas décoratif : un déménagement en région est aussi une question de distance, et le module ne le cache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 à voix haute une fois corrigée. L'article compte autant que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question prépare le bloc B : c'est en changeant de secteur, pas de métier, que plusieurs élèves trouveront.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outils, et les lieux qui vont avec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Dix-huit mots tiennent tout le module : ceux de la recherche, ceux de l'économie d'une région, ceux de la candidature écrite. Aujourd'hui, on les installe.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chaque outil de la recherche d'emploi à ce qu'il fait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lieux du travail industriel en région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dix-huit mots du module avec leur article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secteur d'activité d'un métier.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voit sur cette photo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abillard-off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trouve-t-on encore des offres punaisées comme celles-là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où les trouve-t-on autrement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qu'une offre doit dire pour être utile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répondu à une annonce affichée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outil a son travail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OUTIL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FAIT — ET RIEN D'AUTRE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IMT en ligne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salaires et les perspectives, par région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curriculum vitæ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résume la formation et l'expérience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La lettre d'accompagnement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ce poste-là, et pourquoi 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Le portrait économique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vit un territoire, en chiffres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 ne remplace un 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L'économie d'une région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secteur d'activité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6520" y="2121408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grand groupe d'entreprises qui font le même genre de travail : la forêt, la santé.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6520" y="2778252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travail qui change une matière brute en produit : l'arbre en planche, le minerai en métal.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usine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6520" y="3435096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grand bâtiment où l'on fabrique ou transforme des produits à l'aide de machines.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main-d'œuvre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6520" y="4091939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L'ensemble des personnes qui travaillent, ou qui pourraient travailler, dans une région.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relève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6520" y="4748784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personnes plus jeunes qui prendront la place de celles qui partent à la retraite.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95951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quart de travail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6520" y="5405628"/>
            <a:ext cx="7092486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tranche d'heures pendant laquelle une équipe travaille : le jour, le soir, la nuit.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Lire, comparer, se présenter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produit intérieur brut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4484" y="2121408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valeur totale de ce qui est produit dans un territoire pendant une année.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portrait économique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4484" y="2778252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Le document qui décrit, chiffres à l'appui, de quoi vit un territoire.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l'embauche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4484" y="3435096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d'engager quelqu'un, et le moment où ça se décide.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offre d'emploi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4484" y="4091939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L'annonce par laquelle un employeur fait savoir qu'il cherche quelqu'un.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candidature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4484" y="4748784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L'ensemble des documents qu'une personne envoie pour se proposer à un poste.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3427475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atout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4484" y="5405628"/>
            <a:ext cx="6624523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Ce qui joue en votre faveur et vous distingue des autres personnes qui postulent.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lieux du dossier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salle multiservice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postes informatiques, une imprimante, un agent — et rien à payer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laboratoire de contrôle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paillasse, des éprouvettes, une balance de précision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L'usine de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bâtiments de tôle, des cheminées, un stationnement d'employés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babillard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feuilles punaisées, dans un couloir d'usine ou d'école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table de cuisine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feuilles imprimées, un stylo, une tasse — le vrai bureau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route régionale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forêt, un village au loin, quatre cents kilomètres de Montréal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mot du dossier.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est le ___ qui a le plus grandi cette année.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manque de ___ dans les laboratoires de la région.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affiché est sur le ___ de jour.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ce métier-là, la ___ ne suit plus depuis dix ans.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n'a reçu que onze ___ en six mois.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Neuf ans de cahier de laboratoire, c'est un ___ sérieux.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est le ___ qui a le plus grandi cette année.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secteur d'activité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manque de ___ dans les laboratoires de la région.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main-d'œuvre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affiché est sur le ___ de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quart de travail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ce métier-là, la ___ ne suit plus depuis dix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relève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n'a reçu que onze ___ en six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candidatures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Neuf ans de cahier de laboratoire, c'est un ___ sérieux.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atout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le secteur d'activité de votre métier, puis un autre où il pourrait servir.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même métier sert souvent dans deux ou trois secteurs.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un mécanicien, dans le transport et dans la fabrication.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