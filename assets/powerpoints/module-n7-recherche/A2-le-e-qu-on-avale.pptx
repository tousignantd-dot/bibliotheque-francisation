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prononciation, mais son enjeu est l'écoute. Le dire dès le début : on travaille ici pour comprendre au téléphone, pas pour bien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un objectif de tranquillité : garder un « e » qui aurait pu tomber ne provoque aucun malentendu. Le dire tôt.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avant de montrer. La surprise est utile : plusieurs élèves écrivent « rapidment » et croient s'être trompés. Ils ont parfaitement entendu.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Anticiper l'objection : « mais on m'a appris à tout prononcer ». On n'a rien appris de faux ; on a appris la forme lente.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; le faire recopier dans le carnet plutôt que le distribuer.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formes à voix haute, puis seulement la forme courte. C'est celle-là qu'il faut savoir reconnaître.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aussitôt : cette faute-là ne gêne personne. Le vrai problème est l'inverse — ne pas reconnaître le mot amputé.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douze mots du module interactif, exercice `prE`. Passer deux fois : la première pour cocher, la seconde pour répéter la forme courte.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ils donnent la liste de reprise pour la séance E2, et elle est différente d'un groupe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« e » qu'on avale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allez téléphoner à des employeurs. Le mot que vous connaissez très bien devient méconnaissable quand un « e » tombe — et vous croyez avoir manqué du vocabulaire.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 en région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« e » intérieur d'un mot, ou son absence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dans quels cas il se maintient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mot connu sous sa forme courte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les deux formes sans crainte de se tromper.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syllabes entendez-vous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rapidement » : quatre morceaux, ou trois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semaine » : trois, ou deux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 ce que vous entendez avant de regarder le mot.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personne parle mal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DEUX PRONONCIATIONS, TOUTES DEUX CORRECTES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« e » n'est pas avalé par négligence. Sa place dans le mot décide s'il se dit ou s'il tombe.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l'appelle le « e caduc » — caduc veut dire « qui tombe ». Un journaliste, une conseillère et un employeur le font tomber aux mêmes endroits, sans y penser. Ce n'est pas du français relâché : c'est le français normal.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cas où le « e » se maintient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3928"/>
          </a:xfrm>
          <a:prstGeom prst="roundRect">
            <a:avLst>
              <a:gd name="adj" fmla="val 45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MOTS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Début de mot, après p, b, t, d, k,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· peser · debout · un devis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0286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Devant les sons « ri » et « li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0286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atelier · un hôtelier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57530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Quand deux consonnes le précèdent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57530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premier · autrement · appartement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5442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82439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Partout ailleurs, au milieu : il tombe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82439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rapidement · seulement · la semaine · un médecin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8218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3821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seule consonne devant, au milieu du mot : il tombe. C'est le cas le plus fréquent.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écrit, ce qui se 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demander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de-man-der — le « e » se 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rapidement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ra-pid'ment — le « e » tombe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peser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pe-ser — le « e » se 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la relève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r'lève — le « e » tombe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un atelier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a-te-lier — le « e » se 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un médecin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méd'cin — le « e » tombe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prononcer chaque « e » écrit, un par 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laisser tomber ceux du milieu du mot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Ra-pi-de-ment » en quatre morceaux se comprend, mais sonne appliqué et ralentit tout. Personne ne parle comme ça, et surtout pas au téléphone, où la vitesse est ordinaire.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l'entend, ou il disparaît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 et cochez.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rapidement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relève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debout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seulement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devis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semaine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764235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41247" y="77393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1247" y="78033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4168" y="779780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atelier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8330184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841247" y="84272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41247" y="84912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8485632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médecin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901801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841247" y="91150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41247" y="91790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44168" y="917346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premier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970584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841247" y="98028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41247" y="98668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44168" y="986129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boulangerie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l'entend, ou il disparaît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rapidement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disparaît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peser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relève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disparaît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debout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seulement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disparaît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devis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semaine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disparaît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764235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41247" y="77393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1247" y="78033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4168" y="779780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atelier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8330184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841247" y="84272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41247" y="84912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8485632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médecin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disparaît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901801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841247" y="91150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41247" y="91790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44168" y="917346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premier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970584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841247" y="98028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41247" y="98668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44168" y="986129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boulangerie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disparaît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que vous n'aviez jamais reconnus à l'oral.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que vous lisez sans problème mais que vous ne saisissez pas quand on le 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Essayez de deviner s'il perd un « 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 en région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