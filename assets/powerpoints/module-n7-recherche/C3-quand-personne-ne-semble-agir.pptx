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point de grammaire du Défi 2. Il se travaille sur le portrait de C2 : faire chercher les passives dans le texte imprimé avant d'ouvrir la théorie.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 contrepoids, comme en A4 : on apprend à lire la passive, on n'apprend pas à s'en servir pour se présenter.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: aucune des deux ne le nomme vraiment, mais la première laisse au moins entendre qu'il y a quelqu'un. La passive efface même cette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signal sonore est « a été », en deux syllabes bien détachées : le faire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cartes portent le complément d'agent. Le « de » ne concerne qu'une poignée de verbes — respecter, aimer, connaître, accompagner, suivre — et se reconnaît plus qu'il ne se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laquelle des quatre raisons doit rendre un lecteur méfiant : la troisième, et elle ne se distingue pas des autres à la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phrase et faire lister ce qu'elle ne dit pas. L'exercice est court et il marque.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`t2passif` du module interactif. Faire entourer la terminaison du participe à chaque correction : c'est là que la faute se loge.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ce que vous avez dû deviner » est le vrai apprentissage : il rend visible tout ce qu'une passive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personne ne semble agir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L'usine a été agrandie en 2021. » Par qui ? Le texte ne le dit pas, et c'est délibéré. La phrase passive rapporte un événement en laissant son auteur dans l'ombre.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au passé composé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avec le sujet, sans exception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qui la passive ne nomme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voix active dans sa propre lettre.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 agrandi l'usine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 agrandi l'usine en 2021.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L'usine a été agrandie en 2021.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nomme celui qui a payé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document officiel choisit-il la seconde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ÊTRE AU PASSÉ COMPOSÉ, PLUS LE PARTICIPE PASSÉ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 agrandi l'usine devient : l'usine a été agrandie. Deux participes de suite — « été », puis celui du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participe du verbe s'accorde toujours avec le sujet : l'usine a été agrandie, les postes ont été affichés, les candidatures ont été reçues. « Été » reste invariable. C'est la faute la plus fréquente, et elle se voit à l'œil 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L'accord se fait avec le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L'usine a été agrandie.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féminin singulier : -e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deux postes ont été affichés.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masculin pluriel : -és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Onze candidatures ont été reçues.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féminin pluriel : -ues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portrait a été publié.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masculin singulier : rien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Sa candidature a été retenue par le comité.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agent : « par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est respecté de ses collègues.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verbe de sentiment : « de », pas « par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l'auteur choisit la passive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ignore qui a agi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poste a été comblé.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Ça n'intéresse personne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L'usine a été agrandie en 2021.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préfère ne pas le dire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décision a été prise en avril.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L'agent est une vraie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...par le comité de sélection.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un portrait économique, l'agent est absent neuf fois sur dix.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compléter une passive avec ce qu'on imagine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s'en tenir à ce qu'elle 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poste a été comblé » ne dit ni quand il a été affiché, ni par qui il a été comblé, ni s'il l'a été à l'interne. Trois informations que le lecteur ajoute tout seul, et qui ne sont nulle part dans la phrase.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passif,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groupe verbal.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agrandi l'usine en 2021. L'usine ___ en 2021.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affiché les deux postes en février. Les deux postes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reçu onze candidatures. Onze candidatures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retenu sa candidature. Sa candidature ___ par le comité.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publié le portrait l'an dernier. Le portrait ___ l'an dernier.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a créé trente postes. Trente postes ___ par l'entreprise.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fermé la scierie en 2019. La scierie ___ en 2019.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ministère a évalué ses études. Ses études ___ par le ministère.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passif,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agrandi l'usine en 2021. L'usine ___ en 2021.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agrandie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affiché les deux postes en février. Les deux postes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été affichés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reçu onze candidatures. Onze candidatures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été reçues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retenu sa candidature. Sa candidature ___ par le comité.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retenue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publié le portrait l'an dernier. Le portrait ___ l'an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publié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a créé trente postes. Trente postes ___ par l'entreprise.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été créés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fermé la scierie en 2019. La scierie ___ en 2019.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fermée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ministère a évalué ses études. Ses études ___ par le ministère.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été évaluées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Récrivez à la voix active deux phrases passives trouvées dans votre portrait de région.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l'agent n'est pas nommé, inventez « on » ou « l'entreprise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ce que vous avez dû deviner.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