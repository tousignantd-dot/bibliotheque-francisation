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texte, mais elle se travaille à l'oreille. Ces mots ne s'apprennent pas dans une liste : ils s'entendent dans un discours qui tourne.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coûte le plus : ces connecteurs sont rares dans la bouche des élèves, alors qu'ils sont partout dans les documents qu'on leur demande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deux à voix haute, à débit égal. La différence s'entend immédiatement et elle se passe de théorie : la deuxième annonce le virage, la première le fait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« suivis d'un nom » : c'est ce qui les distingue des conjonctions.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; il resservira à l'écrit, dans la lettre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Autrement dit » est le plus utile à l'écoute : il annonce presque toujours la traduction de la phrase qu'on vient de ne pas comprendre. Apprendre à l'attendre.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trois formes contractées au tableau. La faute d'orthographe se voit immédiatement dans une lettre de candidature.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`t1conn` du module interactif. Faire lire la phrase corrigée à voix haute, avec la pause après le connecteur : elle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montrent tout de suite qui a compris que « quant à » est suivi d'un nom, et qui l'a pris pour « quand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qui font tourner un long discours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empêche un auditeur de décrocher pendant vingt minutes, ce n'est pas le contenu : c'est une douzaine de petits mots qui annoncent chaque virage.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connecteurs qui annoncent un changement de sujet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quant à », « en ce qui concerne », « à propos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ajouter un angle et opposer une idée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résumé annoncé par « en somme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Écoutez les deux versions du même passage.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Version 1 : « La fabrication occupe 11,2 %. La construction occupe 8,9 %.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Version 2 : « La fabrication occupe 11,2 %. En ce qui concerne la construction, elle occupe 8,9 %.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contenu est identique. Laquelle suivez-vous le mieux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168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73456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deuxième vous a dit de plus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CONNECTEUR DE TOPICALISATION ANNONCE LE SUJET SUIVANT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fini avec ce dont je parlais, voici ce dont je parle maintenant. » Le mot est savant, l'idée est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se placent en tête de phrase et sont toujours suivis d'un nom : quant à, en ce qui concerne, à propos de, à l'égard de. Sans eux, l'auditeur croit qu'on lui répète la même chose et cesse d'écouter.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familles, douze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Ouvrir, rappeler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d'abord · pour commencer · rappelons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Changer de sujet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quant à · en ce qui concerne · à propos 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Ajouter un 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ailleurs · d'autre part · en outre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Redire, conclure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dit · en somme · par conséquent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Douze mots à apprendre, et vingt minutes de radio deviennent suivables.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d'abord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socle : ce qu'il faut savoir avant tout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rappelons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information ancienne, nécessaire à la suite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quant 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change de sujet, voici le suivant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par ailleurs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autre angle du même dossier, pas une objection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autrement 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version simple de ce que je viens de dire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en somme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résumé : la phrase à retenir si l'on n'en retient qu'une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quand aux services », « quant à les services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quant aux services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fautes en une. « Quand » interroge sur le moment, « quant à » annonce un sujet — ils se prononcent presque pareil, ce qui n'aide personne. Et « quant à » se contracte comme tout « à » : quant au secteur, quant aux services, quant à la région.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ne sert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la région compte 286 395 habitants.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la moyenne québécoise est de 2 %.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primaire est à 4,2 %. ___ , la région tire deux fois plus de son 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construction, elle occupe 8,9 % de l'emploi.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services, ils représentent plus des trois quarts de l'emploi.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relève, la région n'est pas la seule à en manquer.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: une région d'usines, une main-d'œuvre qui manque.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la région compte 286 395 habitants.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que la moyenne québécoise est de 2 %.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Rappelons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primaire est à 4,2 %. ___ , la région tire deux fois plus de son 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Autrement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construction, elle occupe 8,9 % de l'emploi.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ce qui concerne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services, ils représentent plus des trois quarts de l'emploi.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 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relève, la région n'est pas la seule à en manquer.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propos 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: une région d'usines, une main-d'œuvre qui manque.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somme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semaine, reliées par « d'abord », « quant à » et « en somme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 sujet : le travail, l'école, la maison.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L'important est que les trois connecteurs soient à leur 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