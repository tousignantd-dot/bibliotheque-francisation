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Faire apporter à chacun le nom de la région qu'il avait écrite au billet de A1 : la séance s'applique à sa propre recherche, pas seulement à celle de Hafida.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annonce C2, C3 et C4 : la nominalisation, la phrase passive et le « ils » sans antécédent.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attendue à la dernière question : au tiers du texte, dans la partie sur les secteurs. Ne pas la donner : la séance y mène.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comprends chaque phrase mais je n'arrive pas à décider » est la phrase la plus juste du module. La faire répéter : c'est la situation réelle de la plupart des élèves devant un document officiel.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parle de la famille. Ne pas la traiter à la légère : un déménagement en région est une décision de ménage, et plusieurs élèves en portent déjà le poids.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méthode de tout le bloc C, et elle sert bien au-delà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franchement : on a le droit de sauter deux pages d'un document officiel.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 fréquente : « je vais manquer quelque chose ». Répondre qu'on peut toujours remonter, et qu'on ne remonte presque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`t2vf` du module interactif. Le quatrième et le cinquième vont ensemble : c'est le point à retenir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feuille se poursuit en C4. Demander de la garder : elle devient le plan de l'exposé oral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portraits sur la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décide pas en lisant, on décide en comparant. Trois questions posées à un document, une feuille à deux colonnes, et vingt minutes suffisent.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trois questions à un portrait économique, et pas davantage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le texte ce qu'il dit, et savoir ce qu'il ne dit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trois procédés qui rendent ces textes difficiles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bâtir une feuille de comparaison à deux colonnes.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ressemble un portrait économique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le-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pages, à votre avis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y cherche quand on cherche un emploi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liriez-vous du début à la fin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iriez-vous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choses, pas davantage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5269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5383" y="2322576"/>
            <a:ext cx="839074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avez imprimé les deux portraits ? Posez-les côte à côte sur la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1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36316"/>
            <a:ext cx="175269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5383" y="3036316"/>
            <a:ext cx="839074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les ai lus trois fois. Je comprends chaque phrase, mais je n'arrive pas à décider.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7723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52315"/>
            <a:ext cx="175269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5383" y="4052315"/>
            <a:ext cx="839074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n'est pas un problème de vocabulaire, c'est un problème de méthode.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0146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766055"/>
            <a:ext cx="175269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383" y="4766055"/>
            <a:ext cx="839074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choses seulement, sinon vous vous noyez. Prenez une feuille et tracez deux colonnes.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portrait ne dira jamais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HAFIDA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5383" y="1901952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point : est-ce qu'il manque du monde ? Le portrait ne le dit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5383" y="2989072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portrait économique ne le dit jamais. Il décrit une structure, pas un manque.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383" y="4076191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 manque, vous retournez à IMT en ligne et vous regardez les perspectives de votre profession.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7526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MARIE-ÈVE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5383" y="5163312"/>
            <a:ext cx="83907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troisième colonne, aucun document ne la remplira à votre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QUESTIONS, ET VINGT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48306"/>
          </a:xfrm>
          <a:prstGeom prst="roundRect">
            <a:avLst>
              <a:gd name="adj" fmla="val 597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253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Est-ce que mon métier existe ici ? Est-ce qu'il y manque du monde ? Est-ce que ma famille pourrait y vivre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4792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2224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portrait répond à la première, IMT en ligne à la deuxième, et personne à la troisième. Confondre les trois est ce qui fait relire cinq fois un document qui n'a jamais contenu la réponse qu'on y cherchait.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structure d'un portrait, toujours la même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1. Le territoire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population, superficie, rang parmi les régions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2. L'économie d'ensemble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produit intérieur brut, emploi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3. Les secteurs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primaire, fabrication, construction,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 vous cherchez un métier, votre information est dans la partie 3. Le reste est du contexte.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le portrait du début à la fin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aller directement à la partie qui vous concerne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pages de population et de superficie n'apprennent rien à quelqu'un qui cherche un laboratoire. Sauter n'est pas de la paresse : c'est ce que fait toute personne qui lit ces documents pour son travail.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Marie-Ève conseille de comparer trois choses seulement.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Hafida n'a lu les deux portraits qu'une seule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Chaudière-Appalaches transforme surtout des aliments et du métal ouvré.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portrait économique dit toujours s'il manque de main-d'œuvre.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le manque, il faut consulter IMT en ligne.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troisième colonne se remplit avec un document officiel.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Marie-Ève conseille de comparer trois choses seulement.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Hafida n'a lu les deux portraits qu'une seule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trois fois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Chaudière-Appalaches transforme surtout des aliments et du métal ouvré.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portrait économique dit toujours s'il manque de main-d'œuvre.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jamais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le manque, il faut consulter IMT en ligne.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troisième colonne se remplit avec un document officiel.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se décide en famille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300" b="1" i="0">
                <a:solidFill>
                  <a:srgbClr val="FFFFFF"/>
                </a:solidFill>
                <a:latin typeface="Verdana"/>
              </a:rPr>
              <a:t>Tracez vos deux colonnes et remplissez la première ligne : est-ce que mon métier existe dans ces régions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régions, une ligne chacune.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savez pas, écrivez « à vérifier » : c'est une réponse.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