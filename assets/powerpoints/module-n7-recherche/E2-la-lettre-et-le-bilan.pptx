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Redistribuer les brouillons de D2 annotés, et la feuille à deux colonnes de C4 : la lettre s'écrit avec les deux sous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qu'on corrige le plus : une lettre qui commence par « Je souhaiterais » et finit par « à bientôt ! » se lit comme deux lettres différentes.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: trois paragraphes. Ce que vous demandez, le lien entre votre expérience et l'entreprise, la demande de rencontre. Les faire trouver plutôt que les donner.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à suivre pendant l'heure d'écriture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liste de vérification de la production écrite du module interactif : les élèves la retrouveront à l'écran. Ajouter à voix haute la règle qui ne tient pas sur la diapositive : une mise en avant par paragraphe, pas davantage.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rappeler avant l'heure d'écriture : c'est la faute la plus prévisible du module, et elle vient de ce qu'on a bien enseigné.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heure d'écriture, avec le brouillon de D2 et le tableau ci-dessus affichés. Passer dans les rangées plutôt que corriger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dix-huit, choisis parce qu'ils portent une idée du module et pas seulement un sens. Les autres se révisent aux cartes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Le ramasser et le rendre trois semaines plus tard : c'est le meilleur suivi possible d'une recherche d'emploi.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lettre, et le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lettre d'accompagnement ne répète pas le curriculum vitæ. Elle répond à une seule question : pourquoi vous, et pourquoi ici.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rédiger une lettre d'accompagnement en trois paragraphes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le même ton du début à la fin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réemployer les tournures des cinq séances de grammaire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des dix-huit mots et de ce qu'on sait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fait une lettre que le curriculum vitæ ne fait pas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curriculum vitæ dit ce que vous avez fait.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lettre dit pourquoi vous, et pourquoi ici.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paragraphes suffisent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met-on dans chacun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TROIS PARAGRAPHES, ET RIEN DE PLUS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525776"/>
          </a:xfrm>
          <a:prstGeom prst="roundRect">
            <a:avLst>
              <a:gd name="adj" fmla="val 5792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70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600" b="1" i="0">
                <a:solidFill>
                  <a:srgbClr val="17181A"/>
                </a:solidFill>
                <a:latin typeface="Verdana"/>
              </a:rPr>
              <a:t>Le premier dit ce que vous demandez et où vous avez vu l'offre. Le deuxième relie votre expérience à ce que l'entreprise fait. Le troisième demande la rencontre.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2539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9971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N'écrivez rien que votre curriculum vitæ ne puisse confirmer. Et dites en une phrase que vous êtes prêt à vous installer dans la région : c'est la première question que l'employeur se posera, et il saura tout de suite qu'il ne perd pas son temps.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Ce que la lettre doit contenir — de 10 à 14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4112"/>
          </a:xfrm>
          <a:prstGeom prst="roundRect">
            <a:avLst>
              <a:gd name="adj" fmla="val 370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 titre exact du poste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Objet : candidature au poste de...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Deux conditionnels de politesse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souhaiterais... pourriez-vous...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Une mise en avant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que j'apporte, c'est...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 but au subjonctif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que vous puissiez vérifier...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5598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68782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Une tâche avec un chiffre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68782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quarante lots par semaine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0657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19379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Une phrase de disponibilité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19379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disponible dès janvier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La formation de deux techniciennes a été assurée par moi.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J'ai formé deux techniciennes.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fautes de ton en une phrase : la nominalisation de A4 et la passive de C3, toutes deux apprises pour être LUES, pas pour être écrites ici. Une lettre où vous vous présentez s'écrit avec des verbes, à la première personne.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lettre, paragraphe par paragraphe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10 à 14 phrases, trois paragraphes.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Paragraphe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Paragraphe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Paragraphe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relecture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qu'il faut emporter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59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marché du travail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6520" y="2121408"/>
            <a:ext cx="7092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Dix-sept marchés, pas un seul : c'est la thèse du module.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959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secteur d'activité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6520" y="2778252"/>
            <a:ext cx="7092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même métier sert souvent dans deux ou trois secteurs.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959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6520" y="3435096"/>
            <a:ext cx="7092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fait vivre les régions de ressources.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959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main-d'œuvre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6520" y="4091939"/>
            <a:ext cx="7092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manque là où personne ne cherche.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959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offre d'emploi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6520" y="4748784"/>
            <a:ext cx="7092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Deux lectures : est-ce pour moi, quels mots j'y prends.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959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atout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6520" y="5405628"/>
            <a:ext cx="7092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vous distingue — et qui n'élimine jamais personne.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que vous ferez la semaine prochaine que vous n'auriez pas fait il y a quatre semaines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action concrète, pas une intention.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appel, une région à examiner, un curriculum vitæ à retailler.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