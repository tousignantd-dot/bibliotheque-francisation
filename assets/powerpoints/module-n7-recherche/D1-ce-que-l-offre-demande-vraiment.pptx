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3. Distribuer l'offre d'emploi imprimée — le texte de l'exercice `t3offre` — et travailler dessus, surligneur en main, comme sur le portrait de C2.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objectif fait renoncer ou postuler : plusieurs élèves écartent une offre parce qu'il leur manque un atout, qui n'élimine personne.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bonne réponse à la dernière question est « une minute ». On lit d'abord pour trier, pas pour comprendre.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à chacun la première ligne de son propre curriculum vitæ, puis la comparer à cette réplique. L'effet est immédiat.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question de Hafida est celle de tout le groupe, et elle est légitime. Y répondre sans détour : les dates sont vérifiables, l'ordre ne l'est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règle la plus utile du bloc pour un élève dont le diplôme vient d'ailleurs.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surligner les six dans l'offre distribuée, avec six couleurs si le groupe en a. Dire à voix haute la règle qui ne tient pas sur la diapositive : envoyer trois jours d'avance, parce qu'un ennui d'imprimante ne se prévoit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`t3vf` du module interactif.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`t3offre` du module interactif. Faire relever ce que l'offre ne dit pas : ni salaire, ni supérieur, ni nombre exact de postes. Ce sont les trois questions du jeu de rôle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trois questions servent directement au jeu de rôle de E1 : les faire garder.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que l'offre demande vraiment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annonce se lit deux fois : la première pour savoir si le poste est pour vous, la seconde pour y récolter les mots avec lesquels vous allez écrire.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Chercher un emploi en région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une exigence d'un atout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dans une annonce le passage qui répond à une question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relever ce que l'annonce ne dit pas, et en faire des questions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pourquoi un curriculum vitæ se retaille pour chaque offre.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Que faut-il regarder en premier dans une annonce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route-reg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titre du poste, le salaire, le lieu, la date de fin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décide si votre dossier sera lu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vous devez déménager pour l'occuper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donneriez-vous à une annonce, la première fois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Cette ligne pourrait être celle de n'importe qui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75269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MARIE-ÈVE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5383" y="2322576"/>
            <a:ext cx="839074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curriculum vitæ, en haut, sous votre nom, qu'est-ce qu'il annonce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7526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HAFIDA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85383" y="3409696"/>
            <a:ext cx="83907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Recherche d'emploi dans le domaine scientifique. 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75269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MARIE-ÈVE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5383" y="4158995"/>
            <a:ext cx="839074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Voilà le problème, et il est en trois mots. Cette ligne pourrait être celle de n'importe qui.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175269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MARIE-ÈVE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5383" y="5246116"/>
            <a:ext cx="839074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que l'employeur veut lire là, c'est le titre du poste qu'il a affiché, pas une catégorie.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Ranger autrement n'est pas mentir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75269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MARIE-ÈVE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5383" y="1901952"/>
            <a:ext cx="839074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curriculum vitæ ne se rédige pas une fois pour toutes : il se retaille pour chaque offre.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75269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MARIE-ÈVE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5383" y="2989072"/>
            <a:ext cx="839074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personne qui reçoit quarante dossiers ne lit d'abord que les premières lignes.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7526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HAFIDA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5383" y="4076191"/>
            <a:ext cx="83907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a le droit de faire ça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75269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MARIE-ÈVE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5383" y="4825492"/>
            <a:ext cx="839074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a le droit d'organiser. On n'a pas le droit de mentir. Tant que les dates y sont, l'ordre vous appartient.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« EXIGÉ » ET « ATOUT » NE SONT PAS LA MÊME CHOSE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exigé vous élimine si vous ne l'avez pas. Ce qui est un atout vous distingue si vous l'avez.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Ne renoncez jamais à une offre parce qu'il vous manque un atout. Et regardez la formule « ou expérience équivalente vérifiable » : elle ouvre la porte quand le diplôme d'ici vous manque.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Les six lignes à surligner dans toute annonce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CHERCHE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DÉCIDE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titre exact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votre première ligne et votre objet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exigences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votre dossier est lu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atouts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vous passez devant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tâches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mots de votre lettre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Ce qui manque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vos questions au téléphone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date de fin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tout le reste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première ligne du curriculum vitæ doit reprendre le titre du poste.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doit toujours placer l'emploi le plus récent en premier.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Marie-Ève conseille de créer deux blocs d'expérience.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Réorganiser son expérience revient à mentir.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chiffre vaut mieux que trois adjectifs pour décrire une tâche.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lettre d'accompagnement répète le curriculum vitæ.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première ligne du curriculum vitæ doit reprendre le titre du poste.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doit toujours placer l'emploi le plus récent en premier.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le plus pertinent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Marie-Ève conseille de créer deux blocs d'expérience.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Réorganiser son expérience revient à mentir.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tant que les dates sont exactes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chiffre vaut mieux que trois adjectifs pour décrire une tâche.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lettre d'accompagnement répète le curriculum vitæ.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dit pourquoi vous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dit l'offre d'Alumico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Retrouvez le passage exact.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est le titre exact du poste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est le statut et l'horaire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formation est exigée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expérience est un atout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Qu'offre l'entreprise à quelqu'un d'ailleurs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Jusqu'à quand peut-on envoyer son dossier 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dit l'offre d'Alumico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est le titre exact du poste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technicienne ou technicien de laboratoire, contrôle de la qualité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est le statut et l'horaire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permanent, 37,5 h, quart de jour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formation est exigée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DEC en techniques de laboratoire, ou une expérience équivalente vérifiable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expérience est un atout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contrôle de la qualité en transformation des métaux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Qu'offre l'entreprise à quelqu'un d'ailleurs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programme d'aide à l'installation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Jusqu'à quand peut-on envoyer son dossier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 plus tard le 30 novembre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trois questions que vous poseriez au téléphone au sujet de cette offre.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questions que l'annonce ne permet pas de trancher.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question par silence de l'annonce.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Chercher un emploi en région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