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la plus chargée du module : trois points de grammaire et la mise en page. Ne pas tout traiter avec la même profondeur — le clivage et le conditionnel d'abord, le subjonctif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se limite à deux conjonctions : ne pas ouvrir le subjonctif en général, le module n'en a pas le temps et n'en a pas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au tableau. Un élève qui traduit mot à mot de l'anglais produit la première et se demande pourquoi elle sonne plate : il lui manque le déplacement.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Doser : une mise en avant par paragraphe, pas davantage. Trois de suite sonnent comme une publicité.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`t3cliv` du module interactif. Faire lire les deux colonnes à voix haute, avec la pause de la virgule : la différence s'entend.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Anticiper l'objection : le conditionnel n'affaiblit pas la demande, c'est l'indicatif brut qui dessert.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quatre irréguliers à savoir : que vous ayez, soyez, fassiez, puissiez.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Exercices `t3cond` et `t3subj` du module interactif. Le dernier est le piège du « si » : imparfait d'un côté, conditionnel de l'autre.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`t3cv` du module interactif. Insister sur le nom du fichier : nom-prenom-titre.pdf, jamais cv-final-2.pdf. Et dire la règle qui ne tient pas sur la diapositive : ni photo, ni date de naissance, ni état civil — une ou deux pages, jamais trois.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brouillon de la production écrite du bloc E. Ramasser, annoter, redistribuer en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et demander poliment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français n'insiste pas avec la voix : il déplace. Et dans une lettre d'affaires, l'indicatif brut ne passe pas pour direct — il passe pour brusque.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élément en avant avec « c'est… qui » et « c'est… que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conditionnel de politesse dans une lettre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« pour que » et « avant que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ranger les sept rubriques d'un curriculum vitæ.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insiste-t-on, en français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rigueur a fait mon métier.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la rigueur qui a fait mon métier.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 que j'apporte, c'est neuf ans de contrôle.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trois lit-on le plus vite ? Laquelle retient-on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QUI » SI L'ÉLÉMENT FAIT L'ACTION, « QUE » SINON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rigueur qui a fait mon métier. C'est le contrôle de la qualité que je vise.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Même règle que dans les subordonnées relatives : une seule à retenir pour deux emplois. Et pour le pseudoclivage — « ce que j'apporte, c'est… » —, la virgule n'est pas décorative : elle marque la pause avant la révélation, et c'est elle qui fait l'effet.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à plat, la phrase mise en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La rigueur a fait mon métier.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rigueur qui a fait mon métier.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J'ai appris ce métier à Alger.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à Alger que j'ai appris ce métier.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Je vise le contrôle de la qualité.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je vise, c'est le contrôle de la qualité.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Votre travail m'intéresse.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m'intéresse, c'est votre travail.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J'apporte neuf ans d'expérience.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j'apporte, c'est neuf ans d'expérience.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Mes neuf années comptent le plus.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sont mes neuf années qui comptent le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CONDITIONNEL DE POLITESSE FAIT LIRE VOTRE LETTRE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veux ce poste » se fait écarter. « Je souhaiterais poser ma candidature » se fait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Radical du futur, terminaisons de l'imparfait. Six verbes suffisent : j'aimerais, je souhaiterais, je voudrais, pourriez-vous, auriez-vous, je serais. Et jamais de conditionnel après « si » d'hypothèse : si j'étais retenue, je serais disponible.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sujet ou deux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but, un seul sujet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téléphone pour obtenir des précisions.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but, deux sujets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téléphone pour que vous ayez mon nom en tête.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temps, un seul sujet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appelle avant d'envoyer mon dossier.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temps, deux sujets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vous appelle avant que le poste soit comblé.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Après « pour que » et « avant que », le subjonctif est obligatoire. Après « après que », c'est l'indicatif.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ton d'une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conditionnel, ou au subjonctif.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poser ma candidature au poste. (souhaiter)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vous rencontrer pour vous en dire davantage. (aimer)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-vous me préciser la date d'entrée en fonction ? (pouvoir)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disponible dès janvier. (être)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écris pour que vous ___ mon dossier avant la fin du mois. (avoir)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avant que le poste ne ___ comblé. (être)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joint mes attestations pour que vous ___ vérifier. (pouvoir)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j'étais retenue, je ___ m'installer avant janvier. (pouvoir)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ton d'une lettre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poser ma candidature au poste. (souhaiter)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souhaiterais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J'___ vous rencontrer pour vous en dire davantage. (aimer)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aimerais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-vous me préciser la date d'entrée en fonction ? (pouvoir)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___ disponible dès janvier.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écris pour que vous ___ mon dossier avant la fin du mois. (avoir)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ayez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téléphone avant que le poste ne ___ comblé. (être)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joint mes attestations pour que vous ___ vérifier. (pouvoir)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puissiez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j'étais retenue, je ___ m'installer avant janvier. (pouvoir)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rubriques,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RUBRIQUE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En-tête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nom, téléphone, courriel, ville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Titre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titre exact du poste, mot pour mot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Expérience pertinente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emplois liés au poste, trois tâches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Autre expérience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autres, une ligne et les 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diplômes, du plus récent au plus ancien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Références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fournies sur demande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ligne et le premier paragraphe de votre lettre.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titre exact du poste dans l'objet.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conditionnel de politesse dans la première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