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A, et la plus exigeante. Elle donne la clé de lecture du bloc C : sans elle, le portrait régional reste un mur.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un contrepoids nécessaire : on apprend à lire la nominalisation, on n'apprend pas à s'en servir dans sa lettre.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phrases au tableau, l'une sous l'autre. Faire compter les mots. La deuxième est plus courte de trois mots et deux fois plus lourde à lire : c'est tout le sujet.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présenter la nominalisation comme une ruse : c'est la langue normale des documents publics.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mots de la quatrième ligne sont les plus fréquents dans une offre d'emploi, et les seuls qui ne s'annoncent par aucun suffixe.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l'exercice à l'envers ensuite : donner la colonne de droite, demander la gauche. C'est plus difficile, et c'est ce que la lettre de candidature n'exigera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important, et contre-intuitif : l'élève croit bien faire en imitant la langue des documents officiels. Le lui dire maintenant, avant le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`prNom` du module interactif. Faire dire l'article : c'est lui qui fixe le genre, et le genre est régulier par famille.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les phrases rapportées serviront d'échauffement à la séance C1, où le portrait régional arrive.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verbe caché sous le nom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La transformation des ressources naturelles » plutôt que « on transforme le bois ». Un texte officiel nomme des activités au lieu de raconter, et c'est ce qui le rend court, froid et difficile.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 en région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nom formé sur un verbe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quatre fabriques : -tion, -ment, -ance, et rien du tout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remettre un verbe debout pour comprendre une phrase officielle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qu'une lettre de candidature s'écrit, elle, avec des verbes.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Ces deux phrases disent-elles la même chose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 transforme le bois dans quatre usines de la région.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La transformation du bois occupe quatre établissements régionaux.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est la plus courte ? Laquelle est la plus difficile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 passé le verbe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NOMINALISER, C'EST TRANSFORMER UNE ACTION EN CHOSE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verbe disparaît, le nom prend sa place — et avec le verbe s'en va celui qui agissait.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nom n'a ni sujet ni temps. « La fermeture de l'usine » ne dit ni qui ferme, ni quand. C'est commode pour l'auteur d'un rapport, et c'est exactement ce qui rend le texte opaque pour le lecteur.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fabriques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FABRIQUE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 DONNE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-tion, -sion, -ation — féminin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transformer, la transformation · produire, la production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-ment — masculin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recruter, le recrutement · investir, l'investissement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-ance, -ence — féminin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croître, la croissance · exiger, l'exigence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rien du tout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embaucher, l'embauche · demander, la demande · appeler, l'appel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Tous les noms en -tion sont féminins, sans exception. C'est une des rares règles sans trou.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Remettre le verbe debout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La transformation des ressources naturelles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transforme le bois et le métal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4965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282397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La baisse de l'embauche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88639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engage moins de monde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 comblement des postes par voie interne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remplit les postes avec les gens de la maison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7931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30225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L'évaluation comparative de vos études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56692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compare vos études à celles d'ici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La mise en valeur de votre expérience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montrez ce que votre expérience vaut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0621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86968" y="578053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Une hausse de quatre virgule sept pour cent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604520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l'économie a grandi de 4,7 %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nominaliser sa propre lettre de candidature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écrire avec des verbes, à la première personne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La formation de deux techniciennes » convient à un rapport annuel. Dans une lettre où vous vous présentez, écrivez « j'ai formé deux techniciennes » : le nom efface justement celui qui agit, et c'est vous.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 verbe au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le nom qui correspond au verbe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transforme l'aluminium : la ___ de l'aluminium. (transformer)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L'entreprise fabrique des pièces : la ___ de pièces. (fabriquer)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recrute peu : le ___ est difficile cette année. (recruter)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laboratoire a agrandi ses locaux : l'___ date de 2021. (agrandir)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L'économie croît : la ___ a été de 4,7 %. (croître)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ont investi douze millions : cet ___ crée trente postes. (investir)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L'usine embauche : l'___ se fera avant janvier. (embaucher)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poste exige un diplôme : c'est une ___ de l'employeur. (exiger)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 verbe au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transforme l'aluminium : la ___ de l'aluminium. (transformer)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transformation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L'entreprise fabrique des pièces : la ___ de pièces. (fabriquer)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fabrication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recrute peu : le ___ est difficile cette année. (recruter)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recrutement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laboratoire a agrandi ses locaux : l'___ date de 2021. (agrandir)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agrandissement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L'économie croît : la ___ a été de 4,7 %. (croître)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croissance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ont investi douze millions : cet ___ crée trente postes. (investir)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investissement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L'usine embauche : l'___ se fera avant janvier. (embaucher)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embauche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poste exige un diplôme : c'est une ___ de l'employeur. (exiger)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exigence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dans un document officiel une phrase pleine de noms, et récrivez-la avec des verbes.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avis de la ville, une lettre d'un organisme, une page du gouvernement.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lignes suffisent.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 en région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