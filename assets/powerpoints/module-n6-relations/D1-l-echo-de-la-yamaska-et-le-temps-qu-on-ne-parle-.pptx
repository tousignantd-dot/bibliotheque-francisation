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Apporter un vrai journal de quartier si possible, et le faire circuler pendant les cinq premières minutes. La plupart des élèves n'en ont jamais ouvert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de reconnaissance seulement. Ne jamais faire produire un passé simple : ce n'est pas ce que le programme demande, et ce n'est utile à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journal de quartier est un objet québécois très courant et très mal connu des nouveaux arrivants. Prendre le temps : il porte des services réels.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voix de la narratrice lit les passages écrits : c'est un choix du module. Le dire au groupe — on n'entend jamais ce temps dans une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seule explication à donner. Ne pas entrer dans la conjugaison complète : quatre formes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deux emplois se retravaillent en D2. Ici, il suffit que le groupe voie qu'il y en a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ouvrent des portes réelles à Saint-Hyacinthe comme ailleurs. Donner l'adresse d'un organisme du quartier si le groupe en a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élèves referont l'exercice à l'écran, en cliquant dans le texte de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formes à retenir par cœur sont il fut, il eut, il fit, il vint. Les écrire au tableau et les y laisser jusqu'à la fin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servent en D2 : ils montrent ce que le groupe a repéré tout seul de la langue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L'Écho de la Yamaska, et le temps qu'on ne parle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commença dans un sous-sol d'église, en 1998. Personne ne parle comme ça — et pourtant les journaux l'écrivent tous les 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un article de quartier où se cache chaque information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passé simple et le remplacer par un passé composé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fait d'une parole rapportée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du Défi 3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qu'un journal de quartier publie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as-tu déjà reçu un dans ta boîte aux lettres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y trouve qu'on ne trouve pas ailleurs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l'écrit, à ton avis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quelque chose de semblable dans ton pays d'origine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 les journaux écrivent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9972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9890" y="2322576"/>
            <a:ext cx="81462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Marisol, tu as vu L'Écho de la Yamaska de cette semaine ? Il y a un article sur la fête où on était samedi.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9972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9890" y="3409696"/>
            <a:ext cx="81462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montrez-moi. Ah, ils ont mis une photo du parc.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9972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9890" y="4158995"/>
            <a:ext cx="81462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Lis le début. C'est écrit comme les journaux écrivent quand ils racontent une histoire ancienne.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9972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NARRATRICE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9890" y="5246116"/>
            <a:ext cx="81462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commença dans un sous-sol d'église, en 1998. Une dizaine de familles se réunirent un jeudi soir. Elles ne se quittèrent plus.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temps qui met de la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 réunirent, ne se quittèrent plus… Je comprends le sens, mais personne ne parle comme ça.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Personne, non. Dans ta tête, tu le remplaces par le passé composé : elles se sont réunies. C'est la même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4076191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pourquoi l'écrire comme ça, alors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482549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que ça met de la distance. Ça dit : c'est fini, c'est loin, c'est de l'histoire.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sortes de guillemets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99720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NARRATRICE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9890" y="1901952"/>
            <a:ext cx="814623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du bénévolat au sens habituel, précise la coordonnatrice. Les deux familles apprennent, et personne n'est là pour aider l'autre.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9972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9890" y="3326892"/>
            <a:ext cx="81462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il y a des guillemets autour de duos et de parrainage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9972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9890" y="4076191"/>
            <a:ext cx="81462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ne sont pas les mêmes. Les premiers rendent à la coordonnatrice ses mots exacts.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9972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9890" y="5163312"/>
            <a:ext cx="81462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autres, autour d'un seul mot, veulent dire : c'est le mot de l'organisme, pas le mien.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du Défi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2840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jumelage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1067" y="2121408"/>
            <a:ext cx="57679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mettre ensemble deux familles pour qu'elles se rencontrent régulièrement.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2840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organisme communautaire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1067" y="3106674"/>
            <a:ext cx="57679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groupe du quartier, sans but de profit, qui organise des services.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2840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bénévole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1067" y="4091939"/>
            <a:ext cx="57679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donne son temps sans être payée.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2840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coordonnatrice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1067" y="5077205"/>
            <a:ext cx="57679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organise le travail des autres et parle au nom de l'organisme.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cache chaque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CHERCHER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De quand date l'organisme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premier paragraphe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Ce qui se lance cet automne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deuxième paragraphe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Combien de temps ça 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deuxième paragraphe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Qui parle, et pour dire quoi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troisième paragraphe, entre guillemets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Jusqu'à quand s'inscrire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dernier paragraphe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Pour une date limite, on commence toujours par la fin.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dirais-tu, toi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journal écrit à gauche. Dites la forme que vous emploieriez.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commença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se réunirent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ne se quittèrent plus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fut le premier président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quartier fit sa fête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vingt familles vinrent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dirais-tu, toi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commença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tout a commencé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se réunirent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elles se sont réunies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ne se quittèrent plus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elles ne se sont plus quittées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fut le premier président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a été le premier président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quartier fit sa fête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quartier a fait sa fête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vingt familles vinrent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vingt familles sont venues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 une phrase de l'article que tu ne dirais jamais à l'oral.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Recopie-la telle quelle.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 à côté comment tu la dirais.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