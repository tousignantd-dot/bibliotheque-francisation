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Dernière séance du Défi 1. Elle referme le bloc : après les reprises de B3, les temps. Ce sont les deux fils qui tiennent un texte long.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programme demande seulement de comprendre ce temps. On le fait quand même écrire une fois : c'est le meilleur moyen de le reconnaître ensuite.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Presque toutes les langues ont un moyen de reculer d'un cran. Faire nommer celui de deux ou trois langues du groupe avant de donner le français.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lire les paires à voix haute, deux élèves en alternance : la différence de sens s'entend.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C'est l'exemple qui fait comprendre à quoi sert ce temps : il porte une information que le texte ne dit pas autrement.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dire l'auxiliaire avant la forme complète. La question à poser chaque fois : avoir ou être ? Le reste suit tout seul.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Rassurer : il n'y a pas deux listes à retenir. Celle du passé composé sert telle quelle.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Le quatrième indice est le plus discret et le plus rentable : un simple préfixe place un évènement dans le temps.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Deux minutes. Fin du Défi 1 : annoncer le Défi 2, où il faudra décrire quelqu'un assez bien pour qu'un inconnu le reconnaisse.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SÉANCE B4  ·  MODULE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Ce qui était déjà arrivé avant le reste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394968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 plus-que-parfait n'ajoute aucun évènement. Il en replace un. C'est le seul temps du français dont le travail soit de mettre de l'ordre.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Reprendre le fil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Reprendre le fil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comprendre qu'un plus-que-parfait recule d'un cran dans le passé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former le plus-que-parfait avec avoir ou être à l'imparfait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accorder le participe passé avec être, comme au passé composé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remettre sept évènements dans l'ordre sans que le texte le donne.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Reprendre le fil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7181A"/>
                </a:solidFill>
                <a:latin typeface="Verdana"/>
              </a:rPr>
              <a:t>Quand tu racontes ta semaine, commences-tu par le début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Ou par ce qui t'a le plus marqué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Comment fais-tu comprendre qu'une chose est arrivée avant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Dans ta langue, y a-t-il un temps pour dire c'était déjà fait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213860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66928" y="4323588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50976" y="4396740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Qu'arrive-t-il si l'ordre se perd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Reprendre le fil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Deux passés, deux moments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1699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PHRASE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QU'ELLE PLACE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B45309"/>
                </a:solidFill>
                <a:latin typeface="Verdana"/>
              </a:rPr>
              <a:t>Il a vendu la maison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la vente au moment dont on parle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77368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01696"/>
            <a:ext cx="3291492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B45309"/>
                </a:solidFill>
                <a:latin typeface="Verdana"/>
              </a:rPr>
              <a:t>Il avait vendu la maison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01696"/>
            <a:ext cx="6595914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la vente avant le moment dont on parle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27964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07664"/>
            <a:ext cx="3291492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B45309"/>
                </a:solidFill>
                <a:latin typeface="Verdana"/>
              </a:rPr>
              <a:t>Elle est arrivée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07664"/>
            <a:ext cx="6595914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l'arrivée au moment dont on parle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785615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3913631"/>
            <a:ext cx="3291492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B45309"/>
                </a:solidFill>
                <a:latin typeface="Verdana"/>
              </a:rPr>
              <a:t>Elle était arrivée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3913631"/>
            <a:ext cx="6595914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l'arrivée avant ce moment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429158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4419600"/>
            <a:ext cx="3291492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B45309"/>
                </a:solidFill>
                <a:latin typeface="Verdana"/>
              </a:rPr>
              <a:t>Il n'avait pas encore repris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636" y="4419600"/>
            <a:ext cx="6595914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le retour au travail après ce moment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18176"/>
            <a:ext cx="11057839" cy="769874"/>
          </a:xfrm>
          <a:prstGeom prst="roundRect">
            <a:avLst>
              <a:gd name="adj" fmla="val 19003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69264" y="5474208"/>
            <a:ext cx="10234879" cy="3126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Auxiliaire à l'imparfait plus participe passé : rien d'autre à retenir.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Reprendre le fil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KADIATOU ÉTAIT ARRIVÉE DEPUIS UN MOIS QUAND IL EST TOMBÉ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Une date qui n'est écrite nulle part, et qu'on peut pourtant calculer.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L'accident est en novembre. Le plus-que-parfait place l'arrivée un mois avant : octobre. Personne ne l'a écrit. C'est le temps du verbe, et lui seul, qui donne la date — et qui explique pourquoi Kadiatou a pu aider la famille.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Reprendre le fil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GRAMMAIRE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Mettez le verbe au plus-que-parfait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Le verbe est entre parenthèses. Attention à l'auxiliaire.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Quand Ousmane a écrit en avril, ils (vendre) ... déjà la maison.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Kadiatou (arriver) ... depuis un mois quand l'accident est arrivé.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Marisol (lire) ... le courriel deux fois avant d'en parler.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Assia (naître) ... trois mois avant le déménagement.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Ils (s'installer) ... dans le nouveau logement quand l'automne a commencé.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Ghislain n'(voir) ... jamais Kadiatou avant ce vendredi-là.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Reprendre le fil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Mettez le verbe au plus-que-parfait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Quand Ousmane a écrit en avril, ils (vendre) ... déjà la maison.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avaient vendu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Kadiatou (arriver) ... depuis un mois quand l'accident est arrivé.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était arrivée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Marisol (lire) ... le courriel deux fois avant d'en parler.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avait lu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Assia (naître) ... trois mois avant le déménagement.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était née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Ils (s'installer) ... dans le nouveau logement quand l'automne a commencé.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s'étaient installés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Ghislain n'(voir) ... jamais Kadiatou avant ce vendredi-là.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avait jamais vu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Reprendre le fil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AUXILIAIRE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Il avait tombé de la plateforme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Il était tombé de la plateforme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518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Les verbes qui prennent être au passé composé le gardent au plus-que-parfait : tomber, arriver, partir, venir, rester, et tous les verbes pronominaux. Rien de nouveau à apprendre — la liste est celle qu'on connaît déjà.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Reprendre le fil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MÉTHODE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Quatre indices donnent l'ordre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L'INDICE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UN EXEMPLE DU COURRIEL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Une date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14 mars, en juin, le samedi 12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Une durée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depuis un mois, trois mois sans marcher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Un plus-que-parfait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on l'avait déjà vendue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Un verbe en re-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il est retourné travailler : il y travaillait déjà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846320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102352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dernier paragraphe d'un courriel n'est presque jamais le dernier évènement.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Reprendre le fil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Écris une phrase avec un plus-que-parfait, sur ta propre semaine.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Exemple : Quand je suis arrivé au cours, j'avais déjà déjeuné.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Souligne l'auxiliaire.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Reprendre le fil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