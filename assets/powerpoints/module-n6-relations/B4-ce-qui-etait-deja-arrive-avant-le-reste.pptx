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1. Elle referme le bloc : après les reprises de B3, les temps. Ce sont les deux fils qui tiennent un texte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programme demande seulement de comprendre ce temps. On le fait quand même écrire une fois : c'est le meilleur moyen de le reconnaître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Presque toutes les langues ont un moyen de reculer d'un cran. Faire nommer celui de deux ou trois langues du groupe avant de donner le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les paires à voix haute, deux élèves en alternance : la différence de sens s'entend.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l'exemple qui fait comprendre à quoi sert ce temps : il porte une information que le texte ne dit pas autrement.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l'auxiliaire avant la forme complète. La question à poser chaque fois : avoir ou être ? Le reste suit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il n'y a pas deux listes à retenir. Celle du passé composé sert telle quelle.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quatrième indice est le plus discret et le plus rentable : un simple préfixe place un évènement dans le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Fin du Défi 1 : annoncer le Défi 2, où il faudra décrire quelqu'un assez bien pour qu'un inconnu le reconnaisse.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était déjà arrivé avant le reste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plus-que-parfait n'ajoute aucun évènement. Il en replace un. C'est le seul temps du français dont le travail soit de mettre de l'ordre.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qu'un plus-que-parfait recule d'un cran dans le passé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plus-que-parfait avec avoir ou être à l'imparfait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avec être, comme au passé composé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remettre sept évènements dans l'ordre sans que le texte le donne.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Quand tu racontes ta semaine, commences-tu par le début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 par ce qui t'a le plus marqué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fais-tu comprendre qu'une chose est arrivée avant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ta langue, y a-t-il un temps pour dire c'était déjà fait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Qu'arrive-t-il si l'ordre se perd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passés, deux moments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Il a vendu la maison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vente au moment dont on parle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Il avait vendu la maison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vente avant le moment dont on parle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Elle est arrivée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l'arrivée au moment dont on parle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Elle était arrivée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l'arrivée avant ce moment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Il n'avait pas encore repris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retour au travail après ce moment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Auxiliaire à l'imparfait plus participe passé : rien d'autre à retenir.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KADIATOU ÉTAIT ARRIVÉE DEPUIS UN MOIS QUAND IL EST TOMBÉ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date qui n'est écrite nulle part, et qu'on peut pourtant calculer.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L'accident est en novembre. Le plus-que-parfait place l'arrivée un mois avant : octobre. Personne ne l'a écrit. C'est le temps du verbe, et lui seul, qui donne la date — et qui explique pourquoi Kadiatou a pu aider la famille.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plus-que-parfait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est entre parenthèses. Attention à l'auxiliaire.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Ousmane a écrit en avril, ils (vendre) ... déjà la maison.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(arriver) ... depuis un mois quand l'accident est arrivé.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(lire) ... le courriel deux fois avant d'en parler.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Assia (naître) ... trois mois avant le déménagement.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(s'installer) ... dans le nouveau logement quand l'automne a commencé.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n'(voir) ... jamais Kadiatou avant ce vendredi-là.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plus-que-parfait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Ousmane a écrit en avril, ils (vendre) ... déjà la maison.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avaient vendu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(arriver) ... depuis un mois quand l'accident est arrivé.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était arrivée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(lire) ... le courriel deux fois avant d'en parler.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lu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Assia (naître) ... trois mois avant le déménagement.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était née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(s'installer) ... dans le nouveau logement quand l'automne a commencé.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s'étaient installés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n'(voir) ... jamais Kadiatou avant ce vendredi-là.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jamais vu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AUXILIAIRE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avait tombé de la plateforme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était tombé de la plateforme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verbes qui prennent être au passé composé le gardent au plus-que-parfait : tomber, arriver, partir, venir, rester, et tous les verbes pronominaux. Rien de nouveau à apprendre — la liste est celle qu'on connaît déjà.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indices donnent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L'INDICE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 DU COURRIEL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14 mars, en juin, le samedi 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durée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depuis un mois, trois mois sans marcher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plus-que-parfait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l'avait déjà vendue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verbe en re-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retourné travailler : il y travaillait déjà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dernier paragraphe d'un courriel n'est presque jamais le dernier évènement.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phrase avec un plus-que-parfait, sur ta propre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Quand je suis arrivé au cours, j'avais déjà déjeuné.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 l'auxiliaire.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