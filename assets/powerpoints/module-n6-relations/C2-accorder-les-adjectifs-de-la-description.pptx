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Écrire au tableau « des cheveux ondulé » et demander au groupe ce qui manque. Presque tout le monde voit l'erreur à l'écrit ; personne ne l'entend à l'oral. C'est tout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surprend toujours : bleu marine ne s'accorde jamais, alors que bleue s'accorde. C'est le second mot qui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à voix haute, en fermant les yeux. La réponse à la dernière question est la méthode de la séance : on cherche le nom des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Cheveux est masculin pluriel et lunettes est féminin pluriel : ces deux noms décident de presque tous les accords d'une description physique.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carte à la fois, avec un exemple demandé au groupe entre chaque. Le deuxième cas mérite deux minutes de plus que les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geste est le même qu'en B3 pour les reprises : remonter au nom.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nom avant la forme, à chaque item. Sans cela, les élèves accordent au son et se trompent une fois sur trois.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trois autres couleurs en deux mots par le groupe. Les écrire au tableau avec un nom féminin devant, pour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billets se corrigent d'un coup d'œil et montrent qui accorde au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Accorder les adjectifs de la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Grande s'entend. Ondulés ne s'entend pas du tout. Dans une description écrite, la moitié des accords sont muets.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l'adjectif avec le nom, même quand rien ne s'entend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adjectifs déjà terminés par 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invariable une couleur formée de deux mots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l'attribut après être et avoir l'air.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Quels accords entends-tu, et lesquels ne s'entendent pas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grande, grand : entends-tu la différence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ondulés, ondulé : et là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rondes, rond : et là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fais-tu quand l'oreille ne dit rien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 décide, toujours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GROUPE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 CET ACCORD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visage allongé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singulier, comme visage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longue veste grise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singulier, deux fois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cheveux ondulés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pluriel, comme cheveux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lunettes rondes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pluriel, comme lunettes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pommettes hautes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pluriel, comme pommettes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est grande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attribut, accordé avec le sujet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ne suit pas la règle simple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Adjectif déjà en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mince, jeune, large, drôle. Rien ne change au féminin : un homme mince, une femme mince. Mais le s du pluriel reste.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Couleur en deux mots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bleu marine, vert clair, gris foncé : invariables. Une casquette bleu marine, des yeux vert clair. Mais une casquette bleue s'accorde.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Attribut après être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est grande. Ils ont l'air fatigués. L'adjectif s'accorde avec le sujet, même loin du nom.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Deux adjectifs, deux accords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Sa valise est rouge et beaucoup plus grosse que la mienne : chacun s'accorde de son côté.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CHERCHER LE NOM DES YEUX, PAS DE L'OREILLE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accord muet s'écrit quand 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 adjectif, on remonte au nom : quel nom, quel genre, quel nombre ? La question prend deux secondes et règle presque tous les cas. L'oreille, elle, ne signale qu'un accord sur deux.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l'adjectif à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L'adjectif est entre parenthèses. Cherchez d'abord le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a un visage (allongé) ... et les pommettes hautes.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des cheveux (ondulé) ... attachés en chignon.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porte une longue veste (gris) ... et un foulard vert.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Ses lunettes sont (rond) ..., à monture fine.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portera une casquette (bleu marine) ....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voyageurs avaient l'air (fatigué) ....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l'adjectif à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a un visage (allongé) ... et les pommettes hautes.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allongé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des cheveux (ondulé) ... attachés en chignon.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ondulés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porte une longue veste (gris) ... et un foulard vert.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Ses lunettes sont (rond) ..., à monture fine.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rondes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portera une casquette (bleu marine) ....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bleu marine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voyageurs avaient l'air (fatigué) ....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fatigués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COULEUR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casquette bleue marine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casquette bleu marine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Dès qu'une couleur s'écrit en deux mots, elle ne s'accorde plus du tout : bleu marine, vert clair, gris foncé, jaune paille. La règle est nette et elle ne souffre pas d'exception — ce qui la rend facile.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Décris en une phrase ce que tu portes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deux adjectifs.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 les accords qui ne s'entendent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