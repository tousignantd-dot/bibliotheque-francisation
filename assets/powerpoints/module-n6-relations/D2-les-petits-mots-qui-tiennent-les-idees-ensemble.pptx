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les productions. Elle rassemble les trois derniers savoirs du module : les connecteurs, la ponctuation, et le plan du courriel qu'on écrira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prépare directement E2. Le dire : ce qu'on voit aujourd'hui sera la grille de correction de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les trois phrases à l'oral. Le groupe y arrive presque toujours : c'est la démonstration que le connecteur annonce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donner un exemple par famille, tiré de la vie du groupe plutôt que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quelle famille avant de donner le mot. C'est la famille qui compte ; le mot exact peut varier.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deux phrases avec le même fait, une avec depuis, une avec il y a. La différence se voit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rangées, pas de note. Le cinquième emploi est celui qui change le sens d'un article entier : le faire chercher dans le texte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plan exact de la production écrite de E2. Le faire recopier dans le cahier ; il servira de grille de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l'exigence centrale de la production écrite, et la seule qui ne se rattrape pas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Fin du Défi 3 : annoncer les deux séances de production. Chacun garde son billet, il ouvrira son courriel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petits mots qui tiennent les idées ensemble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connecteur annonce ce qui s'en vient avant que ça arrive. Celui qui les lit avance plus vite et se trompe moins.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familles de connecteurs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la suite d'une phrase à partir du connecteur qui l'annonce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 tiret et les guillemets sans se tromper de sens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 plan d'un courriel qui informe du contenu d'un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va dire la phrase suivante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programme est gratuit. Pourtant…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travaille vendredi. C'est pourquoi…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n'est pas venue, car…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sais-tu avant même de 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familles de connecteurs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MOTS, ET CE QU'ILS ANNONCENT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Ajouter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plus, d'ailleurs : la suite va dans le même sens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Opposer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pourtant, cependant : la suite va contre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Expliquer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car, parce que, en effet : la suite dit pourquoi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Conclure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donc, c'est pourquoi : la suite est le résultat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Situer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d'abord, ensuite, depuis, au bout de : la suite se place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Ainsi appartient à deux familles : il conclut et il illustre.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connecteur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paire de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programme est gratuit. ..., il reste des places.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travaille vendredi. ... Ghislain ira au terminus.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n'est pas venue, ... elle travaillait de nuit.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activités sont libres : une marche, un souper, ... une visite au marché.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remplit une fiche ; ensuite, on rencontre la coordonnatrice.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L'organisme existe ... 1998 et n'a jamais changé de sous-sol.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connecteur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programme est gratuit. ..., il reste des places.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travaille vendredi. ... Ghislain ira au terminus.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pourquoi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n'est pas venue, ... elle travaillait de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activités sont libres : une marche, un souper, ... une visite au marché.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exemple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remplit une fiche ; ensuite, on rencontre la coordonnatrice.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L'organisme existe ... 1998 et n'a jamais changé de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CONNECTEUR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habite ici depuis six mois, donc c'est fini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habite ici depuis six mois, donc il y habite encore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Depuis dit qu'une durée continue jusqu'à maintenant. Il y a six mois dit qu'un fait est terminé. Confondre les deux fait comprendre l'inverse — et c'est une erreur qui coûte cher dans un formulaire.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PONCTUATION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signes qui portent du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APPORTE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tiret seul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ouvre une liste après une phrase complète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tiret en tête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quelqu'un d'autre prend la parole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Deux tirets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encadrent une précision qu'on pourrait retirer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Guillemets, phrase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sont les mots exacts de quelqu'un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Guillemets, un mot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l'auteur ne prend pas ce mot à son compte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Deux virgules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encadrent un groupe qui explique un nom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 courriel qui informe, en quatre paragraphes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1. D'où ça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lu ça dans L'Écho de la Yamaska de cette semaine. Deux phrases, pas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2. Les faits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c'est, pour qui, combien de temps, à quel rythme. Trois ou quatre faits choisis, pas dix.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3. Ton avis, annoncé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mon avis, pour ma part, je trouve que. Trois mots qui séparent le fait de l'opinion.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4. Ce qu'on peut faire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inscriptions se prennent jusqu'au 30 septembre. Sans cela, le courriel se lit et s'oublie.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INFORMER N'EST PAS DONNER SON AVIS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 qui te lit n'a pas lu l'article : tout ce qu'il en saura vient de toi.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S'il ne peut plus distinguer ce que le journal a écrit de ce que tu en penses, tu ne l'as pas informé : tu lui as donné une opinion en la faisant passer pour une nouvelle. Trois mots suffisent à séparer les deux.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la première phrase de ton courriel à Ousmane.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doit dire d'où vient l'article.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