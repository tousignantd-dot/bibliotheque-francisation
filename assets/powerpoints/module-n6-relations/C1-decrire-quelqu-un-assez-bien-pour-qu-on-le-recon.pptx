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Commencer par un jeu : un élève décrit quelqu'un de la classe, les autres devinent. On note au tableau les détails qui ont permis de trouver — ce sont ceux qui se voient de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L'ordre est l'objectif principal. Une description juste mais désordonnée ne permet pas de trouver quelqu'un dans une salle d'attente.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ont vécu cette situation à leur arrivée au Québec. Les récits sont concrets et servent de matière pour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reprise de Ghislain : il répète ce qu'il a compris. C'est la stratégie que les élèves devront employer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Ghislain — attachés comment ? — est le modèle de la demande de précision. La faire répéter : c'est une compétence du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points d'un coup : l'ambiguïté d'un adjectif, corrigée par celle qui parle, et la relative avec où. Les deux reviennent en C3 et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décrire un visage rond, carré, ovale à côté d'allongé. Et faire distinguer raides, ondulés, frisés, crépus : quatre mots, quatre réalités.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de la production orale de E1 ; le dire dès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énoncé vient de l'ambiguïté du dialogue. Faire retrouver la réplique où Marisol se corrige : c'est ce geste qu'on veut voir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minutes, puis lecture de deux ou trois billets à voix haute : le groupe devine. On garde les autres pour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Décrire quelqu'un assez bien pour qu'on le reconnaisse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Décrire pour raconter et décrire pour retrouver, ce n'est pas le même métier. Dans un terminus, un beau sourire ne sert à rien.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Reprendre le fil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la silhouette avant le détail du visage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la forme d'un visage et le type de cheveux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le signe particulier pour la fin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mots du Défi 2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décrirais-tu quelqu'un à un chauffeur de taxi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quoi commencerais-tu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se voit de vingt pieds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ne se voit pas du tout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déjà attendu quelqu'un que tu n'avais jamais vu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seriez libre vendredi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1270" y="2322576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Ghislain, est-ce que vous seriez libre vendredi vers deux heures et demie ? Ousmane et sa sœur arrivent au terminus.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1270" y="3409696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peux y aller. Mais Ousmane, je l'ai vu deux fois il y a trois ans. Sa sœur, jamais.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1270" y="4496816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Ousmane, vous allez le reconnaître : il est très grand, mince, les épaules larges. Il a le crâne rasé maintenant.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1270" y="5583936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Grand, mince, crâne rasé. Et sa sœur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visage et les cheveux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1270" y="190195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est de taille moyenne, plutôt mince. Elle a le visage allongé, les pommettes hautes, et des cheveux ondulés attachés en arrière.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1270" y="2989072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Attachés comment ? En queue de cheval, en chignon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1270" y="3738371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chignon bas, sur la nuque. Et elle a des lunettes rondes, à monture fine, dorée.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1270" y="4825491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Ça, c'est utile. Les lunettes, ça se voit de loin. Autre chose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grande valise, ou une grande femme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1270" y="190195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grande femme avec une grosse valise, ou une femme de taille moyenne avec une grosse valise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1270" y="298907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Taille moyenne. Je me suis mal exprimée : quand j'ai dit une grande valise, je parlais de la valise, pas d'elle.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1270" y="4076191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ce que je voulais vérifier. Et où est-ce que je me place ? Le terminus a deux portes.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1270" y="516331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Près du banc où les gens attendent, celui qui est en face du guichet. C'est par là qu'ils vont sortir.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mots du Défi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161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silhouette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3194" y="2121408"/>
            <a:ext cx="7035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forme générale d'une personne vue de loin : sa taille et sa carrure.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0161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visage allongé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3194" y="3106674"/>
            <a:ext cx="7035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visage plus long que large, souvent avec un menton fin.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0161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cheveux ondulés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3194" y="4091939"/>
            <a:ext cx="7035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Des cheveux qui font des vagues douces, ni raides ni frisés serré.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0161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signe particulier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3194" y="5077205"/>
            <a:ext cx="7035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détail du corps qui n'appartient qu'à une personne.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temps, de loin vers près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1. La silhouette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taille, carrure, âge approximatif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2. Les vêtements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foulard vert, une longue veste grise, une valise rouge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3. Le visage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visage allongé, cheveux ondulés, chignon bas, lunettes rondes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4. Le signe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petite cicatrice au-dessus du sourcil gauche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signe particulier vient en dernier : il sert à être sûr, pas à chercher.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conversation. Attention : Marisol se corrige une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a déjà rencontré Ousmane deux fois.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Kadiatou est grande et costaude.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Kadiatou porte ses cheveux en chignon bas.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conseille de chercher d'abord la cicatrice.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Kadiatou aura une valise rouge à roulettes.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attendra près du banc qui fait face au guichet.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a déjà rencontré Ousmane deux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Kadiatou est grande et costaude.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est de taille moyenne et mince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Kadiatou porte ses cheveux en chignon bas.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conseille de chercher d'abord la cicatrice.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ne se voit pas de loin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Kadiatou aura une valise rouge à roulettes.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attendra près du banc qui fait face au guichet.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Décris en deux phrases quelqu'un que le groupe pourrait reconnaître.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la silhouette.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Ne dis pas son nom.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Reprendre le fil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