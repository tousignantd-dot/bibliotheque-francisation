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du texte. Commencer par écrire au tableau « on l'avait déjà vendue » et demander : vendu quoi ? Sans le contexte, personne ne peut répondre — et c'est exactement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rate le plus longtemps : « j'y pense » pour une personne s'entend jusqu'au niveau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comparaison entre langues est utile ici : certaines répètent le nom sans que ce soit lourd, d'autres suppriment complètement. Le français remplace, et c'est ce remplacement qui donne du travail au lecteur.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est la règle la plus utile de la séance ; y revenir à chaque 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geste ensemble, à voix haute, sur trois exemples du courriel. C'est un réflexe qui s'installe par répétition, pas par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fois ce que le pronom remplace, avant de donner la forme. Sans cela, l'exercice devient un jeu de sonorités.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Dédramatiser : l'erreur se comprend toujours et ne bloque jamais la communication. Mais elle s'entend, et elle se corrige facilement.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page relie la reprise à l'accord du participe, que les élèves connaissent déjà du niveau 5 sans l'avoir relié à ce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se corrigent vite et disent exactement qui a compris le mécanisme.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petit mot qui renvoie à ce qui précède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Le, en, y : trois mots de deux lettres qui portent chacun une phrase entière. C'est là que se perd le fil d'un texte long.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ce que remplacent le, en et y dans un texte suivi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ces pronoms pour ne pas répéter un mot trois fois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la préposition quand il s'agit d'une personne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verbe, y compris à la négative.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Pourquoi ne dit-on jamais deux fois le même nom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Lis à voix haute : j'ai vendu la maison, la maison était trop petite.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donne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fais-tu dans ta langue pour éviter la répétition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remplace, ou est-ce qu'on supprime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pronoms, trois emplois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REMPLACE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idée entière déjà dite : je le sais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l', la, 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précis : il l'a vendue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 + une chose : il en parle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+ une chose, ou un lieu : j'y pense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celui-là, celle-là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nom déjà nommé, quand il faut choisir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Pour une personne, on garde la préposition : de lui, à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DEVANT UN PETIT MOT SANS NOM, RECULE D'UNE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un geste, pas une règle de grammaire.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lit « on l'avait déjà vendue ». On recule : le paragraphe d'avant parle de la maison de la rue Perreault. On conclut, et on avance. Deux secondes, et le fil est retrouvé pour tout le reste du paragraphe.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en ou y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deuxième phrase avec le, l', en ou 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Ousmane a vendu la maison. Quand il a écrit, il ... avait déjà vendue.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savait que Kadiatou arrivait vendredi. Elle ... savait depuis mardi.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de son nouveau logement. Il ... parle dans tout le deuxième paragraphe.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n'a pas pu aller aux funérailles. Il n'... est pas allé.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pense souvent à cette amitié. Elle ... pense en passant devant la boulangerie.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ne connaît pas Kadiatou. Il ne ... a jamais vue.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en ou y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Ousmane a vendu la maison. Quand il a écrit, il ... avait déjà vendue.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savait que Kadiatou arrivait vendredi. Elle ... savait depuis mardi.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parle de son nouveau logement. Il ... parle dans tout le deuxième paragraphe.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n'a pas pu aller aux funérailles. Il n'... est pas allé.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pense souvent à cette amitié. Elle ... pense en passant devant la boulangerie.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ne connaît pas Kadiatou. Il ne ... a jamais vue.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à ma sœur, donc j'y pense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à ma sœur, donc je pense à elle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et y ne remplacent jamais une personne. Pour une personne, on garde la préposition : je parle de lui, je pense à elle, il s'occupe d'eux. C'est la seule chose à retenir pour éviter les trois quarts des erreurs.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phrases, une lettre de différence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a vendu la maison.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complément suit le verbe : le participe ne s'accorde pas. On écrit vendu.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l'a vendue.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complément est passé devant, sous la forme de l'. Le participe s'accorde : vendue.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Il l'a jamais vue.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chose au féminin : le e final ne s'entend pas, mais il s'écrit.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le sais.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le remplace une idée entière et ne s'accorde jamais : ni genre ni nombre.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: la seconde reprend un mot de la première.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Ma sœur est arrivée en octobre. Je l'attendais depuis un 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mot que tu remplaces.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