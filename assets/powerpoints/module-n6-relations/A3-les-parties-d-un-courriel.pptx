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Projeter au démarrage un courriel long, écran masqué de loin, et demander au groupe ce qu'il voit sans lire. On voit des blocs, des blancs, une ligne isolée en haut : c'est exactement la matière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se retrouve tel quel dans la production écrite de E2 : l'objet y est une des exigences.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répondent la longueur. C'est une bonne entrée : un texte long fait peur tant qu'on ne sait pas qu'il se découpe.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Six rangées, pas de note : c'est la densité maximale lisible de loin.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choisir le meilleur objet par le groupe, puis demander pourquoi. La règle sort d'elle-même : un objet doit pouvoir se lire seul.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faire l'expérience : lire à voix haute seulement les quatre premières phrases du courriel d'Ousmane, et demander de quoi il parle.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exercice que dans le module, à l'oral d'abord. Les élèves le referont ensuite à l'écran, en glissant les réponses.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très fréquente chez les scripteurs de niveau 6, qui commencent chaleureusement puis se raidissent en cours de texte.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Garder les billets : ils reviennent en E2, où chacun compare l'objet écrit aujourd'hui avec celui qu'il finit par choisir.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A3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parties d'un courriel</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Avant d'avoir lu une seule phrase, la page t'a déjà dit de quoi il s'agit, à qui l'on parle et combien de nouvelles arrivent.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Reprendre le fil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six parties d'un courriel et dire ce que chacune apprend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compter les idées d'un texte en comptant ses paragraphes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une formule d'appel qui va avec le reste du texte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objet de trois à six mots qui se lit seul.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Qu'est-ce que tu regardes en premier dans un courriel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L'objet, le nom de la personne, la longueur du texte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te fait ouvrir un message tout de suite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te fait remettre à plus tard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reçu un courriel sans objet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parties, six renseignements</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APPREND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L'objet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quoi il sera question, et souvent sur quel ton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formule d'appel</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qui l'on écrit, et si l'on tutoie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blanc</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qu'une idée est finie et qu'une autre commence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première phrase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l'idée principale de tout le paragraphe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salutation</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le texte est fini, et quel lien unit les deux</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signature</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écrit, quand la boîte ne le dit pas clairement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COMPARER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objets pour le même courriel</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16788"/>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Des nouvelles, enfin</a:t>
            </a:r>
          </a:p>
        </p:txBody>
      </p:sp>
      <p:sp>
        <p:nvSpPr>
          <p:cNvPr id="9" name="TextBox 8"/>
          <p:cNvSpPr txBox="1"/>
          <p:nvPr/>
        </p:nvSpPr>
        <p:spPr>
          <a:xfrm>
            <a:off x="886968" y="2829051"/>
            <a:ext cx="4806543" cy="75996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Trois mots. On sait le sujet et le ton avant d'ouvrir : ce sera long et ce sera bon.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16788"/>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Important, à lire aujourd'hui</a:t>
            </a:r>
          </a:p>
        </p:txBody>
      </p:sp>
      <p:sp>
        <p:nvSpPr>
          <p:cNvPr id="12" name="TextBox 11"/>
          <p:cNvSpPr txBox="1"/>
          <p:nvPr/>
        </p:nvSpPr>
        <p:spPr>
          <a:xfrm>
            <a:off x="6498183" y="2829051"/>
            <a:ext cx="4806543" cy="75996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sujet manque et l'urgence est annoncée. On ouvre avec inquiétude, souvent pour rien.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16788"/>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Bonjour</a:t>
            </a:r>
          </a:p>
        </p:txBody>
      </p:sp>
      <p:sp>
        <p:nvSpPr>
          <p:cNvPr id="15" name="TextBox 14"/>
          <p:cNvSpPr txBox="1"/>
          <p:nvPr/>
        </p:nvSpPr>
        <p:spPr>
          <a:xfrm>
            <a:off x="886968" y="5046472"/>
            <a:ext cx="4806543" cy="75996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Ne dit rien du tout. Dans une liste de cent courriels, six mois plus tard, il est introuvable.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16788"/>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Un programme de jumelage à Saint-Hyacinthe</a:t>
            </a:r>
          </a:p>
        </p:txBody>
      </p:sp>
      <p:sp>
        <p:nvSpPr>
          <p:cNvPr id="18" name="TextBox 17"/>
          <p:cNvSpPr txBox="1"/>
          <p:nvPr/>
        </p:nvSpPr>
        <p:spPr>
          <a:xfrm>
            <a:off x="6498183" y="5046472"/>
            <a:ext cx="4806543" cy="75996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Long, mais chaque mot sert. Un objet peut aller jusqu'à six ou sept mots s'il informe.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UN BLANC ANNONCE UN CHANGEMENT D'IDÉE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Compter les blancs, c'est compter les nouvelles.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pas de la décoration. Quatre paragraphes veulent dire quatre idées principales, et la première phrase de chacun les porte. Lire les quatre premières phrases donne le plan complet du courriel en vingt secondes.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ASSOCIATION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cette partie t'apprend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partie du courriel à ce qu'elle vous apprend.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L'objet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formule d'appel</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blanc entre deux paragraphes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première phrase d'un paragraphe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formule de salutation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signature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cette partie t'apprend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L'objet   </a:t>
            </a:r>
            <a:r>
              <a:rPr sz="1400" b="1" i="0">
                <a:solidFill>
                  <a:srgbClr val="07734A"/>
                </a:solidFill>
                <a:latin typeface="Verdana"/>
              </a:rPr>
              <a:t>» de quoi il sera question, et sur quel ton</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formule d'appel   </a:t>
            </a:r>
            <a:r>
              <a:rPr sz="1400" b="1" i="0">
                <a:solidFill>
                  <a:srgbClr val="07734A"/>
                </a:solidFill>
                <a:latin typeface="Verdana"/>
              </a:rPr>
              <a:t>» à qui l'on écrit, et si l'on tutoie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blanc entre deux paragraphes   </a:t>
            </a:r>
            <a:r>
              <a:rPr sz="1400" b="1" i="0">
                <a:solidFill>
                  <a:srgbClr val="07734A"/>
                </a:solidFill>
                <a:latin typeface="Verdana"/>
              </a:rPr>
              <a:t>» qu'une idée est finie et qu'une autre commence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première phrase d'un paragraphe   </a:t>
            </a:r>
            <a:r>
              <a:rPr sz="1400" b="1" i="0">
                <a:solidFill>
                  <a:srgbClr val="07734A"/>
                </a:solidFill>
                <a:latin typeface="Verdana"/>
              </a:rPr>
              <a:t>» l'idée principale de tout le paragraphe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formule de salutation   </a:t>
            </a:r>
            <a:r>
              <a:rPr sz="1400" b="1" i="0">
                <a:solidFill>
                  <a:srgbClr val="07734A"/>
                </a:solidFill>
                <a:latin typeface="Verdana"/>
              </a:rPr>
              <a:t>» que le texte est fini, et quel lien unit les deux</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signature   </a:t>
            </a:r>
            <a:r>
              <a:rPr sz="1400" b="1" i="0">
                <a:solidFill>
                  <a:srgbClr val="07734A"/>
                </a:solidFill>
                <a:latin typeface="Verdana"/>
              </a:rPr>
              <a:t>» qui écrit, quand la boîte ne le dit pas clairement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Cher Ousmane, puis vous tout le long</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Cher Ousmane, puis tu jusqu'à la fin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formule d'appel décide du ton de tout le texte. Une formule amicale suivie d'un vouvoiement sonne faux et laisse le lecteur incertain du lien. On choisit une fois, et on s'y tient jusqu'à la signature.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l'objet du courriel que tu enverras à la fin du module.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à six mots.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Il doit se lire seul, sans le texte.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Reprendre le fil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