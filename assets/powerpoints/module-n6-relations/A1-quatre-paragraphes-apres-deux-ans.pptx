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qui, ici, a quelqu'un de proche qui vit loin ? Comment vous donnez-vous des nouvelles ? La réponse la plus fréquente est le message vocal ou le message texte — c'est justement ce qui rend un long courriel difficile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du module entier. Le dire tel quel : ce qui est difficile au niveau 6, ce n'est plus le vocabulaire, c'est de savoir à quoi renvoient les petits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Noter au tableau les moyens nommés : on y reviendra en E2, quand chacun écrira son propre courriel.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ans, quatre paragraphes : ces deux chiffres reviennent dans tout le module. Les écrire au tableau et les y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définition du module. La faire répéter par deux élèves. Puis refaire le geste ensemble sur une autre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ici la production écrite de E2 : dans quatre semaines, chacun écrira son propre courriel de nouvelles. Le dire tôt donne un but au reste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revient en A4 sous forme d'exercice. Insister sur la quatrième rangée : la cause d'un décès ne se demande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On ne demande pas de tout comprendre : on demande de savoir quoi chercher, et dans quel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Des funérailles » est toujours au pluriel, comme « des fiançailles ». « Un faire-part » ne change pas au pluriel : des faire-part.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Laisser du silence : les élèves relisent plus lentement qu'on ne le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servent en A4 : elles disent quelles nouvelles intimident le groupe, et ce sont celles-là qu'il faudra travailler le plus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Quatre paragraphes après deux 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ami parti dans le Nord écrit enfin. Deux ans de vie tiennent dans quatre paragraphes, et Marisol n'est pas certaine d'avoir tout compris.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grands évènements qu'un courriel de nouvelles annonce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compter les idées d'un texte long en comptant ses paragraphes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petit mot comme « la » renvoie toujours en arrière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premiers mots du dossier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donnes-tu des nouvelles à quelqu'un qui vit loin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Message texte, appel, message vocal, courriel, lettre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as-tu écrit un texte long pour la dernière fois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plus facile à écrire : parler ou écrire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relu un message deux fois sans être sûr de comprendre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courriel de quatre paragraphes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858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1270" y="2322576"/>
            <a:ext cx="853485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Ghislain ! Vous vous rappelez Ousmane, celui qui venait chercher son pain le samedi matin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954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160858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1270" y="3374136"/>
            <a:ext cx="853485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grand monsieur qui parlait de son garage. Il est parti dans le Nord, il me semble.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6110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25696"/>
            <a:ext cx="160858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1270" y="4425696"/>
            <a:ext cx="853485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Rouyn-Noranda, il y a deux ans. Ce matin, j'ai reçu un courriel de quatre paragraphes.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1266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477256"/>
            <a:ext cx="160858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1270" y="5477256"/>
            <a:ext cx="8534857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 paragraphes ! Ça, c'est quelqu'un qui a des choses à raconter.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Vendue, mais vendu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écrit : « on l'avait déjà vendue quand je t'ai écrit la dernière fois ». Vendu quoi ? La maison ? L'auto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907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Recule d'une phrase. Ce petit mot-là ne tombe pas du ciel : il remplace quelque chose qui a été dit avant.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4076191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Attendez… Le paragraphe d'avant parle de leur ancienne maison, sur la rue Perreault. Ah. C'est la maison.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516331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Dans un texte long, la moitié du travail, c'est ça : retrouver à quoi renvoient les petits mots.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blanc, une idée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beaucoup de nouvelles là-dedans. Une naissance, un déménagement, un accident, des funérailles, un mariage.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907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évènements en quatre paragraphes. C'est pour ça qu'il a fait des paragraphes, d'ailleurs.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4076191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vrai qu'il y a un blanc entre chaque. Et l'objet du courriel dit : « Des nouvelles, enfin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60858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5163312"/>
            <a:ext cx="85348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courriel bien fait se lit avant d'être lu. Tu regardes d'abord la forme, ensuite tu suis le fil.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qu'un courriel de nouvelles 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LA NOUVELLE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Une 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félicite, et on nomme les parents ou l'enfant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déménagement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demande comment se passe le nouveau quartier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accident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souhaite le rétablissement de la personne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Des funérailles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offre ses condoléances, sans poser de question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mariage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félicite, et on demande si l'on peut y être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mot juste existe pour chaque nouvelle, et il est court.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REGARDER LA FORME AVANT DE LIRE LE TEXTE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Compter les blancs d'un courriel, c'est compter ses nouvelles.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L'objet annonce le sujet et le ton. La formule d'appel dit à qui l'on parle et si l'on tutoie. Chaque blanc annonce un changement d'idée, et la première phrase de chaque paragraphe en porte l'essentiel. Dix secondes de regard épargnent deux relectures.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mots, avec leur article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166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naissance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3633" y="2121408"/>
            <a:ext cx="733537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L'arrivée au monde d'un enfant, dans une famille.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7166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déménagement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3633" y="3106674"/>
            <a:ext cx="733537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quitter un logement pour aller vivre dans un autre.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7166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funérailles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3633" y="4091939"/>
            <a:ext cx="733537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cérémonie qu'on tient après la mort de quelqu'un.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7166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faire-part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3633" y="5077205"/>
            <a:ext cx="733537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petite carte envoyée pour annoncer un évènement de la vie.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Marisol et de Ghislain.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Ousmane est parti vivre à Rouyn-Noranda il y a deux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a tout compris dès la première lecture.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petit mot comme « la » renvoie à quelque chose dit avant.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courriel annonce cinq évènements différents.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long courriel se lit comme un message texte.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est libre le jour où Ousmane arrive.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Ousmane est parti vivre à Rouyn-Noranda il y a deux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a tout compris dès la première lecture.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l'a lu deux fois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petit mot comme « la » renvoie à quelque chose dit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courriel annonce cinq évènements différents.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long courriel se lit comme un message texte.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on regarde d'abord la forme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est libre le jour où Ousmane arrive.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travaille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nouvelle serait la plus difficile à annoncer par écrit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 à ce que tu écrirais, et à ce que tu préférerais dire de vive voix.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