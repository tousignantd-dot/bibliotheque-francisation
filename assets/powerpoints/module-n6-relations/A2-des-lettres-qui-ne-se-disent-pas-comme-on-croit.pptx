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Commencer par écrire trois mots au tableau — chorale, soixante, schéma — et demander au groupe de les lire à voix haute. Ne rien corriger tout de suite : on y revient 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vrai enjeu. Un mot entendu qu'on ne retrouve pas est un mot perdu ; la règle sert à le retrouver.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 le monde a cette expérience. Elle rend la règle utile avant qu'elle soit énoncée.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ces mots ont souvent un y ou un ph à côté : c'est le repère du mot savant.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formes de dix surprennent toujours. Insister : personne ne reprendra un élève qui dit diz jours ; ce qui compte, c'est de reconnaître les trois à l'écoute.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mots qu'on prononce le plus souvent à l'anglaise sans s'en rendre compte. Les faire répéter lentement, à la française.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la plus utile de la séance : elle sert bien au-delà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 avant de répondre. C'est l'oreille qu'on entraîne, pas la mémoire. Les élèves ouvriront ensuite le même exercice dans le module, avec les enregistrements.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Dédramatiser : personne ne devine ces mots. Ils se retiennent par l'usage, et la liste est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Relire les billets avant A3 : ils disent quel cas reste à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Des lettres qui ne se disent pas comme on croit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cas seulement, mais fréquents : chorale, dix, shampoing. On les entend tous les jours et on ne les retrouve pas au dictionnaire.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k dans chorale, technique, écho, psychologie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s dans dix, six, soixante, Bruxelles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le son ch dans short, schéma, shampoing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un mot au dictionnaire quand la lettre entendue trompe.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Quel mot as-tu déjà cherché sans le trouver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l'as entendu à la radio, dans un cours, chez le médecin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l'avais-tu écrit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commençait par un son k, un son s ou un son ch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tu as fini par faire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CAS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lettres ch qui se disent comme un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une chorale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co-rale — mot venu du grec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la technique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tec-nique — jamais te-chnique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 écho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é-co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la psychologie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psi-co-lo-gie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une chronique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cro-nique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Chercher, chaque, chose, chignon gardent le son normal.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CAS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lettre x qui se dit comme un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dis, tout seul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dix dollars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 dollars — devant une consonne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dix 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diz ans — devant une voyelle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sis, tout seul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soixante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soi-sante, jamais soi-ksante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Bruxelles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Bru-selles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CAS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Les lettres sh et sch qui se disent comme un 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du shampoing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cham-poin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schéma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ché-ma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 shérif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ché-rif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Des mots empruntés, souvent courts, devenus courants ici.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CHERCHER AVEC LA LETTRE ÉCRITE, PAS AVEC LA LETTRE ENTENDUE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mot entendu qui reste introuvable cache souvent un ch, un x ou un 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Tu entends « co-rale » et tu cherches corale : rien. Essaie ch à la place du k, et x à la place du s. Le mot apparaît presque toujours du premier coup.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mot, puis dites : comme k, comme s, ou comme 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chorale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technique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écho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Bruxelles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son entends-tu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chorale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technique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écho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Bruxelles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short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schéma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comme 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Technique dit avec le son de 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Technique dit tec-nique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mots savants ne sont pas nombreux : ils s'apprennent un par un. Mais dits avec le son de chat, ils ne se comprennent pas du tout — ce qui est plus gênant qu'un accent.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 mot du jour et note comment il se prononce.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Par exemple : chorale — co-rale.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 celui qui t'a le plus surpris.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