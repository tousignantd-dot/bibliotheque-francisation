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 à préparer, longue à discuter. Écrire au tableau les deux expressions du chapeau et demander laquelle Ghislain préfère qu'on emploie pour lui. La réponse est dans le dialogue du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seul évalué à la lecture : ces adjectifs se rencontrent bien plus souvent qu'ils ne s'emploient.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L'exemple du grand frère fait rire et règle la question en trente secondes. Il est aussi la source d'un malentendu très courant chez les élèves de niveau 5 et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Six rangées, pas de note : c'est la densité maximale. Faire lire chaque paire par deux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: ce n'est pas une exception bizarre, c'est un procédé régulier du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carte est aussi une consigne de sécurité dans un terminus. L'occasion de faire remarquer qu'une valise seule s'annonce.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Puis inverser l'exercice : donner le sens, demander l'expression. C'est plus difficile, et c'est là que la règle s'installe.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construire deux phrases par le groupe, une pour chaque sens. L'erreur ne se corrige que par l'usage.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meilleures paires se lisent au groupe en ouverture de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Avant ou après le nom, ce n'est pas la même chose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Mon ancien manteau et un manteau ancien : le même mot, le même vêtement, et deux images très différentes de celui qui le porte.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Reprendre le fil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grand homme d'un homme grand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ancien, propre, drôle, pauvre et seul aux deux places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la place qui dit ce qu'on veut dire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sens juste dans un texte, sans hésiter.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Ton grand frère, est-ce qu'il est grand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veut dire grand frère, exactement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une grande dame ? Un grand malade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ta langue fait la même différence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dirais-tu qu'il mesure six pieds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même mot, deux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L'EXPRESSION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son ancien manteau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 qu'il portait autrefois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manteau ancien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manteau très vieux, presque une antiquité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grand homme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homme important, connu pour ce qu'il a fait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homme grand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homme de haute taille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sa propre valise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valise qui lui appartient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valise propre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valise qui n'est pas sale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AVANT LE NOM, L'ADJECTIF JUGE ; APRÈS, IL DÉCRIT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la place, et seulement la place, qui décide du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Rien ne s'entend, rien ne se voit dans le mot lui-même : le français met le sens dans l'ordre des mots. Six adjectifs fonctionnent ainsi, et ils sont tous très courants : ancien, grand, propre, drôle, pauvre, seul.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AUTRES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Drôle, pauvre, seul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une drôle de journée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Bizarre, inhabituelle. Avant le nom, avec de : quelque chose ne tournait pas rond.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une journée drôle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Amusante. Après le nom : on a ri.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une seule valise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Une, et pas deux. Avant le nom, c'est le nombre.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une valise seule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Abandonnée sur le quai, sans personne à côté. Après le nom, c'est l'état.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cette expression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l'expression, puis dites ce qu'elle veut dire.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ancien manteau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manteau ancien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grand homme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homme grand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 propre valise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valise propre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cette expression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ancien manteau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celui qu'il portait autrefois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manteau ancien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manteau qui a beaucoup d'années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grand homme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homme important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homme grand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homme de haute taille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 propre valise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valise qui lui appartient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valise propre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valise qui n'est pas sale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apporté ma propre valise, elle sort du lavage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apporté ma valise propre, elle sort du lavage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Avant le nom, propre insiste sur l'appartenance : ma propre valise veut dire la mienne, et pas celle d'un autre. Pour dire qu'elle est nettoyée, il faut la placer après le nom.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deux phrases avec le même adjectif, avant puis après le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Choisis ancien, grand, propre, drôle, pauvre ou seul.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Explique la différence en quelques mots.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Reprendre le fil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