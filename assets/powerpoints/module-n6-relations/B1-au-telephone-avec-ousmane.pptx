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le tableau des cinq évènements de A1 avant de commencer : c'est la carte du courriel, et toute la séance consiste à remettre ces évènements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se travaille à chaque écoute : « donc, si je comprends bien… » est la phrase la plus utile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relisent trois fois plutôt que de demander. C'est le comportement que la séance vient corriger : demander coûte moins cher que relire.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noter les deux dates au tableau dès la première écoute. Elles servent à tout le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porte le plus-que-parfait du bloc. La faire répéter, puis demander : la vente vient avant ou après le courriel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reste du dialogue s'écoute sans être projeté — vingt répliques ne tiennent pas à l'écran. Demander ensuite ce qui est dit à la fin : l'autobus de 14 h 40, vendredi.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Des retrouvailles » est toujours au pluriel. « Un accident de travail » n'est pas un accident de la route : il ouvre d'autres droits, et le mot compte au Québec.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courriel ne donne pas cet ordre : il faut le reconstruire. C'est le travail du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cinquième énoncé est celui qui sépare le groupe : il demande le calcul du plus-que-parfait, qu'on verra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questions servent en B2 : on les compare à celles que l'exercice pose sur le texte du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téléphone avec Ousmane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on n'est pas sûr d'avoir compris un texte long, une question au téléphone vaut trois relectures.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Reprendre le fil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téléphonique longue sans en perdre le fil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une information en la redisant à sa façon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était déjà arrivé avant le reste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mots du Défi 1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Quand tu ne comprends pas un message, que fais-tu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relis, tu demandes, tu laisses tomber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oses-tu demander, et à qui n'oses-tu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As-tu déjà répondu à côté, faute d'avoir bien compris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aurait aidé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Deux ans, ça ne se raconte pas en trois lignes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84293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6981" y="2322576"/>
            <a:ext cx="8559145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Ousmane ! C'est Marisol, de Saint-Hyacinthe. J'ai reçu ton courriel ce matin.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71724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36316"/>
            <a:ext cx="158429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OUSMANE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6981" y="3036316"/>
            <a:ext cx="855914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Marisol ! Ça fait deux ans. Tu l'as lu au complet ? Je me suis relu et je me suis dit que c'était long.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87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052315"/>
            <a:ext cx="158429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6981" y="4052315"/>
            <a:ext cx="855914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l'ai lu deux fois. Et j'ai des questions, parce que je mêle l'ordre. La petite est née quand, exactement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03723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068315"/>
            <a:ext cx="1584293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OUSMANE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6981" y="5068315"/>
            <a:ext cx="8559145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Assia est née le 14 mars. On était encore sur la rue Perreault. On a déménagé après, en juin.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Vendue, mais habitée encore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6981" y="1901952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quand tu m'as écrit la dernière fois, en avril, vous n'aviez pas encore déménagé.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OUSMANE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6981" y="2989072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mais la maison était déjà vendue. Quand je t'ai écrit, on l'avait déjà vendue, mais on habitait encore dedans.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6981" y="4076191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Bon. Et l'accident, c'est l'accident de qui ? J'ai compris que c'était toi, puis j'ai eu un doute.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OUSMANE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6981" y="5163312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moi. C'est mon beau-frère, celui qui travaille au garage avec moi. Il est tombé d'une plateforme en novembre.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s'était passé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6981" y="1901952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écris aussi que ta sœur était arrivée depuis un mois. Kadiatou, c'est ça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OUSMANE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6981" y="2989072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Kadiatou, oui. Elle est arrivée de Conakry en octobre. Quand mon beau-frère est tombé, elle venait de s'installer chez nous.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6981" y="4076191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funérailles dont tu parles à la fin ? J'ai relu trois fois et je n'étais pas certaine.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58429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OUSMANE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6981" y="5163312"/>
            <a:ext cx="855914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mon oncle Mamadou, au pays, en février. Je n'ai pas pu y aller. C'est la partie triste du courriel.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mots du Défi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279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accident de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922" y="2121408"/>
            <a:ext cx="69240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évènement qui blesse quelqu'un pendant qu'il fait son métier.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31279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réadaptation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922" y="3106674"/>
            <a:ext cx="69240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période où l'on réapprend à se servir d'une partie du corps blessée.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31279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retrouvailles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922" y="4091939"/>
            <a:ext cx="69240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des gens qui ne s'étaient pas vus depuis longtemps se revoient.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31279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imprévu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922" y="5077205"/>
            <a:ext cx="69240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chose qui arrive sans avoir été annoncée et qui change les plans.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dates, deux 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ARRIVÉ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14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naissance d'Assia, rue Perreault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juin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déménagement à l'autre bout de la ville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l'arrivée de Kadiatou, venue de Conakry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novembre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chute du beau-frère au garage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février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décès de l'oncle Mamadou, au pays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avril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retour au travail à temps partiel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conversation téléphonique.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Assia est née le 14 mars.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famille avait déménagé avant la naissance d'Assia.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maison était déjà vendue en avril.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Ousmane qui est tombé de la plateforme.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est arrivée après l'accident.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Ousmane et sa sœur arrivent au terminus à 14 h 40.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Assia est née le 14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famille avait déménagé avant la naissance d'Assia.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déménagement est en juin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maison était déjà vendue en avril.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Ousmane qui est tombé de la plateforme.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son beau-frère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Kadiatou est arrivée après l'accident.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est arrivée en octobre, un mois avant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Ousmane et sa sœur arrivent au terminus à 14 h 40.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question poserais-tu à Ousmane, toi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vraie question, sur ce que tu n'aurais pas compris.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Reprendre le fil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