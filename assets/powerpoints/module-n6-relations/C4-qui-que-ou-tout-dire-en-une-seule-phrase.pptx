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Écrire au tableau trois phrases courtes — il y a un banc, le banc fait face au guichet, attends là — et demander au groupe de n'en faire qu'une. La solution est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que le programme nomme explicitement : le où complément de lieu ou de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réponses contiennent presque toujours une relative sans que personne ne l'ait cherchée. Les relever au tableau et y revenir après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rangée est celle qu'on oublie : après un nom de temps, c'est où, jamais 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dévaloriser la forme entendue : dire simplement qu'elle appartient à l'oral familier et que l'écrit demande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test à voix haute avant de répondre : qu'est-ce qui suit ? Un verbe, un sujet, ou un nom de lieu ou de temps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construire une description complète par groupe de deux, à l'oral, avec exactement deux relatives. C'est l'entraînement direct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à recopier dans le cahier : elle sert de modèle à la production orale de E1, où chacun décrira quelqu'un de son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Fin du Défi 2 : annoncer le Défi 3, où l'on passe du téléphone au journal de quartier.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Qui, que, où : tout dire en une seule phrase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Attends près du banc qui fait face au guichet. Une seule phrase, et rien ne se perd — c'est à ça que sert la subordonnée relative.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qui et que selon ce qui suit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où pour un lieu et pour un moment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attacher une description à un nom : Dét, nom, relative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remplir une fiche de description à partir d'une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Comment dis-tu où quelqu'un doit t'attendre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Devant quoi, près de quoi, à côté de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l'endroit n'a pas de nom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fais-tu quand il y a deux portes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phrase donnes-tu au téléphone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pronoms,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L'EMPLOIE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verbe suit : la femme qui porte un foulard 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autre sujet suit : le manteau qu'il porte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où, lieu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ville où il travaille, le terminus où l'autobus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où, moment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jour où il est tombé, l'automne où elle est arrivée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Dét, nom, relative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femme de taille moyenne qui tire une valise rouge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Qui ne s'élide jamais, même devant 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JOUR OÙ, ET NON LE JOUR 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sert pour un lieu et pour un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jour où il est tombé. L'automne où ma sœur est arrivée. L'année où nous sommes arrivés. On entend souvent « le jour que je suis arrivé » dans le français parlé d'ici ; à l'écrit, et au niveau 6, c'est où.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Mettez-vous près du banc ... fait face au guichet.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par là ... les autobus du Nord arrivent.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Rouyn-Noranda, c'est la ville ... Ousmane travaille.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L'automne ... Kadiatou est arrivée a été difficile.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femme ... tu cherches porte un foulard vert.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... il est tombé, sa sœur venait de s'installer.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Mettez-vous près du banc ... fait face au guichet.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par là ... les autobus du Nord arrivent.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Rouyn-Noranda, c'est la ville ... Ousmane travaille.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L'automne ... Kadiatou est arrivée a été difficile.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femme ... tu cherches porte un foulard vert.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... il est tombé, sa sœur venait de s'installer.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ASSEMBLER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description en un seul groupe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On commence par le 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femme de taille moyenne. C'est le noyau : tout va s'y accrocher.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On ajoute une relative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porte des lunettes rondes. La description se précise sans nouvelle phrase.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On en ajoute une seconde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qui tire une grosse valise rouge. Deux relatives : c'est la limite utile.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Trois, c'est trop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femme qui porte des lunettes qui a une valise qui est rouge : à l'oral, celui qui écoute a perdu le début.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 de Kadiatou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la conversation, puis complétez la fiche.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Âge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Taille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Visage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Cheveux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Lunettes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Signe particulier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Vêtements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Bagage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 de Kadiatou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Âge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32 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Taille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de taille moyenne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Visage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visage allongé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Cheveux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ondulés, attachés en chignon bas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Lunettes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rondes, monture fine et dorée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Signe particulier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petite cicatrice au-dessus du sourcil gauche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Vêtements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foulard vert et une longue veste grise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Bagage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grosse valise rouge à roulettes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où, sur un lieu ou sur un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l'année où je suis arrivé au Québec.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