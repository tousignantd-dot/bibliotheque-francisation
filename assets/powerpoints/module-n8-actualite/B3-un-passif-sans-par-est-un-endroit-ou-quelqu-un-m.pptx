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l'enjeu est de lecture. Commencer par écrire la phrase du chapeau au tableau et demander qui a adopté le règlement : la réponse n'est pas dans la phrase, et c'est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geste du bloc ; les trois autres sont ce qu'il faut savoir pour l'exécuter. Ne pas passer plus de vingt minutes sur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est celle que le groupe désigne, et c'est justement celle où personne n'assume le chiffre. Le faire dire par un élève avant de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transformer trois phrases à voix haute avant de continuer, avec des verbes du dossier : adopter, publier, compter.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deuxième carte : le passif n'est pas une faute et ce n'est pas un mensonge. Un élève qui en sort en se méfiant de toutes les phrases passives a mal compris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chaque réponse au tableau : c'est l'orthographe du participe et le temps du verbe actif qui posent problème, pas l'ordre des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cinq phrases dictées, en alternant les deux cas. C'est une confusion de niveau 8 qui se règle en dix minutes et qui traîne autrement pendant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recopier dans le cahier. Ces questions se posent telles quelles à une assemblée publique : elles sont polies, précises, et personne ne peut y répondre par oui ou par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plus important et il n'a pas de bonne réponse grammaticale : la phrase est correcte et vide. Laisser le groupe s'agacer un peu avant de conclure.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La consigne de ne pas récrire est volontaire : devant un passif sans agent, la bonne réaction n'est pas de corriger le texte, c'est de savoir ce qu'on ignore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passif sans « par » est un endroit où quelqu'un manque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règlement a été adopté. » La phrase est complète, correcte, et sans responsable. C'est pour cela qu'on la trouve dans tous les communiqués.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une phrase passive et la retourner à la voix active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avec le sujet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passif sans agent et poser la question « par qui ?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confondre le passif avec le passé composé d'un verbe de mouvement.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sur le même comptage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rables-lisi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comité a compté trois cent quarante-deux arbres.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Trois cent quarante-deux arbres ont été comptés par le comité.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Trois cent quarante-deux arbres ont été comptés.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donne le plus l'impression d'un chiffre officiel ? Et 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COMPLÉMENT PASSE DEVANT, L'AUTEUR RECULE DERRIÈRE « PAR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 conseil a adopté le règlement. Le règlement a été adopté par le conseil. Le verbe devient être plus participe passé, au même temps que le verbe actif.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l'auxiliaire être qui porte le temps : passé composé actif, passé composé passif. Et l'auteur de l'action peut tout simplement ne pas être écrit : « Le règlement a été adopté » est une phrase complète.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surveiller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L'accord du participe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s'accorde toujours avec le sujet. La cession a été autorisée. Les logements seront livrés. L'évaluation n'a pas été publiée. C'est la faute la plus visible à l'écrit.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passif honnête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met en tête ce dont on parle. Dans un article sur un règlement, « Le règlement a été adopté par le conseil » est un ordre normal : le sujet du texte vient d'abord, et l'auteur y 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passif qui efface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 été décidé de ne pas publier l'évaluation. Des erreurs ont été commises. Le terrain a été évalué. Personne n'a rien fait, tout est arrivé tout seul.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Retournez la phrase à la voix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Commencez par le mot donné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règlement a été adopté par le conseil municipal. (Le conseil municipal)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cession a été autorisée par le maire et trois conseillers. (Le maire et trois conseillers)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n'a pas été rendue publique par la Ville. (La Ville)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cent quarante-deux arbres ont été comptés par le comité. (Le comité)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logements seront livrés par le promoteur avant 2031. (Le promoteur)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57453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7960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8600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729983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communiqué a été envoyé aux journaux par le service des communications. (Le service des communications)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Retournez la phrase à la voix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règlement a été adopté par le conseil municipal. (Le conseil municipal)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conseil municipal a adopté le règlement.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cession a été autorisée par le maire et trois conseillers. (Le maire et trois conseillers)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maire et trois conseillers ont autorisé la cession.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n'a pas été rendue publique par la Ville. (La Ville)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Ville n'a pas rendu l'évaluation publique.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cent quarante-deux arbres ont été comptés par le comité. (Le comité)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comité a compté trois cent quarante-deux arbres.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logements seront livrés par le promoteur avant 2031. (Le promoteur)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promoteur livrera les logements avant 2031.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57453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7960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8600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729983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communiqué a été envoyé aux journaux par le service des communications. (Le service des communications)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service des communications a envoyé le communiqué aux journaux.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est arrivée » pris pour un passif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test du « par quelqu'un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est attendue par le comité » se dit : c'est un passif. « Elle est arrivée par le comité » ne veut rien dire : c'est un passé composé de verbe de mouvement, et son participe s'accorde pour une autre raison. Le test tient en trois secondes et il ne se trompe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passifs, et la question à poser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NOTER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terrain a été évalué.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 qui, et le document est-il public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consultation a été tenue.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quand, et combien de personnes y étaient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Les préoccupations ont été entendues.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entendues par qui, et qu'est-ce qui a changé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 a été convenu de reporter la décision.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convenu entre qui et qui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dossier a été transmis au service concerné.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quelle date, et à quel service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manque dans la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celui qui a agi, quand la phrase ne le dit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Aucune étude n'a été demandée sur le terrain de l'aréna.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été décidé de ne pas publier l'évaluation.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projet a été bonifié.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erreurs ont été commises.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manque dans la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Aucune étude n'a été demandée sur le terrain de l'aréna.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Ville, ou le conseil municipal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été décidé de ne pas publier l'évaluation.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 qui a pris la décision n'est pas nommé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projet a été bonifié.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bonifié par qui, et sur quel point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erreurs ont été commises.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personne : c'est tout l'intérêt de la tournure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Relevez trois phrases passives dans les deux articles de B2 et écrivez la question que chacune appelle.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ligne par phrase : la phrase, puis « par qui ?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Ne récrivez pas les phrases : notez les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