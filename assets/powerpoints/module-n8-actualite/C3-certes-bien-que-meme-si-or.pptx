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qui se joue à l'oral. Faire dire chaque exemple à voix haute : le rapport logique s'entend dans la mélodie autant qu'il se lit dans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plus rentable de tout le bloc, et le troisième est le piège qui l'accompagne. Les enseigner ensemble, jamais l'un sans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ne concède rien : c'est une formule de politesse, et elle s'entend à trois kilomètres. La seconde nomme le point précis. Laisser le groupe trouver la différence avant de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la règle de l'ordre par deux élèves : c'est elle qu'on oublie en parlant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par famille sur le dossier du boisé, à l'oral, en cercle. Deux minutes par famille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versions au tableau, la juste à droite, et les laisser toute la séance. Y revenir à chaque item de la pratique 1 qui contient « bien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lignes : ne pas la commenter ligne à ligne, la laisser afficher pendant la pratique 1 et laisser les élèves y revenir seuls.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choix par le rapport logique, pas par l'oreille. Les deux premiers sont le couple à ne jamais confondre : demander à chaque fois quel mode suit, et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à donner au groupe : qu'est-ce que la phrase accorde, exactement ? Si on ne peut pas le dire en trois mots, la concession est fausse. Trois concessions dans un même texte font un texte sans position ; une seule, sur le point central, fait un texte qu'on ne peut pas balayer.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Devoir. Les phrases se reprennent telles quelles à la tribune du bloc D et dans la lettre du bloc E : le dire, pour que le travail ne paraisse pas gratuit.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Certes, bien que, même si, 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un débat, celui qui n'accorde jamais rien perd l'auditoire en trois minutes. Concéder n'est ni de la faiblesse ni de la politesse : c'est une technique, et le français a une demi-douzaine de tournures faites pour 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Deux versions, et la mienne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concéder pour de vrai, en nommant le point exact accordé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bien que » et « quoique » avec le subjonctif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même si » avec l'indicatif, sans les confondre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un « or » là où il renverse un raisonnement.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Laquelle de ces deux phrases concède vraiment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comprends votre point de vue, mais le projet est nécessaire.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vote a été pris trop vite : là-dessus, le comité a raison.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première accorde exactement ? Et la seconde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vous donnerait envie d'écouter la suite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CONCÉDER, C'EST NOMMER LE POINT EXACT OÙ L'AUTRE A RAISON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Certes le terrain a une valeur, mais il n'a jamais rapporté un dollar à la Ville.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temps, et jamais l'inverse : la concession d'abord, courte ; votre point ensuite, qui porte le poids de la phrase. Le lecteur retient la seconde moitié. « Il n'a jamais rien rapporté, certes il a une valeur » laisse l'auditeur sur l'argument adverse.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mouvements, quatre familles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Concéder puis avancer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certes... mais · il est vrai que... mais · bien que et quoique plus le subjonctif · même si plus l'indicatif. On donne raison, puis on avance. C'est la forme reine d'un débat public.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Opposer sans concéder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revanche · par contre · alors que · tandis que. Deux faits vrais mis côte à côte, du même poids : le comité compte trois cent quarante-deux arbres alors que le promoteur en compte quatre-vingt-dix.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Renverser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or. « La Ville affirme avoir tout étudié. Or, aucune étude n'existe sur le terrain de l'aréna. » Il introduit le fait qui fait tomber ce qui précède, et un seul suffit par texte.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Refermer la concession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n'en reste pas moins que · il n'en demeure pas moins que. « Le projet répond à un besoin réel ; il n'en reste pas moins que la population n'a pas été consultée. » On ferme sans nier.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Bien que le projet c'est nécessaire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Bien que le projet soit nécessaire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Bien que » et « quoique » demandent le subjonctif, sans exception. C'est la faute la plus fréquente du niveau 8, et celle qui se remarque le plus, à l'écrit comme à l'oral. Un moyen de ne plus la faire : « même si » contient « si », et « si » ne prend jamais le subjonctif ; « bien que » ne contient pas « si », donc subjonctif.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connecteur et le mode qu'il commande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78808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CONNECTEUR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bien que · quoique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SUBJONCTIF : bien que le projet soit nécessaire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même 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INDICATIF : même si le vote a été serré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certes... mais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indicatif des deux côtés, deux propositions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 complète, après une virgule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revanche · par contre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 complète, sans concéder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n'en reste pas moins 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INDICATIF : que personne n'a été consulté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convient : le sens de la phrase le désigne.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projet soit nécessaire, la façon de l'adopter reste critiquable.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vote a été serré, il est parfaitement valide.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article ouvre sur les logements ; ___, le second ouvre sur l'heure du vote.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affirme avoir tout étudié. ___, aucune étude n'existe sur le terrain de l'aréna.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comité a raison sur la rapidité du vote, mais il se trompe sur les délais.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projet répond à un besoin réel ; ___ que la population n'a pas été consultée.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compte trois cent quarante-deux arbres ___ le promoteur en compte quatre-vingt-dix.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projet soit nécessaire, la façon de l'adopter reste critiquable.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que - subjonctif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vote a été serré, il est parfaitement valide.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Même si - indicatif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article ouvre sur les logements ; ___, le second ouvre sur l'heure du vote.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revanche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affirme avoir tout étudié. ___, aucune étude n'existe sur le terrain de l'aréna.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comité a raison sur la rapidité du vote, mais il se trompe sur les délais.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Certes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projet répond à un besoin réel ; ___ que la population n'a pas été consultée.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n'en reste pas moins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compte trois cent quarante-deux arbres ___ le promoteur en compte quatre-vingt-dix.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alors 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Concession vraie ou fausse concession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si la phrase accorde réellement quelque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votre point de vue, mais le projet est nécessaire.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vote a été pris trop vite : là-dessus, le comité a raison.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Certes il y a des érables, mais il faut loger les gens.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tout le respect que je vous dois, vous vous trompez.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vrai que l'évaluation n'a pas été publiée.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en discuter, mais la décision est prise.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Concession vraie ou fausse concession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votre point de vue, mais le projet est nécessaire.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fausse - rien n'est accordé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vote a été pris trop vite : là-dessus, le comité a 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vraie - le point est nommé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Certes il y a des érables, mais il faut loger les gens.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vraie - courte, mais précise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tout le respect que je vous dois, vous vous trompez.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fausse - une formule de politesse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vrai que l'évaluation n'a pas été publiée.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vraie - un fait accordé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en discuter, mais la décision est prise.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fausse - on ferme la discussion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sur le dossier du boisé, avec deux connecteurs différents.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bien que » et le subjonctif : soit, ait, puisse, fasse.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or », qui renverse ce que la phrase précédente affirmait.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Deux versions, et la mienne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