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charnière du bloc A. Annoncer le programme en une phrase : aujourd'hui on apprend à classer, et tout le reste du module s'appuie là-dessus, jusqu'à la lettre au journal.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celui qui rend une lettre publiable. Le rappeler à chaque fois qu'un élève mélange les trois à l'oral.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chercher trois minutes. La plupart des élèves voient la quatrième et ratent l'écart entre la première et la deuxième. C'est précisément l'écart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l'énoncé central du module. L'écrire au tableau et l'y laisser jusqu'à la séance E2.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nouvelle pour presque tout le groupe. Faire chercher un « aurait » dans le reportage du bloc B avant de conclure : il y en a un, et il n'a pas de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à haute voix la différence entre la première et la deuxième ligne : c'est un mot ajouté, et il change tout ce que la phrase engage.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la marque à chaque fois : le nombre, l'adjectif, le « selon ». La septième est celle qui sépare le groupe en deux : le conditionnel n'a pas de source, donc personne ne répond de la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nuance la plus difficile de la séance, et la plus utile : elle empêche de traiter de menteur quelqu'un qui a simplement une autre définition.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relire la même phrase avec les quatre verbes. Le groupe entend le jugement glisser dans le verbe sans qu'un mot de jugement soit 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toute réformulation défendable : le but est de nommer le statut, pas de retrouver la phrase du corrigé. La troisième est la plus instructive : « tout le monde sait » remplace l'argument qui manque, et il n'y a presque jamais rien derrière.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 et exigeant. Les trois phrases se relisent en cinq minutes au début de A4, et elles servent de matière première à la lettre du bloc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A3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Trois choses qu'on ne classe pas ensemble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vous a déjà appris à séparer le fait de l'opinion. C'est utile, et c'est insuffisant : la plus grande partie de ce que vous lisez n'est ni l'un ni l'autre.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Deux versions, et la mienne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 fait, une opinion et un propos rapporté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marques de chacun : un nombre, un adjectif de jugement, « selon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conditionnel journalistique et savoir ce qu'il vaut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51338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2161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séparer les trois dans son propre texte : ce que je sais, ce qu'on m'a dit, ce que j'en pense.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Ces quatre phrases disent-elles la même chose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Quatre-vingt-dix arbres seront abattus.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Selon le promoteur, quatre-vingt-dix arbres seront abattus.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Quatre-vingt-dix arbres seraient abattus.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Abattre quatre-vingt-dix arbres est excessif.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TROIS CATÉGORIES, ET NON DEUX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215896"/>
          </a:xfrm>
          <a:prstGeom prst="roundRect">
            <a:avLst>
              <a:gd name="adj" fmla="val 6602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392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Un fait se vérifie ailleurs. Une opinion s'argumente sans jamais se prouver. Un propos rapporté n'engage que celui qui l'a 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7155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9898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Selon le promoteur, quatre-vingt-dix arbres seront abattus » n'est pas l'information « quatre-vingt-dix arbres seront abattus ». C'est l'information « le promoteur dit quatre-vingt-dix ». Confondre les deux est l'erreur la plus fréquente, et la plus utilisée.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reconnaître chacun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A5335F"/>
                </a:solidFill>
                <a:latin typeface="Verdana"/>
              </a:rPr>
              <a:t>Le 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Quelqu'un d'autre, avec le même document, arriverait au même résultat : un procès-verbal, un cadastre, une date. Le signe : un nombre, un lieu, un verbe au passé composé.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A5335F"/>
                </a:solidFill>
                <a:latin typeface="Verdana"/>
              </a:rPr>
              <a:t>L'opinion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6938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porte une évaluation : trop, insuffisant, indécent, prioritaire. Le signe : un adjectif de jugement, « devrait », « il faut ». Deux personnes raisonnables peuvent ne pas s'accorder.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A5335F"/>
                </a:solidFill>
                <a:latin typeface="Verdana"/>
              </a:rPr>
              <a:t>Le propos rapporté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journaliste ne dit pas que c'est vrai : il dit que quelqu'un l'a dit. Le signe : selon, d'après, affirme, soutient, déclare. Ça vaut exactement ce que vaut la source nommée.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5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A5335F"/>
                </a:solidFill>
                <a:latin typeface="Verdana"/>
              </a:rPr>
              <a:t>Le conditionnel journalistique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86808"/>
            <a:ext cx="4806543" cy="1119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« Le terrain aurait été évalué à deux millions. » Ni doute, ni politesse : on nous l'a dit, nous ne l'avons pas vérifié. C'est un propos rapporté sans source nommée, le plus fragile de tous.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information, quatre statuts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306824"/>
          </a:xfrm>
          <a:prstGeom prst="roundRect">
            <a:avLst>
              <a:gd name="adj" fmla="val 33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VAUT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Quatre-vingt-dix arbres seront abattus.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donné comme un fait, et il ne l'est pas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Selon le promoteur, quatre-vingt-dix arbres...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propos rapporté, source nommée : correct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4251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379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Quatre-vingt-dix arbres seraient abattus.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379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conditionnel : source non nommée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5093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5221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Abattre quatre-vingt-dix arbres est excessif.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5221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opinion, assumée comme telle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Fait, opinion ou propos rapporté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Classez chaque phrase dans l'une des trois catégories.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règlement 1204 a été adopté lundi à vingt-deux heures cinquante.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Céder un terrain public pour un dollar est indécent.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le service de l'urbanisme, le rezonage prendrait vingt et un mois.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boisé couvre onze hectares appartenant à la Ville.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affirme avoir compté trois cent quarante-deux arbres.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Quarante-cinq logements, c'est nettement insuffisant pour cette ville.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terrain aurait été évalué à un peu plus de deux millions.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devrait toujours publier une évaluation avant un vote.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Fait, opinion ou propos rapporté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règlement 1204 a été adopté lundi à vingt-deux heures cinquante.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Céder un terrain public pour un dollar est indécent.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opinion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Selon le service de l'urbanisme, le rezonage prendrait vingt et un mois.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rapporté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boisé couvre onze hectares appartenant à la Ville.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comité affirme avoir compté trois cent quarante-deux arbres.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rapporté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Quarante-cinq logements, c'est nettement insuffisant pour cette ville.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opinion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terrain aurait été évalué à un peu plus de deux millions.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rapporté - sans source nommée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devrait toujours publier une évaluation avant un vote.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opinion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UN FAIT PEUT ÊTRE FAUX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169413"/>
          </a:xfrm>
          <a:prstGeom prst="roundRect">
            <a:avLst>
              <a:gd name="adj" fmla="val 6743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3464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700" b="1" i="0">
                <a:solidFill>
                  <a:srgbClr val="17181A"/>
                </a:solidFill>
                <a:latin typeface="Verdana"/>
              </a:rPr>
              <a:t>C'est alors un fait erroné, pas une opinion. Ce qui en fait un fait, c'est qu'il soit vérifiable — pas qu'il soit vrai.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669029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943349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comité compte trois cent quarante-deux arbres, le promoteur en compte quatre-vingt-dix. Les deux comptages sont des faits. L'un des deux est peut-être erroné, et il se peut aussi que les deux soient exacts : ils ne comptent pas la même chose. À partir de quel diamètre un jeune arbre est-il un arbre 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écrire « le comité prétend avoir compté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écrire « le comité dit avoir compté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Ces verbes rapportent tous les deux, mais « prétendre » suppose un mensonge, comme « admettre » suppose une faute et « reconnaître » suppose qu'on résistait. Une rédaction rigoureuse s'en tient aux neutres : dit, affirme, déclare. Dans votre lettre, un seul de ces verbes suffit à vous faire écarter.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PRATIQUE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Réécrire honnêtement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phrase présente une opinion ou une rumeur comme un fait. Réécrivez-la correctement.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4561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962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terrain vaut deux millions.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45307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512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152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00755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projet est mauvais.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50920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568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7208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06368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Tout le monde sait que la Ville a caché l'évaluation.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56532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958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98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11980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rezonage prend vingt et un mois.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28844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3476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9877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84292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comité prétend avoir compté 342 arbres.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Réécrire honnêtement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4561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962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terrain vaut deux millions.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Le terrain aurait été évalué à deux millions - à vérifier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45307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512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152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00755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projet est mauvais.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Je pense que le projet est mauvais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50920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568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7208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06368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Tout le monde sait que la Ville a caché l'évaluation.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L'évaluation n'a pas été publiée - fait vérifiable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56532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958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98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411980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rezonage prend vingt et un mois.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Selon le service de l'urbanisme, le rezonage prendrait vingt et un mois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28844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3476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39877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384292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Le comité prétend avoir compté 342 arbres.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Le comité dit avoir compté 342 arbres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Deux versions, et la mienne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sur le dossier du boisé : une de chaque catégorie.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fait avec son chiffre, une opinion annoncée comme telle, un propos rapporté avec sa source.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Aucune des trois ne doit dépasser une ligne.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Deux versions, et la mienne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