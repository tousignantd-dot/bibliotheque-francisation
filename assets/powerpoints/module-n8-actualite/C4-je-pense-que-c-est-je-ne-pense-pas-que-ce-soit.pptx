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C, et la plus dense. La couper en deux moitiés nettes avec une pause : les déclencheurs d'abord, les formes irrégulières ensuite. Ne pas mélanger.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oublie. Un texte truffé de subjonctifs inutiles se lit aussi mal qu'un texte qui n'en a aucun.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le plus utile de la séance et il tient en une observation. Laisser le groupe formuler la règle avant de la donner : quand j'affirme ce que je pense, je le pose comme réel, donc indicatif ; quand je le nie, je ne le pose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Y ramener chaque item de la pratique plutôt que de faire réciter une liste de déclencheurs : la liste s'oublie, la règle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par carte sur le dossier du boisé. La quatrième carte reprend le « bien que » de C3 : le faire remarquer, c'est le même savoir vu par l'autre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six verbes couvrent la grande majorité des cas réels d'un débat. Faire noter la dernière ligne : c'est la fabrique du subjonctif régulier, et elle dispense d'apprendre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déclencheur à voix haute avant de répondre : « je ne pense pas que », donc opinion niée, donc subjonctif. C'est le raisonnement qu'on veut installer, pas la bonne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item mérite un arrêt : « je crains qu'il ne vienne » veut dire qu'il vient, et que c'est ce que je crains. Ce « ne » est explétif, il ne nie rien, et on peut l'omettre à l'oral. Le dernier item est l'exception que tout le monde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moitiés comptent autant. Un élève qui sort de cette séance en subjonctivant tout n'a pas mieux appris que celui qui n'en met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Devoir, et c'est l'entrée du bloc D. Ces trois phrases sont exactement la matière d'une intervention à la tribune : une position, une réserve, une demande précise. Les faire garder, on les reprend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pense que c'est, je ne pense pas que ce soit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subjonctif dit que ce qui suit n'est pas posé comme réel : souhaité, craint, apprécié, douteux. L'indicatif dit l'inverse. Tous les cas particuliers découlent de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la règle unique derrière tous les cas du subjonctif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basculer un verbe d'opinion en le niant ou en le questionnant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sentiment ou une appréciation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l'indicatif après les tournures de certitude.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qui change entre ces deux phrases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pense que le projet est bon.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ne pense pas que le projet soit bon.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seul mot a été ajouté. Pourquoi le verbe change-t-il aussi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Croyez-vous que ce soit suffisant ? » — même mécanisme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SUBJONCTIF DIT CE QUI N'EST PAS POSÉ COMME RÉEL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308860"/>
          </a:xfrm>
          <a:prstGeom prst="roundRect">
            <a:avLst>
              <a:gd name="adj" fmla="val 6336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Souhaité, craint, apprécié, douteux, ou seulement envisagé. L'indicatif dit ce qui est posé comme un fait, même s'il est faux.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08476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082796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pour cette raison que « je pense que » prend l'indicatif : j'affirme. Le test à appliquer devant chaque tournure impersonnelle : est-ce que je pose ce fait comme réel ? « Il est certain que » : oui, indicatif. « Il est souhaitable que » : non, subjonctif.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déclencheurs, dans l'ordre d'utilité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verbes d'opinion, niés ou questionnés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que le projet est bon. Je ne pense pas que le projet soit bon. Croyez-vous que ce soit suffisant ? Même chose pour croire, trouver, être sûr, être certain, il me semble.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verbes de sentiment, toujours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craindre que · regretter que · s'étonner que · être content que · trouver dommage que. « Je regrette que l'évaluation n'ait pas été publiée. » Ce qui suit n'est pas donné comme un fait : il est donné comme ce qui me touche.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tournures d'appréciation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· il est important que · il vaut mieux que · il est regrettable que. Mais il est évident que, il est certain que et il paraît que demandent l'indicatif : ils posent un fait.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connecteurs qui l'imposent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· quoique · pour que · afin que · à moins que · avant que · sans que · pourvu que. Il n'y a rien à décider, seulement à retenir. « Pour que chacun puisse se prononcer.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Les formes irrégulières qui couvrent presque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INFINITIF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SUBJONCTIF PRÉSENT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sois · qu'il soit · que nous soyons · qu'ils soient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j'aie · qu'il ait · que nous ayons · qu'ils aient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j'aille · que nous allions · qu'ils aillent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fasse · que nous fassions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puisse · que nous puissions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savoir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je sache · que nous sachions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les verbes réguliers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sur la 3e personne du pluriel : ils publient, que je publie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entre parenthèses au mode que le début de phrase commande.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pense pas que ce projet (être) ___ la seule 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que le taux d'inoccupation (être) ___ le vrai problème.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la Ville (publier) ___ l'évaluation.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évident que la population (vouloir) ___ des logements.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regrette que le conseil (prendre) ___ sa décision aussi vite.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comité (avoir) ___ raison, je signerai contre lui.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demandons un report pour que chacun (pouvoir) ___ se prononcer.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certain que le financement (expirer) ___ en mars.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pense pas que ce projet (être) ___ la seule solution.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 - opinion niée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que le taux d'inoccupation (être) ___ le vrai problème.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- opinion affirmée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la Ville (publier) ___ l'évaluation.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publie - appréciation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évident que la population (vouloir) ___ des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veut - certitude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regrette que le conseil (prendre) ___ sa décision aussi vite.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prenne - sentiment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comité (avoir) ___ raison, je signerai contre lui.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 - bien que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demandons un report pour que chacun (pouvoir) ___ se prononcer.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puisse - but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certain que le financement (expirer) ___ en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expire - certitude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cas plus fins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 Regardez d'abord ce qui précède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crains que ce débat ne (finir) ___ devant les tribunaux.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moins que la Ville ne (faire) ___ un geste, le registre passera.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Croyez-vous que trente jours de plus (changer) ___ quelque chose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vaut mieux que nous (aller) ___ à l'assemblée avant de signer.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Après qu'il (avoir) ___ parlé, la salle s'est vidée.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cas plus fins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crains que ce débat ne (finir) ___ devant les tribunaux.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finisse - le ne n'est pas une négation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moins que la Ville ne (faire) ___ un geste, le registre passera.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fasse - à moins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Croyez-vous que trente jours de plus (changer) ___ quelque chose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changent -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vaut mieux que nous (aller) ___ à l'assemblée avant de signer.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allions - appréciation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Après qu'il (avoir) ___ parlé, la salle s'est vidée.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 parlé - indicatif, l'action a eu lieu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crois pas que c'est vrai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crois pas que ce soit vrai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négation d'un verbe d'opinion entraîne le subjonctif. C'est la construction la plus fréquente d'une discussion, donc la faute la plus souvent entendue. À l'inverse, ne mettez pas du subjonctif partout par prudence : quand vous affirmez, affirmez. L'indicatif est la forme normale du français.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: votre position sur le boisé, un doute, une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doute avec un verbe d'opinion nié : je ne pense pas que...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demande avec une appréciation : il est important que la Ville...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