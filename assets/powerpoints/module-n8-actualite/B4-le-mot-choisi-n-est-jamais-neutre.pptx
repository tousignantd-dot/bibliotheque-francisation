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et de lecture critique, dernière du bloc B. Commencer par relire deux billets de B3 : les questions relevées montrent déjà que le groupe lit autrement qu'au début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premiers objectifs préparent la lettre du défi 3 ; le quatrième ferme le défi 1 et ouvre le défi 2, où l'on discutera une thèse plutôt que des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est la seule vérifiable, et c'est la plus ennuyeuse des trois. Le faire remarquer : c'est un bon signe, et c'est la désignation à employer dans une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Les deux derniers désignent les deux moitiés du même terrain : c'est déjà toute la leçon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trois désignations du même objet par le groupe, sur autre chose que le boisé : un stationnement, une école fermée, une piste cyclable. Le procédé se voit mieux sur un objet sans enjeu.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classer les six en deux colonnes, pour le projet et contre : le groupe y arrive sans connaître le dossier, ce qui prouve que le mot travaille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Défaut très fréquent dans les premières lettres. La personne qu'on veut atteindre est celle qui hésite, et elle repère le vocabulaire militant en trois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ajouter à chaque réponse : est-ce que cette source est désintéressée sur ce point-là ? Aucune des trois ne l'est, et ce n'est pas une raison de rejeter le renseignement.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versions à voix haute, l'une après l'autre. La version vérifiable est moins satisfaisante à dire et beaucoup plus difficile à contredire : c'est le marché qu'on propose aux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Devoir, et entrée directe dans le bloc C : la phrase demandée est la thèse, et le moment repéré est la concession. Les deux se nommeront en C1 ; ici, on les fait seulement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B4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mot choisi n'est jamais neutre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journaux peuvent écrire sur les mêmes onze hectares sans employer un seul mot commun. Le lecteur croit avoir lu un fait : il a lu un choix de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plusieurs façons de nommer une même chose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chaque désignation fait entendre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une désignation vérifiable quand on écrit soi-même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rattacher chaque renseignement du reportage à sa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Trois hectares de gravier, ou l'ancienne cour de voirie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emblai-voir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terrain vague à l'abandon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l'ancienne cour de voirie de la Ville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terrain municipal du lot 3 214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trois pourriez-vous aller vérifier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du défi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357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parti pris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2761" y="2121408"/>
            <a:ext cx="82162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pencher d'un côté avant même d'examiner la question.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8357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2761" y="3106674"/>
            <a:ext cx="82162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ou le document d'où vient un renseignement rapporté.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8357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boisé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2761" y="4091939"/>
            <a:ext cx="82162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petit terrain couvert d'arbres, souvent en ville ou juste à côté.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8357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remblai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2761" y="5077205"/>
            <a:ext cx="82162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terrain rempli de terre et de gravier rapportés, où presque rien ne pousse.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familles de désignations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mot neutre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municipal du lot 3 214. Onze hectares, dont quatre boisés. Administratif, ennuyeux, et vérifiable. Employez-le au moins une fois dans une lettre : cela montre que vous connaissez le dossier et pas seulement votre camp.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mot qui grossit ou qui rapetisse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 bradé un bien public. Le conseil a régularisé la situation d'un lot. Le conseil a cédé un terrain pour un dollar. Les trois se défendent ; un seul se vérifie.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mot qui contient déjà la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saccage. Un enterrement. Un cadeau au promoteur. Il conclut à la place du lecteur, et c'est ce qui rend une lettre attaquable. Gardez-en un, au plus, et placez-le à la fin.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Huit façons de nommer les mêmes onze hectares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12336"/>
          </a:xfrm>
          <a:prstGeom prst="roundRect">
            <a:avLst>
              <a:gd name="adj" fmla="val 34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DÉSIGNATION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 ENTENDRE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boisé Sainte-Perpétue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lieu qui a un nom, donc une histoire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terrain municipal sous-utilisé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ressource qui dort et qu'on gaspille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un actif de la Ville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bien qui s'évalue en dollars, donc qui se vend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poumon vert du quartier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organe vital dont la perte serait une atteinte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5598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68782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l'ancienne cour de voirie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68782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endroit déjà abîmé, qu'on ne perdrait pas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0657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19379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futur quartier Sainte-Perpétue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19379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chose déjà faite, dont il reste à fixer la 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reprendre le mot de l'adversaire pour le contester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remplacer sans le commenter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Écrire « ce n'est pas un terrain vague » installe quand même l'image du terrain vague dans la tête du lecteur, qui la gardera. Écrivez « le boisé », donnez le nombre d'arbres, et laissez l'autre mot de côté. Un texte qui n'emploie que le vocabulaire d'un camp ne convainc que ce camp.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vient ce qu'on vous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Ville, le comité, ou le promoteur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rezonage du terrain de l'aréna prendrait vingt et un mois.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cent quarante-deux arbres ont été dénombrés.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Quatre-vingt-dix arbres seront abattus, replantés à deux pour 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coûtait onze mille dollars par année en entretien.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financement du projet expire en mars.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vote a été pris à vingt-deux heures cinquante devant onze personnes.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vient ce qu'on vous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rezonage du terrain de l'aréna prendrait vingt et un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Ville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cent quarante-deux arbres ont été dénombrés.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Quatre-vingt-dix arbres seront abattus, replantés à deux pour 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promoteur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coûtait onze mille dollars par année en entretien.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Ville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financement du projet expire en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promoteur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vote a été pris à vingt-deux heures cinquante devant onze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comité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de façon vérifiable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Remplacez le mot chargé par ce qu'on peut aller vérifier.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conseil a bradé le boisé.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saccage.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cadeau au promoteur.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qu'un terrain vague.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de façon vérifiable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conseil a bradé le boisé.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conseil a cédé le terrain pour un dollar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saccage.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quatre-vingt-dix arbres au moins seront abattus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cadeau au promoteur.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cession pour un dollar, contre quarante-cinq logements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qu'un terrain vague.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hectares de remblai, quatre hectares d'érables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la chronique de Grégoire Ferland avant la prochaine séance, et notez en une phrase ce qu'il pense.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et sans les mots « intéressant » ni « bizarre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le moment où il donne raison au comité.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