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D. Dire d'emblée que la séance ne porte pas sur qui a raison dans le dossier du boisé : elle porte sur la façon de répondre. Les deux camps du dialogue sont défendables, et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difficile et le plus utile : il sera rejoué en E1, où l'assistant tend une rumeur au moins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venir « je ne saurais pas quoi dire ». C'est exactement ce que la séance outille : on ne s'organise pas en direct, on s'organise avant. La dernière question annonce la règle du mot de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l'ordre : le chiffre, la demande, la raison. Et surtout la phrase « je ne viens demander à personne de signer » — Régine désamorce l'objection avant qu'on la lui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personnes qui ne mentent ni l'une ni l'autre. Le faire dire au groupe : le désaccord porte sur ce qu'un délai signifie, pas sur un fait. C'est la matière de tout le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position annoncée en une phrase, avant toute explication : c'est le modèle de la production orale de E1. Faire remarquer le « certes… mais » — la concession vient avant l'argument,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sommet du dialogue. Mirela rectifie sans contredire — elle accepte le mot « public » et déplace la discussion sur « petit ». Puis elle termine par une demande, et son adversaire l'appuie. Faire mesurer ce que la précision a obtenu en deux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concéder puis se taire est une défaite ; la seconde phrase est obligatoire. Et on ne rectifie jamais une opinion, seulement un fait vérifiable.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t3repli du module. Faire nommer, pour chaque « concéder », la phrase qui devrait suivre : sans elle, la concession est une reddition.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cas particulier de la séance. Faire apprendre la bonne réponse mot pour mot : en direct, on n'invente pas. L'assistant du jeu de rôle, en E1, la tendra à chacun au moins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phrases obligatoires : la concession, puis l'avancée. Faire dire les réponses debout, à voix haute, en gardant le ton bas. Celui qui monte le ton perd, à la radio comme en assemblée.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 dialogue 4 : la demande précise a obtenu en deux phrases ce que trois semaines d'indignation n'avaient pas obtenu.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à relire à voix haute au début de D2. Ces deux phrases serviront telles quelles au jeu de rôle de E1 et à la lettre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minutes d'antenne, et quelqu'un qui vous contredit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défi 3 ne travaille plus la lecture : il travaille le désaccord tenu à voix haute. Concéder, rectifier, esquiver — et l'auditoire entend toujours laquelle des trois vous avez choisie.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tribune téléphonique à quatre voix et dire qui demande quoi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que fait une réponse : concéder, rectifier ou esquiver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un point exact, puis avancer le sien dans la phrase suivante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refuser une rumeur qu'on vous tend, sans se fâcher et sans la répéter.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vous ferait appeler une radio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icro-all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entendu une tribune téléphonique, ici ou ailleurs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retiendrait d'appeler : la langue, le sujet, le direct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minutes d'antenne : par quoi commenceriez-vous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retient d'un appel, une heure plus tard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comité demande, et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6201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4705" y="2322576"/>
            <a:ext cx="848142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Neuf heures cinq, la ligne est ouverte. Madame Sauvé, vous avez deux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RÉGINE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4705" y="2982976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cent douze signatures promises sur sept cent quatre-vingt-douze, et six jours. Je ne viens demander à personne de signer.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27703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92295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RÉGINE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4705" y="3892295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viens demander à la Ville de reporter le registre de trente jours et de publier l'évaluation du terrain.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370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801615"/>
            <a:ext cx="166201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4705" y="4801615"/>
            <a:ext cx="848142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trente jours changeraient quelque chose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9742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462015"/>
            <a:ext cx="166201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RÉGINE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4705" y="5462015"/>
            <a:ext cx="848142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Parce que la moitié des gens que je rencontre ne savent pas ce qu'est un registre. Ce n'est pas de l'opposition, c'est de l'ignorance.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L'éditorialiste répond, et le désaccord est 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725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5253" y="1901952"/>
            <a:ext cx="86708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Sauvé demande trente jours et elle sait très bien que le financement du promoteur expire en mars.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7256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5253" y="2989072"/>
            <a:ext cx="86708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jours, ici, ça veut dire non. Qu'on le dise franchement.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725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5253" y="3738371"/>
            <a:ext cx="86708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dis franchement : si le projet ne survit pas à trente jours de discussion publique, c'est qu'il ne tenait pas debout.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7256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5253" y="4825491"/>
            <a:ext cx="867087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 c'est qu'un financement ne se met pas en attente parce qu'une ville a besoin de réfléchir. Ce n'est pas une manœuvre, c'est un calendrier bancaire.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appel qu'on n'attendait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620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MIRELA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4705" y="1901952"/>
            <a:ext cx="84814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Mirela Petrescu, rue des Cèdres. Je suis pour le projet, et je vais quand même signer le registre.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6201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4705" y="2989072"/>
            <a:ext cx="848142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Là, il faut expliquer, parce que ça a l'air contradictoire.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620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MIRELA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4705" y="3738371"/>
            <a:ext cx="84814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Certes le logement manque, et je le vois tous les jours : trois de mes collègues ont déménagé faute de trouver ici.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6620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MIRELA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4705" y="4825491"/>
            <a:ext cx="84814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je suis arrivée dans un pays où on votait sur des questions déjà réglées, et j'ai appris à me méfier de 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Rectifier, puis demander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62017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4705" y="1901952"/>
            <a:ext cx="8481421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Madame, personne ici n'a rien réglé d'avance. Il y a eu un vote public.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5110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5692"/>
            <a:ext cx="166201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MIRELA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4705" y="2615692"/>
            <a:ext cx="848142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eu un vote public à vingt-deux heures cinquante devant onze personnes, monsieur. Je ne dis pas qu'il est illégal, je dis qu'il est petit.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6709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31691"/>
            <a:ext cx="1662017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GRÉGOIRE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4705" y="3631691"/>
            <a:ext cx="8481421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que vous demandez, concrètement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8083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345431"/>
            <a:ext cx="166201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MIRELA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4705" y="4345431"/>
            <a:ext cx="848142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l'évaluation soit publiée avant l'ouverture du registre, et que la Ville dise par écrit pourquoi le terrain de l'aréna a été écarté.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9683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361431"/>
            <a:ext cx="1662017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WILFRID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4705" y="5361431"/>
            <a:ext cx="8481421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Ça, je peux le soutenir. Publier une évaluation ne coûte rien à personne.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Trois réponses possibles quand on vous contredit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Concéder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reconnaître le point exact où l'autre a raison, puis avancer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Rectifier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corriger un fait faux, calmement, en donnant la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Esquiver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changer de sujet, ou attaquer la personne — cela s'entend toujours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Rectifier ce qui est faux et vérifiable, concéder ce qui est juste, et ne jamais esquiver.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Concéder, rectifier ou esquiver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avez raison sur la rapidité du vote. Cela ne change rien au besoin de logements.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délai de vingt et un mois est une estimation du service, pas une règle de loi.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Et vous, où étiez-vous quand on a fermé l'usine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9805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6206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terrain n'a pas été vendu : il a été cédé pour un dollar.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858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498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suis pas ici pour parler de ça.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Tout le monde sait très bien pourquoi ce terrain-là a été choisi.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avez raison sur la rapidité du vote. Cela ne change rien au besoin de logements.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concéder - et la suite arrive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délai de vingt et un mois est une estimation du service, pas une règle de loi.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rectifier - avec la nature de la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Et vous, où étiez-vous quand on a fermé l'usine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esquiver - en attaquant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9805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6206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terrain n'a pas été vendu : il a été cédé pour un dollar.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rectifier - un fait vérifiable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8886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8589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4989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4431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suis pas ici pour parler de ça.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esquiver - en ayant l'air de recadrer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076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17372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237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232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Tout le monde sait très bien pourquoi ce terrain-là a été choisi.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esquiver - et insinuer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rumeur qu'on vous 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qu'on vous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On dit que le promoteur serait un ami du maire. » Personne ne l'affirme : on vous la tend pour que vous la repreniez.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mauvaise réponse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Ça, je ne peux pas le confirmer. » Elle a l'air prudente et elle ne l'est pas : elle laisse la rumeur exister, et vous en devenez la deuxième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bonne réponse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n'en sais rien, et ce n'est pas mon argument. » Vous refusez la rumeur et vous ramenez la discussion sur votre terrain, en une phrase.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Pourquoi ça compte ici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Vos meilleurs arguments sont vérifiables. Une seule rumeur reprise les rend tous suspects, et c'est ce que cherche celui qui vous la tend.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Concédez, puis avancez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de concession, une phrase d'argument.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comité veut simplement bloquer le projet.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Quarante-cinq logements abordables, c'est énorme pour la ville.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vote était parfaitement légal.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Vous n'êtes pas experte en évaluation foncière.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Concédez, puis avancez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comité veut simplement bloquer le projet.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C'est vrai que nous demandons un délai. Nous demandons aussi une évaluation, et elle ne bloque rien.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Quarante-cinq logements abordables, c'est énorme pour la ville.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Certes, et je ne le conteste pas. Mais rien n'oblige la Ville à les obtenir en une soirée.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Le vote était parfaitement légal.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l'était, oui. Il a été pris devant onze personnes, et c'est autre chose.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Vous n'êtes pas experte en évaluation foncière.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Non, et c'est pour ça que je demande celle de la Ville.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terminer sur ce qu'on dénonce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terminer sur ce qu'on demande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dernière phrase est souvent la seule que l'auditoire retiendra. « C'est inacceptable » ne se répond pas et ne s'accorde pas. « Publiez l'évaluation avant mardi » se répond par oui ou par non — et un oui en ondes est un engagement public. C'est exactement ce que Mirela obtient de Wilfrid.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concession et votre demande, deux phrases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concession nomme le point exact : « vous avez raison sur…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demande s'adresse à quelqu'un qui peut agir, et porte une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