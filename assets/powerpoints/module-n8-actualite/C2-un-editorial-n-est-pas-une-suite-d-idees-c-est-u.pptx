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Distribuer l'éditorial sur papier : le texte se travaille au crayon, pas à l'écran. Chaque élève découpe son exemplaire en pièces au fil de la séance ; l'exercice interactif reprendra le même geste en cliquant dans le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est une méthode de lecture, pas une notion : le faire essayer tout de suite, avant même la première lecture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l'appel d'abord, la thèse ensuite. L'ordre est délibéré : l'appel révèle le but du texte, et donc comment lire tout le reste. Ici, l'appel demande d'aller à l'assemblée plutôt que de signer.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thèse se trouve presque toujours à la fin du premier paragraphe ou au début du deuxième. Faire vérifier sur l'éditorial distribué.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surligner les quatre passages dans l'exemplaire papier, par groupes de deux, en dix minutes. Les couleurs importent peu ; ce qui compte est de pouvoir nommer la fonction de chaque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aussi le plan que l'élève suivra pour écrire sa lettre au bloc E : on apprend d'abord à démonter. Ne pas le dire tout de suite, mais y revenir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repérage : la réponse est le passage du texte, pas une reformulation. C'est exactement ce que fait l'exercice interactif `t2edito`, où l'élève arme une question puis clique le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faiblesses sont celles de la mini-leçon : l'argument d'évidence, l'attaque de la personne et la fausse alternative. Insister sur la dernière : cherchez toujours la troisième voie, elle existe presque toujours et souvent elle a été écartée sans étude.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geste que la lettre du bloc E demandera. Le nommer ici pour que l'élève lise déjà en cherchant l'endroit où il répondrait.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Devoir. Un texte sans thèse repérable existe vraiment, et le constater vaut l'exercice : c'est souvent un texte qui n'a rien à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éditorial n'est pas une suite d'idées, c'est un bâtiment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Sept pièces, toujours les mêmes : accroche, thèse, arguments, concession, réfutation, objection anticipée, conclusion et appel. Qui les connaît lit trois fois plus vite et répond beaucoup mieux.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Deux versions, et la mienne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sept pièces d'un texte d'opinion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thèse et vérifier qu'on peut en être en désaccord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la concession et la réfutation qui la suit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l'appel en premier, pour savoir ce que l'auteur veut obtenir.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Par quoi commence-t-on la lecture d'un texte d'opinion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hotel-de-v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le début, comme un roman ? Par le titre ? Par la fin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demande la dernière phrase de cet éditorial, et à qui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Maintenant, cherchez la thèse. Est-elle plus facile à trouver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l'auteur voulait obtenir en écrivant ce texte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THÈSE EST UNE PHRASE AVEC LAQUELLE ON PEUT ÊTRE EN DÉSACCORD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conseil a eu raison d'autoriser la cession du boisé, et il fallait le faire maintenant.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test, et il est imparable : une phrase que personne ne pourrait contester n'est pas une thèse, c'est un constat. Notez aussi ce que la thèse contient en plus de l'idée — ici, le mot « maintenant » ajoute l'urgence, qui devra être défendue séparément.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pièces à reconnaître dans ce texte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L'accroche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Trois logements libres sur mille. » Un chiffre brutal qui donne envie de lire, et qui ne démontre rien. On peut la retirer sans rien perdre au raisonnement : c'est à cela qu'on la reconnaît.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concession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est vrai que le conseil a voté quatre jours après avoir reçu l'évaluation. » L'auteur donne raison à l'autre camp sur un point réel. Elle désarme l'objection avant qu'on la pose.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réfutation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Mais aucune de ces deux maladresses ne rend le projet moins nécessaire. » Elle suit toujours la concession. Une concession sans réfutation est un abandon ; une réfutation sans concession est un cri.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L'objection anticipée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On nous dira que le terrain derrière l'aréna ferait aussi bien l'affaire. » L'auteur formule lui-même l'argument adverse — celui qu'il a choisi. C'est efficace et un peu déloyal.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pièces, dans l'ordre habituel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99204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PIÈCE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l'accroche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donne envie de lire, sans rien démontrer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thèse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l'idée à faire accepter, en une phrase discutable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les arguments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la soutient, idéalement des faits vérifiables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concession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donne raison à l'autre camp sur un 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réfutation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répond à la concession sans la nier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8813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0938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l'objection anticipée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0938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formule l'argument adverse pour y répondre d'avance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4041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53212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conclusion et l'appel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636" y="553212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résume, puis demande une action à quelqu'un de précis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passage remplit cette fonction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Retrouvez dans l'éditorial le passage qui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sert d'accroche, sans rien démontrer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énonce la thèse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argument repose sur un chiffre du marché du logement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argument répond d'avance à qui doute du promoteur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est la concession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est la réfutation qui la suit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est l'appel, adressé à quelqu'un de précis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passage remplit cette fonction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sert d'accroche, sans rien démontrer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 logements libres sur mille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énonce la thèse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conseil a eu raison, et il fallait le faire maintenant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argument repose sur un chiffre du marché du logement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taux de zéro virgule trois pour cent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argument répond d'avance à qui doute du promoteur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pénalité de deux millions au règlement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est la concession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vrai que le conseil a voté quatre jours après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est la réfutation qui la suit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mais cela ne rend pas le projet moins nécessaire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est l'appel, adressé à quelqu'un de précis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aux personnes qui hésitent : allez à l'assemblée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Argument solide ou argument faible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sur quoi chaque phrase s'appuie.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d'inoccupation est le plus bas jamais mesuré ici.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le monde sait qu'il faut construire.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logements sont inscrits au règlement avec une pénalité.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est composé de propriétaires aisés.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terrain coûtait onze mille dollars par année.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ce projet-là ou rien.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Argument solide ou argument faible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d'inoccupation est le plus bas jamais mesuré ici.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solide - un chiffre vérifiable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le monde sait qu'il faut construire.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faible - une évidence supposée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logements sont inscrits au règlement avec une pénalité.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solide - un document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est composé de propriétaires aisés.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faible - on vise la personne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terrain coûtait onze mille dollars par année.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solide - un montant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ce projet-là ou rien.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faible - une fausse alternative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Attaquer tout le texte à la fois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Viser la pièce faible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d'opinion se conteste par un seul endroit, et le meilleur est l'objection anticipée : montrez que l'objection réelle n'était pas celle à laquelle l'auteur a répondu. Contester les sept pièces en même temps donne une réponse confuse, que personne ne lit jusqu'au bout.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un texte d'opinion et découpez-le en pièces au crayon.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Marquez au moins la thèse, la concession et l'appel.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trouvez pas la thèse, écrivez-le : c'est un renseignement aussi.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Deux versions, et la mienne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