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Prévenir tout de suite que l'extrait est long et rapide : c'est voulu. La voix de Grégoire Ferland n'est pas ralentie, contrairement à celle des autres personnages du module — le débit d'une chronique de radio est précisément ce que la séance fait travailler. Ne pas s'en excuser auprès du groupe : l'annoncer comme l'objet du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surprend et il est le plus rentable : dans un texte préparé, une répétition n'est jamais un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celle qui ouvre la séance. Presque tout le monde prépare sa réplique et cesse d'entendre. Le dire sans reproche : c'est ce qui fait qu'on répond à côté dans les tribunes.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L'écrire aussi au tableau et la laisser pendant toute la séance : on y revient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Interdire la prise de notes à cette écoute-là. La position arrive en trente secondes, comme presque toujours dans une chronique d'opinion. Faire remarquer « je vous préviens tout de suite » et « trois raisons » : ce sont des charnières, elles annoncent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ou quatre chiffres suffisent. Un chiffre noté sans son unité ni ce qu'il mesure est pire que rien. Faire comparer les notes par deux : les écarts se voient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Vingt-deux heures cinquante » et « onze personnes » reviennent trois fois dans la chronique. Ce n'est pas une redite : c'est sa vraie question, qui est la procédure et non le boisé. Faire remarquer que sa conclusion n'est pas la répétition de sa thèse — il est pour le projet et il souhaite un référendum.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grille sert pour n'importe quel exposé long : un discours, une conférence, une réunion syndicale. La faire recopier au propre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Les deux derniers sont les plus intéressants : ils portent sur l'honnêteté du chroniqueur, pas sur les faits.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`t2trois` du module. Le classement compte moins que la justification : demander à quoi on reconnaît une concession. La réponse est qu'elle donne raison à l'autre camp, et qu'elle est suivie d'un « mais » ou de rien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au moment où les cahiers se remplissent, pas avant. Beaucoup d'élèves croient bien faire en transcrivant, et personne ne le leur a jamais dit autrement.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La question écrite en entier sert au bloc D, où l'on intervient à la tribune. Une question improvisée à l'antenne se perd ; une question écrite tient en vingt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Douze minutes, et personne pour vous attendre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chroniqueur de radio parle seul, vite, et ne reformule jamais. On ne suit pas un exposé en essayant de tout comprendre : on le suit en trois écoutes, avec une consigne différente chaque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exposé de douze minutes sans interlocuteur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position de l'auteur dans les trente premières secondes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trois ou quatre chiffres avec ce qu'ils recouvrent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est dit deux fois, et en tirer la vraie thèse.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Que retenez-vous de douze minutes de radio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tudio-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chiffres pouvez-vous retenir sans rien écrire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quand un mot vous échappe au milieu d'une phrase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Écoutez-vous pour comprendre, ou pour préparer votre réponse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moment décidez-vous si la personne est pour ou contre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ÉCOUTES, TROIS CONSIGNES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122931"/>
          </a:xfrm>
          <a:prstGeom prst="roundRect">
            <a:avLst>
              <a:gd name="adj" fmla="val 689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299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7181A"/>
                </a:solidFill>
                <a:latin typeface="Verdana"/>
              </a:rPr>
              <a:t>Première écoute : quelle est sa position ? Deuxième écoute : quels sont les chiffres ? Troisième écoute : qu'est-ce qui est dit deux fois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2254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89686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consigne par écoute. Celui qui cherche tout à la fois ne trouve rien et abandonne à la quatrième minute. Ce découpage est ce que le programme du niveau 8 appelle « suivre le déroulement d'exposés bien structurés » : ce n'est pas un truc, c'est un savoir-faire d'écoute.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 côté est-il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cherchez une seule chose, sa 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6201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4705" y="2322576"/>
            <a:ext cx="848142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chronique de la semaine. Elle sera longue, et je vous préviens tout de suite : je vais vous dire ce que je pense, ce qui n'est pas mon travail habituel.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66201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4705" y="3747515"/>
            <a:ext cx="848142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pour le projet du boisé Sainte-Perpétue. Voilà. Vous savez maintenant dans quel sens lire ce qui suit, et vous avez le droit de fermer la radio.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0786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5172456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4705" y="5172456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raisons. La première est un chiffre que personne ne conteste.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chiffres, et ce qu'ils recouvrent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notez les nombres, et ce à quoi chacun se rapporte.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6201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4705" y="2322576"/>
            <a:ext cx="848142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taux d'inoccupation des logements locatifs de la ville est de zéro virgule trois pour cent. Trois logements libres sur mille.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66201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4705" y="3303016"/>
            <a:ext cx="848142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quarante-cinq logements abordables sont écrits dans le règlement, avec une pénalité de deux millions si le promoteur ne les livre pas.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66201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4705" y="4283456"/>
            <a:ext cx="848142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Depuis quinze ans, chaque fois qu'on a proposé du logement dense ici, un comité s'est formé et le projet est mort. Cinq fois sur cinq.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66201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4705" y="5263895"/>
            <a:ext cx="848142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Ville a voté quatre jours après avoir reçu l'évaluation du terrain. Quatre jours.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revient, et ce qu'il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qu'est-ce qui est dit deux fois,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4705" y="2322576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Maintenant, la partie où je me contredis, parce qu'un chroniqueur qui ne se contredit jamais est un chroniqueur qui ne lit rien.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6730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231896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4705" y="3231896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ne vend pas un bien public en quatre jours, et surtout pas à vingt-deux heures cinquante devant onze personnes.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76623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41215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4705" y="4141215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souhaite, c'est que le registre atteigne son nombre. Je suis pour le projet et je souhaite qu'il y ait un référendum.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8594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50535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MIRELA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4705" y="5050535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dites que le projet est bon, mais vous voulez un référendum. Si le référendum le rejette, qu'est-ce que vous aurez gagné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79526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959855"/>
            <a:ext cx="166201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4705" y="5959855"/>
            <a:ext cx="848142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Excellente question, et je n'ai pas de bonne réponse. Je peux me tromper.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grille d'écoute en cinq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parle, et sur quel média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première écoute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position, en une phrase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deuxième écoute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ou quatre chiffres, avec leur unité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troisième écoute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revient, et la concession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après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question à poser, écrite en entier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chronique.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Grégoire Ferland annonce sa position dès le début.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contre le projet du boisé.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d'inoccupation est de zéro virgule trois pour cent.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quarante-cinq logements reposent sur une promesse verbale.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refuse de reconnaître le moindre point au comité.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souhaite que le registre atteigne son nombre.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admet qu'un référendum pourrait faire perdre les logements.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Mirela lui reproche de se contredire, et il le nie.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Grégoire Ferland annonce sa position dès le début.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contre le projet du boisé.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est pour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d'inoccupation est de zéro virgule trois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quarante-cinq logements reposent sur une promesse verbale.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ils sont au règlement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refuse de reconnaître le moindre point au comité.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lui donne raison deux fois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souhaite que le registre atteigne son nombre.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admet qu'un référendum pourrait faire perdre les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Mirela lui reproche de se contredire, et il le nie.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l'admet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affirme, il concède, il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 entendue, dites ce qu'elle fait dans le raisonnement.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d'inoccupation est de zéro virgule trois pour cent.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raison sur un point, et il a raison durement.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souhaite, c'est que le registre atteigne son nombre.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ne vend pas un bien public en quatre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 projets de logement dense sont morts en quinze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derrière l'aréna n'a jamais été étudié sérieusement.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le droit de m'appeler et de me dire que je me contredis.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affirme, il concède, il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d'inoccupation est de zéro virgule trois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affirme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raison sur un point, et il a raison durement.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concède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souhaite, c'est que le registre atteigne son nombre.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ne vend pas un bien public en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concède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 projets de logement dense sont morts en quinze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affirme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derrière l'aréna n'a jamais été étudié sérieusement.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concède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le droit de m'appeler et de me dire que je me contredis.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demande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 noter pendant les douze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Noter cinq choses seulement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Celui qui écrit tout n'écoute plus. Une page de notes pour douze minutes est le signe que l'écoute a échoué. Même règle pour un mot inconnu : s'arrêter dessus coûte le reste de l'exposé. On le note au vol dans la marge et on rattrape le fil.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une chronique ou un discours de dix minutes et notez cinq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position en une phrase, trois chiffres, et ce qui revient.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une seule question à poser, écrite en entier.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