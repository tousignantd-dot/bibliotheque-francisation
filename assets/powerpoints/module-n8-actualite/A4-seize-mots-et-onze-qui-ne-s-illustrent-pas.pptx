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Prévenir le groupe dès le début : cinq mots seulement ont une image dans le module, et ce n'est pas un oubli. Les onze autres ne se voient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prépare la lecture des deux articles du bloc B, qui sont abstraits d'un bout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Onze personnes dans la salle : c'est le chiffre à faire ressortir. Une ville de vingt-quatre mille habitants, un vote qui engage onze hectares, onze personnes présentes. Le groupe le remarque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 l'exercice d'association du module. Le dernier lieu est le plus important : c'est celui qui n'est nulle part dans la presse, parce qu'il n'était pas dans le communiqué de la Ville.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mots de A1. Les faire redire sans les définitions à l'écran : une semaine a passé, la reprise coûte deux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mots les plus abstraits du module, et les cinq qui servent le plus au bloc C. « Concession » est le mot pivot : le poser soigneusement, avec l'exemple du chroniqueur qui se contredit.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mots concrets, dont quatre portent une image dans le module. « Personne habile à voter » est une expression figée du droit municipal québécois : la faire répéter en entier, elle ne se découpe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leçon vaut au-delà du module : un mot abstrait se retient par un exemple, jamais par une image, et une image posée derrière lui montre le thème à sa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phrase entière une fois le mot trouvé. Les huit phrases sont réutilisables telles quelles dans la lettre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premières paires sont celles qui reviennent aux examens. Formule à faire retenir : l'éditorial engage le journal, la chronique n'engage que celui qui la 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ferme le bloc A et annonce le bloc B : le dire explicitement, pour que la séance suivante ne parte pas de zéro.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écrit court. La deuxième consigne est la vraie : elle fait chercher une absence, ce que personne ne fait spontanément. Les réponses ouvrent la séance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Seize mots, et onze qui ne s'illustrent 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vocabulaire de l'actualité est presque tout abstrait : une thèse, une concession, un parti pris. Il ne se retient pas en regardant une photo ; il se retient en s'en servant.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Deux versions, et la mienne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et employer les seize mots du module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six lieux du dossier et dire ce qui s'y passe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se photographie de ce qui ne se photographie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réemployer les mots du bloc A dans une phrase de son cru.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se décide ce dossier, concrètement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hotel-de-vi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ce bâtiment ? À quoi le voit-on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y entre un soir de séance du conseil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personnes étaient dans la salle, selon le module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Êtes-vous déjà entré dans un hôtel de ville au Québec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lieux, six moments du dossier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De grands érables en lisière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quatre hectares boisés que le comité veut garder. Des érables de soixante ans, et les toits d'un quartier juste derrière.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Du gravier plat, une clôture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trois hectares de remblai, sur l'ancienne cour de voirie. Plus rien n'y pousse : c'est le « terrain vague » du Courant.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 hôtel de ville en brique rouge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séance du conseil, un soir d'automne, devant onze personnes. C'est là aussi que le registre s'ouvrira, pour une journée.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 studio minuscule, un micro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chronique du mercredi et la tribune téléphonique de CIRC, la radio communautaire. Douze minutes d'antenne, une ligne ouverte.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 comptoir de retour de livres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Là où Mirela travaille, et où le dossier commence : une affiche oubliée et une question posée à une habituée.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 terrain vide derrière un aréna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second terrain municipal, déjà déboisé, déjà desservi. Il n'est dans aucun des deux articles.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VOCABULAIRE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genres et les médias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7027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9756" y="2121408"/>
            <a:ext cx="63492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texte où un journal dit lui-même ce qu'il pense d'une question.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7027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chronique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9756" y="2778252"/>
            <a:ext cx="63492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texte ou une capsule signés, où une même personne donne son avis chaque semaine.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7027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courrier des lecteurs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9756" y="3435096"/>
            <a:ext cx="63492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La page d'un journal où le public peut faire publier son opinion.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7027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communiqué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9756" y="4091939"/>
            <a:ext cx="63492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texte qu'un organisme envoie aux médias pour annoncer sa version d'une nouvelle.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7027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manchette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9756" y="4748784"/>
            <a:ext cx="63492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grand titre du haut de la page, celui qu'on lit même sans lire l'article.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7027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radio communautaire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9756" y="5405628"/>
            <a:ext cx="63492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petite station locale sans but lucratif, animée en partie par des bénévoles.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VOCABULAIRE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un texte d'opinion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48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parti pris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5670" y="2121408"/>
            <a:ext cx="780333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pencher d'un côté avant même d'examiner la question.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248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5670" y="2909620"/>
            <a:ext cx="780333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personne ou le document d'où vient un renseignement rapporté.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248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thèse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5670" y="3697833"/>
            <a:ext cx="780333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L'idée principale qu'un texte d'opinion veut faire accepter.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248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concession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5670" y="4486046"/>
            <a:ext cx="780333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moment où l'on reconnaît que l'autre a raison sur un point, avant de répondre.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2486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nuance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5670" y="5274259"/>
            <a:ext cx="780333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précision qui empêche de prendre une phrase pour plus large qu'elle n'est.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VOCABULAIRE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terrain et la procédure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boisé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petit terrain couvert d'arbres, souvent en ville ou juste à côté.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remblai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2909620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terrain rempli de terre et de gravier rapportés, où presque rien ne pousse.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assemblée de consultation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531" y="3697833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rencontre publique où une ville explique un projet et écoute les gens.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registre référendaire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531" y="4486046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cahier qu'on ouvre une journée pour compter ceux qui demandent un référendum.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personne habile à voter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9531" y="5274259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Quelqu'un qui a le droit de signer ou de voter dans une municipalité donnée.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onze mots n'ont pas de photo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SE PHOTOGRAPHIE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NE SE PHOTOGRAPHIE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boisé, un remblai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thèse, une concession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registre référendaire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parti pris, une nuance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assemblée de consultation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éditorial, une source, une manchette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mot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journaux ont travaillé à partir du même ___ de la Ville.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parlait d'un terrain vague ; l'article, lui, parlait d'érables.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de l'éditorial tient en une phrase : le logement passe avant le paysage.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___ est franche : il admet que le vote a été pris trop vite.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exigeait sept cent quatre-vingt-douze signatures.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ajoute une ___ : c'est une estimation du service, pas une règle de loi.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reportage cite deux ___ : le promoteur et le service de l'urbanisme.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envoyé sa lettre au ___ le lendemain de l'assemblée.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journaux ont travaillé à partir du même ___ de la Ville.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communiqué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parlait d'un terrain vague ; l'article, lui, parlait d'érables.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manchette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de l'éditorial tient en une phrase : le logement passe avant le paysage.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thèse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___ est franche : il admet que le vote a été pris trop vite.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concession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exigeait sept cent quatre-vingt-douze signatures.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registre référendaire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ajoute une ___ : c'est une estimation du service, pas une règle de loi.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nuance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reportage cite deux ___ : le promoteur et le service de l'urbanisme.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sources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envoyé sa lettre au ___ le lendemain de l'assemblée.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courrier des lecteurs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 qu'on confond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lequel des deux convient, et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journal appuie le projet dans son ___ de la semaine.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Ferland donne son avis chaque mercredi dans sa ___.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 hectares d'érables de soixante ans : un ___.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hectares de gravier où rien ne pousse : un ___.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explique, le public parle, rien ne se vote : une ___.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y écrit son nom pendant une journée : un ___.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 qu'on confond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journal appuie le projet dans son ___ de la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éditorial - c'est le journal qui parle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Ferland donne son avis chaque mercredi dans sa 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chronique - une personne signe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 hectares d'érables de soixante ans : un 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boisé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hectares de gravier où rien ne pousse : un 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remblai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explique, le public parle, rien ne se vote : une 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assemblée de consultation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y écrit son nom pendant une journée : un 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registre référendaire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MANQUE EST AUSSI UNE 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Un chiffre qu'on ne trouve nulle part, une évaluation non publiée, un terrain jamais étudié : l'absence se remarque et se 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porte du défi 1. Vous allez lire deux articles sur la même séance du conseil, et l'exercice ne sera pas de trouver qui ment : ce sera de relever ce que chacun a choisi de garder, et ce qu'il n'a mis nulle part.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Reprenez les deux comptes rendus que vous avez trouvés à la séance A1.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une phrase qui n'apparaît que dans l'un des deux.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une chose que vous auriez voulu y lire et qui n'y est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Deux versions, et la mienne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