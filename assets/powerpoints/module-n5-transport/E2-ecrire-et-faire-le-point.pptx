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module. Deux temps : la production écrite d'abord, le bilan ensuite. Garder trente minutes pleines pour l'écriture — c'est peu, et c'est déjà le minimum pour six à neuf phrases relues.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est une compétence d'écrit professionnel qui dépasse le module : un courriel se lit debout, sur un téléphone, en dix secondes. Ce qui n'est pas dans la première et la dernière phrase n'est pas lu.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relire les courriels reçus cette semaine par le groupe, s'il y en a : la règle se vérifie toute seule.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cinq éléments sont exactement les points de langue du module. Le courriel n'est pas un exercice de plus : c'est le lieu où tout se retrouve.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Très fréquent, et pas seulement chez les élèves. Le montrer sans moquerie : c'est une habitude de politesse, pas une faute de langue.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au brouillon, puis relire à deux avec la grille des cinq éléments avant de saisir dans l'activité interactive. La relecture par un pair trouve plus d'oublis que la relecture par soi-même.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chaque mot avec son article, sans le lire. Ceux qui ne viennent pas tout seuls sont ceux à revoir avec les cartes mémoire.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quatre mots qui manquent — la chaussée, un véhicule d'urgence, le covoiturage, un stationnement incitatif — se révisent avec les cartes mémoire de l'activité interactive.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remplir la colonne de droite par le groupe avant de l'afficher. Ce qu'ils nomment eux-mêmes est ce qui restera.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Dernier billet du module. Les ramasser et les relire au groupe à la séance suivante, sans nommer personne : c'est ce qui transforme le module en habitude.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Écrire, et faire le point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bretelle sera fermée toute la fin de semaine et les travaux se poursuivront lundi matin. Vous écrivez à votre équipe pour que personne ne se fasse prendre — puis vous faites le point sur les seize mots et sur ce que vous savez faire.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Ça bloque ce matin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courriel qui prévient d'une entrave à venir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une relative, un gérondif et deux futurs simples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mettre l'information la plus importante dans la première phrase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le point sur les seize mots du module.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LA PREMIÈRE PHRASE ET LA DERNIÈRE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première dit ce qui arrive. La dernière dit ce qu'il faut faire.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milieu donne les détails : la date, l'heure, le chemin de rechange. C'est utile, mais c'est ce qu'on lit en dernier.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 COURRIEL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qu'il doit contenir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ÉLÉMENT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relative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la bretelle qui mène à la 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durée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pendant toute la fin de semaine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 futurs simples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sera fermée, se poursuivront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gérondif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en sortant à Marcel-Laurin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consigne finale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partez quinze minutes plus tôt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ÉCRIRE UN COURRIEL QUI COMMENCE PAR DES EXCUSES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Bonjour, désolée de vous déranger avec ça, je ne sais pas si c'est utile…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7181A"/>
                </a:solidFill>
                <a:latin typeface="Verdana"/>
              </a:rPr>
              <a:t>Bonjour à tous, la bretelle vers la 40 ouest sera fermée en fin de semaine.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information utile n'a pas à s'excuser d'exister. Les excuses poussent l'information vers le bas, là où personne ne la lit.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votre courriel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Six à neuf phrases, avec « vous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Objet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Phrase 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Phrases 2-3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Phrases 4-5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Phrase 6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Dernière phrase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votre courriel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Objet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Travaux sur la 15 : partez plus tôt lundi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Phrase 1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 qui arrive, en une ligne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Phrases 2-3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quoi exactement, avec une relative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Phrases 4-5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quand, et ce qui arrivera lundi matin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Phrase 6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chemin de rechange, avec un gérondif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Dernière phrase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consigne, et la signature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SEIZE MOTS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Premier tiers du banc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64375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ralentissement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50766" y="2121408"/>
            <a:ext cx="740824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ça avance, mais lentement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64375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bouchon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50766" y="2778252"/>
            <a:ext cx="740824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ça ne bouge presque plus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64375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entrave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50766" y="3435096"/>
            <a:ext cx="740824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tout ce qui empêche de circuler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64375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l'accotement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0766" y="4091939"/>
            <a:ext cx="740824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bande en dehors des voies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64375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carambolage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50766" y="4748784"/>
            <a:ext cx="740824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plusieurs véhicules qui se frappent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64375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remorqueuse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50766" y="5405628"/>
            <a:ext cx="740824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camion qui emporte l'accidenté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SEIZE MOTS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Deuxième et troisième tiers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33610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voie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3109" y="2121408"/>
            <a:ext cx="771589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bande marquée sur la chaussée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33610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bretelle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3109" y="2778252"/>
            <a:ext cx="771589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route courbée entre deux autoroutes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33610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nid-de-poule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3109" y="3435096"/>
            <a:ext cx="771589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trou creusé par le dégel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33610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détour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3109" y="4091939"/>
            <a:ext cx="771589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chemin plus long qu'on prend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33610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imprévu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3109" y="4748784"/>
            <a:ext cx="771589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qui change le plan de la journée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33610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prévenir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3109" y="5405628"/>
            <a:ext cx="771589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dire à l'avance, pour qu'on s'organise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 MODULE EN QUATRE TEMPS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vous savez faire maintenant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DÉFI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VOUS SAVEZ FAIRE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découvre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Nommer l'état d'une route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Défi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Dire ce qui bloque, où, depuis quand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Défi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Suivre un bulletin entier et le noter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Défi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Expliquer le détour et annoncer l'heure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une chose que vous ferez différemment demain matin, en écoutant la radio.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chose, concrète : écrire le nom de ma route, écouter deux fois.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à quelle heure vous écouterez le bulletin.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Ça bloque ce matin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