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du temps, ancrée dans une décision réelle. Ouvrir par la question : « Ça fait combien de temps que ça bloque ? » et « Ça va durer combien de temps ? » — deux questions différentes, que le groupe confond presque toujours au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expressions, six si l'on compte « jusqu'à ». C'est beaucoup pour une séance : accepter que « pendant » et « dans » soient seulement reconnus aujourd'hui et repris en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aussi la question que la responsable de l'atelier pose au téléphone en D1.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depuis » accepte les deux : une heure de départ ou une durée. C'est la seule de la série qui fasse les deux, et c'est ce qui la rend commode.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jusqu'à » : c'est le seul qui donne une heure à laquelle on pourra repartir. Faire noter cette heure chaque fois qu'elle est dite.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correctes au tableau et les y laisser toute la séance. L'erreur revient dès qu'on cesse de les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prépare la séance B4, qui porte entièrement sur la différence entre le prévu et l'imprévu.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l'exercice `t1qd` de l'activité interactive. Faire dire chaque phrase complète à voix haute après correction : la forme se fixe par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deux expressions sont celles qui reviendront dans le message de retard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Depuis quand, et pour combien de temps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monde pose la mauvaise question : « Combien de temps ? » Il y en a deux, et elles ne se répondent pas de la même façon. La première dit si c'est en train de finir ; la seconde, s'il faut attendre.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depuis » avec un moment de départ ou une durée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y a » pour une durée écoulée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ça fait… que » à l'oral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pendant », « dans » et « jusqu'à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QUESTIONS, PAS UNE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 quand ça dure ? Et pour combien de temps encore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Ça fait presque une heure » répond aux deux d'un coup : ça a commencé il y a une heure, et ce n'est pas fini.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DIRE LE DÉBUT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ne sont pas interchangeables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six heures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l'heure du début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une heure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durée écoulée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quarante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reculons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fait une heure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durée, à l'oral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DIRE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reste à venir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deux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durée complète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dix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délai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 neuf heures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l'heure de la fin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Jusqu'à » est le mot le plus précieux du bulletin.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MÉLANGER « IL Y A » ET « DEPUIS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depuis une heure que c'est bloqué.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C'est bloqué depuis une heure. Ou : ça a commencé il y a une heure.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deux constructions différentes. Les mettre ensemble ne forme pas une phrase française, et c'est l'erreur la plus fréquente à ce niveau.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PENDANT » POUR UN ACCIDENT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L'accident bloque la route pendant vingt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L'accident bloque la route pour au moins vingt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» s'emploie pour ce qui est prévu et dont on connaît la fin : des travaux, une fermeture annoncée. Un accident ne se planifie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l'expression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depuis · il y a · ça fait… que · pendant · dans · jusqu'à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est bloquée ___ six heures et demie.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L'accident s'est produit ___ quarante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presque une heure ___ c'est arrêté.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sera fermée ___ toute la fin de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pont est fermé ___ neuf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Prochain bulletin ___ dix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l'expression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est bloquée ___ six heures et demie.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L'accident s'est produit ___ quarante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presque une heure ___ c'est arrêté.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fait … 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sera fermée ___ toute la fin de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pont est fermé ___ neuf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Prochain bulletin ___ dix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une attente que vous avez vécue : depuis quand, et jusqu'à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attente à l'hôpital, à la banque, à l'aéroport fait aussi l'affaire.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depuis » dans la première et « jusqu'à » dans la seconde.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