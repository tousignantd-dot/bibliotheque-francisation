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défi 3, et le moment où le module bascule de l'écoute vers la parole. Ouvrir en demandant qui, dans le groupe, a déjà eu à téléphoner pour annoncer un retard, et ce qui a été difficile. Les réponses tournent presque toujours autour de la peur d'être jugé.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culturel autant que linguistique. Beaucoup d'élèves se défendent avant qu'on les accuse, parce que dans leur milieu d'origine un retard se paie cher. Le dire sans juger.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compter les secondes : en deux répliques, la responsable sait qui appelle et pourquoi. Faire remarquer le vouvoiement d'un côté et le prénom de l'autre : c'est la norme entre une employée et sa responsable.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Tout le bloc B est là : le mot juste, les deux repères, le sens, « depuis » et « ça fait… que ». Le faire remarquer au groupe — c'est la preuve que les séances précédentes servaient à quelque chose.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réplique de Tereza est ce qui distingue un appel réussi d'un appel ordinaire : elle propose avant qu'on lui demande. Le faire remarquer, c'est le critère principal du jeu de rôle de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grille du message oral de E1 et de l'exercice `t3msg` de l'activité interactive.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la colonne de droite à voix haute : elle fait rire, et c'est ce qui la fixe. Personne ne veut être celui qui dit « dès que je peux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que Ghislaine ne demande jamais de preuve. Elle demande ce qui se passe, l'heure, et qui ouvre. Répondre à ces trois questions suffit à clore l'affaire.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appel de trente secondes à sept heures vingt vaut mieux qu'une explication parfaite à huit heures et quart. C'est la phrase à laisser au tableau.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six items viennent de l'exercice `t3a`. La dernière réponse surprend toujours : aucune responsable ne demande d'accélérer, et le proposer met tout le monde mal à l'aise.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les billets : ce sont les brouillons de la production orale de E1. Relever ceux où le nom manque, c'est l'oubli le plus fréquent et le plus coûteux sur un répondeur.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D1  ·  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« L'appel de sept heures vingt-cinq 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Comprendre le bulletin ne sert à rien si l'on n'en fait rien. Sept heures vingt, l'autoroute est bloquée, l'atelier ouvre à huit heures et c'est Tereza qui a les clés. Elle prend le téléphone.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Ça bloque ce matin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annoncer un retard en trois informations, dans l'ordre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se nommer dès la première phrase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proposer soi-même ce qu'on fait en attendant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une explication d'une justification.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Se nommer, puis expliquer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76726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GHISLAINE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9956" y="2322576"/>
            <a:ext cx="837617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Atelier d'assemblage, Ghislaine Lachance, bonjour.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76726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TEREZA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9956" y="3071876"/>
            <a:ext cx="837617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 madame Lachance, c'est Tereza Nogueira. Je vous appelle de l'auto : je vais être en retard ce matin.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99440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158995"/>
            <a:ext cx="176726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GHISLAINE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9956" y="4158995"/>
            <a:ext cx="837617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 Tereza. Qu'est-ce qui se passe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bloque, et depuis quand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76726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TEREZA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9956" y="1901952"/>
            <a:ext cx="837617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y a eu un carambolage sur la 40 en direction ouest, à la hauteur de Côte-de-Liesse. Deux voies sur trois sont bloquées.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76726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GHISLAINE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9956" y="2989072"/>
            <a:ext cx="837617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Depuis quand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76726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TEREZA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9956" y="3738371"/>
            <a:ext cx="837617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Depuis six heures et demie, à peu près. Ça fait presque une heure. Les remorqueuses viennent tout juste de commencer.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L'heure, et la solution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76726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GHISLAINE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9956" y="1901952"/>
            <a:ext cx="837617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pensez arriver à quelle heure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76726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TEREZA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9956" y="2651252"/>
            <a:ext cx="837617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J'arrive vers huit heures quinze, huit heures vingt au plus tard.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76726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TEREZA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9956" y="3400551"/>
            <a:ext cx="837617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moi qui ouvre le mardi. Est-ce que Farida peut prendre les clés ? Elle arrive à sept heures et demie.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487671"/>
            <a:ext cx="176726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GHISLAINE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9956" y="4487671"/>
            <a:ext cx="837617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m'en occupe. Merci de m'avoir prévenue.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TROIS INFORMATIONS, DANS L'ORDRE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se passe. L'heure d'arrivée. Ce qu'on fait en attendant.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Tout le reste allonge l'appel et affaiblit ce que vous dites. Un appel réussi dure trente secondes.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DEUX FAÇONS DE LE DIRE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L'une informe, l'autre inquiète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SE 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NE SE DIT PAS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Tereza Nogueira.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Salut, c'est moi.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carambolage sur la 40.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Ce n'est pas de ma faute.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J'arrive vers 8 h 15.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Dès que je peux.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Farida peut ouvrir.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Je ne sais pas quoi faire.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SE DÉFENDRE AVANT QU'ON VOUS ACCUSE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Ce n'est vraiment pas de ma faute, je suis partie à l'heure, je vous jure.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Il y a eu un carambolage sur la 40, en direction ouest.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explication donne un fait. Une défense répond à une accusation que personne n'a portée — et se défendre donne l'impression qu'il y a de quoi.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ATTENDRE D'ÊTRE CERTAIN POUR APPELER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J'appellerai quand je saurai à quelle heure j'arrive.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J'appelle maintenant, et je rappelle si ça change.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bon moment est celui où l'on comprend qu'on sera en retard. On peut très bien dire : « je ne sais pas encore, je vous rappelle dans vingt minutes ».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l'appel à l'atelier.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Tereza se nomme dès sa première phrase.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appelle après être arrivée.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Ça bloque depuis environ une heure.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annonce une heure d'arrivée précise.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Ghislaine qui propose que Farida ouvre.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Ghislaine lui demande de se dépêcher.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Tereza se nomme dès sa première phrase.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appelle après être arrivée.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elle appelle de l'auto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Ça bloque depuis environ une heure.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annonce une heure d'arrivée précise.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Ghislaine qui propose que Farida ouvre.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c'est Tereza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Ghislaine lui demande de se dépêcher.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au contraire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les trois premières phrases de votre appel : qui vous êtes, ce qui se passe, l'heure.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Bonjour madame X, c'est …, de l'atelier.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heure en chiffres, jamais un « bientôt ».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Ça bloque ce matin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