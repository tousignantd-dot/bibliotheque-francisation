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entièrement au service de l'écoute : ces quatre petits mots passent vite et emboîtent deux informations dans une seule phrase. Ouvrir en écrivant les deux versions au tableau — deux phrases, puis une — et laisser le groupe voir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pronoms en une séance, c'est beaucoup. « Qui » et « que » sont les deux à maîtriser aujourd'hui ; « où » et « dont » peuvent n'être que reconnus, ils reviendront à l'écrit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seul truc à retenir de la séance, et il règle quatre-vingts pour cent des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une phrase du module pour chaque ligne, en direct. Les exemples inventés par le groupe valent mieux que les miens.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carte à voix haute, puis couper la phrase en deux au tableau. Voir d'où vient le pronom vaut mieux que l'apprendre.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des rares règles du français sans aucune exception. La faire répéter à voix haute : l'erreur vient de l'oral, elle se corrige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honnêtement que la forme fautive s'entend partout : les élèves l'ont entendue, et ne pas le reconnaître les met en doute sur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l'exercice `t2rel`. Faire dire la phrase complète après chaque correction, et faire nommer le mot qui suit le pronom : c'est 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erreurs « qui / que » sont les plus faciles à corriger individuellement : il suffit de montrer le mot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route qui, la sortie que, l'endroit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bulletin ne dit pas : « La bretelle est fermée. Elle mène à la 40. » Il dit : « La bretelle qui mène à la 40 est fermée. » Une phrase au lieu de deux — et c'est cela que le niveau 5 appelle un discours organisé.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qui » quand un verbe suit tout de suite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que » quand un sujet suit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et pour un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dont » quand la phrase de départ contient « de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REGARDEZ LE MOT JUSTE APRÈS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suit : c'est « qui ». Un sujet suit : c'est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test tient en une seconde : si l'on peut mettre « il », « nous » ou « vous » juste après, c'est « que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PRONOMS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remplace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sujet du verbe qui suit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complément 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lieu, ou un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complément avec « de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PHRASES DU BULLETIN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Repérez le mot qui suit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bretelle qui mène à la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verbe suit : « mène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chemin que nous prenons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sujet suit : « nous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L'endroit où l'accident s'est produit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 : « où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sortie dont je vous parlais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parle « de » la sortie : « dont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RACCOURCIR « QUI » DEVANT UNE VOYELLE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camion qu'est arrêté sur l'accotement.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camion qui est arrêté sur l'accotement.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Qui » ne s'élide jamais. Seul « que » devient « qu' » : le chemin qu'on prend, l'entrave qu'il annonce.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LE JOUR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que je suis arrivée au Québec.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où je suis arrivée au Québec.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 moment comme pour un lieu, c'est « où ». « Le jour que » s'entend beaucoup, mais ce n'est pas ce qui s'écrit — et le module travaille aussi l'écrit.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que, où ou dont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réponse par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___ mène à la 40 ouest est fermée.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chemin ___ nous prenons passe par le boulevard.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l'endroit ___ l'accident s'est produit.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droite est la seule ___ reste ouverte.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___ je vous parlais est après le pont.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___ le pont était fermé, nous étions en retard.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que, où ou dont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___ mène à la 40 ouest est fermée.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chemin ___ nous prenons passe par le boulevard.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l'endroit ___ l'accident s'est produit.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de droite est la seule ___ reste ouverte.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___ je vous parlais est après le pont.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___ le pont était fermé, nous étions en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votre trajet, une avec « qui » et une avec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L'autobus qui passe devant chez moi part à six heures trente.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ligne que je prends s'arrête au métro.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