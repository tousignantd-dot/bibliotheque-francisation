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défi 2, et la plus exigeante du module en écoute. Faire écouter le bulletin de six heures cinquante en entier, sans arrêt, puis demander combien de routes ont été nommées. Peu de gens en trouvent quatre du premier coup, et c'est normal.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une technique, pas une connaissance : si l'on attrape le nom, on sait tout de suite si la suite nous concerne — et sinon, on peut cesser d'écouter jusqu'à la route suivante. C'est permis, et c'est reposant.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que Tereza vérifie l'heure à voix haute : c'est ce qu'on fait quand on ne peut pas faire répéter. La formule « dense mais fluide » a été vue en A4 — la faire retrouver par le groupe.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traduction d'Amine est la leçon de la séance. « Pour le moment » annonce que la personne au micro s'attend au pire — c'est une formule figée, elle s'apprend d'un bloc.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réplique est la technique de tout le défi 2. Elle sera travaillée pour elle-même en C4. Personne ne retient quatre routes de tête à sept heures du matin, et ce n'est pas une question de langue.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situer par chacun sa propre route dans cet ordre, à partir des billets ramassés en A1.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remplir ce tableau pendant une deuxième écoute, à la volée. C'est exactement la note demandée en C4 — l'exercice commence ici.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l'expérience : une écoute sans écrire, une écoute en écrivant. La différence se voit sur les feuilles, elle ne se discute pas.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six items viennent de l'exercice `t2a`. Faire justifier chaque « faux » en retrouvant la phrase exacte : c'est de l'écoute fine, pas de la mémoire.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 ils préparent directement la prise de notes de C4. Une note trouée est utilisable ; une note où tout est mêlé ne l'est pas.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C1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Quatre routes en cinquante secondes »</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vrai bulletin ne parle pas d'une route : il en fait quatre en cinquante secondes, et la vôtre est peut-être la troisième. Tenir jusqu'au bout sans perdre le début, c'est tout le défi 2.</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Ça bloque ce matin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suivre un bulletin de quatre ou cinq routes sans perdre le début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l'ordre habituel : les ponts, les autoroutes, les rues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attraper le nom de la route en tête de phrase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ce que « pour le moment » annonce.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ponts, d'abord</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341405"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GAÉTAN</a:t>
            </a:r>
          </a:p>
        </p:txBody>
      </p:sp>
      <p:sp>
        <p:nvSpPr>
          <p:cNvPr id="10" name="TextBox 9"/>
          <p:cNvSpPr txBox="1"/>
          <p:nvPr/>
        </p:nvSpPr>
        <p:spPr>
          <a:xfrm>
            <a:off x="2274093" y="2322576"/>
            <a:ext cx="8802033"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Six heures cinquante, le point sur la circulation. On commence par les ponts. Le pont Jacques-Cartier est fermé en direction de Montréal jusqu'à neuf heures.</a:t>
            </a:r>
          </a:p>
        </p:txBody>
      </p:sp>
      <p:sp>
        <p:nvSpPr>
          <p:cNvPr id="11" name="Rounded Rectangle 10"/>
          <p:cNvSpPr/>
          <p:nvPr/>
        </p:nvSpPr>
        <p:spPr>
          <a:xfrm>
            <a:off x="566928" y="358292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747515"/>
            <a:ext cx="134140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TEREZA</a:t>
            </a:r>
          </a:p>
        </p:txBody>
      </p:sp>
      <p:sp>
        <p:nvSpPr>
          <p:cNvPr id="13" name="TextBox 12"/>
          <p:cNvSpPr txBox="1"/>
          <p:nvPr/>
        </p:nvSpPr>
        <p:spPr>
          <a:xfrm>
            <a:off x="2274093" y="3747515"/>
            <a:ext cx="880203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Fermé jusqu'à neuf heures… Amine, il a dit neuf heures ?</a:t>
            </a:r>
          </a:p>
        </p:txBody>
      </p:sp>
      <p:sp>
        <p:nvSpPr>
          <p:cNvPr id="14" name="Rounded Rectangle 13"/>
          <p:cNvSpPr/>
          <p:nvPr/>
        </p:nvSpPr>
        <p:spPr>
          <a:xfrm>
            <a:off x="566928" y="433222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496816"/>
            <a:ext cx="134140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GAÉTAN</a:t>
            </a:r>
          </a:p>
        </p:txBody>
      </p:sp>
      <p:sp>
        <p:nvSpPr>
          <p:cNvPr id="16" name="TextBox 15"/>
          <p:cNvSpPr txBox="1"/>
          <p:nvPr/>
        </p:nvSpPr>
        <p:spPr>
          <a:xfrm>
            <a:off x="2274093" y="4496816"/>
            <a:ext cx="880203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Sur le pont Samuel-De Champlain, la circulation est dense mais fluide. On calcule dix minutes d'attente.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Puis les autoroutes</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34140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GAÉTAN</a:t>
            </a:r>
          </a:p>
        </p:txBody>
      </p:sp>
      <p:sp>
        <p:nvSpPr>
          <p:cNvPr id="9" name="TextBox 8"/>
          <p:cNvSpPr txBox="1"/>
          <p:nvPr/>
        </p:nvSpPr>
        <p:spPr>
          <a:xfrm>
            <a:off x="2274093" y="1901952"/>
            <a:ext cx="880203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Sur l'autoroute 25, dans le pont-tunnel, tout est ouvert dans les deux sens. Aucune entrave à signaler.</a:t>
            </a:r>
          </a:p>
        </p:txBody>
      </p:sp>
      <p:sp>
        <p:nvSpPr>
          <p:cNvPr id="10" name="Rounded Rectangle 9"/>
          <p:cNvSpPr/>
          <p:nvPr/>
        </p:nvSpPr>
        <p:spPr>
          <a:xfrm>
            <a:off x="566928" y="2824479"/>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341405"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GAÉTAN</a:t>
            </a:r>
          </a:p>
        </p:txBody>
      </p:sp>
      <p:sp>
        <p:nvSpPr>
          <p:cNvPr id="12" name="TextBox 11"/>
          <p:cNvSpPr txBox="1"/>
          <p:nvPr/>
        </p:nvSpPr>
        <p:spPr>
          <a:xfrm>
            <a:off x="2274093" y="2989072"/>
            <a:ext cx="8802033"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Sur l'autoroute 40, un véhicule lourd est immobilisé sur l'accotement, à la hauteur de Pie-IX. La circulation n'est pas touchée pour le moment.</a:t>
            </a:r>
          </a:p>
        </p:txBody>
      </p:sp>
      <p:sp>
        <p:nvSpPr>
          <p:cNvPr id="13" name="Rounded Rectangle 12"/>
          <p:cNvSpPr/>
          <p:nvPr/>
        </p:nvSpPr>
        <p:spPr>
          <a:xfrm>
            <a:off x="566928" y="424942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414012"/>
            <a:ext cx="134140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AMINE</a:t>
            </a:r>
          </a:p>
        </p:txBody>
      </p:sp>
      <p:sp>
        <p:nvSpPr>
          <p:cNvPr id="15" name="TextBox 14"/>
          <p:cNvSpPr txBox="1"/>
          <p:nvPr/>
        </p:nvSpPr>
        <p:spPr>
          <a:xfrm>
            <a:off x="2274093" y="4414012"/>
            <a:ext cx="880203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Pas touchée pour le moment. » Ça veut dire : attends dix minutes et ce sera touché.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Écrire pendant qu'on écoute</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7663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TEREZA</a:t>
            </a:r>
          </a:p>
        </p:txBody>
      </p:sp>
      <p:sp>
        <p:nvSpPr>
          <p:cNvPr id="9" name="TextBox 8"/>
          <p:cNvSpPr txBox="1"/>
          <p:nvPr/>
        </p:nvSpPr>
        <p:spPr>
          <a:xfrm>
            <a:off x="2209323" y="1901952"/>
            <a:ext cx="886680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Attends, je récapitule. Jacques-Cartier : fermé jusqu'à neuf heures. Champlain : ouvert, dix minutes d'attente.</a:t>
            </a:r>
          </a:p>
        </p:txBody>
      </p:sp>
      <p:sp>
        <p:nvSpPr>
          <p:cNvPr id="10" name="Rounded Rectangle 9"/>
          <p:cNvSpPr/>
          <p:nvPr/>
        </p:nvSpPr>
        <p:spPr>
          <a:xfrm>
            <a:off x="566928" y="28244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27663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AMINE</a:t>
            </a:r>
          </a:p>
        </p:txBody>
      </p:sp>
      <p:sp>
        <p:nvSpPr>
          <p:cNvPr id="12" name="TextBox 11"/>
          <p:cNvSpPr txBox="1"/>
          <p:nvPr/>
        </p:nvSpPr>
        <p:spPr>
          <a:xfrm>
            <a:off x="2209323" y="2989072"/>
            <a:ext cx="886680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Tu vois ? Tu l'as eu au complet.</a:t>
            </a:r>
          </a:p>
        </p:txBody>
      </p:sp>
      <p:sp>
        <p:nvSpPr>
          <p:cNvPr id="13" name="TextBox 12"/>
          <p:cNvSpPr txBox="1"/>
          <p:nvPr/>
        </p:nvSpPr>
        <p:spPr>
          <a:xfrm>
            <a:off x="932688" y="3738371"/>
            <a:ext cx="127663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TEREZA</a:t>
            </a:r>
          </a:p>
        </p:txBody>
      </p:sp>
      <p:sp>
        <p:nvSpPr>
          <p:cNvPr id="14" name="TextBox 13"/>
          <p:cNvSpPr txBox="1"/>
          <p:nvPr/>
        </p:nvSpPr>
        <p:spPr>
          <a:xfrm>
            <a:off x="2209323" y="3738371"/>
            <a:ext cx="886680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l'ai eu parce que je l'ai écrit. Si je ne l'écris pas, à la troisième route, j'ai déjà perdu la première.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L'ORDRE DU BULLETIN EST PRESQUE TOUJOURS LE MÊME</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Les ponts d'abord, les autoroutes ensuite, les grandes rues à la fin.</a:t>
            </a:r>
          </a:p>
        </p:txBody>
      </p:sp>
      <p:sp>
        <p:nvSpPr>
          <p:cNvPr id="8" name="Rounded Rectangle 7"/>
          <p:cNvSpPr/>
          <p:nvPr/>
        </p:nvSpPr>
        <p:spPr>
          <a:xfrm>
            <a:off x="566928" y="3467607"/>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on connaît cet ordre, on sait quand arrive sa route — et on peut se reposer entre les deux.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BULLETIN DE 6 H 50</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routes, quatre états</a:t>
            </a:r>
          </a:p>
        </p:txBody>
      </p:sp>
      <p:sp>
        <p:nvSpPr>
          <p:cNvPr id="7" name="Rounded Rectangle 6"/>
          <p:cNvSpPr/>
          <p:nvPr/>
        </p:nvSpPr>
        <p:spPr>
          <a:xfrm>
            <a:off x="566928" y="1810512"/>
            <a:ext cx="11057839" cy="3337560"/>
          </a:xfrm>
          <a:prstGeom prst="roundRect">
            <a:avLst>
              <a:gd name="adj" fmla="val 4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ROUTE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SON ÉTAT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Jacques-Cartier</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fermé jusqu'à 9 h</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Samuel-De Champlain</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ouvert, 10 min d'attente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pont-tunnel</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aucune entrave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L'autoroute 40</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camion sur l'accotement</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Henri-Bourassa</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nid-de-poule, voie de droite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VOULOIR TOUT COMPRENDRE AVANT DE NOTER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J'écoute d'abord, j'écrirai ensuite.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J'écris le nom de la route pendant qu'il dit la suite.</a:t>
            </a:r>
          </a:p>
        </p:txBody>
      </p:sp>
      <p:sp>
        <p:nvSpPr>
          <p:cNvPr id="13" name="Rounded Rectangle 12"/>
          <p:cNvSpPr/>
          <p:nvPr/>
        </p:nvSpPr>
        <p:spPr>
          <a:xfrm>
            <a:off x="566928" y="4462272"/>
            <a:ext cx="11057839" cy="1285240"/>
          </a:xfrm>
          <a:prstGeom prst="roundRect">
            <a:avLst>
              <a:gd name="adj" fmla="val 11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nom arrive en tête de phrase et la suite dure trois secondes. Si l'on attend d'avoir compris, la route suivante est déjà commencée.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bulletin de six heures cinquante.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pont Jacques-Cartier est fermé vers Montréal.</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rouvrira vers midi.</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attend dix minutes à l'approche de Champlain.</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pont-tunnel est fermé dans un sens.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nid-de-poule est sur l'autoroute 40.</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prochain bulletin passe dans dix minutes.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pont Jacques-Cartier est fermé vers Montréal.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rouvrira vers midi.   </a:t>
            </a:r>
            <a:r>
              <a:rPr sz="1400" b="1" i="0">
                <a:solidFill>
                  <a:srgbClr val="07734A"/>
                </a:solidFill>
                <a:latin typeface="Verdana"/>
              </a:rPr>
              <a:t>» faux — à neuf heures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attend dix minutes à l'approche de Champlain.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pont-tunnel est fermé dans un sens.   </a:t>
            </a:r>
            <a:r>
              <a:rPr sz="1400" b="1" i="0">
                <a:solidFill>
                  <a:srgbClr val="07734A"/>
                </a:solidFill>
                <a:latin typeface="Verdana"/>
              </a:rPr>
              <a:t>» faux — tout est ouvert</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nid-de-poule est sur l'autoroute 40.   </a:t>
            </a:r>
            <a:r>
              <a:rPr sz="1400" b="1" i="0">
                <a:solidFill>
                  <a:srgbClr val="07734A"/>
                </a:solidFill>
                <a:latin typeface="Verdana"/>
              </a:rPr>
              <a:t>» faux — sur Henri-Bourassa</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prochain bulletin passe dans dix minutes.   </a:t>
            </a:r>
            <a:r>
              <a:rPr sz="1400" b="1" i="0">
                <a:solidFill>
                  <a:srgbClr val="07734A"/>
                </a:solidFill>
                <a:latin typeface="Verdana"/>
              </a:rPr>
              <a:t>» vrai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les quatre routes du bulletin, une par ligne, avec un mot pour l'état.</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nom d'abord, l'état en trois mots : Jacques-Cartier — fermé 9 h.</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Si vous en avez manqué une, laissez la ligne vide.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Ça bloque ce matin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