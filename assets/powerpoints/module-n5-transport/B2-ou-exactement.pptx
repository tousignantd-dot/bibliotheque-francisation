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prépositions, mais pas une séance de grammaire abstraite : chaque préposition sert à situer une entrave. Ouvrir en disant « il y a un accident sur la 40 » et en demandant au groupe si cela suffit pour décider. Non — et c'est parti.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a le plus de conséquences pratiques : une entrave dans l'autre sens ne concerne pas l'élève. Beaucoup de détours inutiles viennent de cet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reprendre en E1 : c'est le premier critère du jeu de rôle, et le collègue redemande tant qu'il n'a pas les deux repères.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la colonne de droite par le groupe. Insister sur la différence entre un point et une portion : ce n'est pas la même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contraction « de la » / « du » est la seule difficulté grammaticale de la séance. La traiter vite : c'est la règle ordinaire, elle n'a rien de propre à la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des rares règles du module qui n'a aucune exception. La faire répéter avec cinq noms de routes réelles du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l'oubli le plus fréquent dans les productions du module. Le signaler ici évite de le corriger dix fois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l'exercice `t1ou` de l'activité interactive. Faire justifier la dernière : c'est l'exception du tunnel.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à qui il manque un repère ou le sens sont exactement ceux qu'il faudra suivre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Où, exactement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un accident sur la 40 » ne dit presque rien : l'autoroute traverse toute l'île. Le bulletin donne toujours deux repères, jamais un seul — et c'est le deuxième que tout le monde manque.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sur » pour une route, un pont, un boulevard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 point précis avec « à la hauteur de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une portion de route avec « entre… et…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 sens avec « en direction de » et « dans les deux sens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REPÈRES,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 d'abord, puis la précision : sur la 40, à la hauteur de la sortie Côte-de-Liesse.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repère ne fait décider personne. C'est vrai du bulletin, et c'est vrai de vous quand vous l'expliquez.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PRÉPOSITIONS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Chacune dit autre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CELA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la 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hauteur de la sortie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point précis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la 15 et Marcel-Laurin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portion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direction ouest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les deux sens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deux à la fois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EXCEPTION, ET UNE CONTRACTION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détails qui trompent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Sur le pont, dans le tunnel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tunnel est fermé de tous les côtés : « dans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la hauteur de la sortie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nom féminin : « de la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la hauteur du pont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nom masculin : « du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En direction de Montréal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ville : « de », sans article.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« DANS L'AUTOROUTE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accident dans la 40.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accident sur la 40.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roule sur une autoroute, un boulevard, un pont, une rue. « Dans » est réservé au tunnel, et à rien d'autre dans ce vocabulaire.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OUBLIER DE DIRE LE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carambolage sur la 40.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carambolage sur la 40, en direction ouest.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le sens, l'autre personne va peut-être changer de chemin pour une entrave qui ne la touche pas. Le sens fait la moitié de l'information.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PRÉPOSITIONS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préposition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accident ___ l'autoroute 40 bloque deux voies.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L'entrave se trouve ___ la sortie Côte-de-Liesse.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minutes de plus ___ la 15 ___ Marcel-Laurin.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circulation est dense ___ Montréal.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est fermé ___ jusqu'à neuf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est ouvert ___ le pont-tunnel.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accident ___ l'autoroute 40 bloque deux voies.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L'entrave se trouve ___ la sortie Côte-de-Liesse.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 hauteur 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minutes de plus ___ la 15 ___ Marcel-Laurin.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… 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circulation est dense ___ Montréal.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direction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pont est fermé ___ jusqu'à neuf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les deux sens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est ouvert ___ le pont-tunnel.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Situez une entrave sur votre propre trajet, avec deux repères et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le boulevard X, à la hauteur de la rue Y, en direction du nord.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prenez l'autobus, dites la ligne et l'arrêt.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