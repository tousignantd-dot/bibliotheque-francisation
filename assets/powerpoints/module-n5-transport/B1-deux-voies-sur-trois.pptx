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Faire écouter le bulletin de six heures quarante-huit une première fois sans consigne, puis demander ce qui a été retenu. Écrire au tableau les quatre questions du bloc A : quoi, où, dans quel sens, combien de temps. Réécouter avec elles sous les yeux : la différence est spectaculaire et vaut mieux qu'un discours.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fait la différence de niveau : le bulletin ne dit jamais quoi faire. C'est l'élève qui décide, avec ce qu'on lui a donné. Y consacrer les dix dernières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les quatre informations une par une : accident, sur la 40 à la hauteur de Côte-de-Liesse, direction ouest, deux voies sur trois. Chronométrer : l'annonce dure douze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vérifications successives : le sens, puis la position par rapport à sa propre sortie. C'est exactement le raisonnement travaillé en C4. Le faire refaire à voix haute par deux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réplique d'Amine est le cœur de la séance : ce n'est pas la durée qui décide, c'est l'incertitude sur la durée. Faire reformuler par le groupe avant de passer à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Elle distingue les deux familles d'entraves, qui seront le sujet complet de la séance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Refaire ce tableau vide au tableau, puis le faire remplir à la volée pendant une deuxième écoute. C'est la technique de prise de notes travaillée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Dessiner l'autoroute au tableau avec les deux sorties : c'est un raisonnement d'espace, il se comprend mieux dessiné.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 par la réplique exacte. Les six items sont ceux de l'exercice `t1a` de l'activité interactive.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ils préparent directement l'exercice `t1red` de la séance B4. Relever ceux où le sens manque, c'est l'oubli le plus courant.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Deux voies sur trois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heures quarante-huit. Un accident vient de se produire sur l'autoroute 40, en direction ouest. Tereza et Amine ont trente secondes pour décider s'ils y vont ou non — et le bulletin ne décidera pas à leur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Ça bloque ce matin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quatre informations d'une annonce entendue une seule fois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« deux voies sur trois » veut dire concrètement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sens d'une entrave et savoir si elle nous concerne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juger, à partir du bulletin, s'il vaut la peine d'attendre.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L'annonce de six heures quarante-huit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342644"/>
          </a:xfrm>
          <a:prstGeom prst="roundRect">
            <a:avLst>
              <a:gd name="adj" fmla="val 10896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41405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4093" y="2322576"/>
            <a:ext cx="8802033" cy="1068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accident vient de se produire sur l'autoroute 40 en direction ouest, à la hauteur de la sortie Côte-de-Liesse. Deux voies sur trois sont bloquées.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8292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747515"/>
            <a:ext cx="134140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4093" y="3747515"/>
            <a:ext cx="880203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Deux voies sur trois. Ça, je l'ai eu.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33222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496816"/>
            <a:ext cx="134140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GAÉTAN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74093" y="4496816"/>
            <a:ext cx="880203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remorqueuses sont sur place, les policiers dirigent la circulation sur la voie de droite.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que ça nous concerne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766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9323" y="1901952"/>
            <a:ext cx="88668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Attends. Il a dit « en direction ouest ». Nous, on va vers l'ouest.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766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323" y="2651252"/>
            <a:ext cx="88668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Ça nous tombe dessus en plein.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766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9323" y="3400551"/>
            <a:ext cx="88668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il a dit à quelle hauteur ? Côte-de-Liesse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7663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9323" y="4149851"/>
            <a:ext cx="88668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Côte-de-Liesse. C'est avant Marcel-Laurin, donc c'est avant notre sortie.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Vingt minutes, ou soixante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766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09323" y="1901952"/>
            <a:ext cx="88668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c'est pareil. Vingt minutes en haut, vingt minutes en bas.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76635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9323" y="2651252"/>
            <a:ext cx="886680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Pas tout à fait. En haut, tu ne sais pas si c'est vingt ou soixante. Les remorqueuses viennent d'arriver.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38371"/>
            <a:ext cx="127663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TEREZA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9323" y="3738371"/>
            <a:ext cx="886680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Ça, c'est une bonne raison. On passe en bas.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BULLETIN INFORME, IL NE DÉCIDE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donne les faits. C'est vous qui choisissez de partir, d'attendre ou de changer de chemin.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durée annoncée pendant un accident est une estimation, pas un horaire. Une durée annoncée pour des travaux, oui.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UNE ANNONCE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informations,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RÉPONSE ENTENDUE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Quoi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accident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Sur la 40, à Côte-de-Liesse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quel sens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En direction ouest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voies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Deux sur trois bloquées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CROIRE QU'ON PEUT ÉVITER L'ACCIDENT EN SORTANT PLUS TÔT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On sortira avant, ça ira.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L'accident est avant notre sortie : il faut ne pas y entrer.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accident situé avant votre sortie se traverse forcément si vous entrez sur l'autoroute. La seule façon de l'éviter est de ne pas y monter du tout.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bulletin et la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L'accident est en direction ouest.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seule voie sur trois est bloquée.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L'accident est à la hauteur de Côte-de-Liesse.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Sortir plus tôt permettrait de l'éviter.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remorqueuses ont fini leur travail.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décident de passer par le boulevard.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L'accident est en direction ouest.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seule voie sur trois est bloquée.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deux sur trois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L'accident est à la hauteur de Côte-de-Liesse.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Sortir plus tôt permettrait de l'éviter.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est avant leur sortie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remorqueuses ont fini leur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elles viennent d'arriver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décident de passer par le boulevard.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l'annonce du bulletin en une seule phrase, avec les quatre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Commencez par ce qui bloque, finissez par la durée.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le sens : c'est la moitié de l'information.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Ça bloque ce matin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