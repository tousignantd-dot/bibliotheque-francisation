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la dernière du module. Deux points : le gérondif pour dire le chemin, les futurs pour dire l'heure. Ouvrir en écrivant les trois phrases séparées au tableau, puis la phrase unique : la différence se voit avant d'être expliquée.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programme du niveau 5 nomme le gérondif explicitement : l'adulte l'emploie pour marquer la simultanéité ou la manière. C'est une des marques du passage au stade intermédiaire, et cela vaut d'être dit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Passer par la forme « nous » évite toutes les erreurs : formé sur l'infinitif, le gérondif donne des monstres comme « en prendant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L'emploi central du module est le premier : dire le chemin. Les deux derniers sont de la simultanéité et servent surtout à comprendre, moins à produire.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invisible pour celui qui la fait, très visible pour celui qui écoute. Faire relire à voix haute en demandant chaque fois : qui fait l'action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condition sur le présent est celle qui crée le plus de malentendus réels, au travail comme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le « r » dans chacun : serai, aurai, irai, ferai, pourrai. C'est lui qui marque le futur à l'oreille, bien plus que la terminaison.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mêmes phrases sont dans l'exercice `t3ger`. Faire dire chaque phrase complète à voix haute : le gérondif se fixe par le rythme, pas par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items sont dans l'exercice `t3fut`. Faire choisir au groupe, pour chacun, s'il conviendrait au téléphone ou dans un courriel : c'est la vraie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c'est la phrase centrale du jeu de rôle de E1, celle que le collègue attend et que personne ne donne du premier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En passant par le boulevard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En sortant à Marcel-Laurin et en prenant le boulevard, on arrive à huit heures quinze. » Une phrase, deux gérondifs, un chemin complet et une heure. C'est le français du niveau 5 : des idées qui s'emboîtent au lieu de se suivre.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Ça bloque ce matin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gérondif à partir du verbe à « nous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gérondif pour dire par quel chemin on passe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futur proche à l'oral et le futur simple à l'écrit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annoncer une heure d'arrivée en chiffres.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GÉRONDIF SE FORME SUR « NOUS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Nous passons, en passant. Nous prenons, en prenant. Nous sortons, en sortant.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exceptions seulement : être donne « en étant », avoir « en ayant », savoir « en sachant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EMPLOIS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manière, et la simultanéité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VEUT DIRE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quel chemin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passant par le boulevard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gagner du temps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partant à six heures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choses à la fois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écoute la radio en conduisant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Pendant qu'on écoutait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écoutant, nous avons appris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CHANGER DE SUJET EN COURS DE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écoutant la radio, l'accident a été annoncé.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écoutant la radio, nous avons appris l'accident.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n'est pas l'accident qui écoute. Le sujet du gérondif est toujours celui de la phrase. Quand les deux actions n'ont pas le même sujet, on emploie « pendant que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FUTURS, DEUX DISTANCES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téléphone : je vais être en retard. Par écrit : nous partirons plus tôt lundi.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présent convient aussi, à une condition : que l'heure soit dite. « J'arrive » tout seul veut dire « je suis presque là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CINQ FUTURS IRRÉGULIERS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Exactement ceux dont on a besoin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serai là vers huit heures et quart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j'aurai vingt minutes de retard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j'irai directement à l'atelier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977639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nous ferons le détour demain aussi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pouvoir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455920"/>
            <a:ext cx="4806543" cy="350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Farida pourra ouvrir à sept heures et demie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GÉRONDIF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avec « en » + le verbe en -ant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seule phrase à la place de deux.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prenons le boulevard et nous évitons le bouchon.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partez à six heures, vous éviterez le bouchon.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sort à Marcel-Laurin et il gagne dix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suivons le détour et nous arrivons à huit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écoutait le bulletin, elle a appris l'accident.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avec « en » + le verbe en -ant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prenons le boulevard et nous évitons le bouchon.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prenant le boulevard, nous évitons le bouchon.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partez à six heures, vous éviterez le bouchon.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partant à six heures, vous éviterez le bouchon.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sort à Marcel-Laurin et il gagne dix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sortant à Marcel-Laurin, il gagne dix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suivons le détour et nous arrivons à huit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suivant le détour, nous arrivons à huit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écoutait le bulletin, elle a appris l'accident.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écoutant le bulletin, elle a appris l'accident.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FUTURS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temps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Futur proche à l'oral, futur simple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Futur proche : je (être) ___ en retard.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Futur simple : j'(arriver) ___ vers huit heures quinze.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Futur proche : on (sortir) ___ à la prochaine.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Futur simple : la bretelle (être) ___ fermée deux jours.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Futur simple : Farida (pouvoir) ___ ouvrir l'atelier.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Futur simple : nous (faire) ___ le détour demain aussi.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le verbe au temps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Futur proche : je (être) ___ en retard.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vais être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Futur simple : j'(arriver) ___ vers huit heures quinze.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j'arriverai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Futur proche : on (sortir) ___ à la prochaine.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va sortir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Futur simple : la bretelle (être) ___ fermée deux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Futur simple : Farida (pouvoir) ___ ouvrir l'atelier.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pourra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Futur simple : nous (faire) ___ le détour demain aussi.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ferons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chemin de rechange en une phrase, avec deux gérondifs et une heure.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 sortant à …, et en prenant …, j'arriverai vers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vous prenez le transport en commun, dites la correspondance.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Ça bloque ce matin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