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Elle réunit l'écoute et la décision. Reprendre les billets de A1, où chacun a écrit sa route et son sens : toute la séance se fait avec les trajets réels du groupe, pas avec ceux de Tereza.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prise de notes est une compétence transférable : la même technique sert au téléphone, en réunion, chez le médecin. Le dire au groupe, ça change le sérieux avec lequel on s'y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appliquer les deux questions au trajet réel de trois élèves, à voix haute,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des deux : une écoute où l'on écrit des phrases, une écoute où l'on écrit quatre mots. La seconde tient, la première décroche à la deuxième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cette note et demander au groupe combien de temps il faut pour la relire. Deux secondes. C'est le seul critère : une note se relit dans une auto, en mouvement.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que le bulletin repasse dans dix minutes. Ce qui a été manqué revient, à condition d'avoir laissé une ligne vide pour l'accueillir.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items viennent de l'exercice `t2conc`. Refaire ensuite le même tri avec le trajet d'un élève volontaire : c'est là que la séance 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pendant une écoute réelle, chronométrée. Puis comparer les notes deux par deux : les meilleures ne sont pas les plus complètes, ce sont les plus courtes.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servent de brouillon au message écrit de la séance E2, où la même information devient un courriel.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Est-ce que ça me concerne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bulletin donne cinq informations et quatre ne vous regardent pas. Savoir lesquelles écarter est aussi utile que savoir écouter — et c'est ce qui permet de tenir jusqu'au bout sans se fatiguer.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trier ce qui vous concerne avec deux questions : ma route, mon sens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compte de l'heure d'une fermeture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prendre une note pendant qu'on écoute, une ligne par route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sa décision en une phrase, avec sa raison.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QUESTIONS, PAS UNE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ma route ? Et est-ce mon sens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moitié des détours inutiles viennent de la seconde : une entrave en direction est ne touche pas quelqu'un qui roule vers l'ouest, même sur la même autoroute.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PRENDRE UNE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écrit, ce qu'on n'écrit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N'ÉCRIT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de la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articles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mot pour l'état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verbes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chiffres en chiffres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heures en lettres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ligne par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des phrases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NOTE QUI 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lignes, dix secondes à relire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Jacques-Cartier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fermé 9 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Champlain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ouvert, 10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Pont-tunnel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à signaler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40 ouest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camion accotement Pie-IX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Henri-Bourassa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nid-de-poule, voie droite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VOULOIR NOTER TOUT LE BULLETIN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J'écris tout, je trierai après.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J'écris ma route en entier, les autres en un mot.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Écrire tout fait perdre la suite. Le tri se fait pendant l'écoute, pas après : votre route mérite trois mots, les autres un seul.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ça concerne Tereza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Elle part de Longueuil vers Saint-Laurent, le matin.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pont Jacques-Cartier est fermé vers Montréal.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L'autoroute 20 est ralentie vers Québec.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carambolage bloque la 40 ouest, avant sa sortie.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nid-de-poule sur Henri-Bourassa, direction est.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voie de gauche de la 40 est fermée jusqu'à 5 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bretelle de la 15 nord vers la 40 ouest est fermée.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ça concerne Tereza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pont Jacques-Cartier est fermé vers Montréal.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 — c'est son pont, son sens, son heure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L'autoroute 20 est ralentie vers Québec.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 — ce n'est pas sa route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carambolage bloque la 40 ouest, avant sa sortie.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 — sa route, son sens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nid-de-poule sur Henri-Bourassa, direction est.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 — pas son sens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voie de gauche de la 40 est fermée jusqu'à 5 h.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 — elle part à 6 h 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bretelle de la 15 nord vers la 40 ouest est fermée.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 — c'est exactement son chemin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PRISE DE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ligne par route, le nom d'abord.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1 — Jacques-Cartier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2 — Champlain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3 — pont-tunnel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4 — autoroute 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5 — Henri-Bourassa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8003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8643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décision, en une phrase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1 — Jacques-Cartier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fermé 9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2 — Champlain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ouvert, 10 min d'attente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3 — pont-tunnel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rien à signaler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4 — autoroute 40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camion sur accotement, Pie-IX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5 — Henri-Bourassa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nid-de-poule, voie de droite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8003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8643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décision, en une phrase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prend Champlain : dix minutes d'attente valent mieux que d'attendre neuf heures.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note que vous prendriez demain matin, pour votre trajet à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ou trois lignes suffisent : vous n'avez pas quatre routes.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ligne pour votre décision, avec sa raison.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