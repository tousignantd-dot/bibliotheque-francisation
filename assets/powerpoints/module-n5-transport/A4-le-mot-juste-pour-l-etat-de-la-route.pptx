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A. Elle fait passer du mot à la décision : savoir ce que veut dire « bouchon » ne sert que si l'on sait ce qu'on fait en l'entendant. Ouvrir en demandant au groupe ce qu'il ferait, ce matin, devant chacun des quatre états.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porte sur deux formules figées qui trompent tout le monde. Elles ne se déduisent pas des mots : elles s'apprennent d'un bloc.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synthèse du bloc A, et elle servira de grille de lecture pour tout le bloc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compléter la colonne de droite avant de l'afficher, et accepter les nuances : devant un bouchon, quelqu'un qui n'a pas d'autre chemin ne peut que prévenir. C'est le défi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formules sont figées : on les apprend telles quelles. « Pour le moment » est la plus utile — elle annonce que le bulletin suivant sera moins bon.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très fréquente et coûteuse : elle fait prendre un détour de quarante minutes pour éviter dix minutes d'attente.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les voies sur une photo ou au tableau. La différence entre « une voie fermée » et « la route fermée » se voit mieux dessinée qu'expliquée.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d'abord, individuellement, puis comparer deux par deux avant d'afficher le corrigé. Les variantes correctes sont nombreuses : accepter tout ce qui contient le mot juste et un repère.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: ils annoncent tout le défi 3 et disent qui, dans le groupe, a déjà eu à téléphoner pour annoncer un retard.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mot juste pour l'état de la route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états, quatre mots, et quatre décisions différentes. Ce n'est pas du vocabulaire de luxe : c'est de l'information qui vaut vingt minutes de votre matinée.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Ça bloque ce matin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le mot juste pour décrire l'état d'une route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qu'on décide devant chacun des quatre états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formules « dense mais fluide » et « pour le moment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annonce courte avec le mot juste.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MOT DIT CE QU'IL FAUT FAIRE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Ralentissement : on y va. Bouchon : on change de chemin. Fermé : on suit la directive.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Entrave » ne dit encore rien de précis : il faut écouter la suite pour savoir de laquelle il s'agit.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QUATRE ÉTATS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mot, et la décision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ENTEND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ralentissement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On part un peu plus tôt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bouchon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On change de chemin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route fermée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On suit la directive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Aucune entrave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On part comme d'habitude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FORMULES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qu'elles veulent vraiment dire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Dense mais fluide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Beaucoup d'autos, mais ça avance. Bonne nouvelle.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Pour le moment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n'est pas touché, mais on s'attend au pire.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En cours de dégagement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remorqueuses travaillent. Ce n'est pas fini.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Aucune entrave à signaler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Rien du tout. La meilleure phrase de la journée.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PRENDRE « DENSE » POUR « BLOQUÉ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dense : on ne passera jamais.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dense mais fluide : il y a du monde, mais ça avance.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Dense veut dire : beaucoup d'autos. Le bulletin ajoute presque toujours « mais fluide ». Les deux mots ensemble sont une bonne nouvelle, pas une mauvaise.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CROIRE QU'UNE VOIE FERMÉE FERME LA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voie de gauche est fermée : on ne passe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Deux voies sur trois sont bloquées : il en reste une.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voie n'est pas la route. Tant qu'il reste une voie, ça passe, lentement. Le bulletin dit autrement quand la route est fermée.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l'annonce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par situation, avec le mot juste.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autos roulent à quarante à l'heure.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Plus rien ne bouge depuis dix minutes.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camion est arrêté hors des voies.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Rien ne bloque le tunnel ce matin.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7921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4322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voie de gauche rouvre à cinq heures.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l'annonce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autos roulent à quarante à l'heure.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On annonce un ralentissement de vingt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Plus rien ne bouge depuis dix minutes.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C'est un bouchon : la circulation est très dense.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camion est arrêté hors des voies.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Un véhicule est immobilisé sur l'accotement.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Rien ne bloque le tunnel ce matin.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Aucune entrave à signaler dans le tunnel.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7921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4322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voie de gauche rouvre à cinq heures.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La voie de gauche est fermée jusqu'à cinq heures.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ce que vous feriez demain matin si votre route était bloquée.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Avez-vous un autre chemin ? Lequel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Qui faudrait-il prévenir, et à quelle heure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Ça bloque ce matin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