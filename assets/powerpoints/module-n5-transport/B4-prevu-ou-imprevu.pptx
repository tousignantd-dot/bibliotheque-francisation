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Elle réunit tout le bloc : le vocabulaire de A3, les repères de B2, les expressions de temps de B3, et elle s'achève sur la première vraie production — redire une annonce en une phrase organisée.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une production : y garder les vingt-cinq dernières minutes. C'est la répétition générale du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synthèse du défi 1 et la justification de tout le module : l'imprévu ne se lit nulle part, il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Québec 511 est le service d'information routière du ministère des Transports : la ligne téléphonique 511 et le site quebec511.info. Le montrer si la classe a un 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du raisonnement, pas du vocabulaire : le bulletin ne dit pas « ce sera long », il dit qui est sur place. Faire refaire le raisonnement d'Amine, vu en 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loi au Québec, et c'est aussi une information de sécurité que beaucoup d'élèves n'ont jamais reçue. La donner simplement, sans en faire une leçon de conduite.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la réplique d'Amine en B1 : ce n'est pas la durée qui décide, c'est l'incertitude sur la durée.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items viennent de l'exercice `t1inc`. Faire justifier le troisième : les travaux étaient prévus, mais l'heure de fin a bougé.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à l'oral, à deux, avant d'afficher le corrigé. Accepter toutes les variantes qui contiennent les quatre informations : c'est l'ordre et la complétude qu'on évalue, pas le mot à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ce sont les brouillons du jeu de rôle de E1. Les relire avant le bloc E pour savoir sur quoi insister.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Prévu ou imprévu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une entrave, une seule question compte : est-ce que quelqu'un le savait d'avance ? Si oui, il y a une heure de fin. Si non, personne ne peut vous dire quand ce sera fini — pas même la personne au micro.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Ça bloque ce matin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si une entrave était prévue ou vient d'arriver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que les véhicules présents disent de la durée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Québec 511 et ce qu'on y trouve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redire une annonce en une phrase, avec ses quatre informations.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FAMILLES, DEUX FAÇONS D'Y RÉPONDRE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prévu se contourne la veille. L'imprévu se décide en trente secondes, avec ce qu'on vient d'entendre.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Des travaux annoncés jusqu'à cinq heures finissent à cinq heures. Un accident finit quand la remorqueuse a fini.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FAMILLES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les distingue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PRÉVU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IMPRÉVU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travaux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accident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fermeture annoncée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panne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heure de fin connue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personne ne sait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publié sur Québec 511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d'abord à la radio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VÉHICULES DISENT LA DURÉE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Sans qu'on ait à la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Une remorqueuse en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n'est pas arrivée : ça va durer.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Une remorqueuse sur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commence : il faut charger le véhicule.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Des véhicules d'urgence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sera long : on ne rouvre pas tant qu'ils y sont.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policiers dirigent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voie passe, lentement, sous contrôle.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SE RANGER POUR LES VÉHICULES D'URGENCE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Gyrophares derrière vous : on se range à droite et on immobilise son véhicule.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Près d'un véhicule d'urgence arrêté sur le bord de la route, on ralentit et on se déplace dans la voie voisine.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CROIRE QU'UN ACCIDENT FINIT À L'HEURE ANNONCÉE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a dit vingt minutes, donc dans vingt minutes ça passe.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Vingt minutes est une estimation faite pendant que ça se passe.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les remorqueuses viennent d'arriver, ce sera plus long. Le chiffre est une indication, pas un horaire — sauf pour des travaux annoncés.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CLASSEMENT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Prévu ou imprévu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à quelle famille appartient chaque annonce.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bretelle sera fermée samedi et dimanche.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carambolage vient de se produire.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travaux de nuit se prolongent.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véhicule lourd est immobilisé sur l'accotement.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signale un nid-de-poule dans la voie de droite.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voie de gauche est fermée toutes les nuits.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Prévu ou imprévu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bretelle sera fermée samedi et dimanche.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prévu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carambolage vient de se produire.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imprévu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travaux de nuit se prolongent.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prévu, mais en retard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véhicule lourd est immobilisé sur l'accotement.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imprévu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signale un nid-de-poule dans la voie de droite.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imprévu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voie de gauche est fermée toutes les nuits.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prévu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Redites l'annonce en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informations, dans l'ordre, en une seule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Accident · 40 · Côte-de-Liesse · ouest · 2 voies sur 3 · 20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48538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7602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8242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64083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Travaux · pont Jacques-Cartier · vers Montréal · fermé · 9 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28820"/>
            <a:ext cx="11057839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9547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50187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684268"/>
            <a:ext cx="10097719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Panne · 40 · accotement · Pie-IX · ouest · remorqueuse en route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Redites l'annonce en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Accident · 40 · Côte-de-Liesse · ouest · 2 voies sur 3 · 20 min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Il y a un accident sur la 40, à la hauteur de Côte-de-Liesse, en direction ouest ; deux voies sur trois sont bloquées pour au moins vingt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48538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7602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8242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64083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Travaux · pont Jacques-Cartier · vers Montréal · fermé · 9 h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pont Jacques-Cartier est fermé en direction de Montréal jusqu'à neuf heures, à cause de travaux.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28820"/>
            <a:ext cx="11057839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9547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50187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684268"/>
            <a:ext cx="10097719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Panne · 40 · accotement · Pie-IX · ouest · remorqueuse en route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 camion est immobilisé sur l'accotement de la 40, à la hauteur de Pie-IX, en direction ouest ; une remorqueuse est en route.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que vous diriez à quelqu'un qui vous attend, ce matin.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qui bloque, où, dans quel sens, pour combien de temps.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deux respirations au maximum.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Ça bloque ce matin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