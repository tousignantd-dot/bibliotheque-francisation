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fait presque entièrement debout et à deux. Prévoir des postes avec écouteurs pour le jeu de rôle avec l'assistant, et un coin calme pour l'enregistrement. L'enseignante circule et écoute, elle ne corrige pas pendant.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d'évaluation principal : si le collègue doit demander « où ? », l'explication n'était pas complète. C'est ce que l'assistant fait dans le jeu de rôle, et il le fait exprès.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projetée pendant tout l'atelier. C'est la grille du jeu de rôle et celle de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sont ceux de l'activité interactive. Faire choisir chacun selon son trajet réel : celui qui prend un pont tous les matins prendra le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Prévenir le groupe : l'assistant est exigeant exprès. Ce n'est pas une panne ni de la mauvaise volonté — c'est ainsi qu'il fait travailler le discours suivi demandé au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cinq lignes avant d'enregistrer. Un message improvisé dure quatre-vingt-dix secondes et oublie le nom ; un message écrit d'abord en dure quarante et n'oublie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lire ses notes n'a rien d'artificiel au téléphone. Tout le monde le fait, y compris les gens dont c'est la langue maternelle.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cette autoévaluation avant l'envoi à l'enseignante, pas après. Les élèves recommencent d'eux-mêmes une fois sur deux, et c'est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avec la production écrite. La comparaison entre ce que l'élève a repéré lui-même et ce que la rétroaction dit vaut mieux qu'une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Expliquer, et appeler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à vous. Vous expliquez à votre collègue ce que la radio vient d'annoncer et vous proposez un autre chemin ; puis vous laissez un message sur la boîte vocale de votre responsable pour annoncer votre retard.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entrave sans que l'autre ait à poser de questions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 autre chemin, dans l'ordre et jusqu'au bout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de retard de trente à quarante-cinq secondes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tutoiement avec le collègue, le vouvoiement avec la responsable.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SIX INFORMATIONS, DANS L'ORDRE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bloque · où · dans quel sens · depuis quand · par où passer · à quelle heure on arrive.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bloque » n'est pas une information. Sans nom de route, sans repère et sans durée, personne ne peut décider.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EN 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pont fermé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Trouver un autre pont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carambolage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Entrer sur l'autoroute ou non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bretelle en travaux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Expliquer un chemin pour samedi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FAIT L'ASSISTANT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 devine rien à votre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n'a pas écouté la radio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sait rien : tout doit venir de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redemande une fois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dites « ça bloque », il demande où.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ne propose pas le détour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à vous de le trouver et de le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veut une heure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Bientôt » ne lui suffit jamais.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MESSAGE DE RETARD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morceaux,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Qui parle, et à qui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bloque, et où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Depuis quand, ce qu'on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L'heure, et ce qu'on propose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Comment vous joindre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ENREGISTRER SANS AVOIR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improviser, c'est plus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mes cinq lignes, je les lis une fois, puis j'enregistre.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improvisé oublie presque toujours deux choses : le nom de celui qui appelle, et une heure en chiffres. Ce sont justement les deux qui rendent le message utile.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Réécoutez-vous comme si vous étiez la responsable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qui parle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noter une heure d'arrivée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quoi faire en attendant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message dure-t-il moins de 45 secondes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vouvoiement est-il tenu du début à la fin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Réécoutez-vous comme si vous étiez la responsable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qui parle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le message ne sert à personne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noter une heure d'arrivée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rien ne s'organise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quoi faire en attendant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il faudra rappeler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message dure-t-il moins de 45 secondes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coupez les excuses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vouvoiement est-il tenu du début à la fin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reprenez le début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referiez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qui a bien marché : ça se garde pour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