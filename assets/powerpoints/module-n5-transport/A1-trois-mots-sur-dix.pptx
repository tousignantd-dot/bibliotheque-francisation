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en faisant écouter un vrai bulletin de circulation de trente secondes, sans rien expliquer, puis demander au groupe ce qui a été compris. La réponse est presque toujours : le nom d'une route, et rien d'autre. C'est exactement le point de départ. Ne pas dédramatiser trop vite : c'est réellement difficile, et c'est pour cela que le module existe.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plus important des quatre : savoir qu'il y a quatre informations, et lesquelles, transforme une écoute au hasard en une écoute qui attend quelque chose. Tout le bloc A tient là-dessus.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pistes sont les quatre informations du bulletin, posées avant d'être nommées. Les écrire au tableau dans cet ordre et les y laisser toute la séance : on y reviendra à chaque exercice du module.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réplique d'Amine : lui non plus ne comprenait rien les premières années. C'est une information utile pour le groupe, et elle est vraie de tout le monde, y compris des gens nés ici quand ils déménagent dans une autre ville.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distinction ralentissement / bouchon est le cœur de la séance. Elle n'est pas décorative : elle décide si l'on part quand même ou si l'on change de chemin. Faire donner des exemples vécus par le groupe.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Entrave » est le mot le plus fréquent du bulletin et le plus opaque pour un élève. Le faire répéter, et faire trouver au groupe trois choses qui sont des entraves. La formule « aucune entrave à signaler » s'apprend d'un bloc, comme une expression figée.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reviendra à chaque séance du module, et c'est elle qu'il faut avoir en tête pendant le jeu de rôle de E1.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l'article. Insister sur « accotement » : c'est un mot qu'on n'apprend nulle part ailleurs et qui revient tous les matins. Demander qui a déjà eu besoin de s'arrêter sur l'accotement.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par le groupe avant de l'afficher. C'est la distinction la plus rentable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décourage plus d'élèves que n'importe quelle difficulté de grammaire. Le dire clairement : la répétition du bulletin est un cadeau, pas une contrainte.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La dernière prépare le travail d'écoute de tout le bloc 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serviront en C4, où chacun doit dire si une entrave le concerne. Un trajet réel vaut mieux qu'un exemple inventé.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Trois mots sur dix »</a:t>
            </a:r>
          </a:p>
        </p:txBody>
      </p:sp>
      <p:sp>
        <p:nvSpPr>
          <p:cNvPr id="5" name="Rounded Rectangle 4"/>
          <p:cNvSpPr/>
          <p:nvPr/>
        </p:nvSpPr>
        <p:spPr>
          <a:xfrm>
            <a:off x="566928" y="3794760"/>
            <a:ext cx="9960559" cy="2499868"/>
          </a:xfrm>
          <a:prstGeom prst="roundRect">
            <a:avLst>
              <a:gd name="adj" fmla="val 58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Tereza Nogueira part de Longueuil tous les matins à six heures cinquante et traverse l'île pour se rendre à son atelier de Saint-Laurent. La radio est ouverte, la chronique de circulation commence — et depuis quatre ans, elle n'en comprend que trois mots sur dix.</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Ça bloque ce matin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l'état d'une route avec les mots du bulletin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quelles quatre informations un bulletin donne toujours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 ralentissement, un bouchon et une route fermée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qu'est une entrave, et ce qu'est un accotement.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file d'autos arrêtées, un matin. Qu'est-ce que vous voulez savoir en premier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utoroute-bouchon.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bloque, à votre avis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faudrait-il le savoir, exactement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quand est-ce que ça dure ?</a:t>
            </a:r>
          </a:p>
        </p:txBody>
      </p:sp>
      <p:sp>
        <p:nvSpPr>
          <p:cNvPr id="18" name="Rounded Rectangle 17"/>
          <p:cNvSpPr/>
          <p:nvPr/>
        </p:nvSpPr>
        <p:spPr>
          <a:xfrm>
            <a:off x="566928" y="421386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encore ? Qui peut vous le dire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 a dit quoi, exactement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0" name="TextBox 9"/>
          <p:cNvSpPr txBox="1"/>
          <p:nvPr/>
        </p:nvSpPr>
        <p:spPr>
          <a:xfrm>
            <a:off x="2209323" y="2322576"/>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Amine, arrête deux secondes. Il vient de dire quelque chose sur la 40.</a:t>
            </a:r>
          </a:p>
        </p:txBody>
      </p:sp>
      <p:sp>
        <p:nvSpPr>
          <p:cNvPr id="11" name="Rounded Rectangle 10"/>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3" name="TextBox 12"/>
          <p:cNvSpPr txBox="1"/>
          <p:nvPr/>
        </p:nvSpPr>
        <p:spPr>
          <a:xfrm>
            <a:off x="2209323" y="3071876"/>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parle vite, hein ? Moi non plus, les premières années, je ne comprenais rien.</a:t>
            </a:r>
          </a:p>
        </p:txBody>
      </p:sp>
      <p:sp>
        <p:nvSpPr>
          <p:cNvPr id="14" name="Rounded Rectangle 13"/>
          <p:cNvSpPr/>
          <p:nvPr/>
        </p:nvSpPr>
        <p:spPr>
          <a:xfrm>
            <a:off x="566928" y="39944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6" name="TextBox 15"/>
          <p:cNvSpPr txBox="1"/>
          <p:nvPr/>
        </p:nvSpPr>
        <p:spPr>
          <a:xfrm>
            <a:off x="2209323" y="4158995"/>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J'ai entendu « ralentissement », j'ai entendu « accotement », et après, plus rien.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Ça avance, ou ça n'avance plus</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9" name="TextBox 8"/>
          <p:cNvSpPr txBox="1"/>
          <p:nvPr/>
        </p:nvSpPr>
        <p:spPr>
          <a:xfrm>
            <a:off x="2209323" y="1901952"/>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ralentissement, c'est quand ça avance, mais lentement. Ce n'est pas arrêté.</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2" name="TextBox 11"/>
          <p:cNvSpPr txBox="1"/>
          <p:nvPr/>
        </p:nvSpPr>
        <p:spPr>
          <a:xfrm>
            <a:off x="2209323" y="2989072"/>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quand c'est arrêté ?</a:t>
            </a:r>
          </a:p>
        </p:txBody>
      </p:sp>
      <p:sp>
        <p:nvSpPr>
          <p:cNvPr id="13" name="Rounded Rectangle 12"/>
          <p:cNvSpPr/>
          <p:nvPr/>
        </p:nvSpPr>
        <p:spPr>
          <a:xfrm>
            <a:off x="566928" y="35737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5" name="TextBox 14"/>
          <p:cNvSpPr txBox="1"/>
          <p:nvPr/>
        </p:nvSpPr>
        <p:spPr>
          <a:xfrm>
            <a:off x="2209323" y="3738371"/>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Là, c'est un bouchon. Ou un embouteillage, si tu veux le mot poli.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L'accotement, et l'entrave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9" name="TextBox 8"/>
          <p:cNvSpPr txBox="1"/>
          <p:nvPr/>
        </p:nvSpPr>
        <p:spPr>
          <a:xfrm>
            <a:off x="2209323" y="1901952"/>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L'accotement, c'est la bande sur le bord de la route, en dehors des voies. On s'arrête là quand on tombe en panne.</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27663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TEREZA</a:t>
            </a:r>
          </a:p>
        </p:txBody>
      </p:sp>
      <p:sp>
        <p:nvSpPr>
          <p:cNvPr id="12" name="TextBox 11"/>
          <p:cNvSpPr txBox="1"/>
          <p:nvPr/>
        </p:nvSpPr>
        <p:spPr>
          <a:xfrm>
            <a:off x="2209323" y="2989072"/>
            <a:ext cx="886680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une entrave, c'est quoi ? Il dit ça tout le temps.</a:t>
            </a:r>
          </a:p>
        </p:txBody>
      </p:sp>
      <p:sp>
        <p:nvSpPr>
          <p:cNvPr id="13" name="TextBox 12"/>
          <p:cNvSpPr txBox="1"/>
          <p:nvPr/>
        </p:nvSpPr>
        <p:spPr>
          <a:xfrm>
            <a:off x="932688" y="3738371"/>
            <a:ext cx="127663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AMINE</a:t>
            </a:r>
          </a:p>
        </p:txBody>
      </p:sp>
      <p:sp>
        <p:nvSpPr>
          <p:cNvPr id="14" name="TextBox 13"/>
          <p:cNvSpPr txBox="1"/>
          <p:nvPr/>
        </p:nvSpPr>
        <p:spPr>
          <a:xfrm>
            <a:off x="2209323" y="3738371"/>
            <a:ext cx="886680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Tout ce qui empêche de passer normalement : des travaux, un accident, une voie fermée. C'est le mot général.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 BULLETIN DIT TOUJOURS LES MÊMES QUATRE CHOSES</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qui bloque, où, depuis quand, et pour combien de temps encore. Toujours dans cet ordre.</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sait qu'il y en a quatre, on cesse d'écouter des mots au hasard : on attend les quatre, l'une après l'autre.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ÉTATS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vocabulaire de la route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ralentissement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Ça avance, mais lentement. On part quand même.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bouchon</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Ça ne bouge presque plus. On cherche un autre chemin.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entrave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Tout ce qui empêche de circuler normalement.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L'accotement</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bande sur le bord, en dehors des voies.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ÉTATS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Ça avance, ou ça n'avance plus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RALENTISSEMENT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BOUCHON</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Ça roule au ralenti</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Ça ne bouge presque plus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Trente à l'heure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Dix mètres à la minute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Vingt minutes de plus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Personne ne sait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y va quand même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change de chemin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QU'IL FAUT TOUT COMPRENDRE DU PREMIER COUP</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n'ai rien compris, ça ne sert à rien d'écouter.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J'attrape le nom de ma route, et j'écoute le bulletin suivant.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bulletin repasse toutes les dix minutes, avec la même voix et les mêmes routes. Personne ne le comprend en entier du premier matin, même les gens d'ici.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Tereza fait la route avec Amine depuis deux ans.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Amine a tout de suite compris les bulletins.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ralentissement veut dire que les autos sont arrêtées.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s'arrêter sur l'accotement en cas de panne.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mot « entrave » couvre les travaux et les accidents.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bulletin change de voix et de routes chaque jour.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Tereza fait la route avec Amine depuis deux ans.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Amine a tout de suite compris les bulletins.   </a:t>
            </a:r>
            <a:r>
              <a:rPr sz="1400" b="1" i="0">
                <a:solidFill>
                  <a:srgbClr val="07734A"/>
                </a:solidFill>
                <a:latin typeface="Verdana"/>
              </a:rPr>
              <a:t>» faux — lui non plus, les premières années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ralentissement veut dire que les autos sont arrêtées.   </a:t>
            </a:r>
            <a:r>
              <a:rPr sz="1400" b="1" i="0">
                <a:solidFill>
                  <a:srgbClr val="07734A"/>
                </a:solidFill>
                <a:latin typeface="Verdana"/>
              </a:rPr>
              <a:t>» faux — ça avance, mais lentement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s'arrêter sur l'accotement en cas de panne.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mot « entrave » couvre les travaux et les accidents.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bulletin change de voix et de routes chaque jour.   </a:t>
            </a:r>
            <a:r>
              <a:rPr sz="1400" b="1" i="0">
                <a:solidFill>
                  <a:srgbClr val="07734A"/>
                </a:solidFill>
                <a:latin typeface="Verdana"/>
              </a:rPr>
              <a:t>» faux — c'est ce qui le rend apprenable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nom de la route, du pont ou de la ligne d'autobus que vous prenez le matin.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dans quel sens vous allez : vers le nord, vers le centre-ville.</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vous ne prenez pas la route, écrivez le trajet de quelqu'un que vous connaissez.</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Ça bloque ce matin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