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Les seize mots sont ceux du banc « Je retiens des mots » de l'activité interactive : le travail fait ici se retrouve tel quel à l'écran. Prévoir de la place au tableau, on y écrira les seize.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qu'on oublie : « voie » et « bretelle » sont féminins, « accotement » et « carambolage » masculins. L'article fait partie du mot, on ne l'apprend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pistes ramènent aux quatre informations du bulletin, vues en A1. Le vocabulaire n'est pas une liste : c'est ce qui permet de répondre à ces questions-là.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Nid-de-poule » fait toujours sourire : le mot vient de la forme du trou, rond et peu profond. Il s'écrit avec deux traits d'union. À Montréal, on les signale au 311.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Bretelle » surprend : le mot désigne aussi ce qui tient un pantalon. Le sens routier vient de la forme, courbée. Faire remarquer que « voie » et « bretelle » sont féminins.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Stationnement incitatif » est un mot d'ici : ces stationnements existent aux abords des gares et des terminus. Demander qui en utilise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la colonne de droite par le groupe. Le classement compte moins que la discussion qu'il provoque : un détour dégage-t-il vraiment, ou déplace-t-il le problème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« un » ou « une », jamais seul. C'est la seule façon de fixer le genre, et c'est aussi ce que demande l'exercice de vocabulaire de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l'exercice `prEtat` de l'activité interactive, où elles sont corrigées automatiquement. Ici, on les fait à l'oral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Relever les erreurs de genre et les reprendre en début de séance A4, sans nommer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qu'on voit sur la route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et le bulletin cesse d'être un bruit. Ils ne s'apprennent pas dans un livre : ils s'entendent tous les matins, toujours les mêmes, dans le même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bloque : un carambolage, une entrave, une panne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de la route : la voie, la chaussée, l'accotement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vient dégager : la remorqueuse, les véhicules d'urgence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Cinq photos de la même route. Qu'est-ce qui change d'une photo à l'autre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antier-c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empêche de passer, sur cette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quelle partie de la route se trouve l'obstacle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c'était prévu, à votre avis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va venir régler ça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QUI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l'entrave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37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0766" y="2121408"/>
            <a:ext cx="740824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 ce qui empêche de circuler normalement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437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ralentissement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0766" y="2909620"/>
            <a:ext cx="740824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ça avance, mais lentement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437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bouchon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0766" y="3697833"/>
            <a:ext cx="740824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ça ne bouge presque 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437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carambolage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0766" y="4486046"/>
            <a:ext cx="740824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plusieurs véhicules qui se frappent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437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nid-de-poule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0766" y="5274259"/>
            <a:ext cx="740824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trou creusé par le gel et le dégel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ROUTE ELLE-MÊME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bitume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1023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voie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7246" y="2121408"/>
            <a:ext cx="81417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bande marquée où passe une file d'autos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1023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7246" y="2909620"/>
            <a:ext cx="81417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où les véhicules roulent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1023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l'accotement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7246" y="3697833"/>
            <a:ext cx="81417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bande sur le bord, en dehors des voies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1023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bretelle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7246" y="4486046"/>
            <a:ext cx="81417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route courbée entre deux autoroutes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1023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7246" y="5274259"/>
            <a:ext cx="814176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plus long qu'on prend à la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QUI VIENT DÉGAGER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véhicules du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30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remorqueuse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283" y="2121408"/>
            <a:ext cx="63217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camion qui emporte un véhicule accidenté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30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d'urgence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283" y="2909620"/>
            <a:ext cx="63217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ambulance, pompiers, police en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30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283" y="3697833"/>
            <a:ext cx="63217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la route à plusieurs, dans la même auto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30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stationnement incitatif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283" y="4486046"/>
            <a:ext cx="63217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où l'on laisse son auto pour le métro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3027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imprévu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283" y="5274259"/>
            <a:ext cx="63217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change le plan de la journée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FAMILLES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bloque, et ce qui dégage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BLOQUE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DÉGAGE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carambolage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remorqueuse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bouchon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véhicule d'urgence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nid-de-poule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détour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voie de rechange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OUBLIER L'ARTICLE, OU SE TROMPER DE GENRE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voie, un bretelle, la accotement.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voie, une bretelle, l'accotement.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fait partie du mot et s'apprend avec lui. Devant une voyelle, « le » et « la » deviennent « l' » : l'accotement, l'entrave — et on n'entend plus le genre, il faut donc le savoir.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autos roulent à quarante : on annonce un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 rien ne bouge : c'est un vrai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est arrêté sur l'___.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___ à signaler dans le tunnel.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vient dégager le véhicule.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droite reste ouverte.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autos roulent à quarante : on annonce un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ralentissement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 rien ne bouge : c'est un vrai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bouchon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camion est arrêté sur l'___.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accotement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___ à signaler dans le tunnel.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entrave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vient dégager le véhicule.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remorqueuse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droite reste 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des seize mots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vraie, tirée de votre trajet, vaut mieux qu'une phrase inventée.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l'article : une voie, un détour, l'accotement.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