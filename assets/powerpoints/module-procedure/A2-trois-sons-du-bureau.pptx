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phrase du chapeau au tableau et la faire lire par trois élèves. Les trois sons difficiles apparaîtront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mots repères au tableau et les y laisser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« nu… i » lentement, puis de plus en plus vite, jusqu'à ce que les deux se collent. C'est l'exercice qui marche.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: g + e, i, y = le son de « jour ». g + a, o, u = le son de « gare ». C'est la règle la plus rentable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relie la phonétique au vocabulaire du module. Faire prononcer les huit mots à voix haute, en chœur.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Aujourd'hui » et « juillet » contiennent deux des trois sons chacun. Le signaler à la correction : c'est ce qui rend ces mots difficiles.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classer dix mots au tableau selon la lettre qui suit le g. Le motif apparaît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« signature » et « signaler » cinq fois chacun. Ce sont les deux mots du module qui contiennent ce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item contient deux des trois sons. Le garder pour la fin de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debout et lentement. La première phrase contient les trois sons : c'est le test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circulant. Un élève qui écrit « aujourd'hui » pour le son de « jour » a raison aussi : le mot contient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sons du bureau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Aujourd'hui, je joins ma signature en ligne. » Trois sons difficiles dans une seule phrase de travail — et trois orthographes qui ne se devinent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 son de « nuit » : deux voyelles collées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 son de « jour », écrit j ou g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 son de « ligne », écrit gn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correctement les mots du module qui les contiennent.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sons, leurs lettres, un mot repère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S'ÉCRIT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 REPÈRE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de « nuit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nuit, aujourd'hui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de « jour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 · g devant e, i, 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jour, joindre, orangé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de « ligne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ligne, signature, gagner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deuxième est le seul qui s'écrit de deux façons. C'est celui qui cause le plus d'erreurs d'orthographe.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SON DE « NUIT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dit « u » puis « i » très vite, sans arrêt entre les deux.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Nuit, aujourd'hui, juillet, huit, depuis. Ce n'est pas « nou-i » ni « nu-i » en deux temps : les deux voyelles se collent et forment un seul son glissé.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SON DE « JOUR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s'écrit j partout, et g seulement devant e, i ou 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Jour, joindre, juillet : la lettre j. Orangé, gestion, agir : la lettre g, mais seulement devant e, i ou y. Devant a, o ou u, la lettre g fait un autre son : gare, gomme, légume.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3B49A0"/>
                </a:solidFill>
                <a:latin typeface="Verdana"/>
              </a:rPr>
              <a:t>Le « e » qui sert de 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« orangé », le g garde son son parce qu'il est devant e. Dans « mangeons », on ajoute un e exprès pour garder le son devant 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3B49A0"/>
                </a:solidFill>
                <a:latin typeface="Verdana"/>
              </a:rPr>
              <a:t>Le son de « ligne » est un seul 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lettres g et n s'unissent : ligne, signature, gagner, montagne. Ce n'est ni « lig-ne » ni « li-ne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3B49A0"/>
                </a:solidFill>
                <a:latin typeface="Verdana"/>
              </a:rPr>
              <a:t>Ne pas confondre gn et g +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« diagnostic », le g et le n se prononcent séparément. C'est rare, mais cela existe.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3B49A0"/>
                </a:solidFill>
                <a:latin typeface="Verdana"/>
              </a:rPr>
              <a:t>Les mots du travail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Signature, signaler, ligne, gagner, joindre, jour ouvrable, aujourd'hui, juillet. Tous sont dans ce module.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écrivez « nuit », « jour » ou « ligne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aujourd'hui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63088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18536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juillet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863088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18536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orangé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86480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741928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joindre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586480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741928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gagner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09872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465320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ligne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309872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465320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signature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aujourd'hui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de « nuit » —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nuit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de « nuit » —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63088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18536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juillet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de « jour » —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863088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18536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orangé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de « jour » — g devant 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86480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741928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joindre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de « jour » — j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586480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741928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gagner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de « ligne » — gn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09872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465320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ligne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de « ligne » — gn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309872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465320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signature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de « ligne » — 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 DE « G » DEVANT A, O, 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orangé lu comme « oran-gué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orangé — g devant e fait le son de « jour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lettre g change de son selon ce qui suit. Devant e, i ou y, elle fait le son de « jour ». Devant a, o ou u, elle fait le son de « gare ». Ce n'est pas une exception : c'est une règle, et elle vaut pour tous les mots.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 DE « SIGNATURE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sig-na-ture, en séparant le g et le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si-gna-ture, gn en un seul 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lettres g et n forment un seul son, comme dans « ligne » ou « montagne ». Les séparer donne un mot que personne ne reconnaît. C'est un son qui n'existe pas dans beaucoup de langues : il demande de la pratique.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ui, j, g ou 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groupe de lettres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si___ature (ce qu'on écrit au bas d'un formulaire)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a___ourd'hui (le jour où on est)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___oindre un reçu (l'ajouter à un envoi)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li___e (une rangée, ou en ligne)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n___t (quand il fait noir)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oran___é (la couleur)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ui, j, g ou 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si___ature (ce qu'on écrit au bas d'un formulaire)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signature — 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a___ourd'hui (le jour où on est)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aujourd'hui — j puis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___oindre un reçu (l'ajouter à un envoi)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joindre —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li___e (une rangée, ou en ligne)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ligne — 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n___t (quand il fait noir)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nuit —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oran___é (la couleur)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orangé — g devant 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groupe corrige uniquement les trois 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je joins ma signature en ligne.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juillet, il travaille de 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signaler le bris avant de gagner du temps.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je joins ma signature en ligne.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trois 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juillet, il travaille de nuit.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ui · j ·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signaler le bris avant de gagner du temps.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gn · 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du module, un pour chacun des trois 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les lettres qui font le 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signature » — le son de « ligne », lettres 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