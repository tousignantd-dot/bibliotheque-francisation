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la faire lire par trois élèves. Les trois sons difficiles apparaîtront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nu… i » lentement, puis de plus en plus vite, jusqu'à ce que les deux se collent. C'est l'exercice qui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g + e, i, y = le son de « jour ». g + a, o, u = le son de « gare ». C'est la règle la plus rentable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phonétique au vocabulaire du module. Faire prononcer les huit mots à voix haute,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Aujourd'hui » et « juillet » contiennent deux des trois sons chacun. Le signaler à la correction : c'est ce qui rend ces mots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dix mots au tableau selon la lettre qui suit le g.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signature » et « signaler » cinq fois chacun. Ce sont les deux mots du module qui contiennent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contient deux des trois sons.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première phrase contient les trois sons : c'est le test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écrit « aujourd'hui » pour le son de « jour » a raison aussi : le mot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du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Aujourd'hui, je joins ma signature en ligne. » Trois sons difficiles dans une seule phrase de travail — et trois orthographes qui ne se devinent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nuit » : deux voyelles collées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jour », écrit j ou g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ligne », écrit gn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 qui les contiennent.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nuit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nuit, aujourd'hui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jour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 ·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jour, joindre, orangé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ligne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ligne, signature, gagner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deuxième est le seul qui s'écrit de deux façons. C'est celui qui cause le plus d'erreurs d'orthographe.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NUIT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u » puis « i » très vite, sans arrêt entre les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Nuit, aujourd'hui, juillet, huit, depuis. Ce n'est pas « nou-i » ni « nu-i » en deux temps : les deux voyelles se collent et forment un seul son glissé.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JOUR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s'écrit j partout, et g seulement devant e, i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Jour, joindre, juillet : la lettre j. Orangé, gestion, agir : la lettre g, mais seulement devant e, i ou y. Devant a, o ou u, la lettre g fait un autre son : gare, gomme, légume.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« e » qui sert de pont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orangé », le g garde son son parce qu'il est devant e. Dans « mangeons », on ajoute un e exprès pour garder le son devant 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son de « ligne » est un seul 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lettres g et n s'unissent : ligne, signature, gagner, montagne. Ce n'est ni « lig-ne » ni « li-ne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Ne pas confondre gn et g +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diagnostic », le g et le n se prononcent séparément. C'est rare, mais cela existe.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Les mots du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Signature, signaler, ligne, gagner, joindre, jour ouvrable, aujourd'hui, juillet. Tous sont dans ce module.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nuit », « jour » ou « ligne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g devant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G » DEVANT A, O,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lu comme « oran-gué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— g devant e fait le son de « jour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lettre g change de son selon ce qui suit. Devant e, i ou y, elle fait le son de « jour ». Devant a, o ou u, elle fait le son de « gare ». Ce n'est pas une exception : c'est une règle, et elle vaut pour tous les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SIGNATURE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sig-na-ture, en séparant le g et le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si-gna-ture, gn en un seul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g et n forment un seul son, comme dans « ligne » ou « montagne ». Les séparer donne un mot que personne ne reconnaît. C'est un son qui n'existe pas dans beaucoup de langues : il demande de la pratique.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signature — 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aujourd'hui — j puis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ligne — gn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nuit — 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orangé — g devant 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trois sons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ui · j ·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gn · 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module, un pour chacun des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signature » — le son de « ligne », lettres 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