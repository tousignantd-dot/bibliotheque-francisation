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du chapeau au tableau et demander ce que « en appelant » ajoute. Le groupe répondra « comment il a fait » : c'est la moitié de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méthode au tableau : nous suivons, moins -ons, plus -ant. Elle fonctionne pour presque tous les verbes.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questions au tableau. Elles servent à tous les exercices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cartes donnent un raccourci fiable, mais pas infaillible. Les tests des deux premières restent le critère.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à voix haute avant chaque réponse. Sans elle, l'exercice devient une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derniers sont ceux du module : remplir, choisir, appuyer. Les faire employer dans une phrase après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charnière. Faire transformer trois phrases de C2 en gérondif et constater lesquelles fonctionnent.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logique plus que grammaticale, et elle change le sens sans qu'on s'en aperçoive. Y consacrer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au tableau la chaîne complète pour trois verbes : infinitif, forme nous, gérondif.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personnes avant de choisir. C'est un test mécanique et il ne se trompe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phrases qu'on écrit dans un courriel pour expliquer sa démarche. Les faire relire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terminaison et le sujet. Rendre avant C4 : l'impératif et le gérondif se combinent souvent dans une directive.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 suivant les étapes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a réglé le problème en appelant les finances. » Un seul mot — « en » — et le verbe qui suit dit comment on a fait, ou ce qu'on faisait en même temps.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gérondif : en + le verbe en -ant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simultanéité de la manière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gérondif quand les deux actions ont le même sujet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pendant que » et le gérondif.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+ le verbe avec la terminaison -ant.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Suivre donne en suivant. Lire donne en lisant. Attendre donne en attendant. On part de la forme « nous » du présent, on enlève -ons et on ajoute -ant : nous suivons donne suivant.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sens, un seul outil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simultanéité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lit ses courriels en attendant l'ascenseur.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manière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réglé le problème en appelant les finances.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Pour trancher, posez la question : est-ce que ça dit quand, ou comment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reconnaître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test du « comment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Comment a-t-elle réglé le problème ? En appelant les finances. » Si la réponse fonctionne, c'est la manière.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test du « en même temps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Il lit ses courriels et il attend l'ascenseur en même temps. » Si cela fonctionne, c'est la simultanéité.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verbe principal donne un indice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verbe de résultat — régler, trouver, corriger, réussir — annonce presque toujours la manière.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 verbe d'état ou de durée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Travailler, parler, marcher, discuter : ce sont des actions qui durent, donc souvent de la simultanéité.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Simultanéité ou manière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Posez la question : quand, ou comment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Samuel remplit le formulaire en suivant les étapes.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Diane a trouvé la réponse en lisant la directive.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à son collègue en attendant son tour.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travaille en écoutant une baladodiffusion.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technicien a réglé le problème en vérifiant chaque pièce.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commis a corrigé l'erreur en relisant le formulaire.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Simultanéité ou manière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Samuel remplit le formulaire en suivant les étapes.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manière — comment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Diane a trouvé la réponse en lisant la directive.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manière — comment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à son collègue en attendant son tour.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simultanéité — quand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travaille en écoutant une baladodiffusion.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simultanéité — quand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technicien a réglé le problème en vérifiant chaque pièce.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manière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commis a corrigé l'erreur en relisant le formulaire.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manière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le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Partez de la forme « nous » du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suivre (nous suivons)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lire (nous lisons)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attendre (nous attendons)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remplir (nous remplissons)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choisir (nous choisissons)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appuyer (nous appuyons)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le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suivre (nous suivons)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suivant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lire (nous lisons)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lisant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attendre (nous attendons)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attendant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remplir (nous remplissons)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remplissant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choisir (nous choisissons)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choisissant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appuyer (nous appuyons)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appuyant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GÉRONDIF OU « PENDANT QUE »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gérondif quand c'est la même personne. « Pendant que » quand ce sont deux personnes.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attend l'approbation en continuant son travail » — c'est lui qui fait les deux. « Il attend l'approbation pendant que la commis vérifie » — deux personnes, donc « pendant que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SUJET DIFFÉRENT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remplis le formulaire en prenant la photo, toi.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remplis le formulaire pendant que tu prends la photo.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gérondif se rapporte toujours au sujet de la phrase principale. « En prenant la photo » voudrait dire que c'est moi qui la prends. Quand ce sont deux personnes différentes, il faut « pendant que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TERMINAISON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remplisant le formulaire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remplissant le formulaire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gérondif se forme sur la forme « nous » du présent : nous remplissons, donc en remplissant, avec deux s. Ceux qui partent de l'infinitif écrivent « remplisant » et se trompent. Passez toujours par « nous 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Gérondif ou pendant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Combien de personnes font les actions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attend l'approbation. Il continue son travail.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remplis le formulaire. Tu prends la photo.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vérifie le montant. Elle relit le formulaire.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superviseur approuve. Les finances traitent la demande.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Gérondif ou pendant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attend l'approbation. Il continue son travail.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gérondif — même personne : il attend en continuant son travail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remplis le formulaire. Tu prends la photo.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pendant que — deux personnes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vérifie le montant. Elle relit le formulaire.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gérondif — même personne : elle vérifie en relisant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superviseur approuve. Les finances traitent la demande.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pendant que — deux services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comment vous avez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gérondif de manière dans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trouvé la bonne catégorie.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évité une erreur de montant.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compris la procédure.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gagné du temps.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comment vous avez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trouvé la bonne catégorie.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trouvé la bonne catégorie en lisant la liste.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évité une erreur de montant.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évité l'erreur en relisant mon reçu.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compris la procédure.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compris la procédure en posant des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gagné du temps.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gagné du temps en préparant mes documents d'avance.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avec un gérondif.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de simultanéité, une de manière.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à côté de chacune : quand, ou 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