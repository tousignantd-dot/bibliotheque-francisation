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4. Écrire au tableau : UNE PROCÉDURE. Demander qui a déjà renoncé à une demande parce qu'il ne savait pas comment faire. Beaucoup de mains se lèvent.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Noter les réponses. Beaucoup diront « je ne demande pas » : c'est exactement ce que la séance vise à changer.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le vrai sujet du module : une procédure qu'on ignore revient à une procédure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de « Je découvre ». Faire remarquer la question de Samuel : elle est directe, polie, et elle obtient une réponse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étapes dans la première réplique : photo, montant, envoi. Les faire compter par le groupe et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phrase est un conseil, pas une étape : garder l'original même après avoir envoyé la photo. C'est ce que les gens oublient.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 — ÉTAPES · ORDRE · QUI APPROUVE — et les y laisser pour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étapes. Faire remarquer que les deux dernières ne demandent rien : attendre fait partie de la procédure.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Joindre » et « approuver » sont les deux verbes du module. Les faire employer dans une phrase par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Jour ouvrable » est le mot piège : dix jours ouvrables, ce sont deux semaines. Le calculer avec le groupe sur un calendrier.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et la sixième sont celles qu'on oublie : le délai et le reçu original. Ce sont pourtant les deux qui causent le plus d'ennuis.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pratique concret. Suggérer une enveloppe ou une chemise pour les reçus en attente de remboursement.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serviront en A4, où l'on expliquera la même procédure à un collègue.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Des lunettes de sécurité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Samuel a payé quarante dollars de sa poche pour des lunettes de sécurité. L'entreprise rembourse — mais seulement si on suit la procédure, et personne ne la lui a expliquée.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une procédure et pourquoi elle existe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étapes d'une demande dans une explication orale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qui approuve et combien de temps ça prend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documents à garder.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payé du matériel de travail de votre poche.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demandez-vous si c'est remboursable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gardez, et pendant combien de temps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attendriez-vous avant de relancer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personne ne vous répond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Samuel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a acheté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lunettes de sécurité pour son nouveau poste à l'entrepôt. Quarante dollars, payés de sa poche.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ne sait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l'entreprise rembourse ce genre de dépense, et qu'il existe une application pour le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qui il en parle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Diane, une collègue. Elle connaît la procédure et la lui explique en quatre étapes.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doit retenir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L'application s'appelle Ressources+. Le superviseur approuve. Environ dix jours. Et on garde le reçu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l'entreprise rembourse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3816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SAMUEL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0855" y="2322576"/>
            <a:ext cx="880527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Diane, j'ai dû acheter des lunettes de sécurité pour mon nouveau poste à l'entrepôt. Ça m'a coûté quarante dollars. Est-ce que l'entreprise rembourse ce genre de dépense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0855" y="3747515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bien sûr ! Il y a une procédure à suivre. Tu dois remplir une demande de remboursement sur l'application de l'entreprise.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34636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SAMUEL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855" y="4834636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bon ? Je ne savais pas qu'on avait une application pour 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s'appelle Ressources+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855" y="1901952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elle s'appelle Ressources+. Tu prends une photo de ton reçu, tu entres le montant, puis tu envoies ta demande.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SAMUEL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0855" y="298907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Est-ce qu'il faut l'approbation de quelqu'un avant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855" y="3738371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ton superviseur doit approuver la demande avant que les finances la traitent.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 ton reçu original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SAMUEL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855" y="190195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ça prend, habituellement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0855" y="265125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général, une dizaine de jours. Garde ton reçu original, au cas où.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procédure a des étapes, un ordre, et quelqu'un qui approuve.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éléments à repérer dans toute explication : quelles étapes, dans quel ordre, et qui doit donner son accord. Si l'un des trois manque, la demande reste bloquée sans qu'on sache pourquoi.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procédure de remboursement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1970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1846" y="1975104"/>
            <a:ext cx="8867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101970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846" y="2395728"/>
            <a:ext cx="88677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ouvrir Ressources+ et appuyer sur Nouvelle demande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101970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1846" y="2935224"/>
            <a:ext cx="88677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prendre une photo claire du reçu original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101970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1846" y="3474720"/>
            <a:ext cx="88677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inscrire le montant exact et choisir la catégorie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101970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846" y="4014215"/>
            <a:ext cx="88677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attendre l'approbation du superviseur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101970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1846" y="4553712"/>
            <a:ext cx="88677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attendre le traitement par les finances, environ dix jours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procédure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3545" y="2121408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façon officielle de faire une demande ou une tâche.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remboursement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3545" y="2778252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qu'on redonne à quelqu'un pour une dépense.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3545" y="3435096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à remplir avec des informations précises.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reçu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3545" y="4091939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un achat.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joindre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3545" y="4748784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Ajouter un document à un envoi.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approuver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3545" y="5405628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son accord officiel à une demande.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L'application et le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onglet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5885" y="2121408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section cliquable dans une application ou un 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5885" y="2778252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jour de la semaine où l'entreprise est ouverte.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superviseur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5885" y="3435096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responsable d'une équipe de travail.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directive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5885" y="4091939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instruction précise à suivre.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bris d'équipement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5885" y="4748784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équipement qui casse ou cesse de fonctionner.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2088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véhicule de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5885" y="5405628"/>
            <a:ext cx="684312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véhicule de l'entreprise, utilisé pour le travail.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dialogue, quatre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Samuel a-t-il dû acheter des lunettes de sécurité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l'application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doit-il faire avant d'entrer le montant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doit approuver la demande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prend le remboursement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doit-il garder, et pourquoi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dialogue, quatre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Samuel a-t-il dû acheter des lunettes de sécurité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son nouveau poste à l'entrepôt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l'application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Ressources+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doit-il faire avant d'entrer le montant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prendre une photo de son reçu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doit approuver la demande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superviseur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prend le remboursement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environ dix jours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doit-il garder, et pourquoi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reçu original, au cas où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REÇU JETÉ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envoyé la photo, je peux jeter le reçu.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garde l'original jusqu'à ce que l'argent soit versé.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photo floue, un montant illisible, un doute des finances : dans tous ces cas, on redemande l'original. Sans lui, la demande est refusée et l'argent est perdu. Gardez le reçu jusqu'au versement.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cinq lignes : les étapes pour obtenir un remboursement.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étape, dans l'ordre.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 délai et ce qu'il faut garder.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