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 orale. Disposer la classe en dyades dès le début. Rendre les billets de B1 : les trois questions y sont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au tableau et les y laisser toute la séance. Les élèves les regarderont pendant les jeux de rôle : c'est voulu.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formules par question : chacun choisit celle qui lui vient le plus facilement. Ne pas en imposer une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réflexe est celui qui manque le plus. Le faire pratiquer systématiquement dans les jeux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formulation polie et claire. Ce qui compte est que la question porte sur une seule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la reformulation transforme souvent l'information : « dix jours ouvrables » devient « deux semaines ». C'est bon 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: poser les trois d'un coup à un élève et demander au groupe combien de réponses il a retenues.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Lier au module 2, séance D1 : c'est le même geste que répéter une indication de chemin.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 et vérifier une seule chose : est-ce que la reformulation finale est faite ? C'est le critère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minutes. C'est l'exercice de transfert : les mêmes questions, hors du contexte du travail. Encourager chacun à choisir une démarche qui l'attend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billets sont utiles au-delà du cours. Suggérer de les garder dans le téléphone plutôt que dans le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Demander comment faire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Poser la question est plus difficile que comprendre la réponse. Trois formules suffisent, et elles fonctionnent partout : au travail, à la banque, au centre de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Quelle est la procédure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comment faire une démarche, poliment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ce qui est obligatoire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 délai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la réponse pour vérifier qu'on a compris.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TROIS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faire ? · Qu'est-ce qui est obligatoire ? · Combien de temps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Ces trois questions couvrent n'importe quelle procédure. La première donne les étapes, la deuxième évite un refus, la troisième évite d'attendre pour rien.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formules pour chaque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6719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4057" y="1975104"/>
            <a:ext cx="72154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TROIS FAÇONS DE LA POSER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26719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comment faire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4057" y="2395728"/>
            <a:ext cx="721549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Comment est-ce qu'on fait pour… · J'aimerais savoir comment… · Quelle est la procédure pour…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26719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qui est obligatoire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4057" y="3236976"/>
            <a:ext cx="721549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je dois… · Qu'est-ce qu'il faut apporter ? · C'est obligatoire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26719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délai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4057" y="4078224"/>
            <a:ext cx="721549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de temps faut-il ? · Ça prend combien de temps ? · Quand est-ce que je recevrai…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réflexes qui font gagner du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Annoncez votre sujet d'abord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Bonjour, c'est au sujet d'une demande de remboursement. » La personne sait tout de suite si elle peut vous aider ou si elle doit transférer.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Une question à la fois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Trois questions posées d'un coup produisent une réponse partielle. Posez-en une, écoutez, puis passez à la suivante.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Reformulez la réponse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Donc je remplis le formulaire, je joins une photo du reçu, et j'attends l'approbation. C'est bien ça ? » Trente secondes qui évitent un refus.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Notez pendant, pas après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papier et un crayon avant de composer le numéro. On ne retient pas trois étapes et un délai de mémoire.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Formulez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façons possibles pour chacune.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connaître les étapes d'une demande.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savoir s'il faut joindre un reçu.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connaître le délai.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89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53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savoir qui approuve.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Formulez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connaître les étapes d'une demande.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Comment est-ce qu'on fait pour faire une demande de remboursement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savoir s'il faut joindre un reçu.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Est-ce que je dois joindre mon reçu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connaître le délai.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Combien de temps faut-il pour recevoir le remboursement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89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53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savoir qui approuve.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Qui doit approuver la demande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Reformulez la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Vérifiez que vous avez compris, en une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Remplissez le formulaire sous l'onglet Dépenses, avec une photo du reçu.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Environ dix jours ouvrables après l'approbation du superviseur.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La photo doit être claire, sinon la demande est refusée.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Gardez votre reçu original au cas où.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Reformulez la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Remplissez le formulaire sous l'onglet Dépenses, avec une photo du reçu.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Donc je remplis le formulaire sous Dépenses et j'ajoute une photo du reçu, c'est bien ça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Environ dix jours ouvrables après l'approbation du superviseur.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Donc environ deux semaines après que mon superviseur a approuvé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La photo doit être claire, sinon la demande est refusée.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Donc si la photo est floue, la demande est refusée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Gardez votre reçu original au cas où.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Donc je garde le papier même après avoir envoyé la photo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DES TROIS QUESTIONS D'UN COUP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Comment je fais, qu'est-ce qu'il faut apporter, et ça prend combien de temps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Comment est-ce qu'on fait pour… (écouter) … Et est-ce qu'il faut un reçu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questions à la fois obtiennent une réponse à la première et rien pour les deux autres. La personne au bout du fil ne peut pas tout traiter en même temps, et vous non plus.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SILENCE APRÈS LA RÉPONSE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— Environ dix jours ouvrables. — D'accord, merci, au revoir.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— Environ dix jours ouvrables. — Donc deux semaines environ ? Merci.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Raccrocher sur un « d'accord » laisse toutes les incompréhensions en place. Reformuler prend dix secondes et donne à l'autre personne l'occasion de corriger — ce qu'elle fera volontiers.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de rôle · l'appel au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L'un est au service, l'autre appelle.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annoncez votre sujet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Première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Deuxième question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Troisième question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reformulez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procédure que vous ne connaissez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une démarche réelle et posez les trois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Renouveler une carte d'assurance maladie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Demander un relevé d'emploi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Inscrire un enfant à l'école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Ouvrir un compte bancaire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questions, adaptées à une démarche qui vous attend.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démarche réelle : une inscription, un renouvellement, une demande.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la phrase de reformulation que vous diriez à la fin.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 est la procédure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