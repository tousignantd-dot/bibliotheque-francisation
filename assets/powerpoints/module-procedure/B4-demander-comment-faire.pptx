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production orale. Disposer la classe en dyades dès le début. Rendre les billets de B1 : les trois questions y sont déjà.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les trois au tableau et les y laisser toute la séance. Les élèves les regarderont pendant les jeux de rôle : c'est voulu.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Trois formules par question : chacun choisit celle qui lui vient le plus facilement. Ne pas en imposer une seule.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troisième réflexe est celui qui manque le plus. Le faire pratiquer systématiquement dans les jeux de rôle.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Accepter toute formulation polie et claire. Ce qui compte est que la question porte sur une seule chose.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remarquer que la reformulation transforme souvent l'information : « dix jours ouvrables » devient « deux semaines ». C'est bon signe.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l'expérience : poser les trois d'un coup à un élève et demander au groupe combien de réponses il a retenues.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Lier au module 2, séance D1 : c'est le même geste que répéter une indication de chemin.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Vingt minutes. Circuler et vérifier une seule chose : est-ce que la reformulation finale est faite ? C'est le critère de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Dix minutes. C'est l'exercice de transfert : les mêmes questions, hors du contexte du travail. Encourager chacun à choisir une démarche qui l'attend vraiment.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billets sont utiles au-delà du cours. Suggérer de les garder dans le téléphone plutôt que dans le cahier.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B4  ·  MODULE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Demander comment faire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Poser la question est plus difficile que comprendre la réponse. Trois formules suffisent, et elles fonctionnent partout : au travail, à la banque, au centre de services.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Quelle est la procédure 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demander comment faire une démarche, poliment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demander ce qui est obligatoire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demander un délai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reformuler la réponse pour vérifier qu'on a compris.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LES TROIS QUESTIONS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Comment faire ? · Qu'est-ce qui est obligatoire ? · Combien de temps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Ces trois questions couvrent n'importe quelle procédure. La première donne les étapes, la deuxième évite un refus, la troisième évite d'attendre pour rien.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formules pour chaque question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163824"/>
          </a:xfrm>
          <a:prstGeom prst="roundRect">
            <a:avLst>
              <a:gd name="adj" fmla="val 462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267191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QUESTION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24057" y="1975104"/>
            <a:ext cx="721549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TROIS FAÇONS DE LA POSER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267191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comment faire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24057" y="2395728"/>
            <a:ext cx="721549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Comment est-ce qu'on fait pour… · J'aimerais savoir comment… · Quelle est la procédure pour…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310896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3236976"/>
            <a:ext cx="267191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ce qui est obligatoire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24057" y="3236976"/>
            <a:ext cx="721549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Est-ce que je dois… · Qu'est-ce qu'il faut apporter ? · C'est obligatoire 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950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4078224"/>
            <a:ext cx="267191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le délai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24057" y="4078224"/>
            <a:ext cx="721549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Combien de temps faut-il ? · Ça prend combien de temps ? · Quand est-ce que je recevrai…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réflexes qui font gagner du temps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571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0D7A6F"/>
                </a:solidFill>
                <a:latin typeface="Verdana"/>
              </a:rPr>
              <a:t>Annoncez votre sujet d'abord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69388"/>
            <a:ext cx="4806543" cy="1119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Bonjour, c'est au sujet d'une demande de remboursement. » La personne sait tout de suite si elle peut vous aider ou si elle doit transférer.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571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0D7A6F"/>
                </a:solidFill>
                <a:latin typeface="Verdana"/>
              </a:rPr>
              <a:t>Une question à la fois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69388"/>
            <a:ext cx="4806543" cy="1119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Trois questions posées d'un coup produisent une réponse partielle. Posez-en une, écoutez, puis passez à la suivante.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571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0D7A6F"/>
                </a:solidFill>
                <a:latin typeface="Verdana"/>
              </a:rPr>
              <a:t>Reformulez la réponse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686808"/>
            <a:ext cx="4806543" cy="1119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Donc je remplis le formulaire, je joins une photo du reçu, et j'attends l'approbation. C'est bien ça ? » Trente secondes qui évitent un refus.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571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0D7A6F"/>
                </a:solidFill>
                <a:latin typeface="Verdana"/>
              </a:rPr>
              <a:t>Notez pendant, pas après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686808"/>
            <a:ext cx="4806543" cy="1119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Un papier et un crayon avant de composer le numéro. On ne retient pas trois étapes et un délai de mémoire.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Formulez la question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Trois façons possibles pour chacune.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3230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9631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Vous voulez connaître les étapes d'une demande.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18688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35127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41528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74136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Vous voulez savoir s'il faut joindre un reçu.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77639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27024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3342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33087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Vous voulez connaître le délai.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056632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189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253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212080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Vous voulez savoir qui approuve.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Formulez la question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3230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9631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Vous voulez connaître les étapes d'une demande.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Comment est-ce qu'on fait pour faire une demande de remboursement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18688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35127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41528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74136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Vous voulez savoir s'il faut joindre un reçu.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Est-ce que je dois joindre mon reçu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77639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27024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3342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33087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Vous voulez connaître le délai.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Combien de temps faut-il pour recevoir le remboursement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056632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189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253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212080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Vous voulez savoir qui approuve.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Qui doit approuver la demande 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Reformulez la réponse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Vérifiez que vous avez compris, en une phrase.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39674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6075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« Remplissez le formulaire sous l'onglet Dépenses, avec une photo du reçu. 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147568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4046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4686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03016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« Environ dix jours ouvrables après l'approbation du superviseur.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155440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4124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4764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310888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« La photo doit être claire, sinon la demande est refusée. 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163312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42036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48436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318760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« Gardez votre reçu original au cas où. »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Reformulez la réponse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39674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6075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« Remplissez le formulaire sous l'onglet Dépenses, avec une photo du reçu. »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Donc je remplis le formulaire sous Dépenses et j'ajoute une photo du reçu, c'est bien ça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147568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4046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4686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03016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« Environ dix jours ouvrables après l'approbation du superviseur. »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Donc environ deux semaines après que mon superviseur a approuvé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155440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4124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4764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310888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« La photo doit être claire, sinon la demande est refusée. »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Donc si la photo est floue, la demande est refusée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163312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42036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48436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318760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« Gardez votre reçu original au cas où. »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Donc je garde le papier même après avoir envoyé la photo 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 PIÈGE DES TROIS QUESTIONS D'UN COUP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 i="0">
                <a:solidFill>
                  <a:srgbClr val="17181A"/>
                </a:solidFill>
                <a:latin typeface="Verdana"/>
              </a:rPr>
              <a:t>Comment je fais, qu'est-ce qu'il faut apporter, et ça prend combien de temps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Comment est-ce qu'on fait pour… (écouter) … Et est-ce qu'il faut un reçu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Trois questions à la fois obtiennent une réponse à la première et rien pour les deux autres. La personne au bout du fil ne peut pas tout traiter en même temps, et vous non plus.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 PIÈGE DU SILENCE APRÈS LA RÉPONSE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— Environ dix jours ouvrables. — D'accord, merci, au revoir.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 i="0">
                <a:solidFill>
                  <a:srgbClr val="17181A"/>
                </a:solidFill>
                <a:latin typeface="Verdana"/>
              </a:rPr>
              <a:t>— Environ dix jours ouvrables. — Donc deux semaines environ ? Merci.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Raccrocher sur un « d'accord » laisse toutes les incompréhensions en place. Reformuler prend dix secondes et donne à l'autre personne l'occasion de corriger — ce qu'elle fera volontiers.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Jeu de rôle · l'appel au service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À deux. L'un est au service, l'autre appelle. Puis on échange.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6339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2740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Vous annoncez votre sujet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80868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0456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6857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36316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Première question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22040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7457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097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777488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Deuxième question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363212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48691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55091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518660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Troisième question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04384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22808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29209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259832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Vous reformulez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Une procédure que vous ne connaissez pas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Choisissez une démarche réelle et posez les trois questions.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Renouveler une carte d'assurance maladie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Demander un relevé d'emploi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Inscrire un enfant à l'école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Ouvrir un compte bancaire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les trois questions, adaptées à une démarche qui vous attend.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démarche réelle : une inscription, un renouvellement, une demande.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Ajoutez la phrase de reformulation que vous diriez à la fin.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Quelle est la procédure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