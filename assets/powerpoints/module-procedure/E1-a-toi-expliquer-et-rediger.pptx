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d'application. Aucun contenu nouveau. Un tiers d'oral, un tiers d'écrit, un tiers de relecture croisée.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mots d'ordre et la question finale au tableau. C'est le modèle de l'exercice oral.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minutes. Circuler et vérifier deux choses : les mots d'ordre, et la question finale. Ne pas corriger la langue pendant l'échange.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Comparer avec l'oral : à l'oral on peut dire « tu prends une photo » et préciser après. À l'écrit, la précision doit être là du premier coup.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que les mots d'ordre disparaissent à l'écrit. Les numéros font le même travail, plus efficacement.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quatre ajouts transforment une liste d'étapes en vraie directive. Les faire cocher un par un pendant la rédaction.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Vingt-cinq minutes d'écriture individuelle. Circuler et aider sur la forme de l'impératif, pas sur le contenu.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le plus formateur de la séance : on découvre ce qui manque en lisant la procédure de quelqu'un d'autre.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relever, dans les procédures échangées, toutes les précisions manquantes. Il y en aura beaucoup.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Dix minutes. Ramasser les versions corrigées : ce sont elles qu'on évalue, pas les premières.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Relever les réponses et en faire une liste au tableau. C'est le meilleur bilan possible de la compétence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E1  ·  MODULE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À toi : expliquer et rédiger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Tout le module en une séance. Expliquer une procédure à un collègue à voix haute, puis la rédiger pour quelqu'un qui ne sera pas là pour poser des questions.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90 minutes  ·  Quelle est la procédure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expliquer une procédure en cinq étapes, à voix haute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répondre aux questions d'un collègue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rédiger une procédure à l'impératif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relire une procédure écrite par quelqu'un d'autre et la tester.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À L'ORAL · LA RÈGLE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étape par phrase, un mot d'ordre au début, et on vérifie à la fin.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D'abord, ensuite, puis, après ça, enfin. Et à la fin : « Est-ce que c'est clair, ou tu veux que je reprenne une étape ? » Cette dernière question fait toute la différence.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Jeu de rôle · expliquer à un collègue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À deux. L'un explique, l'autre pose des questions. Puis on échange.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collègue demande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expliquez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collègue demande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collègue demande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vérifiez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À L'ÉCRIT · LA RÈGLE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L'impératif, une étape par ligne, numérotées.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À l'écrit, personne ne peut poser de question. Chaque étape doit donc être complète et sans ambiguïté : « Prenez une photo claire du reçu, directement avec l'application. »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procédure écrite, en cinq lignes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81317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RANG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65319" y="1975104"/>
            <a:ext cx="907423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LIGNE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813175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319" y="2395728"/>
            <a:ext cx="9074231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Ouvrez l'application Ressources+.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813175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5319" y="2918460"/>
            <a:ext cx="9074231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Appuyez sur Nouvelle demande.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813175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319" y="3441192"/>
            <a:ext cx="9074231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Prenez une photo claire du reçu, avec l'application.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813175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65319" y="3963924"/>
            <a:ext cx="9074231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Inscrivez le montant exact et choisissez la catégorie.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813175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65319" y="4486656"/>
            <a:ext cx="9074231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Appuyez sur Envoyer et attendez l'approbation.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Cinq lignes numérotées, cinq verbes à l'impératif. Aucun mot d'ordre : la numérotation les remplace.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ÉCRIRE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7181A"/>
                </a:solidFill>
                <a:latin typeface="Verdana"/>
              </a:rPr>
              <a:t>Quatre choses à ajouter à une procédure écrite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Ce qui est obligatoire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La photo est obligatoire, sinon la demande est refusée. » Une ligne séparée, en fin de procédure.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 délai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Comptez environ dix jours ouvrables après l'approbation. » Le lecteur n'aura personne à qui le demander.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Quoi faire si ça bloque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En cas de problème, communiquez avec les finances, au poste 6. » C'est le troisième bloc de toute directive, vu en D1.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Ce qu'il faut garder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Conservez votre reçu original jusqu'au versement. » Le conseil qui évite le plus de refus.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Rédigez la procédure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Cinq étapes numérotées à l'impératif, plus les quatre ajouts.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procédure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 qui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ne pas oublier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Testez la procédure d'un autre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Échangez les feuilles. Suivez la procédure ligne par ligne.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chaque ligne dit une seule action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chaque verbe est à l'impératif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qu'il manque une précision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le délai est écrit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qu'on sait quoi faire si ça bloque 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Testez la procédure d'un autre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chaque ligne dit une seule action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sinon, la couper en deux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chaque verbe est à l'impératif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Ouvrez, prenez, inscrivez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qu'il manque une précision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claire, exact, bonne catégorie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le délai est écrit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et à partir de quand il court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qu'on sait quoi faire si ça bloque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nom, un poste, un courriel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PIÈGE DE L'ÉTAPE ÉVIDENTE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Prenez une photo du reçu.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Prenez une photo claire du reçu, directement avec l'application.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Ce qui est évident pour celui qui écrit ne l'est pas pour celui qui lit. « Claire » et « directement avec l'application » paraissent superflus — ce sont pourtant les deux précisions qui font la différence entre une demande acceptée et une demande refusée.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Corrigez votre procédure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D'après les remarques de votre voisin.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qui manquait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que vous ajoutez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que vous coupez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relecture finale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En une phrase : qu'est-ce qui manquait le plus souvent dans les procédures de la classe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seule chose, précise.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Exemple : « le délai n'était presque jamais écrit 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Quelle est la procédure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