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 : l'impératif d'abord, le pronom ensuite. Prévoir une pause nette au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tableau. Elle fonctionne pour tous les verbes sauf trois, qui viendront à la diapo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 à voix haute. La différence s'entend à peine, et c'est ce qui rend la forme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et les y laisser. « Allez » est régulier en apparence, mais il s'écrit sans s au singulier : le mentionner.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consignes sont celles du signalement d'un bris, vues en D2. Le signaler : on écrit ici ce qu'on lira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1, séance C3 : la négation ne change pas de construction, seul le verbe change de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demande l'élision : « N'envoyez ». Le corriger en dernier, avec la règle du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C2 : là-bas, toujours devant. Ici, toujours derrière. Le contraste doit être explicite.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surprend. La traiter lentement : c'est la seule exception à l'exception.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dépasse un peu le niveau. La montrer et passer : elle apparaît dans les exercices, mais on ne l'exige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a deux pronoms. Le corriger en dernier, sans en faire une exigence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 : elles se disent pareil. C'est justement pour cela que l'écrit a besoin du trait d'union.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deux formes côte à côte pour trois verbes. Le contraste installe la règle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apparié : même verbe, deux formes. C'est le contraste qui enseigne, pas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du verbe et la place du pronom. Rendre avant D2, où ces consignes seront lues dans une vraie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L'impératif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Arrêtez la machine. Prenez une photo. Avertissez votre superviseur. » C'est la forme de toutes les consignes de sécurité — et elle s'apprend en une séance.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consigne à l'impératif, deuxième personne du pluriel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trois formes irrégulières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interdiction à l'impératif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pronom complément après le verbe, avec un trait d'union.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prend la forme « vous » du présent et on enlève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remplissez donne Remplissez. Vous prenez donne Prenez. Vous attendez donne Attendez. Rien d'autre ne change : ni la terminaison, ni l'orthographe.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présent à l'impératif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L'IMPÉRATIF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remplissez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Remplissez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prenez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Prenez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attendez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Attendez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arrêtez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Arrêtez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avertissez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Avertissez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seul changement : le sujet « vous » disparaît. Le verbe reste identique.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IRRÉGULIÈRES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donne soyez. Avoir donne ayez. Aller donne allez.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seulement, et ils reviennent constamment dans les consignes : « Soyez prudent », « Ayez votre carte avec vous », « Allez à la réception ». À apprendre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 à l'impératif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personne du pluriel, sans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arrêter la machine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prendre une photo du bris.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remplir le formulaire de signalement.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avertir votre superviseur.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attendre les instructions.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 à l'impératif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arrêter la machine immédiatement.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Arrêtez la machine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prendre une photo du bris.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Prenez une photo du bris.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remplir le formulaire de signalement.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Remplissez le formulaire de signalement.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avertir votre superviseur.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Avertissez votre superviseur.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attendre les instructions.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Attendez les instructions.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L'INTERDICTION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+ le verbe à l'impératif + pas ou jamais.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réparez pas la machine vous-même. » « Ne tentez jamais de réparer l'équipement. » Les deux morceaux de la négation encadrent le verbe, exactement comme au présent.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l'interdiction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Ne … pas, ou ne … jamais si c'est absolu.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réparer la machine vous-même.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jamais toucher à l'équipement brisé.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envoyer la demande sans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pas jeter le reçu original.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l'interdiction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réparer la machine vous-même.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réparez pas la machine vous-même.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jamais toucher à l'équipement brisé.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touchez jamais à l'équipement brisé.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envoyer la demande sans photo.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N'envoyez pas la demande sans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pas jeter le reçu original.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jetez pas le reçu original.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PRONOM À L'IMPÉRATIF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se place APRÈS le verbe, relié par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soumettez la demande » devient « Soumettez-la ». C'est l'inverse de la phrase normale, où le pronom passe devant le verbe. L'impératif est le seul cas où il passe derrière.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derrière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VA 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la soumettez.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phrase normale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Soumettez-la.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derrière — impératif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la soumettez pas.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négative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la soumettez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impératif négatif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l'impératif négatif, le pronom revient devant. Seul l'impératif affirmatif le place derrière.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Me devient moi, te devient toi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me remettez le formulaire » devient « Remettez-moi le formulaire ». Seulement à l'impératif affirmatif.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Deux pronoms, un ordre fixe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Demandez-le-lui. » Le pronom d'objet vient avant celui de la personne, reliés par des traits d'union.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trait d'union est obligatoire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Soumettez la » sans trait d'union se lit comme « soumettez la demande ». Le trait d'union est ce qui dit que « la » est un pronom.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tout redevient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Ne la soumettez pas. » Pas de trait d'union, pronom devant. C'est la construction ordinaire.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pronom se place après le verbe,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avisez le superviseur de ce changement.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préparez les documents pour la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me contactez si vous avez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m'appelles dès que la demande est approuvée.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demandez le formulaire à la commis.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avisez le superviseur de ce changement.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Avisez-le de ce changement.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préparez les documents pour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Préparez-les.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me contactez si vous avez des questions.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Contactez-moi si vous avez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m'appelles dès que la demande est approuvée.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Appelle-moi dès que la demande est approuvée.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demandez le formulaire à la commis.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Demandez-le-lui.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TRAIT D'UNION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Soumettez 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Soumettez-la.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trait d'union, « la » se lit comme un déterminant et le lecteur attend un nom : « soumettez la demande ». Le trait d'union est ce qui transforme le mot en pronom. Ce n'est pas un détail de présentation.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soumettez-la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soumettez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l'impératif négatif, le pronom repasse devant le verbe et le trait d'union disparaît. C'est la construction ordinaire, celle du module 2. Seul l'impératif affirmatif place le pronom derrière.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ou négatif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consigne avec le pronom au bon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affirmatif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négatif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Joindre le reçu — affirmatif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le reçu — négatif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ou négatif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affirmatif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Soumettez-la.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négatif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la soumettez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Joindre le reçu — affirmatif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Joignez-le.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le reçu — négatif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 jetez pas.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consignes de travail à l'impératif.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affirmatives, une interdiction, une avec un pronom.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trait d'union dans celle qui a un pronom.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