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deux actions au tableau et demander comment les relier en une phrase. Certains proposeront « et » : c'est correct mais cela ne dit pas que c'est en même temps.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la règle au tableau. Le repère « suivi d'un sujet et d'un verbe » distingue « pendant que » de « pendant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la virgule quand « pendant que » ouvre la phrase. C'est la seule différence de ponctuation.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Lier au module 1, séance B2 : le motif est identique. Les élèves qui l'ont vu là-bas le retrouveront ici sans effort.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deuxième carte annonce l'imparfait, qui n'a pas encore été enseigné. La mentionner sans l'exiger.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chercher le verbe conjugué avant de choisir. C'est le même test qu'au module 1 pour « parce que » et « à cause de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troisième item a le même sujet dans les deux moitiés. C'est correct, mais moins naturel : le signaler et annoncer le gérondif de C3.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relire les phrases de l'exercice précédent en vérifiant uniquement la présence de « que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rapide. Faire écrire les trois formes élidées au tableau et passer.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Accepter toute suite logique. Vérifier deux choses : un sujet, et un verbe conjugué.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corrigés sont des modèles. Faire écrire des phrases réelles : les élèves qui travaillent en auront de meilleures que celles-ci.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la présence de « que » et le verbe conjugué qui suit. Rendre avant C3, où le gérondif offrira l'autre solution.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C2  ·  MODULE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Pendant que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Deux actions en même temps, une seule phrase. « Je remplis le formulaire pendant que tu prends la photo. » Deux personnes, deux tâches, et le travail avance deux fois plus vite.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Quelle est la procédure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relier deux actions simultanées avec « pendant que »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« pendant que » au présent, au passé et au futur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« pendant » et « pendant que »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une phrase à deux sujets différents.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RÈGLE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Pendant que » relie deux actions qui se font en même temps.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Je remplis le formulaire pendant que tu prends la photo. » Deux actions, deux sujets, un seul moment. « Pendant que » est toujours suivi d'un sujet et d'un verbe conjugué.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Aux trois temps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5603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184580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TEMPS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97951" y="1975104"/>
            <a:ext cx="804159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PHRASE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184580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présent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97951" y="2395728"/>
            <a:ext cx="804159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remplis le formulaire pendant que tu prends la photo.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184580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passé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97951" y="2935224"/>
            <a:ext cx="804159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Pendant que je remplissais la demande, Diane a vérifié le montant.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184580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futur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7951" y="3474720"/>
            <a:ext cx="804159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Nous soumettrons la demande pendant que le superviseur sera au bureau.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608576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864608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position de « pendant que » ne change rien : au début ou au milieu, la phrase dit la même chose.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PENDANT, OU PENDANT QUE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Pendant + un nom. Pendant que + un sujet et un verbe.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Pendant la réunion » — un nom. « Pendant que la réunion avait lieu » — un sujet et un verbe. C'est exactement la même distinction qu'entre « à cause de » et « parce que ».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OUVRIR LA MINI-LEÇON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choses à savoir en plus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2372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Deux sujets différents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349500"/>
            <a:ext cx="4806543" cy="1239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Pendant que » sert surtout quand les deux actions ont des sujets différents : je remplis, tu prends. Avec le même sujet, on préfère le gérondif — c'est la séance suivante.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2372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Au passé, souvent l'imparfait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349500"/>
            <a:ext cx="4806543" cy="1239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Pendant que je remplissais… » : l'action longue prend l'imparfait, l'action brève le passé composé. C'est le motif habituel.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2372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« Pendant ce temps » sépare les phrases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566920"/>
            <a:ext cx="4806543" cy="1239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Je remplis le formulaire. Pendant ce temps, tu prends la photo. » Même sens, deux phrases au lieu d'une.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2372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« Tandis que » existe aussi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566920"/>
            <a:ext cx="4806543" cy="1239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Même sens, registre plus écrit. On le lit dans les directives, on le dit rarement.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Pendant ou pendant que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 nom, ou un sujet et un verbe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la réunion, personne n'a parlé du remboursement.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22681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908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la réunion avait lieu, j'ai rempli ma demande.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7245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23646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a pris la photo ___ que j'inscrivais le montant.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07711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94919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01319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963159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dix jours ouvrables, la demande est en traitement.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Pendant ou pendant que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la réunion, personne n'a parlé du remboursement.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Pendant — un nom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22681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908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la réunion avait lieu, j'ai rempli ma demande.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Pendant que — sujet et verbe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7245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23646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a pris la photo ___ que j'inscrivais le montant.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pendant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07711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94919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01319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963159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dix jours ouvrables, la demande est en traitement.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Pendant — un nom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Reliez les deux actions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Employez « pendant que ». Choisissez le temps qui convient.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expliquer la procédure / prendre des notes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47568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4046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686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03016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remplir le formulaire / chercher le reçu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155440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4124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764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310888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attendre l'approbation / continuer le travail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63312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4203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4843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318760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vérifier le montant / téléverser la photo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Reliez les deux actions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expliquer la procédure / prendre des notes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La commis explique la procédure pendant que Samuel prend des notes.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47568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4046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686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03016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remplir le formulaire / chercher le reçu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Je remplis le formulaire pendant que tu cherches le reçu.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155440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4124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764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310888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attendre l'approbation / continuer le travail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Il attend l'approbation pendant qu'il continue son travail.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63312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4203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4843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318760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vérifier le montant / téléverser la photo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Diane vérifie le montant pendant que Samuel téléverse la photo.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DU « PENDANT » SUIVI D'UNE PHRASE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Pendant je remplissais le formulaire, tu as pris la photo.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Pendant que je remplissais le formulaire, tu as pris la photo.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Pendant » ne peut être suivi que d'un nom. Devant un sujet et un verbe, il faut « pendant que ». C'est la même règle qu'« à cause de » et « parce que », et c'est la même erreur.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DE L'ÉLISION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pendant que il continue son travail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pendant qu'il continue son travail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Que » perd son e devant une voyelle, ici comme partout. « Pendant qu'il », « pendant qu'elle », « pendant qu'on ». C'est la même élision qu'au pronom « que » de la séance B2.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la phrase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Le début est donné. Ajoutez la seconde action.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prends la photo du reçu pendant que…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Pendant que le superviseur approuve la demande,…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commis vérifiera le dossier pendant que…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Pendant qu'il attendait l'approbation,…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la phrase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prends la photo du reçu pendant que…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…tu remplis le formulaire.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Pendant que le superviseur approuve la demande,…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…je continue mon travail.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commis vérifiera le dossier pendant que…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…nous serons en réunion.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Pendant qu'il attendait l'approbation,…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…il a rangé ses reçus.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Décrivez votre journée de travail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Trois phrases avec « pendant que ». Deux sujets différents chaque fois.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matin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22681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908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Pendant la journée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34136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0537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En fin de journée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Décrivez votre journée de travail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matin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Je prépare mon poste pendant que mon collègue ouvre l'entrepôt.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22681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908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Pendant la journée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Je remplis les formulaires pendant que la commis répond au téléphone.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34136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0537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En fin de journée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Je range le matériel pendant que le superviseur vérifie les commandes.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trois phrases avec « pendant que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Deux sujets différents dans chaque phrase.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au présent, une au passé, une au futur.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Quelle est la procédure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