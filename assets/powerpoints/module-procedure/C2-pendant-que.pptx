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deux actions au tableau et demander comment les relier en une phrase. Certains proposeront « et » : c'est correct mais cela ne dit pas que c'est en même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Le repère « suivi d'un sujet et d'un verbe » distingue « pendant que » de « pendant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virgule quand « pendant que » ouvre la phrase. C'est la seule différence de ponctuation.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Lier au module 1, séance B2 : le motif est identique. Les élèves qui l'ont vu là-bas le retrouveront ici sans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annonce l'imparfait, qui n'a pas encore été enseigné. La mentionner sans l'exiger.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 verbe conjugué avant de choisir. C'est le même test qu'au module 1 pour « parce que » et « à cause 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a le même sujet dans les deux moitiés. C'est correct, mais moins naturel : le signaler et annoncer le gérondif de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phrases de l'exercice précédent en vérifiant uniquement la présence de «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rapide. Faire écrire les trois formes élidées au tableau et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suite logique. Vérifier deux choses : un sujet, et un verbe conjugué.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corrigés sont des modèles. Faire écrire des phrases réelles : les élèves qui travaillent en auront de meilleures que celles-ci.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présence de « que » et le verbe conjugué qui suit. Rendre avant C3, où le gérondif offrira l'autre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Pendant 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actions en même temps, une seule phrase. « Je remplis le formulaire pendant que tu prends la photo. » Deux personnes, deux tâches, et le travail avance deux fois plus vite.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relier deux actions simultanées avec « pendant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pendant que » au présent, au passé et au futur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pendant » et « pendant que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phrase à deux sujets différents.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Pendant que » relie deux actions qui se font en même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remplis le formulaire pendant que tu prends la photo. » Deux actions, deux sujets, un seul moment. « Pendant que » est toujours suivi d'un sujet et d'un verbe conjugué.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Aux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7951" y="1975104"/>
            <a:ext cx="8041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7951" y="2395728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remplis le formulaire pendant que tu prends la photo.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passé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7951" y="2935224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Pendant que je remplissais la demande, Diane a vérifié le montant.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184580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futur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7951" y="3474720"/>
            <a:ext cx="80415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soumettrons la demande pendant que le superviseur sera au bureau.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position de « pendant que » ne change rien : au début ou au milieu, la phrase dit la même chose.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PENDANT, OU PENDANT 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Pendant + un nom. Pendant que + un sujet et un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Pendant la réunion » — un nom. « Pendant que la réunion avait lieu » — un sujet et un verbe. C'est exactement la même distinction qu'entre « à cause de » et « parce que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Deux sujets différents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Pendant que » sert surtout quand les deux actions ont des sujets différents : je remplis, tu prends. Avec le même sujet, on préfère le gérondif — c'est la séance suivante.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Au passé, souvent l'imparfait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Pendant que je remplissais… » : l'action longue prend l'imparfait, l'action brève le passé composé. C'est le motif habituel.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Pendant ce temps » sépare les phrases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remplis le formulaire. Pendant ce temps, tu prends la photo. » Même sens, deux phrases au lieu d'une.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Tandis que » existe aussi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56692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Même sens, registre plus écrit. On le lit dans les directives, on le dit rarement.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Pendant ou pendant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nom, ou un sujet et un verbe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réunion, personne n'a parlé du remboursement.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réunion avait lieu, j'ai rempli ma demande.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pris la photo ___ que j'inscrivais le montant.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dix jours ouvrables, la demande est en traitement.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Pendant ou pendant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réunion, personne n'a parlé du remboursement.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 — un nom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réunion avait lieu, j'ai rempli ma demande.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 que — sujet et verbe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pris la photo ___ que j'inscrivais le montant.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dix jours ouvrables, la demande est en traitement.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 — un nom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Reliez les deux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« pendant que ». Choisissez le temps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expliquer la procédure / prendre des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remplir le formulaire / chercher le reçu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attendre l'approbation / continuer le travail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vérifier le montant / téléverser la photo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Reliez les deux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expliquer la procédure / prendre des notes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La commis explique la procédure pendant que Samuel prend des 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remplir le formulaire / chercher le reçu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remplis le formulaire pendant que tu cherches le reçu.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attendre l'approbation / continuer le travail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Il attend l'approbation pendant qu'il continue son travail.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vérifier le montant / téléverser la photo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Diane vérifie le montant pendant que Samuel téléverse la photo.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PENDANT » SUIVI D'UNE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Pendant je remplissais le formulaire, tu as pris la photo.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Pendant que je remplissais le formulaire, tu as pris la photo.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Pendant » ne peut être suivi que d'un nom. Devant un sujet et un verbe, il faut « pendant que ». C'est la même règle qu'« à cause de » et « parce que », et c'est la même erreur.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L'ÉLISION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pendant que il continue son travail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pendant qu'il continue son travail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Que » perd son e devant une voyelle, ici comme partout. « Pendant qu'il », « pendant qu'elle », « pendant qu'on ». C'est la même élision qu'au pronom « que » de la séance B2.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début est donné. Ajoutez la seconde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la photo du reçu pendant que…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que le superviseur approuve la demande,…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commis vérifiera le dossier pendant que…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qu'il attendait l'approbation,…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la photo du reçu pendant que…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…tu remplis le formulaire.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que le superviseur approuve la demande,…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…je continue mon travail.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commis vérifiera le dossier pendant que…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…nous serons en réunion.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qu'il attendait l'approbation,…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…il a rangé ses reçus.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votre journée de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 avec « pendant que ». Deux sujets différents chaque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la journée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fin de journée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votre journée de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prépare mon poste pendant que mon collègue ouvre l'entrepôt.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la journée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remplis les formulaires pendant que la commis répond au téléphone.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fin de journée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range le matériel pendant que le superviseur vérifie les commandes.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avec « pendant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sujets différents dans chaque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au présent, une au passé, une au futur.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