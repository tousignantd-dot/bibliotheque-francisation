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Ouverture du défi 2. Prévenir : on écoutera deux fois, et il faudra noter les étapes dans l'ordre. Distribuer des feuilles numérotées de 1 à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Passer l'audio du défi 2. Faire remarquer « D'abord » : le mot d'ordre travaillé en A4 apparaît ici dans une vraie 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 Directement avec l'application » : le détail qui compte. Une photo prise avant, dans la galerie, ne se joint pas de la même façon.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actions dans une seule réplique : montant, catégorie, envoi. C'est là que les élèves perdent le compte. Le signaler avant la deuxième écoute.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verbes de la dernière réplique : inscris, choisis, appuies. Trois actions, une seule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la difficulté réelle de l'écoute : compter les verbes, pas les mots d'ordre. Le dire explicitement.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avant de réécouter. Puis réécouter une troisième fois : c'est là que les élèves voient où ils ont perdu le fil.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court mais décisif : c'est la méthode d'écoute de toute la séance. Compter les verbes, pas les phrases.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réécouter la dernière réplique en levant un doigt à chaque verbe. L'exercice est physique et il fonctionne.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chercher, dans les cinq étapes, tous les mots de précision : claire, exact, bonne catégorie, original. Ils sont tous décisifs.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quatre mots sont ceux qui distinguent une demande acceptée d'une demande refusée. Les faire souligner dans le cahier.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les cinq d'un seul trait par trois élèves différents, debout. C'est la synthèse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billets serviront en E1, où la même procédure sera écrite pour un collègue.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C1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Diane explique, étape par étape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Cinq étapes dites en six répliques, sans papier, sans écran. C'est l'exercice d'écoute le plus difficile du module : il faut retenir un ordre, pas seulement des informations.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Quelle est la procédure 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suivre une explication orale en cinq étapes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noter un ordre pendant l'écoute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mots qui marquent le passage d'une étape à l'autre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son ordre en reformulant.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D'abord, tu ouvres l'application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fois, diapo masquée. Notez les étapes dans l'ordre.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338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0855" y="2322576"/>
            <a:ext cx="880527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D'abord, tu ouvres l'application Ressources+ et tu appuies sur Nouvelle demande.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09696"/>
            <a:ext cx="1338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SAMUEL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0855" y="3409696"/>
            <a:ext cx="88052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D'accord, et ensuite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Tu prends une photo claire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38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0855" y="1901952"/>
            <a:ext cx="88052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prends une photo claire de ton reçu directement avec l'application.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651252"/>
            <a:ext cx="1338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SAMUEL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0855" y="2651252"/>
            <a:ext cx="88052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pour le montant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Tu inscris le montant exact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1004823"/>
          </a:xfrm>
          <a:prstGeom prst="roundRect">
            <a:avLst>
              <a:gd name="adj" fmla="val 14560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338167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DIANE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70855" y="1901952"/>
            <a:ext cx="8805271" cy="730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inscris le montant exact, tu choisis la catégorie « équipement de sécurité », puis tu appuies sur Envoyer.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989072"/>
            <a:ext cx="1338167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SAMUEL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70855" y="2989072"/>
            <a:ext cx="8805271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Merci, Diane, c'est très clair 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étapes, dans l'ordre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101970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RANG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71846" y="1975104"/>
            <a:ext cx="886770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L'ÉTAPE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101970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71846" y="2395728"/>
            <a:ext cx="886770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ouvrir l'application Ressources+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101970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71846" y="2918460"/>
            <a:ext cx="886770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appuyer sur Nouvelle demande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101970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71846" y="3441192"/>
            <a:ext cx="886770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prendre une photo claire du reçu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101970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1846" y="3963924"/>
            <a:ext cx="886770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inscrire le montant exact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101970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1846" y="4486656"/>
            <a:ext cx="886770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choisir la catégorie et appuyer sur Envoyer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La cinquième étape en contient deux : c'est fréquent dans une explication orale, et c'est ce qui trompe.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CE QUI MARQUE LE PASSAGE D'UNE ÉTAPE À L'AUTRE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D'abord · ensuite · puis · enfin — ou simplement un nouveau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Diane n'emploie qu'un seul mot d'ordre : « d'abord ». Ensuite, elle enchaîne les verbes : tu prends, tu inscris, tu choisis, tu appuies. À l'oral, c'est le verbe qui marque l'étape.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Remettez les étapes dans l'ordre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Numérotez de 1 à 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Prendre une photo claire du reçu.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Ouvrir l'application Ressources+.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Choisir la catégorie et appuyer sur Envoyer.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Appuyer sur Nouvelle demande.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Inscrire le montant exact.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Remettez les étapes dans l'ordre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Prendre une photo claire du reçu.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Ouvrir l'application Ressources+.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Choisir la catégorie et appuyer sur Envoyer.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Appuyer sur Nouvelle demande.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Inscrire le montant exact.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Comptez les verbes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Combien d'actions dans chaque réplique de Diane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Tu ouvres l'application et tu appuies sur Nouvelle demande.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Tu prends une photo claire de ton reçu.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Tu inscris le montant, tu choisis la catégorie, puis tu appuies sur Envoyer.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Comptez les verbes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Tu ouvres l'application et tu appuies sur Nouvelle demande.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deux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Tu prends une photo claire de ton reçu.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003547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067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Tu inscris le montant, tu choisis la catégorie, puis tu appuies sur Envoyer. »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trois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DE LA PHRASE À TROIS VERBES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Trois actions comptées pour une seule étape.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Chaque verbe est une étape à faire.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À l'oral, on enchaîne les actions dans une seule phrase : « tu inscris, tu choisis, tu appuies ». Compter les phrases donne cinq étapes au lieu de sept. Comptez les verbes, et vous ne manquerez rien.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 PIÈGE DU DÉTAIL SAUTÉ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Tu prends une photo du reçu.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1" i="0">
                <a:solidFill>
                  <a:srgbClr val="17181A"/>
                </a:solidFill>
                <a:latin typeface="Verdana"/>
              </a:rPr>
              <a:t>Tu prends une photo claire du reçu, directement avec l'application.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Claire » et « directement avec l'application » sont deux détails qui décident du succès de la demande. Une photo floue fait refuser ; une photo prise ailleurs ne se joint parfois pas. Les adjectifs et les compléments comptent dans une procédure.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Repérez le mot de précision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Quel mot rend l'étape exacte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prends une photo ___ du reçu.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inscris le montant ___.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choisis la ___ catégorie.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Garde ton reçu ___.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Repérez le mot de précision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prends une photo ___ du reçu.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claire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inscris le montant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exact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Tu choisis la ___ catégorie.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bonne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Garde ton reçu ___.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original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Reformulez les cinq étapes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voix haute, sans notes, avec les mots d'ordre.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Reformulez les cinq étapes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D'abord, j'ouvre l'application Ressources+.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Ensuite, j'appuie sur Nouvelle demande.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Puis je prends une photo claire de mon reçu.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Après ça, j'inscris le montant exact.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5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Enfin, je choisis la catégorie et j'appuie sur Envoyer.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 est la procédure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cinq étapes, dans l'ordre, avec un mot d'ordre chacune.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D'abord · ensuite · puis · après ça · enfin.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N'oubliez pas les mots de précision : claire, exact, bonne.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C1 · Quelle est la procédure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