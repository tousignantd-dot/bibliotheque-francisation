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Prévenir : on écoutera deux fois, et il faudra noter les étapes dans l'ordre. Distribuer des feuilles numérotées de 1 à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2. Faire remarquer « D'abord » : le mot d'ordre travaillé en A4 apparaît ici dans une vraie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Directement avec l'application » : le détail qui compte. Une photo prise avant, dans la galerie, ne se joint pas de la même façon.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actions dans une seule réplique : montant, catégorie, envoi. C'est là que les élèves perdent le compte. Le signaler avant la deuxième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verbes de la dernière réplique : inscris, choisis, appuies. Trois actions, une seule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difficulté réelle de l'écoute : compter les verbes, pas les mots d'ordre.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avant de réécouter. Puis réécouter une troisième fois : c'est là que les élèves voient où ils ont perdu le 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 mais décisif : c'est la méthode d'écoute de toute la séance. Compter les verbes, pas les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réécouter la dernière réplique en levant un doigt à chaque verbe. L'exercice est physique et il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chercher, dans les cinq étapes, tous les mots de précision : claire, exact, bonne catégorie, original. Ils sont tous décisifs.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qui distinguent une demande acceptée d'une demande refusée. Les faire souligner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cinq d'un seul trait par trois élèves différents, debout. C'est la synthèse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serviront en E1, où la même procédure sera écrite pour un collègue.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Diane explique, étape par étape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étapes dites en six répliques, sans papier, sans écran. C'est l'exercice d'écoute le plus difficile du module : il faut retenir un ordre, pas seulement des informations.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explication orale en cinq étapes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un ordre pendant l'écoute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mots qui marquent le passage d'une étape à l'autre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son ordre en reformulant.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D'abord, tu ouvres l'application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Notez les étapes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0855" y="2322576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D'abord, tu ouvres l'application Ressources+ et tu appuies sur Nouvelle demande.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0855" y="3409696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D'accord, et ensuite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prends une photo claire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0855" y="190195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prends une photo claire de ton reçu directement avec l'application.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0855" y="265125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le montant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inscris le montant exact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0855" y="1901952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inscris le montant exact, tu choisis la catégorie « équipement de sécurité », puis tu appuies sur Envoyer.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0855" y="298907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Merci, Diane, c'est très clair 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étapes,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01970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1846" y="1975104"/>
            <a:ext cx="8867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1846" y="2395728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ouvrir l'application Ressources+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1846" y="2918460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appuyer sur Nouvelle demande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1846" y="3441192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prendre une photo claire du reçu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846" y="3963924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inscrire le montant exact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1846" y="4486656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choisir la catégorie et appuyer sur Envoyer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cinquième étape en contient deux : c'est fréquent dans une explication orale, et c'est ce qui trompe.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MARQUE LE PASSAGE D'UNE ÉTAPE À L'AUTRE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D'abord · ensuite · puis · enfin — ou simplement un nouveau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Diane n'emploie qu'un seul mot d'ordre : « d'abord ». Ensuite, elle enchaîne les verbes : tu prends, tu inscris, tu choisis, tu appuies. À l'oral, c'est le verbe qui marque l'étape.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étapes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Prendre une photo claire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l'application Ressources+.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 la catégorie et appuyer sur Envoyer.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Appuyer sur Nouvelle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le montant exact.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étapes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Prendre une photo claire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l'application Ressources+.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 la catégorie et appuyer sur 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Appuyer sur Nouvelle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le montant exact.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Comptez les verbes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Combien d'actions dans chaque réplique de Diane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ouvres l'application et tu appuies sur Nouvelle demande.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prends une photo claire de ton reçu.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inscris le montant, tu choisis la catégorie, puis tu appuies sur Envoyer.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Comptez les verbes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ouvres l'application et tu appuies sur Nouvelle demande.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prends une photo claire de ton reçu.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inscris le montant, tu choisis la catégorie, puis tu appuies sur Envoyer.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PHRASE À TROIS VERBES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actions comptées pour une seule étape.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Chaque verbe est une étape à faire.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on enchaîne les actions dans une seule phrase : « tu inscris, tu choisis, tu appuies ». Compter les phrases donne cinq étapes au lieu de sept. Comptez les verbes, et vous ne manquerez rien.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DÉTAIL SAUTÉ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prends une photo du reçu.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Tu prends une photo claire du reçu, directement avec l'application.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Claire » et « directement avec l'application » sont deux détails qui décident du succès de la demande. Une photo floue fait refuser ; une photo prise ailleurs ne se joint parfois pas. Les adjectifs et les compléments comptent dans une procédure.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Repérez le mot de précision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 mot rend l'étape exacte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prends une photo ___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inscris le montant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choisis la ___ catégorie.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 ton reçu ___.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Repérez le mot de précision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prends une photo ___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claire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inscris le montant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choisis la ___ catégorie.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 ton reçu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original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les cinq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voix haute, sans notes, avec les mots d'ordre.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les cinq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D'abord, j'ouvre l'application Ressources+.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Ensuite, j'appuie sur Nouvelle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Puis je prends une photo claire de mon reçu.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ça, j'inscris le montant exact.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5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Enfin, je choisis la catégorie et j'appuie sur Envoyer.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cinq étapes, dans l'ordre, avec un mot d'ordre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D'abord · ensuite · puis · après ça · enfin.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les mots de précision : claire, exact, bonne.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