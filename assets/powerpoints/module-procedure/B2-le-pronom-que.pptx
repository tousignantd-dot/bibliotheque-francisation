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tableau. Ceux qui ont fait le module 3 proposeront « qui » : c'est l'occasion parfaite d'installer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suivi d'un sujet » est le critère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même transformation avec trois autres paires au tableau,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la plus importante de la séance. L'écrire au tableau et l'y laisser jusqu'à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voix haute sur les quatre lignes. C'est un test mécanique : il ne demande pas de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quatrième carte. La mentionner et passer : elle dépasse le niveau, mais les élèves la verront dans les textes.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groupe repris dans chaque phrase. Le motif est toujours le même : juste avant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mot qui suit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chez ceux qui viennent d'apprendre « qui ». La corriger avec le test, jamais par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dialogue de B1 tous les « que » et « qui ». Le contraste est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mot répété avant de transformer. C'est l'étape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deux choses seulement : le choix du pronom, et l'élision.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mot souligné montre si le test est acquis, même quand le choix est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pronom « que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me donne des directives. J'apprécie ces directives. » Deux phrases, un mot répété. Un seul petit mot les réunit — et ce n'est pas le même qu'au module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joindre deux phrases avec le pronom «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groupe de mots que « que » reprend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qui » et « que » par ce qui les suit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« qu' » devant une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Que » remplace un groupe du nom qui est complément du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me donne des directives que j'apprécie. » Le mot « que » reprend « des directives » et évite de les répéter. Il est toujours suivi d'un sujet — jamais directement d'un verbe.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deux phrases deviennent 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phrases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me donne des directives. J'apprécie ces directives.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mot répété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directives / ces directives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remplace par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me donne des directives que j'apprécie.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Que » se place juste après le groupe qu'il reprend, comme « qui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DIFFÉRENCE AVEC « QUI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qui », un verbe. Après « que », un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formulaire qui doit être signé » — « doit » est un verbe, donc « qui ». « Le formulaire que vous devez remplir » — « vous » est un sujet, donc « que ». Regardez le mot suivant, et rien d'autre.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: le mot qui suit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DONC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formulaire ___ doit être signé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doit — un verbe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formulaire ___ vous remplissez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— un sujet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commis ___ m'a répondu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répondu — un verbe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919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commis ___ j'ai appelée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919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 — un sujet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919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Que » devient « qu' » devant une voyelle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procédure qu'on lui a montrée. » « L'application qu'elle utilise. » Contrairement à « qui », qui ne s'élide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verbe ne s'accorde pas avec « que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Les directives que j'apprécie » — le verbe s'accorde avec « je », pas avec « les directives ». C'est l'inverse de « qui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c'est utile au travail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Voici le reçu que je dois joindre » est plus court et plus clair que deux phrases séparées. Un courriel gagne en clarté.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participe s'accorde parfois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procédure qu'on lui a montrée » — le participe prend un e. C'est une règle avancée : la reconnaître suffit à ce niveau.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groupe de mots placé juste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que vous devez remplir.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joindre le reçu que la commis vous a demandé.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utiliser l'application que Diane m'a montrée.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Suivez bien la procédure que votre superviseur explique.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remboursement que j'attends depuis dix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approuver la demande que vous avez soumise ce matin.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que vous devez remplir.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formulaire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joindre le reçu que la commis vous a demandé.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utiliser l'application que Diane m'a montrée.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l'application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Suivez bien la procédure que votre superviseur explique.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procédure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remboursement que j'attends depuis dix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remboursement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approuver la demande que vous avez soumise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demande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mot qui suit : un verbe, ou un sujet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vous devez signer.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m'a répondu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j'ai appelée hier.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Diane m'a montrée est facile.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sert aux remboursements s'appelle Ressources+.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doit être signé.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« doit » est un verbe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 ___ vous devez signer.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vous » est un sujet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m'a répondu hier.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« a répondu » est un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commis ___ j'ai appelée hier.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j' » est un sujet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Diane m'a montrée est facile.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Diane » est un sujet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L'application ___ sert aux remboursements s'appelle Ressources+.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« sert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QUI » À LA PLACE DE «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formulaire qui vous devez remplir.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formulaire que vous devez remplir.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qui », il faut un verbe. Ici, c'est « vous » qui suit — un sujet. Le bon pronom est donc « que ». Le test ne demande pas de comprendre la fonction grammaticale : il suffit de regarder le mot d'après.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procédure que on lui a montrée.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procédure qu'on lui a montrée.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perd son e devant une voyelle et devient « qu' ». C'est automatique, comme « ne » qui devient « n' ». Attention : « qui » ne s'élide jamais — c'est justement une façon de les distinguer à l'écrit.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qui » ou « que » selon le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reçu. Je dois joindre ce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l'application. Cette application sert aux remboursements.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Suivez la procédure. Votre superviseur explique cette procédure.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J'attends le remboursement. Ce remboursement devait arriver lundi.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reçu. Je dois joindre ce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Voici le reçu que je dois joindre.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l'application. Cette application sert aux remboursements.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l'application qui sert aux remboursements.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Suivez la procédure. Votre superviseur explique cette procédure.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Suivez la procédure que votre superviseur explique.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J'attends le remboursement. Ce remboursement devait arriver lundi.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J'attends le remboursement qui devait arriver lundi.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avec « qui », une avec « que », une avec « qu'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commis qui traite les demandes.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Voici le formulaire que je dois remplir.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qu'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procédure qu'on m'a expliquée.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avec « qui », une avec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deux doivent parler d'un formulaire, d'un reçu ou d'une procédure.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mot qui suit le pronom : un verbe, ou un sujet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