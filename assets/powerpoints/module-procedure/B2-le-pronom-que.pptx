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phrases du chapeau au tableau. Ceux qui ont fait le module 3 proposeront « qui » : c'est l'occasion parfaite d'installer la différence.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règle au tableau. Le repère « suivi d'un sujet » est le critère de toute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la même transformation avec trois autres paires au tableau, avec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la plus importante de la séance. L'écrire au tableau et l'y laisser jusqu'à la fin.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appliquer le test à voix haute sur les quatre lignes. C'est un test mécanique : il ne demande pas de comprendre pourquoi.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développer la quatrième carte. La mentionner et passer : elle dépasse le niveau, mais les élèves la verront dans les textes.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souligner le groupe repris dans chaque phrase. Le motif est toujours le même : juste avant « que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nommer le mot qui suit à voix haute avant chaque réponse. Sans cette étape, l'exercice devient un jeu de hasard.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très fréquente chez ceux qui viennent d'apprendre « qui ». La corriger avec le test, jamais par l'oreille.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dans le dialogue de B1 tous les « que » et « qui ». Le contraste est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souligner le mot répété avant de transformer. C'est l'étape que les élèves sautent, et c'est celle qui fait tout le travail.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deux choses seulement : le choix du pronom, et l'élision. Le reste viendra plus tard.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les billets en dehors du cours. Le mot souligné montre si le test est acquis, même quand le choix est faux.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pronom « que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 me donne des directives. J'apprécie ces directives. » Deux phrases, un mot répété. Un seul petit mot les réunit — et ce n'est pas le même qu'au module 3.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Quelle est la procédure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joindre deux phrases avec le pronom « que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retrouver le groupe de mots que « que » reprend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« qui » et « que » par ce qui les suit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« qu' » devant une voyelle.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Que » remplace un groupe du nom qui est complément du verbe.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 me donne des directives que j'apprécie. » Le mot « que » reprend « des directives » et évite de les répéter. Il est toujours suivi d'un sujet — jamais directement d'un verbe.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deux phrases deviennent une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ÉTAPE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deux phrases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me donne des directives. J'apprécie ces directives.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mot répété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des directives / ces directives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on remplace par que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me donne des directives que j'apprécie.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« Que » se place juste après le groupe qu'il reprend, comme « qui ».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DIFFÉRENCE AVEC « QUI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Après « qui », un verbe. Après « que », un sujet.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Le formulaire qui doit être signé » — « doit » est un verbe, donc « qui ». « Le formulaire que vous devez remplir » — « vous » est un sujet, donc « que ». Regardez le mot suivant, et rien d'autre.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ou que : le mot qui suit décide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703320"/>
          </a:xfrm>
          <a:prstGeom prst="roundRect">
            <a:avLst>
              <a:gd name="adj" fmla="val 39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 QUI SUIT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DONC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formulaire ___ doit être signé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doit — un verbe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qui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formulaire ___ vous remplissez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— un sujet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que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78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commis ___ m'a répondu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4078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 répondu — un verbe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4078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qui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791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919472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commis ___ j'ai appelée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919472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 — un sujet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919472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que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« Que » devient « qu' » devant une voyelle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La procédure qu'on lui a montrée. » « L'application qu'elle utilise. » Contrairement à « qui », qui ne s'élide jamais.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 verbe ne s'accorde pas avec « que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Les directives que j'apprécie » — le verbe s'accorde avec « je », pas avec « les directives ». C'est l'inverse de « qui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Pourquoi c'est utile au travail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Voici le reçu que je dois joindre » est plus court et plus clair que deux phrases séparées. Un courriel gagne en clarté.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 participe s'accorde parfois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La procédure qu'on lui a montrée » — le participe prend un e. C'est une règle avancée : la reconnaître suffit à ce niveau.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reprend « que »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Trouvez le groupe de mots placé juste avant.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Voici le formulaire que vous devez remplir.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devez joindre le reçu que la commis vous a demandé.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allons utiliser l'application que Diane m'a montrée.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Suivez bien la procédure que votre superviseur explique.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un remboursement que j'attends depuis dix jours.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vais approuver la demande que vous avez soumise ce matin.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reprend « que »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Voici le formulaire que vous devez remplir.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formulaire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devez joindre le reçu que la commis vous a demandé.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reçu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allons utiliser l'application que Diane m'a montrée.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l'application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Suivez bien la procédure que votre superviseur explique.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procédure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un remboursement que j'attends depuis dix jours.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remboursement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vais approuver la demande que vous avez soumise ce matin.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demande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ou que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Regardez le mot qui suit : un verbe, ou un sujet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Voici le formulaire ___ doit être signé.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Voici le formulaire ___ vous devez signer.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la commis ___ m'a répondu hier.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la commis ___ j'ai appelée hier.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L'application ___ Diane m'a montrée est facile.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L'application ___ sert aux remboursements s'appelle Ressources+.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ou que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Voici le formulaire ___ doit être signé.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qui — « doit » est un verbe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Voici le formulaire ___ vous devez signer.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que — « vous » est un sujet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la commis ___ m'a répondu hier.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qui — « a répondu » est un verbe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la commis ___ j'ai appelée hier.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que — « j' » est un sujet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L'application ___ Diane m'a montrée est facile.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que — « Diane » est un sujet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L'application ___ sert aux remboursements s'appelle Ressources+.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qui — « sert 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« QUI » À LA PLACE DE « QUE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formulaire qui vous devez remplir.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formulaire que vous devez remplir.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Après « qui », il faut un verbe. Ici, c'est « vous » qui suit — un sujet. Le bon pronom est donc « que ». Le test ne demande pas de comprendre la fonction grammaticale : il suffit de regarder le mot d'après.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L'ÉLISION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La procédure que on lui a montrée.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La procédure qu'on lui a montrée.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Que » perd son e devant une voyelle et devient « qu' ». C'est automatique, comme « ne » qui devient « n' ». Attention : « qui » ne s'élide jamais — c'est justement une façon de les distinguer à l'écrit.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Joignez les deux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Employez « qui » ou « que » selon le cas.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Voici le reçu. Je dois joindre ce reçu.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912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552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l'application. Cette application sert aux remboursements.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2702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3342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Suivez la procédure. Votre superviseur explique cette procédure.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J'attends le remboursement. Ce remboursement devait arriver lundi.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Joignez les deux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Voici le reçu. Je dois joindre ce reçu.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Voici le reçu que je dois joindre.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912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552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l'application. Cette application sert aux remboursements.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C'est l'application qui sert aux remboursements.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2702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3342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Suivez la procédure. Votre superviseur explique cette procédure.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Suivez la procédure que votre superviseur explique.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J'attends le remboursement. Ce remboursement devait arriver lundi.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J'attends le remboursement qui devait arriver lundi.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trois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avec « qui », une avec « que », une avec « qu'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Avec qui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Avec que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Avec qu'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trois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Avec qui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C'est la commis qui traite les demandes.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Avec que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Voici le formulaire que je dois remplir.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Avec qu'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C'est la procédure qu'on m'a expliquée.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deux phrases : une avec « qui », une avec « que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Les deux doivent parler d'un formulaire, d'un reçu ou d'une procédure.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le mot qui suit le pronom : un verbe, ou un sujet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 est la procédure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