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Prévenir : ici, personne ne parle. Toute l'information est écrite, et c'est ce qui rend l'exercice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tableau. C'est la grille de lecture de toute directive, et elle sert aussi 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six éléments dans le texte. Beaucoup d'élèves n'en verront que quatre à la première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points ne sont pas écrits dans la directive : ils se déduisent. C'est la lecture avancée qu'on travaille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pointer, pour chaque réponse, la phrase exacte de la directive. C'est la seule justification acceptée.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un énoncé faux est plus difficile que de le repérer : il faut retrouver l'information juste et la reformuler.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ces mots dans les cinq énoncés de l'exercice. C'est une stratégie de lecture qui sert bien au-delà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un formulaire fictif au tableau, avec des données réelles. L'exercice devient concret en trois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à l'accusé de réception vu en A3. C'est le même réflexe, appliqué à une autre démarche.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Ramasser : ces réservations montrent qui a vraiment relevé les six éléments.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directives réelles apportées par les élèves sont la meilleure matière pour E1. En garder quelques-unes.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Réserver le véhicule de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directive écrite, affichée sur un mur ou dans une application. Personne ne l'explique : il faut la lire seul, et ne rien oublier.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directive écrite et en tirer toutes les exigences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qu'on doit fournir et ce qu'on recevra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faire quand la procédure ne fonctionne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corriger un énoncé faux à partir du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directive, en trois blocs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36212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4267" y="1975104"/>
            <a:ext cx="75252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pour réserver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4267" y="2395728"/>
            <a:ext cx="752528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nom, numéro d'employé, date, heures, raison du déplacement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ensuite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4267" y="2935224"/>
            <a:ext cx="752528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vérifier la disponibilité, réserver, recevoir la confirmation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236212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en cas de conflit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4267" y="3474720"/>
            <a:ext cx="752528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communiquer avec le répartiteur, au poste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Toute directive a ces trois blocs : ce qu'on fournit, ce qui se passe, et quoi faire si ça bloque.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d'abord la liste de ce qu'il faut fournir.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Nom, numéro d'employé, date, heure de départ, heure de retour, raison du déplacement. Six éléments. Une directive qui en demande six et à qui on en donne cinq ne fonctionne pas — et elle ne dit pas toujours lequel manque.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directive ne dit pas explicitement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numéro d'employé compte autant que le 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personnes peuvent porter le même nom. Le numéro est ce qui identifie sans ambiguïté.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La raison du déplacement n'est pas une formalité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sert à trancher quand deux personnes veulent le véhicule le même jour. Une raison vague fait perdre la priorité.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La confirmation par courriel est votre preuve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Gardez-la. Sans elle, vous ne pouvez pas prouver que la réservation existait.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poste 4 s'appelle avant, pas après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répartiteur règle les conflits d'horaire. L'appeler après avoir pris le véhicule ne règle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texte affiché.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réserver, vous devez indiquer seulement votre nom.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devez indiquer l'heure de départ et de retour.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n'avez pas besoin d'indiquer la raison du déplacement.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recevrez une confirmation par courriel.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cas de conflit d'horaire, vous pouvez appeler le répartiteur.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la directive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réserver, vous devez indiquer seulement votre nom.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FAUX — le nom et le numéro d'employé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623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263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devez indiquer l'heure de départ et de retour.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n'avez pas besoin d'indiquer la raison du déplacement.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FAUX — la raison est demandée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recevrez une confirmation par courriel.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cas de conflit d'horaire, vous pouvez appeler le répartiteur.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les énoncés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Réécrivez-les correctement, d'après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Pour réserver, vous devez indiquer seulement votre nom.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n'avez pas besoin d'indiquer la raison du déplacement.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les énoncés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Pour réserver, vous devez indiquer seulement votre nom.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devez indiquer votre nom et votre numéro d'employé.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n'avez pas besoin d'indiquer la raison du déplacement.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devez indiquer la raison du déplacement.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« SEULEMENT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« Vous devez indiquer seulement votre nom » paraît vrai parce que le nom est demandé.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mot « seulement » rend l'énoncé faux.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petit mot peut renverser un énoncé. « Seulement », « toujours », « jamais », « uniquement » : ce sont eux qu'il faut chercher en premier dans un vrai ou faux. Le reste de la phrase peut être exact.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éléments à fournir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le formulaire de réservation.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identité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faites ensuite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recevez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éléments à fournir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identité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nom et numéro d'employé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heure de départ et heure de retour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raison du déplacement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faites ensuite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vérifier la disponibilité, puis réserver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recevez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confirmation par courriel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CONFIRMATION NON 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cliqué sur Réserver, c'est réservé.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vérifie que le courriel de confirmation est arrivé.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clic ne garantit rien : le système peut refuser, le véhicule peut avoir été pris entre-temps, le courriel peut atterrir dans les indésirables. La confirmation est ce qui prouve la réservation, pas le clic.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réservation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élément demandé.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inscrivez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vérifiez ensuite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Relevez les trois blocs d'une directive de votre travail ou de votre école.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qu'il faut fournir · ce qui se passe · quoi faire si ça bloque.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n'en avez pas, servez-vous de celle du véhicule de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