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formulations au tableau et demander laquelle est la plus forte. Le classement du groupe servira de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degré est le plus difficile : conseillé n'est pas obligatoire, mais ne pas le suivre a souvent des conséquences. Faire chercher, dans les directives du module, un exemple pour chaque ligne. Ils y sont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Les élèves ont tendance à juger au ton : une phrase polie peut être une obligation stricte.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montre bien la différence : conseillé ne veut pas dire sans conséquence.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verbe à voix haute avant de classer. C'est lui qui décide, pas la longueur ni le ton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seule la première conséquence est écrite dans la directive. Les autres se déduisent — et c'est ce qu'on apprend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culturel utile : la politesse administrative québécoise atténue les obligations. Il faut lire la conséquence, pas le 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au module 2 : une consigne de sécurité ne se négocie pas. Beaucoup d'élèves ont l'habitude de réparer eux-mêmes.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reformulation. Le but n'est pas d'écrire plus joliment, mais plus clairement : c'est une compétence de lecture, pas de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phrases préparent C4, où l'impératif remplacera « vous devez ». Le signaler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directives apportées par les élèves sont souvent plus riches que les exemples du cours. En garder quelques-unes pour D1 et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Obligatoire, interdit, facultatif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devez », « il faut », « ne tentez jamais », « vous pouvez ». Quatre formulations, trois degrés d'obligation. Les confondre, c'est faire ce qui est interdit ou omettre ce qui est exigé.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est obligatoire dans une directive écrite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interdiction et sa force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facultatif du conseillé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une directive en disant clairement son degré.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formulations, trois degrés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54600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2163" y="1975104"/>
            <a:ext cx="44273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DEGRÉ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devez, il faut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2163" y="2395728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obligatoire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 obligatoire, est exigé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2163" y="2935224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obligatoire, dit encore plus fort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tentez jamais, il est interdit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2163" y="3474720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interdit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pouvez, si vous le souhaitez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2163" y="4014215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facultatif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conseillé, nous recommandons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2163" y="4553712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conseillé, mais pas obligatoire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DE 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le verbe : devoir, falloir, pouvoir, ou une interdiction.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devez remplir » : obligatoire. « Vous pouvez consulter » : facultatif. « Ne tentez jamais de réparer » : interdit. Le verbe porte le degré, pas le ton de la phrase.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obligations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La photo du reçu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Une photo claire du reçu est obligatoire, sinon la demande est refusée. » Obligatoire, avec la conséquence écrite noir sur blanc.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L'approbation du superviseur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Votre superviseur doit approuver la demande. » Obligatoire, et c'est une étape qui ne dépend pas de 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Ne pas réparer soi-même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Ne tentez jamais de réparer l'équipement vous-même. » Interdit — et « jamais » renforce l'interdiction.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Garder le reçu original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Gardez votre reçu original, au cas où. » Conseillé, pas obligatoire. Mais ne pas le faire coûte parfois le remboursement.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Obligatoire, interdit ou facultatif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remplir le formulaire dans l'application.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photo claire du reçu est obligatoire.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tentez jamais de réparer l'équipement vous-même.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vérifier le statut de votre demande.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conseillé de garder votre reçu original.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arrêter immédiatement la machine.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Obligatoire, interdit ou facultatif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remplir le formulaire dans l'application.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obligatoire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photo claire du reçu est obligatoire.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obligatoire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tentez jamais de réparer l'équipement vous-même.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interdit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vérifier le statut de votre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facultatif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conseillé de garder votre reçu original.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conseillé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arrêter immédiatement la machine.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obligatoire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est la conséquence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obligation sans conséquence écrite n'est pas moins forte.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Sans photo du reçu…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Sans approbation du superviseur…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on répare soi-même l'équipement…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on jette le reçu original…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est la conséquence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Sans photo du reçu…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demande est refusée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Sans approbation du superviseur…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finances ne traitent pas la demande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on répare soi-même l'équipement…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met sa sécurité et son emploi en jeu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on jette le reçu original…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ne peut pas répondre à une demande de vérification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FORMULATION POLIE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Nous vous invitons à joindre une photo du reçu » — c'est facultatif.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invitation dans une directive est presque toujours une obligation.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entreprises écrivent souvent poliment ce qui est exigé : « nous vous invitons à », « merci de bien vouloir ». Cherchez la conséquence : si l'omission fait refuser la demande, c'est une obligation, quelle que soit la politesse de la phrase.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JAMAIS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réparez pas l'équipement — sauf si c'est simple.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tentez jamais de réparer l'équipement vous-même.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Jamais » n'admet aucune exception, même quand la réparation paraît facile. Une consigne de sécurité écrite avec « jamais » couvre les cas où on croit savoir. C'est justement ceux-là qui causent les accidents.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la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clairement le degré, sans changer le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vous invitons à joindre une photo du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serait préférable de réserver le véhicule à l'avance.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991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3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L'équipement ne doit en aucun cas être réparé par l'employé.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statut de la demande peut être consulté en tout temps.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la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vous invitons à joindre une photo du reçu.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Vous devez joindre une photo du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serait préférable de réserver le véhicule à l'avance.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est conseillé de réserver le véhicule à l'avance.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991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3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L'équipement ne doit en aucun cas être réparé par l'employé.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Ne réparez jamais l'équipement vous-même.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statut de la demande peut être consulté en tout temps.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Vous pouvez consulter le statut de la demande quand vous voulez.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la formulation qui correspond au degré demandé.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Obligatoire : arrêter la machine avant de signaler un bris.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Interdit : réparer l'équipement soi-même.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Conseillé : garder une copie de la demande.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Facultatif : consulter le statut dans l'application.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Obligatoire : arrêter la machine avant de signaler un bris.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Vous devez arrêter la machine avant de signaler un bris.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Interdit : réparer l'équipement soi-même.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Ne tentez jamais de réparer l'équipement vous-même.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Conseillé : garder une copie de la demande.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Il est conseillé de garder une copie de la demande.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Facultatif : consulter le statut dans l'application.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Vous pouvez consulter le statut dans l'application.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Relevez trois directives de votre travail ou de votre école, et dites leur degré.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obligatoire, une interdite, une conseillée.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phrase exacte, puis le degré à côté.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