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 fonctionnel. Beaucoup de ces mots sont reconnus mais mal employés. Insister sur les collocations : on remplit un formulaire, on joint un reçu.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colonne de droite qui compte : le verbe seul ne suffit pas, c'est le couple verbe + complément qui s'apprend.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six paires dans le cahier, en colonne. C'est la fiche de référence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Téléverser » est le mot québécois pour « uploader ». Le signaler : les applications d'entreprise l'emploient.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Accusé de réception » est le mot à retenir : c'est ce qu'on cherche quand on se demande si la demande est passée.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Sortir un calendrier et compter avec le groupe. C'est un calcul que personne ne fait, et qui explique beaucoup d'impatience inutile.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reconnaissance. Enchaîner tout de suite sur les verbes, qui sont plus difficiles.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chaque phrase complète après correction. C'est la paire verbe + complément qu'on installe, pas le verbe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Appuyer sur » est la formulation des applications québécoises. « Cliquer sur » s'emploie aussi. Les deux sont acceptés.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fréquente et facile à corriger une fois nommée. Faire répéter les deux paires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calcul sur un vrai calendrier, au tableau. Le troisième item montre pourquoi un délai « d'environ » n'est jamais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uniquement la paire verbe + complément. C'est le savoir de la séance ; le reste viendra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vocabulaire de bureau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Remplir, joindre, soumettre, approuver, signaler, réserver. Six verbes qui reviennent dans toutes les procédures d'entreprise — et qu'aucun cours de français général n'enseigne.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Quelle est la procédure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six verbes des procédures avec le bon complément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parties d'une application : onglet, catégorie, statut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jour ouvrable » et calculer un délai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une consigne d'application sans se tromper d'action.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verbes et ce qui les suit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6719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4057" y="1975104"/>
            <a:ext cx="721549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MET APRÈS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remplir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4057" y="2395728"/>
            <a:ext cx="721549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formulaire, une demande, un champ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joindre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4057" y="2935224"/>
            <a:ext cx="721549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reçu, une photo, un document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soumettre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4057" y="3474720"/>
            <a:ext cx="721549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demande, un formulaire, un dossier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approuver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4057" y="4014215"/>
            <a:ext cx="721549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demande, une dépense, un congé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signaler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4057" y="4553712"/>
            <a:ext cx="721549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bris, un problème, une absence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réserver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24057" y="5093207"/>
            <a:ext cx="721549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véhicule, une salle, un équipement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LA RÈGLE DE LA SÉANCE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verbe de procédure s'apprend avec son complément.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ne dit pas « remplir un reçu » ni « joindre un formulaire ». On remplit un formulaire et on joint un reçu. Apprendre le verbe seul ne sert à rien : c'est la paire qu'il faut retenir.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l'application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6682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onglet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3830" y="2121408"/>
            <a:ext cx="728517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section cliquable dans une application ou un site.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76682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catégorie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3830" y="2778252"/>
            <a:ext cx="728517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groupe dans lequel on classe une dépense ou une demande.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76682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statut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3830" y="3435096"/>
            <a:ext cx="728517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L'état d'une demande : en attente, approuvée, refusée.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76682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téléverser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3830" y="4091939"/>
            <a:ext cx="728517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Envoyer un fichier depuis son appareil vers un site.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76682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champ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3830" y="4748784"/>
            <a:ext cx="728517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case à remplir dans un formulaire.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76682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menu déroulant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3830" y="5405628"/>
            <a:ext cx="728517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liste qui s'ouvre quand on clique dessus.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délais et les papiers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173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jour ouvrable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4375" y="2121408"/>
            <a:ext cx="673463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jour de la semaine où l'entreprise est ouverte.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3173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délai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4375" y="2909620"/>
            <a:ext cx="673463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temps prévu avant une réponse ou un versement.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3173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reçu original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4375" y="3697833"/>
            <a:ext cx="673463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reçu au moment de l'achat, pas une copie.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3173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pièce justificative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375" y="4486046"/>
            <a:ext cx="673463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document qui prouve une dépense ou une situation.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3173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accusé de réception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4375" y="5274259"/>
            <a:ext cx="673463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message qui confirme qu'une demande est arrivée.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JOUR OUVRABLE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Dix jours ouvrables, ce sont deux semaines complètes.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samedis, les dimanches et les jours fériés ne comptent pas. Une demande envoyée un vendredi et traitée en dix jours ouvrables revient le vendredi de la semaine suivante — pas le lundi d'après.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mot de la liste : joindre, jours ouvrables, onglet, approuver, catégorie.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être remboursé, il faut ______ une photo du reçu.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remboursement prend environ dix ______.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Cliquez sur l'______ Dépenses pour commencer.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superviseur doit ______ la demande avant l'envoi aux finances.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Choisissez la bonne ______ dans le menu déroulant.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être remboursé, il faut ______ une photo du reçu.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joindre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remboursement prend environ dix ______.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jours ouvrables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Cliquez sur l'______ Dépenses pour commencer.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onglet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superviseur doit ______ la demande avant l'envoi aux finances.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approuver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Choisissez la bonne ______ dans le menu déroulant.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catégorie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verbe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Remplir, joindre, soumettre, approuver, signaler, réserver, vérifier, appuyer.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N'oubliez pas de ______ votre reçu à la demande.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______ le formulaire avant de l'envoyer.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fois le formulaire prêt, vous devez le ______.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superviseur doit ______ votre demande.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l'équipement est brisé, il faut le ______ tout de suite.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utiliser le camion, il faut d'abord le ______.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verbe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N'oubliez pas de ______ votre reçu à la demande.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joindre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______ le formulaire avant de l'envoyer.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remplir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fois le formulaire prêt, vous devez le ______.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soumettre / envoyer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superviseur doit ______ votre demande.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approuver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l'équipement est brisé, il faut le ______ tout de suite.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signaler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utiliser le camion, il faut d'abord le ______.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réserver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verbes de 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Vérifier, appuyer, oublier.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N'______ pas votre reçu original avant d'avoir reçu le remboursement.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pouvez ______ le statut de votre demande dans l'application.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______ sur le bouton Envoyer pour terminer.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verbes de 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N'______ pas votre reçu original avant d'avoir reçu le remboursement.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oubliez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pouvez ______ le statut de votre demande dans l'application.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vérifier / consulter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______ sur le bouton Envoyer pour terminer.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appuyer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PIÈGE DU VERBE INTERCHANGEABLE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remplir mon reçu et joindre le formulaire.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remplir le formulaire et joindre mon reçu.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remplit ce qui a des cases vides : un formulaire, une demande, un champ. On joint ce qui existe déjà : un reçu, une photo, un document. Inverser les deux rend la phrase incompréhensible pour un collègue pressé.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Calculez le délai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Dix jours ouvrables. Samedis, dimanches et fériés ne comptent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Demande envoyée un lundi.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Demande envoyée un vendredi.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Demande envoyée un mercredi, avec un férié le lundi suivant.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Calculez le délai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Demande envoyée un lundi.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traitée le vendredi de la deuxième semaine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Demande envoyée un vendredi.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traitée le vendredi de la semaine suivante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Demande envoyée un mercredi, avec un férié le lundi suivant.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jour de plus : le jeudi de la deuxième semaine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six phrases, une avec chacun des six verbes du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Remplir · joindre · soumettre · approuver · signaler · réserver.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Chaque phrase doit contenir le bon complément.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Quelle est la procédure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