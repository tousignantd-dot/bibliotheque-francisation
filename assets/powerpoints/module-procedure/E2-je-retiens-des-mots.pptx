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Ton différent des autres : on ne présente rien de nouveau. Laisser beaucoup de place aux questions restées en suspens.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donner les définitions. Puis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Jour ouvrable » revient une dernière fois : faire refaire le calcul de dix jours sur un calendrier.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à l'impératif avec « signaler ». C'est la révision des deux savoirs à la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règle avant d'afficher la colonne du milieu. Ce qui ne revient pas est ce qu'il faut retravailler.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dernière colonne. Le module reste ouvert dans le portail : chacun peut y revenir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chacun lequel des quatre lui paraît le plus solide, et lequel le moins. Personne ne doit répondre « tous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individuel, cahier fermé, cinq minutes. Corriger ensemble sans compter les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colonne de droite n'est pas une correction : c'est l'adresse où retourner. Le dire clairement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module. Ces billets disent ce qui est vraiment passé de la classe à la vie — c'est le seul bilan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Dernière séance du module. On rassemble le vocabulaire, on revoit les savoirs, et chacun fait le point sur ce qu'il est maintenant capable de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revoir les mots essentiels du module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savoirs travaillés et savoir où chacun sert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capable de faire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où retourner chercher ce qui n'est pas encore acquis.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procédure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3545" y="2121408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façon officielle de faire une demande ou une tâche.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remboursement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3545" y="2778252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qu'on redonne à quelqu'un pour une dépense.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formulaire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3545" y="3435096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document à remplir avec des informations précises.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reçu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3545" y="4091939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papier qui prouve un achat.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joindre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3545" y="4748784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Ajouter un document à un envoi.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77653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approuver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3545" y="5405628"/>
            <a:ext cx="727546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Donner son accord officiel à une demande.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L'application et les délais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onglet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4375" y="2121408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section cliquable dans une application ou un site.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catégorie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4375" y="2909620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groupe dans lequel on classe une dépense.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statut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3697833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L'état d'une demande : en attente, approuvée, refusée.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jour ouvrable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4486046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jour de la semaine où l'entreprise est ouverte.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31736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375" y="5274259"/>
            <a:ext cx="673463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message qui confirme qu'une demande est arrivée.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VOCABULAIRE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directives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0887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directive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5885" y="2121408"/>
            <a:ext cx="684312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instruction précise à suivre.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0887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signaler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5885" y="2909620"/>
            <a:ext cx="684312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savoir, informer quelqu'un d'un problème.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0887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bris d'équipement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5885" y="3697833"/>
            <a:ext cx="684312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équipement qui casse ou cesse de fonctionner.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0887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véhicule de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5885" y="4486046"/>
            <a:ext cx="684312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véhicule de l'entreprise, utilisé pour le travail.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08877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superviseur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5885" y="5274259"/>
            <a:ext cx="6843121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responsable d'une équipe de travail.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Trois 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ui collé, j ou g devant e-i-y, gn en un 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Les verbes de bureau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apprend le verbe avec son complément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160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 pronom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après que, un sujet ; après qui, un verbe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94411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590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71830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Les degrés d'obligation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71830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cherchez le verbe, pas le 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71830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50962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66534"/>
                </a:solidFill>
                <a:latin typeface="Verdana"/>
              </a:rPr>
              <a:t>Pendant 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deux personnes, deux actions, un moment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5224272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RÉVISION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savoirs du module, 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6719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SAVOIR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4057" y="1975104"/>
            <a:ext cx="56665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RÈGLE 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059" y="1975104"/>
            <a:ext cx="13294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gérondif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4057" y="2395728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personne : quand, ou comment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059" y="2395728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L'impératif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4057" y="2935224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forme vous, sans le sujet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0059" y="2935224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pronom après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4057" y="3474720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impératif affirmatif : trait d'union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059" y="3474720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2671913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Lire une directive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4057" y="4014215"/>
            <a:ext cx="566654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fournir, se passer, quoi faire si ça bloque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059" y="4014215"/>
            <a:ext cx="132949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Neuf savoirs pour un module. Chacun renvoie à une séance : c'est là qu'il faut retourner.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QUATRE GESTES DU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sait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66534"/>
                </a:solidFill>
                <a:latin typeface="Verdana"/>
              </a:rPr>
              <a:t>Demander comment faire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questions : comment faire, qu'est-ce qui est obligatoire, combien de temps. Elles fonctionnent partout.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66534"/>
                </a:solidFill>
                <a:latin typeface="Verdana"/>
              </a:rPr>
              <a:t>Suivre une explication orale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Compter les verbes, pas les phrases. Noter l'ordre pendant l'écoute, pas après.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66534"/>
                </a:solidFill>
                <a:latin typeface="Verdana"/>
              </a:rPr>
              <a:t>Lire une directive écrite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blocs : ce qu'il faut fournir, ce qui se passe, quoi faire si ça bloque.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66534"/>
                </a:solidFill>
                <a:latin typeface="Verdana"/>
              </a:rPr>
              <a:t>Écrire une procédure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étape par ligne, à l'impératif, numérotées, avec le délai et le recours.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Donnez le mot qui correspond à la définition.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façon officielle de faire une demande.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Ajouter un document à un envoi.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 son accord officiel.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savoir qu'il y a un problème.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jour où l'entreprise est ouverte.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qui confirme qu'une demande est arrivée.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vocabulaire, sans regarder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façon officielle de faire une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procédure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Ajouter un document à un envoi.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joindre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Donner son accord officiel.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approuver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Faire savoir qu'il y a un problème.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signaler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jour où l'entreprise est ouverte.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jour ouvrable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qui confirme qu'une demande est arrivée.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accusé de réception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BILAN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énoncé : je sais faire, presque, ou pas encore.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comment faire une démarche.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suivre une explication en cinq étapes.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distinguer ce qui est obligatoire de ce qui est conseillé.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consigne à l'impératif.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une directive et en tirer les exigences.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rédiger une procédure pour un collègue.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Autoévaluation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demander comment faire une démarche.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B1, B4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suivre une explication en cinq étapes.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A4, C1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distinguer ce qui est obligatoire de ce qui est conseillé.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B3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écrire une consigne à l'impératif.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C4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lire une directive et en tirer les exigences.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séances D1, D2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rédiger une procédure pour un collègue.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séance E1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une procédure que vous comprenez mieux qu'au début du module.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 travail, à l'école, à la banque, dans un bureau du gouvernement.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aucune, nommez celle que vous irez comprendre cette semaine.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