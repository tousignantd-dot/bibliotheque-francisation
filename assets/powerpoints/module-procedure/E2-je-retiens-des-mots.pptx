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Jour ouvrable » revient une dernière fois : faire refaire le calcul de dix jours sur un calendrier.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à l'impératif avec « signaler ». C'est la révision des deux savoirs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procédure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3545" y="212140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façon officielle de faire une demande ou une tâche.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remboursement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3545" y="2778252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L'argent qu'on redonne à quelqu'un pour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3545" y="3435096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à remplir avec des informations précises.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3545" y="4091939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prouve un achat.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joindre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3545" y="4748784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7653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approuver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3545" y="5405628"/>
            <a:ext cx="727546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son accord officiel à une demande.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L'application et les délais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catégorie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dans lequel on classe une dépense.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statut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d'une demande : en attente, approuvée, refusée.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directives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directive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5885" y="2121408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instruction précise à suivre.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signaler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5885" y="2909620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savoir, informer quelqu'un d'un problème.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bris d'équipement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5885" y="3697833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équipement qui casse ou cesse de fonctionner.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véhicule de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5885" y="4486046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véhicule de l'entreprise, utilisé pour le travail.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0887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superviseur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5885" y="5274259"/>
            <a:ext cx="684312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d'une équipe de travail.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Trois sons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ui collé, j ou g devant e-i-y, gn en un 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verbes de bureau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apprend le verbe avec son complément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pronom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après que, un sujet ; après qui, un verbe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590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degrés d'obligation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cherchez le verbe, pas le 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718304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Pendant que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personnes, deux actions, un moment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gérondif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personne : quand, ou comment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L'impératif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forme vous, sans le sujet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pronom après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impératif affirmatif : trait d'union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Lire une directive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fournir, se passer, quoi faire si ça bloque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Demander comment faire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questions : comment faire, qu'est-ce qui est obligatoire, combien de temps. Elles fonctionnent partout.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Suivre une explication orale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Compter les verbes, pas les phrases. Noter l'ordre pendant l'écoute, pas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Lire une directive écrite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blocs : ce qu'il faut fournir, ce qui se passe, quoi faire si ça bloque.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66534"/>
                </a:solidFill>
                <a:latin typeface="Verdana"/>
              </a:rPr>
              <a:t>Écrire une procédure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étape par ligne, à l'impératif, numérotées, avec le délai et le recours.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officielle de faire une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Ajouter un document à un envoi.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son accord officiel.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savoir qu'il y a un problème.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jour où l'entreprise est ouverte.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façon officielle de faire une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procédure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Ajouter un document à un envoi.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Donner son accord officiel.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savoir qu'il y a un problème.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signaler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jour où l'entreprise est ouverte.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jour ouvrable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qui confirme qu'une demande est 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accusé de réception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comment faire une démarche.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suivre une explication en cinq étapes.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distinguer ce qui est obligatoire de ce qui est conseillé.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consigne à l'impératif.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directive et en tirer les exigences.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rédiger une procédure pour un collègue.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comment faire une démarche.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suivre une explication en cinq étapes.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A4, C1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distinguer ce qui est obligatoire de ce qui est conseillé.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consigne à l'impératif.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directive et en tirer les exigences.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D1, D2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rédiger une procédure pour un collègue.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procédure que vous comprenez mieux qu'au début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à la banque, dans un bureau du gouvernement.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aucune, nommez celle que vous irez comprendre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