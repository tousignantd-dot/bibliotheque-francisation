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Rappeler ce que Diane a expliqué en A1. Ici, Samuel vérifie auprès de la source officielle : ce n'est pas une répétition, c'est une bonne pratique.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l'audio du défi 1. Faire relever la formule de Samuel : « j'aimerais savoir comment faire ». C'est la question à retenir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contient deux choses : l'obligation et la conséquence. Faire remarquer que la conséquence n'était pas demandée — et qu'elle est ce qui compte le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Une fois que votre superviseur a approuvé » : le délai ne commence pas tout de suite. C'est la nuance que tout le monde manque.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questions, six informations : chaque réponse en contient deux. C'est ce qui distingue une bonne réponse de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au tableau. Ce sont celles de l'exercice oral de B4, et elles reviennent dans le module 4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la plus utile et la moins connue. Beaucoup d'élèves ne savent pas qu'on peut demander cela.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cinquième énoncé n'est pas dans l'exercice du module : il est ajouté ici parce que c'est la nuance la plus souvent manquée.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« fortement conseillé » et « facultatif » ne sont pas la même chose. La nuance compte dans une consigne de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calculer un exemple concret au tableau : envoi le 3, approbation le 10, versement autour du 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questions sont toujours les mêmes, seul le vocabulaire change. C'est ce qui les rend utiles : elles se transfèrent partout.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 questions serviront en B4, où elles seront posées à voix haute dans un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Samuel et la commis aux finances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répliques pour obtenir toute la procédure. Samuel pose trois questions, et chacune produit une information qu'il n'aurait pas eue autrement.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Quelle est la procédure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explication de procédure donnée par un service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ce qui est obligatoire et ce qui ne l'est pas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sur un délai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pourquoi il vaut mieux vérifier auprès du service concerné.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J'aimerais savoir comment faire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7834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SAMUEL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6149" y="2322576"/>
            <a:ext cx="835997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j'aimerais savoir comment faire une demande de remboursement pour du matériel de sécurité.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7834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LA COMMIS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6149" y="3409696"/>
            <a:ext cx="835997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Vous devez remplir le formulaire dans l'application Ressources+, sous l'onglet Dépenses.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je dois joindre mon reçu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834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6149" y="1901952"/>
            <a:ext cx="83599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Est-ce que je dois joindre mon reçu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7834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LA COMMIS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6149" y="2651252"/>
            <a:ext cx="835997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une photo claire du reçu est obligatoire, sinon la demande est refusée.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temps faut-il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834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6149" y="1901952"/>
            <a:ext cx="83599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faut-il pour recevoir le remboursement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7834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LA COMMIS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6149" y="2651252"/>
            <a:ext cx="835997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Environ dix jours ouvrables, une fois que votre superviseur a approuvé la demande.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questions, six informations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91107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 DE SAMUEL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3215" y="1975104"/>
            <a:ext cx="59763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OBTIENT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91107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Comment faire une demande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3215" y="2395728"/>
            <a:ext cx="59763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l'application, et l'onglet exact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Dois-je joindre mon reçu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3215" y="3236976"/>
            <a:ext cx="597633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obligatoire, et la conséquence si on oublie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Combien de temps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3215" y="3776472"/>
            <a:ext cx="597633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dix jours ouvrables, et à partir de quand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RÈGLE DU DÉFI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demande comment faire, on vérifie ce qui est obligatoire, on demande le délai.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questions suffisent pour n'importe quelle procédure. Elles fonctionnent au travail, à la banque, au centre de services scolaires, partout.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Vérifiez toujours à la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collègue peut se tromper ou donner une information périmée. Le service concerné a la version officielle.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Demandez le nom de la personne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À qui est-ce que je parle ? » Si la demande est refusée plus tard, vous saurez qui vous avait dit quoi.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Notez la date de l'appel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Les procédures changent. Savoir quand on a demandé permet de dire « on m'a dit le 3 mars que…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Demandez une confirmation écrite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Pourriez-vous me l'envoyer par courriel ? » Une procédure écrite ne se discute pas.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Vrai ou faux — la demande de remboursement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sans relire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formulaire se trouve dans l'application Ressources+.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n'est pas obligatoire de joindre une photo du reçu.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8648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4352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0753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192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Samuel va recevoir son remboursement dans les 48 heures.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9435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091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731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74980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formulaire se trouve sous l'onglet Dépenses.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1774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3255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965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7319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délai commence dès l'envoi de la demande.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Vrai ou faux — la demande de remboursement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formulaire se trouve dans l'application Ressources+.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778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419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n'est pas obligatoire de joindre une photo du reçu.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FAUX — c'est obligatoire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8648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4352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0753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192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Samuel va recevoir son remboursement dans les 48 heures.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FAUX — environ dix jours ouvrables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9435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091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731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74980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formulaire se trouve sous l'onglet Dépenses.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1774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3255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965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7319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délai commence dès l'envoi de la demande.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FAUX — après l'approbation du superviseur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Obligatoire ou facultatif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Et quelle est la conséquence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photo du reçu.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montant exact.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catégorie de dépense.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Garder le reçu original.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Appeler pour vérifier avant d'envoyer.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Obligatoire ou facultatif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photo du reçu.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obligatoire — sinon la demande est refusée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montant exact.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obligatoire — un montant approximatif fait refuser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catégorie de dépense.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obligatoire — elle détermine le budget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Garder le reçu original.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fortement conseillé — au cas où on le redemande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Appeler pour vérifier avant d'envoyer.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facultatif — mais cela évite les erreurs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DU DÉLAI MAL COMPRIS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envoyé ma demande lundi, je serai payé dans dix 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Dix jours ouvrables après l'approbation de mon superviseur.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délai ne commence pas à l'envoi : il commence à l'approbation. Si le superviseur est en vacances une semaine, il faut ajouter cette semaine. Vérifiez le statut de la demande dans l'application plutôt que de compter les jours.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Posez les trois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procédure, écrivez les trois questions à poser.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Obtenir un remboursement de frais de déplacement.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Demander un congé sans solde.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Réserver une salle de réunion.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Posez les trois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Obtenir un remboursement de frais de déplacement.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Comment faire ? Qu'est-ce qui est obligatoire ? Quel est le délai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Demander un congé sans solde.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Comment faire ? Quels documents ? Combien de temps à l'avance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Réserver une salle de réunion.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Comment faire ? Faut-il une approbation ? Combien de temps à l'avance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trois questions à poser pour comprendre une procédure.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par ligne, formulées comme vous les diriez vraiment.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une quatrième ligne : ce que vous demanderiez par écrit.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Quelle est la procédure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