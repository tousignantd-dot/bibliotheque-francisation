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reformulation. Rendre les billets de A1 au début : ils contiennent déjà les étapes, écrites par les élèves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Ils serviront à toutes les productions orales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phrases par un élève, puis la même chose en une seule phrase. Le groupe entendra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chaque bonne réponse contient deux parties : la réponse et sa conséquence ou sa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réponse est la plus importante : elle dit non ET pourquoi. Un simple « non » laisse le collègue sans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seul trois minutes. La difficulté est entre les étapes 1 et 2, qu'on a tendance à fusionner.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phrases d'un seul trait après correction. C'est le modèle de l'exercice oral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la version longue, puis demander au groupe de répéter les étapes. Presque personne n'y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Circuler et vérifier une seule chose : est-ce que les mots d'ordre sont là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procédures apportées par les élèves sont souvent meilleures que les exemples du cours : en garder quelques-unes pour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une procédure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une procédure ne suffit pas : il faut pouvoir l'expliquer à quelqu'un d'autre. C'est le test le plus honnête de ce qu'on a vraiment compris.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procédure en quatre étapes,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qui marquent l'ordre : d'abord, ensuite, puis, enfin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d'un collègue qui ne connaît pas la procédure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est obligatoire et ce qui ne l'est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marquent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SE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d'abord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étape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ensuite, puis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du milieu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après 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du milieu, à l'oral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enfin, finalement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étape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ces mots, une explication devient une liste et l'auditeur perd l'ordre. Avec eux, il peut suivre sans noter.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étape par phrase, et un mot d'ordre au début de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D'abord, tu ouvres l'application. Ensuite, tu prends une photo du reçu. Puis tu inscris le montant. Enfin, tu appuies sur Envoyer. » Quatre phrases courtes valent mieux qu'une longue.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 qu'un collègue va poser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C'est quoi, cette application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Répondez d'abord à quoi elle sert, puis comment elle s'appelle : « C'est l'application où on fait les demandes de remboursement. Elle s'appelle Ressources+.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Par où je commence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24429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seule étape à la fois : « D'abord, tu ouvres l'application et tu appuies sur Nouvelle demande.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Est-ce que c'est obligatoire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Répondez clairement, oui ou non, puis la conséquence : « Oui, la photo du reçu est obligatoire, sinon la demande est refusée.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1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« Ça prend combien de temps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41850"/>
            <a:ext cx="4806543" cy="1164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Donnez le délai et la condition : « Environ dix jours ouvrables, une fois que ton superviseur a approuvé.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votre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parties par réponse : l'information, puis la condition.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quoi, l'application Ressources+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la première étape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je peux envoyer ma demande sans photo du reçu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avant d'être remboursé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votre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quoi, l'application Ressources+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l'application où on fait les demandes de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la première étape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D'abord, tu ouvres l'application et tu appuies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je peux envoyer ma demande sans photo du reçu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Non, la photo est obligatoire, sinon la demande est refusée.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avant d'être remboursé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Environ dix jours ouvrables, une fois la demande approuvée.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mots d'ordre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D'abord, ensuite, puis, enfin.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ouvres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appuies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tu prends une photo claire du reçu.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inscris le montant et tu appuies sur Envoyer.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mots d'ordre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ouvres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appuies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tu prends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___, tu inscris le montant et tu appuies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Enfin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L'EXPLICATION EN 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Tu ouvres l'application et tu appuies sur nouvelle demande et tu prends une photo et tu inscris le montant et tu envoies.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D'abord, tu ouvres l'application. Ensuite, tu prends une photo du reçu…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explication liée par des « et » ne se retient pas : l'auditeur perd le compte des étapes dès la troisième. Une phrase par étape, avec un mot d'ordre, et il peut suivre sans écrire.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expliquer à un collègue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explique, l'autre pose des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expliquez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concluez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Expliquez une procédure que vous connaissez,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procédure : au travail, à l'école, à la banque.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d'ordre au début de chaque phrase : d'abord, ensuite, puis, enfin.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