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Rendre les décisions écrites au billet de E1 : la lettre découle de la décision. Prévoir quarante minutes d'écriture réelle, et garder le bilan pour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attentes de fin de cours du niveau 7 : rédiger un texte formel simple, à l'aide d'un modèle, en organisant ses idées à l'aide de paragraphes reliés par des connecteurs.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est la vraie : un appel ne laisse aucune trace, et c'est la trace qui compte quand le délai se calcule en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l'écriture. Elle remplace toute autre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phrases sont des modèles de forme, pas de contenu : chacun écrit les siennes avec ses propres chiffres.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aussi le critère principal de la correction : on évalue ce que la lettre demande, pas ce qu'elle ressent.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 paires, cinq minutes. Les seize mots du banc, regroupés deux à deux par le lien qui les unit : c'est ainsi qu'ils se retiennent.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minutes, à la toute fin. Faire lire trois billets à voix haute. Rappeler que l'autoévaluation du module reste ouverte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Écris ta réponse à l'avis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: une lettre de dix à quatorze phrases, en trois paragraphes. Ce que tu as reçu, ce que tu proposes, ce que tu demandes.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rédiger une lettre formelle de dix à quatorze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organiser le texte en trois paragraphes, un par idée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une concession, une demande au conditionnel et une condition au subjonctif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est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réponse écrite, et pourquoi elle vaut mieux qu'un 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va lire cette lettre, et quand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vous téléphonez plutôt que d'écrire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quoi commencez-vous : le reproche ou le fait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demandez, exactement, à la fin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paragraphes, trois travaux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1 · Pourquoi vous écrivez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l'avis reçu, sa date, ce que vous répondez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2 · Les faits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montant proposé, la fenêtre, votre contre-proposition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3 · Ce que vous demandez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réponse écrite, et sous quel délai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L'objet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court, précis, sans phrase complète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salutation fermée, et votre nom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Quatre phrases à placer, quatre outils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La concession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comprends que vos taxes et votre assurance ont augmenté cette année, cela dit…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La demande au conditionnel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Accepteriez-vous de ramener la hausse à cinquante-cinq dollars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La condition au subjonctif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J'accepterais cette hausse à condition que la fenêtre soit examinée avant l'automne.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La phrase emphatique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qui me préoccupe, ce n'est pas la hausse elle-même, c'est son montant d'un seul coup.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ÉCRIVEZ CE QUE VOUS FAITES, PAS CE QUE VOUS PENSEZ DE LUI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844040"/>
          </a:xfrm>
          <a:prstGeom prst="roundRect">
            <a:avLst>
              <a:gd name="adj" fmla="val 7933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021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Une lettre qui s'en tient aux faits, aux dates et à un montant obtient un écrit en retour.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43655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617975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propriétaire ne changera pas d'avis parce que vous lui aurez dit qu'il exagère ; il changera d'avis parce qu'un montant, une date et une contrepartie sont posés devant lui. Et c'est la réponse écrite qui compte : c'est elle que vous relirez en novembre, quand personne ne se souviendra de la conversation dans la cuisine.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seize mots du module, un dernier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la définition de mémoire, puis vérifiez avec les cartes.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avis de modification · un délai de réponse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contrepartie · un compromis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courtier immobilier · un contrat de courtage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frais de copropriété · le fonds de prévoyance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promesse d'achat · une inspection préachat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mise de fonds · les droits de mutation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seize mots du module, un dernier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avis de modification · un délai de réponse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papier reçu et le mois pour répondre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contrepartie · un compromis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qu'on offre, et le point où les deux reculent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courtier immobilier · un contrat de courtage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 qui il travaille, et le papier qui le 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frais de copropriété · le fonds de prévoyance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qu'on paie chaque mois, et ce qu'on met de côté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promesse d'achat · une inspection préachat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qui engage, et ce qui protège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mise de fonds · les droits de mutation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l'argent de départ, et la facture qui suit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Qu'est-ce que tu es capable de faire aujourd'hui, que tu ne faisais pas avant ce module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sur le logement ou ailleurs.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L'autoévaluation en seize énoncés est dans le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