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On change de monde : le bloc B était la location, les blocs C et D sont l'achat. Le dire explicitement, en reprenant le tableau de A4.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cœur du défi. Ce n'est pas une leçon de méfiance : c'est une information vérifiable, que la courtière donne elle-même dès la troisième réplique.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Recueillir les réponses sans corriger. Le dialogue répond aux quatre questions, dans cet ordre, et c'est plus efficace que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une courtière qui annonce cela d'elle-même fait exactement son travail. C'est un bon signe, pas un aveu. Le groupe l'entend souvent à l'envers la première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noter les trois chiffres au fil de l'écoute : 275 000, 190, 1992. Ils reviennent en C2, en D1 et dans la production orale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Je ne sais pas, je vérifie » est la meilleure réponse possible, et le groupe croit souvent le contraire. Y consacrer deux minutes : une personne qui répond à tout n'est pas mieux informée, elle est plus rapide.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trois de ces cinq mots n'existent pas en location. C'est la preuve concrète du tableau de A4.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huit items de `t2vf`. Le quatrième item se corrige en refaisant le calcul : 190 $ par année serait 16 $ par mois, ce qui n'existe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billets servent de matière première en C2, où l'on trie les questions précises et les questions vagues du groupe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visite du samedi matin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Quarante minutes de visite pour un engagement de vingt-cinq ans. Ce qui fait la différence, ce n'est pas de savoir juger un plancher : c'est de savoir à qui l'on parle.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Rester locataire ou devenir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visite de vingt-quatre répliques et en retenir les chiffres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 qui travaille la courtière, et ce que ça change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les questions que pose Sokhna et ce qu'elles obtiennent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cinq mots de la visite.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AVANT D'ÉCOUTER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visitez un logement à vendre : à qui parlez-vous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personne qui ouvre la porte, pour qui travaille-t-elle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pouvez lui demander ce qu'elle pense du prix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la paie, à votre avis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lui demanderiez en premier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suis la courtière du vendeur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deux fois,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32083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JOSIANE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64771" y="2322576"/>
            <a:ext cx="8711355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qu'on monte, il y a une chose que je dois vous dire, et je la dis à tout le monde : je suis la courtière du vendeur. J'ai un contrat de courtage avec lui.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31896"/>
            <a:ext cx="1432083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SOKHNA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4771" y="3231896"/>
            <a:ext cx="8711355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C'est-à-dire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27703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892295"/>
            <a:ext cx="1432083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JOSIANE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4771" y="3892295"/>
            <a:ext cx="8711355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C'est-à-dire que je travaille pour lui. Je ne vous représente pas. Je dois vous traiter équitablement et vous donner l'information de façon objective.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3702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01615"/>
            <a:ext cx="1432083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SOKHNA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4771" y="4801615"/>
            <a:ext cx="8711355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ça me coûterait combien, mon propre courtier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297424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462015"/>
            <a:ext cx="1432083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JOSIANE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64771" y="5462015"/>
            <a:ext cx="8711355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Dans la plupart des transactions résidentielles, la rétribution est payée par le vendeur. Ce que je ne peux pas faire, moi, c'est vous réclamer quoi que ce soit.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chiffres de la fiche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32083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JOSIANE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4771" y="1901952"/>
            <a:ext cx="871135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 pièces et demie, deuxième étage, construit en mil neuf cent quatre-vingt-douze. Deux cent soixante-quinze mille, et les frais de copropriété sont de cent quatre-vingt-dix dollars par mois.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22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26892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SOKHNA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4771" y="3326892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Cent quatre-vingt-dix par mois. Ça comprend quoi, exactement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3208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JOSIANE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4771" y="4076191"/>
            <a:ext cx="871135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L'assurance de l'immeuble, l'entretien des parties communes, le déneigement, et une part qui va au fonds de prévoyance.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43208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SOKHNA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4771" y="5163312"/>
            <a:ext cx="871135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je la pose : combien il y a dans le fonds, et depuis quand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ne le sais pas, et je ne vais pas l'inventer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3208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SOKHNA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4771" y="1901952"/>
            <a:ext cx="871135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voisin du dessus, celui qu'on entend marcher, il est là depuis longtemps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3208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JOSIANE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4771" y="2989072"/>
            <a:ext cx="871135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Ça, je ne le sais pas, et je ne vais pas l'inventer. Je vais me renseigner et je vous rappelle.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3208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SOKHNA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4771" y="4076191"/>
            <a:ext cx="871135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J'apprécie que vous disiez « je ne sais pas ». Duquel des deux stationnements est-ce qu'on parle, sur la fiche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43208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JOSIANE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4771" y="5163312"/>
            <a:ext cx="871135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numéro huit, celui de gauche. Il est inclus. Le cabanon, lui, ne l'est pas.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mots de la visite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335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courtier immobilier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0567" y="2121408"/>
            <a:ext cx="67184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métier encadré. La question n'est pas s'il est honnête, mais pour qui il travaille.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3335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contrat de courtage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0567" y="2909620"/>
            <a:ext cx="67184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contrat qui lie le courtier à une seule partie et qui fixe sa rétribution.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3335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frais de copropriété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0567" y="3697833"/>
            <a:ext cx="67184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Ce qu'on paie chaque mois en plus du prêt, pour l'assurance, l'entretien commun et le fonds.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3335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fonds de prévoyance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0567" y="4486046"/>
            <a:ext cx="67184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L'argent mis de côté ensemble pour les gros travaux : le toit, les balcons, les fenêtres.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3335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fiche descriptive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0567" y="5274259"/>
            <a:ext cx="67184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papier qui donne l'année, la superficie, les frais et ce qui est inclus.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visite du condo de la rue Sainte-Anne.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courtière annonce d'elle-même qu'elle représente le vendeur.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explique qu'elle défend aussi les intérêts de Sokhna.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ne peut réclamer aucune rétribution à l'acheteur.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frais de copropriété sont de 190 $ par année.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invente une réponse au sujet du voisin du dessus.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stationnement numéro huit est inclus, mais pas le cabanon.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courtière annonce d'elle-même qu'elle représente le vendeur.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explique qu'elle défend aussi les intérêts de Sokhna.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dit le contraire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ne peut réclamer aucune rétribution à l'acheteur.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frais de copropriété sont de 190 $ par année.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par mois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invente une réponse au sujet du voisin du dessus.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dit qu'elle vérifie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stationnement numéro huit est inclus, mais pas le cabanon.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la première question que tu poserais en entrant.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question à laquelle on ne peut pas répondre « ça dépend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question.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Rester locataire ou devenir propriétaire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