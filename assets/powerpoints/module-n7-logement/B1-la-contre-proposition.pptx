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en trois minutes les chiffres de A1 — 940, 1 024, 84, un mois — avant de faire écouter. Le dialogue ne se comprend pas sans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se travaille à l'écoute : faire noter les trois montants au fil de l'écoute, sans arrêter l'audio.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Recueillir trois réponses, les écrire au tableau, et y revenir après l'écoute pour comparer avec ce que Sokhna fait réellement.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réplique est la phrase emphatique du défi ; elle revient en B4. La cinquième montre une concession honnête : elle reconnaît son tort, et c'est ce qui lui donne le droit de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l'argument de la troisième réplique : elle ne parle pas de son confort à elle, elle parle de la valeur de l'immeuble à lui. C'est ce qui fait bouger le propriétaire.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de Sokhna à « vous ne me faites pas confiance ? » est la phrase la plus utile du module. La faire répéter par trois élèves, telle quelle : elle se réemploie dans n'importe quelle négociation.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mot est celui que le groupe ignore le plus souvent. Y insister : l'entretien n'est pas un service qu'on quémande.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t1vf. Faire justifier chaque « faux » par la réplique exacte : c'est l'exercice d'écoute, pas l'exercice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servent en B4 : signer tout de suite, accepter une date, ne plus revenir dessus sont toutes des contreparties.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contre-proposition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Sokhna a lu l'avis trois fois et appelé le service de renseignements. Elle entre dans la cuisine avec un chiffre, une raison et une contrepartie.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négociation de vingt-trois répliques sans la voir écrite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la première offre, la contre-offre et l'entente finale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contrepartie quand elle est offerte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cinq mots de la négociation.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diriez-vous à sa place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Accepteriez-vous les 84 $ sans rien dire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Refuseriez-vous sans rien proposer d'autre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pourriez offrir en échange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sept ans sans retard, ça se dit ou ça se garde pour soi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la hausse, c'est le montant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deux fois,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9160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4290" y="2322576"/>
            <a:ext cx="8751836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fois. Et j'ai appelé le service de renseignements du Tribunal. J'aimerais vous faire une proposition, si vous permettez.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31896"/>
            <a:ext cx="1391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290" y="3231896"/>
            <a:ext cx="8751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Allez-y.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27703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92295"/>
            <a:ext cx="139160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290" y="3892295"/>
            <a:ext cx="8751836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me dérange, ce n'est pas que le loyer monte. C'est qu'il monte de quatre-vingt-quatre dollars d'un coup, la même année où la fenêtre de la chambre ne ferme plus.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3702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01615"/>
            <a:ext cx="1391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4290" y="4801615"/>
            <a:ext cx="8751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fenêtre de la chambre. C'est la première fois que j'en entends parler.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9742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462015"/>
            <a:ext cx="1391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290" y="5462015"/>
            <a:ext cx="8751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l'ai dit en février, au téléphone. Mais je ne vous l'ai jamais écrit, et c'est mon erreur.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Quarante-cinq, et la fenêtre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290" y="1901952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proposerais quarante-cinq dollars au lieu de quatre-vingt-quatre, et la fenêtre changée avant l'hiver.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91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290" y="2989072"/>
            <a:ext cx="8751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Quarante-cinq, ça ne couvre même pas la taxe.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290" y="3738371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Peut-être. Mais une fenêtre neuve, c'est votre immeuble qui la garde, pas moi. Moi, je pars un jour ; elle reste.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391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290" y="4825491"/>
            <a:ext cx="8751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c'est vrai.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lignes avec la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290" y="1901952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accepteriez de me le mettre par écrit ? Deux lignes, avec la date, et vos initiales.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91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290" y="2989072"/>
            <a:ext cx="8751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ne me faites pas confiance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290" y="3738371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fais confiance. C'est à ma mémoire que je ne fais pas confiance, et à la vôtre non plus, avec six logements sur les bras.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391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4290" y="4825491"/>
            <a:ext cx="8751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Cinquante-cinq. Je vous écris les deux lignes ce soir.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de la négociation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08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contre-proposition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898" y="2121408"/>
            <a:ext cx="67411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réponse qui garde la discussion ouverte : elle porte toujours un chiffre et une raison.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108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contrepartie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898" y="2909620"/>
            <a:ext cx="67411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que vous offrez en retour. C'est l'argument le plus solide, parce qu'il ne demande rien.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108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entente écrite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898" y="3697833"/>
            <a:ext cx="67411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date, ce qui est convenu, deux initiales. Ce qui compte, c'est de pouvoir la relire dans six mois.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108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compromis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898" y="4486046"/>
            <a:ext cx="67411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Les deux personnes sont un peu déçues, et les deux repartent avec quelque chose.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108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travaux d'entretien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898" y="5274259"/>
            <a:ext cx="67411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Garder le logement en bon état fait partie des obligations du propriétaire, ce n'est pas une faveur.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discussion dans la cuisine.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a appelé le service de renseignements avant de proposer quelque chose.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reproche au propriétaire de ne pas avoir le droit d'augmenter le loyer.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avait signalé la fenêtre en février, mais seulement au téléphone.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Lheureux accepte les quarante-cinq dollars tout de suite.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finale est de cinquante-cinq dollars, avec un vitrier.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refuse l'écrit pour ne pas froisser son propriétaire.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a appelé le service de renseignements avant de proposer quelque chose.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reproche au propriétaire de ne pas avoir le droit d'augmenter le loyer.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discute le montant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avait signalé la fenêtre en février, mais seulement au téléphone.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Lheureux accepte les quarante-cinq dollars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propose soixante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finale est de cinquante-cinq dollars, avec un vitrier.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refuse l'écrit pour ne pas froisser son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elle qui le demande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contrepartie pourrais-tu offrir, toi, dans une négociation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Quelque chose qui ne te coûte rien mais qui a de la valeur pour l'autre.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