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Elle sert directement la visite : ces pronoms sont l'outil des questions précises travaillées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la clé : on ne mémorise pas le tableau, on cherche le verbe et sa préposition, et la forme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Elle montre qu'on a lu la fiche avant d'arriver. Le dire : la forme d'une question dit quelque chose de celui qui la 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rangée est la seule irrégularité, et elle se retient parce qu'elle est unique.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vérifier au tableau sur trois verbes proposés par le groupe. La méthode tient à chaque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items de `t2int`. Faire nommer le verbe et sa préposition avant de donner la réponse : c'est la méthode qu'on installe, pas la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deux versions de la même question par le groupe, à l'oral, sur trois exemples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Ajouter ces questions à la liste de six commencée en C2 : la liste finit la semaine à une dizaine de questions, toutes utilisables.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Lequel, auquel, duquel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Lequel est inclus ? » est plus court que de répéter les deux stationnements — et ça montre qu'on a lu la fiche.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lequel, laquelle, lesquels, lesquelles à bon escient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souder la préposition : auquel, duquel, auxquels, desquels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préposition à partir du verbe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quel (avec un nom) de lequel (à la place du nom).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stationnements sur la fiche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le numéro trois ou le numéro huit est inclus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Lequel est inclus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questions est la plus claire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seconde montre, en plus de poser la question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séries, une seule logique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SANS PRÉPOSITION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À / AVEC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lequel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auquel · duquel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laquelle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laquelle · de laquelle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lesquels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auxquels · desquels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lesquelles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auxquelles · desquelles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féminin singulier reste en deux mots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laquelle, de laquelle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C'EST LE VERBE QUI IMPOSE LA PRÉPOSITION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le verbe d'abord ; la forme du pronom suit toute seule.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s'adresse à quelqu'un, on tient à quelque chose, on répond à une offre : à + lequel donne auquel. On parle de quelque chose, on a besoin de, il s'agit de : de + lequel donne duquel. Le tableau ne s'apprend pas par cœur — on cherche le verbe, on trouve sa préposition, et on soude.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au genre, au nombre et à la préposition du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deux stationnements. ___ est inclus dans le prix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parlez de deux immeubles. ___ des deux parlez-vous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Ces trois courtiers travaillent ici. ___ vous êtes-vous adressée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conditions sont écrites. ___ tenez-vous le plus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procès-verbal parle de plusieurs réparations. ___ sont payées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dates sont inscrites sur l'avis. ___ fait courir le délai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deux stationnements. ___ est inclus dans le prix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Lequel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parlez de deux immeubles. ___ des deux parlez-vous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Duquel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Ces trois courtiers travaillent ici. ___ vous êtes-vous adressée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Auquel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conditions sont écrites. ___ tenez-vous le plus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laquelle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procès-verbal parle de plusieurs réparations. ___ sont payées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Lesquelles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dates sont inscrites sur l'avis. ___ fait courir le délai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Laquelle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Quel est inclus, le trois ou le huit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Lequel est inclus, le trois ou le huit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Quel » accompagne toujours un nom : quel stationnement, quelle date, quels travaux. « Lequel » remplace le nom et se tient tout seul. Le test prend une seconde : y a-t-il un nom juste après ? Si oui, quel. Si non, lequel.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questions de visite avec « lequel » ou « auquel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Duquel des deux immeubles parlez-vous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lignes.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