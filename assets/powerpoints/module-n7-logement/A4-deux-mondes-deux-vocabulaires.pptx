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ferme « Je découvre » et ouvre les trois défis : le bloc B est du côté location, les blocs C et D du côté achat. Le dire au groupe, c'est donner la carte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renversement du module : en location, la loi protège d'office ; en achat, on se protège par ce qu'on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trancher. La question revient en D2 et en E1, avec des chiffres. Ici, on ne fait que recueillir ce que le groupe croit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est la plus importante et la moins évidente : y revenir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prDeux. Pour chaque réponse, demander « comment le sais-tu ? » : c'est la justification qui installe le mot, pas le classement.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du bloc B tout entier. Les faire écrire dans le carnet avec un exemple personnel : une entente déjà conclue, même hors du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images de l'exercice prImg, projetées à l'écran du module. Faire produire la phrase à l'oral avant de montrer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disent quel bloc le groupe attend, et lequel l'intimide : c'est celui-là qu'il faudra travailler le plus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mondes, deux vocabulaires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Louer et acheter sont deux systèmes complets : deux papiers, deux tribunaux, deux façons d'être protégé. Employer un mot de l'un dans l'autre se remarque tout de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classer un mot du côté de la location ou du côté de l'achat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personnes de chaque monde et ce qu'elles font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qui protège le locataire et qui protège l'acheteur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image en une phrase complète.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 sœur lui répète qu'elle paie pour rien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Sept ans de loyer : est-ce de l'argent perdu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obtient en louant, qu'on n'obtient pas en achetant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quelqu'un qui a acheté ici ? Comment ça s'est passé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peur, dans l'idée d'acheter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 n'a pas le même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ACHAT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bail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promesse d'achat, puis un acte de vente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locateur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courtier, un inspecteur, un notaire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loyer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hypothèque, des taxes, des frais de copropriété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avis de modification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conditions écrites dans la promesse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Tribunal administratif du logement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tu as écrit toi-même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Location ou achat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 monde appartient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mise de fonds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de modification des conditions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droits de mutation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reconduction au premier juillet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fonds de prévoyance de l'immeuble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Location ou achat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mise de fonds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de modification des conditions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droits de mutation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reconduction au premier juillet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fonds de prévoyance de l'immeuble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la négociation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08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contre-proposition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898" y="2121408"/>
            <a:ext cx="67411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offre différente qu'on présente à la place de celle qu'on vient de recevoir.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3108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contrepartie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898" y="3106674"/>
            <a:ext cx="67411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qu'une personne donne en échange de ce qu'elle obtient dans une entente.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3108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entente écrite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898" y="4091939"/>
            <a:ext cx="67411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accord noté sur papier, avec la date, pour que personne n'ait à se fier à sa mémoire.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3108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compromis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898" y="5077205"/>
            <a:ext cx="67411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solution où chacune des deux personnes accepte de reculer un peu.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l'image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avec un verbe conjugué et un lieu.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enveloppe blanche coincée entre une porte de logement et son cadre.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table de cuisine où deux tasses refroidissent à côté d'un papier plié.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pancarte plantée devant un immeuble de brique, un samedi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salon vide et clair, avec une porte-fenêtre qui donne sur un balcon.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681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321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bureau d'institution financière, deux chaises et un écran tourné vers le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l'image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enveloppe blanche coincée entre une porte de logement et son cadre.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l'avis remis en main propre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table de cuisine où deux tasses refroidissent à côté d'un papier plié.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la discussion du défi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pancarte plantée devant un immeuble de brique, un samedi matin.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la propriété affichée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salon vide et clair, avec une porte-fenêtre qui donne sur un balcon.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la visite du défi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681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321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bureau d'institution financière, deux chaises et un écran tourné vers le client.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le rendez-vous du défi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Lequel des trois défis t'intéresse le plus,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L'avis du propriétaire, la visite avec la courtière, ou la promesse d'achat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