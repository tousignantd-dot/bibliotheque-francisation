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prosodie. Elle passe souvent pour un supplément ; elle est au contraire ce qui décide de la réponse qu'on obtiendra au bloc B. Prévoir beaucoup d'écoute et peu d'explication.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le seul qui se travaille physiquement : ralentir sur les trois derniers mots suffit à faire remonter la voix.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les deux phrases soi-même, deux fois chacune, sans les écrire au tableau. L'écrit efface justement ce qu'on veut faire entendre.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carte à la fois, en disant chaque exemple à voix haute. Faire répéter par le groupe entier avant de passer à la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six premières cartes de l'exercice prTon. Les dire soi-même plutôt que de faire jouer l'audio : on peut alors exagérer, puis atténuer.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l'expérience : la même phrase dite vite, puis dite lentement. Le groupe entend la différence sans qu'on ait à l'expliquer.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cinq blocs ouvrent la moitié des phrases du bloc B. Les faire apprendre comme des mots, sans analyse grammaticale : le conditionnel sera expliqué en B3, pas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Demander au groupe laquelle des deux ils emploieraient avec un propriétaire, puis laquelle avec un ami. La réponse est la même, et c'est le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Ramasser les billets : ils servent en B3, où le conditionnel sera repris avec leurs propres phrases.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Demander, exiger, se renseigner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même suite de mots peut demander, exiger ou s'informer. C'est la voix qui tranche, et c'est ce que l'autre entend en premier.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Rester locataire ou devenir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si une phrase demande, exige ou cherche une information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monter la voix à la fin d'une demande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cinq blocs du conditionnel à l'oreille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question de renseignement en appuyant le mot interrogatif.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phrases, les mêmes mots, deux effets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Vous allez me l'écrire. » — qu'est-ce que vous entendez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Est-ce que vous accepteriez de me l'écrire ? » — et ici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des deux donne le choix à l'autre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votre langue, comment fait-on la différence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intentions, trois mélodies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On demande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voix monte à la fin et le débit ralentit sur les derniers mots. Le conditionnel aide : accepteriez, pourriez, aimeriez.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On exige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voix descend nettement et le débit se raidit. Rien n'est offert, et l'autre le sait avant la fin de la phrase.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On se renseigne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voix appuie sur le mot interrogatif — combien, quel jour, duquel — puis remonte à la fin.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Ce que ça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Une demande dite avec la voix d'une exigence devient un ordre. C'est le malentendu le plus fréquent, et il ne se voit pas à l'écrit.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Demande, exigence ou renseignement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chaque phrase et dites ce que la voix fait entendre.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vous accepteriez de me le mettre par écrit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allez me le mettre par écrit.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partir de quel jour est-ce que le délai commence à courir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veux un vitrier avant vendredi.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Pourriez-vous m'accorder une semaine avant de répondre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y a-t-il exactement dans le fonds de prévoyance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Demande, exigence ou renseignement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vous accepteriez de me le mettre par écrit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demande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allez me le mettre par écrit.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exige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partir de quel jour est-ce que le délai commence à courir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se renseigne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veux un vitrier avant vendredi.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exige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Pourriez-vous m'accorder une semaine avant de répondre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demande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y a-t-il exactement dans le fonds de prévoyance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se renseigne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LA VOIX MONTE, LA PORTE RESTE OUVERTE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demande se termine plus haut qu'elle n'a commencé.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geste est physique et il n'a rien à voir avec la politesse des mots : ralentir sur les trois derniers mots fait remonter la voix toute seule. Un débit rapide, au contraire, fait tomber la fin de la phrase — et une demande dont la fin tombe s'entend comme un ordre, même avec « s'il vous plaît 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PRONONCIATION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cinq blocs à connaître par cœur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Répétez chaque bloc trois fois, puis finissez la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pourrais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voudrais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j'aimerais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serait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faudrait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cinq blocs à connaître par cœur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pourrais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pourrais repasser demain.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voudrais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voudrais une réponse écrite.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j'aimerais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J'aimerais qu'on en discute.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serait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 serait plus simple pour nous deux.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faudrait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faudrait fixer une date.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PRONONCIATION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veux une réponse écrite.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voudrais une réponse écrite.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deux demandent exactement la même chose. La première ne laisse rien à l'autre ; la seconde lui laisse le geste d'accepter. Dans une négociation, cette différence-là vaut plus que n'importe quel argument.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une demande que tu as vraiment à faire, au conditionnel.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À ton propriétaire, à ton employeur, à l'école.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phrase, avec « pourriez-vous » ou « j'aimerais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Rester locataire ou devenir propriétaire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