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orale. Reprendre les billets de C1 : les questions écrites par le groupe serviront à l'exercice de tri, ce qui vaut mieux que des exemples inventés par l'enseignante.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un objectif d'attitude, et il compte autant que les autres : c'est lui qui empêche de se contenter d'une impression.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syndicat de copropriété manque à ce tableau faute de place : il vient dans les cartes suivantes.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poser la question de la quatrième carte à voix haute par plusieurs élèves, jusqu'à ce que le ton soit neutre. C'est un exercice de prosodie autant que de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les six questions dans le carnet, en fin de séance, comme une liste à emporter.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items de `t2prec`. Pour chaque question vague, demander au groupe de la reformuler en question précise : c'est le vrai 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réponses viennent de l'exercice `t2qui`. Faire remarquer que la dernière question est parfaitement légitime à poser au courtier du vendeur : elle porte sur un fait, pas sur un avis.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Cette liste est le livrable de la séance ; la faire recopier au propre dans le carnet avant de sortir.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Qui fait quoi, et quoi leur demander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personnes interviennent dans un achat. Toutes sont compétentes, aucune n'a le même intérêt que vous — et la réponse change les questions que vous devez poser.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Rester locataire ou devenir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six intervenants et dire pour qui chacun travaille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question précise d'une question vague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qui appelle un chiffre, une date ou un document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accepter « je ne sais pas, je vérifie » comme une bonne réponse.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personnes, six rôles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QUELLE FAIT, ET POUR 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courtier du vendeur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fait vendre ; il vous doit un traitement équitable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courtier de l'acheteur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cherche pour vous et discute le prix à votre 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l'inspecteur en bâtiment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examine et vous remet un rapport écrit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conseillère hypothécaire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établit ce que vous pouvez emprunter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notaire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vérifie les titres et reçoit l'acte de vente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choses qui surprennent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courtier du vendeur ne vous représente 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lié par un contrat de courtage avec le vendeur et défend ses intérêts. Il doit néanmoins traiter équitablement l'acheteur non représenté et lui communiquer l'information de façon objective.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Il ne peut rien vous réclamer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rétribution est fixée dans le contrat signé par le vendeur. Dans la plupart des transactions résidentielles, avoir son propre courtier ne coûte donc rien de plus à l'acheteur.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syndicat de copropriété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6692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administre les parties communes, tient le fonds de prévoyance et fait faire les travaux. C'est à lui — par ses procès-verbaux — qu'on demande l'état du fonds.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La bonne question, en dix mots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566920"/>
            <a:ext cx="4806543" cy="123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Avec qui avez-vous un contrat, dans cette transaction ? » Elle se pose sans agressivité, et elle règle tout le reste.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QUESTION UTILE APPELLE UN CHIFFRE, UNE DATE OU UN DOCUMENT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875028"/>
          </a:xfrm>
          <a:prstGeom prst="roundRect">
            <a:avLst>
              <a:gd name="adj" fmla="val 7802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0520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Ce sont les trois seules réponses qu'on ne peut pas remplacer par « ça dépend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374643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648963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Est-ce que c'est un bon immeuble ? » n'a aucune réponse vérifiable, et elle est posée à quelqu'un qui vend. « Quels travaux majeurs ont été faits depuis dix ans ? » porte sur la même curiosité et obtient une réponse qu'on peut noter. Les six questions se préparent la veille, par écrit : sur place, on regarde les armoires et on oublie le fonds de prévoyance.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 ET RÉPONDS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Question précise ou question vague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chacune, dites laquelle des deux, et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y a-t-il actuellement dans le fonds de prévoyance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c'est un bon immeuble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quelle année le toit a-t-il été refait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les voisins sont tranquilles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Pouvez-vous me remettre le procès-verbal de la dernière assemblée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Pensez-vous que je devrais faire une offre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Question précise ou question vague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y a-t-il actuellement dans le fonds de prévoyance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précise - un chiffre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c'est un bon immeuble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vague - une opinion, et au vendeur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quelle année le toit a-t-il été refait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précise - une 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les voisins sont tranquilles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vague - invérifiable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Pouvez-vous me remettre le procès-verbal de la dernière assemblée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précise - un document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Pensez-vous que je devrais faire une offre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vague - la mauvaise personne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 ET RÉPONDS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poser cette question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la personne, puis dites pourquoi elle est la bonne.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sont les trois points les plus préoccupants du rapport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quel montant serait mon paiement mensuel, tout compris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quelque chose d'inhabituel dans les titres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cotisation spéciale est-elle prévue cette année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combien de jours la propriété est-elle affichée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poser cette question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sont les trois points les plus préoccupants du rapport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l'inspecteur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quel montant serait mon paiement mensuel, tout compris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conseillère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quelque chose d'inhabituel dans les titres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notaire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cotisation spéciale est-elle prévue cette année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syndicat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combien de jours la propriété est-elle affichée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courtier du vendeur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les trois questions que tu poserais en premier,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Chacune doit appeler un chiffre, une date ou un document.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lignes.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Rester locataire ou devenir propriétaire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