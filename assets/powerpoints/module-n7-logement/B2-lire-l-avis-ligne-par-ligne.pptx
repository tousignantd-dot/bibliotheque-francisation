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compréhension écrite. Distribuer l'avis et la fiche sur papier avant d'ouvrir le module : l'exercice `t1avis` se fait ensuite à l'écran, et la lecture sur papier prépare le repérage.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objectifs sont des repérages, pas des compréhensions fines. C'est voulu : au niveau 7, l'enjeu est de tenir le fil d'un document long.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rhétorique : il reste du décor administratif. Le dire soulage le groupe, qui croit devoir tout comprendre.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plan de lecture de l'exercice `t1avis` : les onze questions suivent cet ordre-là.</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calculer la date limite de l'exemple au tableau, à voix haute : reçu le 12 février, réponse au plus tard le 12 mars.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des onze questions de `t1avis`. À l'écran, l'élève clique dans le texte ; ici, on demande la phrase à voix haute. Les deux gestes sont le même travail.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qui, dans le groupe, a déjà laissé passer un délai sans le savoir. Presque toutes les mains se lèvent. Dédramatiser, puis revenir à la date limite écrite au tableau.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Faire remarquer qu'un refus tient en une ligne : c'est l'écrit le plus court et le plus utile du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B2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l'avis, ligne par ligne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avis ne cherche pas à convaincre : il informe et il déclenche un compte à rebours. On ne le lit pas pour le ton, on le lit pour trois choses.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Rester locataire ou devenir propriétaire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dans un avis la date, le montant et le délai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 paragraphe « autre condition », que tout le monde saute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qui arrive après un refus, et dans quel délai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expliquer pourquoi la date de réception est la seule qui compte.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choses à trouver, et dans cet ordre</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date où vous avez reçu le papier : où la note-t-on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montant proposé : de combien est la hausse en pourcentage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délai : combien de temps, à partir de quand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reste, une fois ces trois choses relevées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deux documents du défi</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DOCUMENT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CHERCHE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L'avis de modification</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date, le montant, l'autre condition, le délai</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paragraphe 3 de l'avis</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phrase qui dit que le silence vaut acceptation</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fiche de renseignements</a:t>
            </a:r>
          </a:p>
        </p:txBody>
      </p:sp>
      <p:sp>
        <p:nvSpPr>
          <p:cNvPr id="17" name="TextBox 16"/>
          <p:cNvSpPr txBox="1"/>
          <p:nvPr/>
        </p:nvSpPr>
        <p:spPr>
          <a:xfrm>
            <a:off x="4443636" y="3776472"/>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quand l'avis doit être donné : de trois à six mois</a:t>
            </a:r>
          </a:p>
        </p:txBody>
      </p:sp>
      <p:sp>
        <p:nvSpPr>
          <p:cNvPr id="18" name="Rectangle 17"/>
          <p:cNvSpPr/>
          <p:nvPr/>
        </p:nvSpPr>
        <p:spPr>
          <a:xfrm>
            <a:off x="932688" y="4489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17720"/>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section « si le locataire refuse »</a:t>
            </a:r>
          </a:p>
        </p:txBody>
      </p:sp>
      <p:sp>
        <p:nvSpPr>
          <p:cNvPr id="20" name="TextBox 19"/>
          <p:cNvSpPr txBox="1"/>
          <p:nvPr/>
        </p:nvSpPr>
        <p:spPr>
          <a:xfrm>
            <a:off x="4443636" y="4617720"/>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mois dont dispose le locateur pour aller au Tribunal</a:t>
            </a:r>
          </a:p>
        </p:txBody>
      </p:sp>
      <p:sp>
        <p:nvSpPr>
          <p:cNvPr id="21" name="Rectangle 20"/>
          <p:cNvSpPr/>
          <p:nvPr/>
        </p:nvSpPr>
        <p:spPr>
          <a:xfrm>
            <a:off x="932688" y="5330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45896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L'encadré « à retenir »</a:t>
            </a:r>
          </a:p>
        </p:txBody>
      </p:sp>
      <p:sp>
        <p:nvSpPr>
          <p:cNvPr id="23" name="TextBox 22"/>
          <p:cNvSpPr txBox="1"/>
          <p:nvPr/>
        </p:nvSpPr>
        <p:spPr>
          <a:xfrm>
            <a:off x="4443636" y="5458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que l'auteur juge le plus souvent oublié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DATE DE RÉCEPTION, ET RIEN D'AUTRE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délai court à partir du jour où l'avis vous parvient.</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Pas du jour où il a été écrit, pas du jour où vous l'avez lu attentivement : du jour où il est arrivé chez vous. C'est la seule date que vous pourrez prouver plus tard, et elle ne s'écrit nulle part toute seule. Une photo de l'enveloppe le soir même coûte cinq secondes.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le document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question, retrouvez le passage exact.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jour l'avis a-t-il été remis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autre condition que le loyer change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se passe-t-il si la locataire ne répond pas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un tel avis doit-il être donné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Après un refus, que doit faire le locateur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Et s'il ne fait rien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le document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jour l'avis a-t-il été remis ?   </a:t>
            </a:r>
            <a:r>
              <a:rPr sz="1400" b="1" i="0">
                <a:solidFill>
                  <a:srgbClr val="07734A"/>
                </a:solidFill>
                <a:latin typeface="Verdana"/>
              </a:rPr>
              <a:t>» « Remis en main propre le 12 février »</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autre condition que le loyer change ?   </a:t>
            </a:r>
            <a:r>
              <a:rPr sz="1400" b="1" i="0">
                <a:solidFill>
                  <a:srgbClr val="07734A"/>
                </a:solidFill>
                <a:latin typeface="Verdana"/>
              </a:rPr>
              <a:t>» le stationnement, 25 $ de plus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se passe-t-il si la locataire ne répond pas ?   </a:t>
            </a:r>
            <a:r>
              <a:rPr sz="1400" b="1" i="0">
                <a:solidFill>
                  <a:srgbClr val="07734A"/>
                </a:solidFill>
                <a:latin typeface="Verdana"/>
              </a:rPr>
              <a:t>» « réputé avoir accepté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un tel avis doit-il être donné ?   </a:t>
            </a:r>
            <a:r>
              <a:rPr sz="1400" b="1" i="0">
                <a:solidFill>
                  <a:srgbClr val="07734A"/>
                </a:solidFill>
                <a:latin typeface="Verdana"/>
              </a:rPr>
              <a:t>» de trois à six mois avant la fin du bail</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Après un refus, que doit faire le locateur ?   </a:t>
            </a:r>
            <a:r>
              <a:rPr sz="1400" b="1" i="0">
                <a:solidFill>
                  <a:srgbClr val="07734A"/>
                </a:solidFill>
                <a:latin typeface="Verdana"/>
              </a:rPr>
              <a:t>» s'adresser au Tribunal dans le mois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Et s'il ne fait rien ?   </a:t>
            </a:r>
            <a:r>
              <a:rPr sz="1400" b="1" i="0">
                <a:solidFill>
                  <a:srgbClr val="07734A"/>
                </a:solidFill>
                <a:latin typeface="Verdana"/>
              </a:rPr>
              <a:t>» le bail est reconduit aux mêmes conditions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n'ai pas répondu, donc je n'ai rien accepté.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n'ai pas répondu, donc j'ai accepté.</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particularité de cet avis, et elle prend tout le monde. Dans la plupart des démarches administratives, ne rien faire veut dire refuser. Ici, un mois passe et la hausse est acceptée. Un refus, à l'inverse, ne met fin à rien et ne met personne dehors.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la phrase de refus que tu enverrais, en une seule ligne.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Je refuse la modification proposée dans votre avis du 12 février.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Rien d'autre n'est obligatoire.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Rester locataire ou devenir propriétaire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