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qui a déjà reçu un papier de son propriétaire sans savoir quoi en faire ? Presque tout le monde en a reçu un, et presque personne n'y a répondu par écrit. C'est exactement le sujet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seul qui surprend tout le monde : ici, ne rien répondre veut dire accepter. Le poser dès la première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Beaucoup d'élèves croient qu'une hausse de loyer ne se discute pas. Ne pas corriger tout de suite : le dialogue va le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Neuf cent quarante, mille vingt-quatre, quatre-vingt-quatre : écrire les trois nombres au tableau dès maintenant et les y laisser toute la séance. Ils reviennent dans les quatre blocs.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dernière réplique par deux élèves. C'est la règle la plus importante du module, et celle qui coûte le plus cher à ignorer.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ouvre tout le bloc B. La souligner : le propriétaire demande lui-même une contre-proposition. Négocier n'est pas se battre.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bloc A et il revient en B2, sous forme d'exercice sur le document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la date limite de l'exemple au tableau : avis reçu le 12 février, réponse au plus tard le 12 mars.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La fixation du loyer » prend le défini : il n'y en a qu'une par dossier.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cinquième inquiète toujours quelqu'un dans le groupe : y revenir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réponses servent en B2 : elles montrent qui a compris que la date de réception est la seule qu'on puisse prouver.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L'enveloppe dans la porte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papier coincé dans une porte, quatre-vingt-quatre dollars de plus par mois, et un mois pour répondre. Tout le module part de 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 avis de modification du bail annonce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à partir de quand court le délai, et combien de temps il dure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qui arrive quand on ne répond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six mots du dossier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Ton loyer a-t-il déjà augmenté, et comment l'as-tu appris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un papier, par un appel, ou en voyant le montant changer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répondu quelque chose ? Par écrit ou de vive voix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Savais-tu que tu pouvais discuter le montant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pensais-tu avoir pour répondre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Quatre-vingt-quatre dollars de 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9160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4290" y="2322576"/>
            <a:ext cx="87518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Monsieur Lheureux ! Attendez, s'il vous plaît. J'ai trouvé une enveloppe coincée dans ma porte ce matin.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09544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74136"/>
            <a:ext cx="139160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GÉRALD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4290" y="3374136"/>
            <a:ext cx="87518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moi qui l'ai mise. Je fais le tour des six logements cette semaine.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41063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05655"/>
            <a:ext cx="139160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290" y="4105655"/>
            <a:ext cx="87518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un avis de renouvellement, si j'ai bien lu. Avec une augmentation de quatre-vingt-quatre dollars.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9262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157216"/>
            <a:ext cx="139160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GÉRALD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290" y="5157216"/>
            <a:ext cx="87518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loyer passerait de neuf cent quarante à mille vingt-quatre à partir du premier juillet.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mois pour répondre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916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4290" y="1901952"/>
            <a:ext cx="87518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case « refuser » et une case « accepter », et une histoire de délai.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916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GÉRALD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290" y="2989072"/>
            <a:ext cx="87518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mois. Vous avez un mois pour me répondre à partir du jour où vous avez reçu l'avis.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91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290" y="4076191"/>
            <a:ext cx="8751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je ne réponds rien du tout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3916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GÉRALD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4290" y="4825492"/>
            <a:ext cx="87518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vous ne répondez rien, c'est accepté. Le bail se renouvelle au nouveau montant.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Refuser ne veut pas dire partir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9160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4290" y="1901952"/>
            <a:ext cx="875183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je refuse, vous me mettez dehors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916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GÉRALD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290" y="2651252"/>
            <a:ext cx="87518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 plus. Si vous refusez, c'est à moi d'aller devant le Tribunal administratif du logement pour faire fixer le loyer.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916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SOKHNA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290" y="3738371"/>
            <a:ext cx="87518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m'expliquez ça très calmement, pour quelqu'un qui demande quatre-vingt-quatre dollars de plus.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39160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GÉRALD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4290" y="4825492"/>
            <a:ext cx="875183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Parce que je préfère m'entendre avec vous que d'aller m'asseoir dans une salle d'audience. Faites-moi une proposition.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dit l'avis, et ce que ça veut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106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DE L'AVIS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porter le loyer à 1 024 $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84 $ de plus par mois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mois à compter de la réception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 qui compte est celle où tu l'as reçu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réputé avoir accepté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rien dire, c'est dire oui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s'adresser au Tribunal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ton refus, c'est à lui de bouger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7274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85546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reconduit aux mêmes 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85546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restes à 940 $ un an de plus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SILENCE N'EST PAS NEUTRE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pas répondre à un avis de modification équivaut à l'accepter.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la plupart des démarches administratives, ne rien faire veut dire refuser. Ici, c'est l'inverse : un mois passe, et la hausse est acceptée. Un refus, lui, ne met pas fin au bail et ne met personne dehors : il oblige seulement le propriétaire à demander lui-même la fixation du loyer.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de l'avis reçu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513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avis de modification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8379" y="2121408"/>
            <a:ext cx="67006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papier par lequel un propriétaire annonce qu'il veut changer le loyer ou une autre condition du bail.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3513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hausse de loyer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8379" y="2778252"/>
            <a:ext cx="67006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L'augmentation du montant payé chaque mois pour habiter un logement.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3513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délai de réponse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8379" y="3435096"/>
            <a:ext cx="67006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temps dont une personne dispose pour dire oui ou non avant qu'il soit trop tard.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3513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fixation du loyer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8379" y="4091939"/>
            <a:ext cx="67006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décision par laquelle un tribunal établit lui-même le montant du loyer.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3513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contrepartie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8379" y="4748784"/>
            <a:ext cx="67006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 qu'une personne donne en échange de ce qu'elle obtient dans une entente.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3513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compromis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8379" y="5405628"/>
            <a:ext cx="67006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solution où chacune des deux personnes accepte de reculer un peu.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de Sokhna et de monsieur Lheureux.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Sokhna habite le logement depuis sept ans sans un seul retard.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loyer passerait de 940 $ à 1 024 $ le premier juillet.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Sokhna a deux mois pour répondre à l'avis.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elle ne répond rien, le bail est reconduit au nouveau montant.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elle refuse, le propriétaire peut la mettre dehors le premier juillet.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un refus, c'est au propriétaire de s'adresser au Tribunal.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Sokhna habite le logement depuis sept ans sans un seul retard.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loyer passerait de 940 $ à 1 024 $ le premier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Sokhna a deux mois pour répondre à l'avis.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un mois, à partir de la réception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elle ne répond rien, le bail est reconduit au nouveau montant.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elle refuse, le propriétaire peut la mettre dehors le premier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un refus ne met fin à rien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un refus, c'est au propriétaire de s'adresser au Tribunal.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date noterais-tu, et où l'écrirais-tu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 à un endroit que tu retrouveras dans trois semaines.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