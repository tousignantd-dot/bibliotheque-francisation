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de grammaire. Reprendre les billets de A2 : les demandes que les élèves ont écrites au conditionnel servent d'exemples de départ, et elles sont à eux.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quatrième objectif est de la compréhension écrite déguisée en grammaire : « le loyer passerait » veut dire que rien n'est décidé.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Ça s'entend à peine, et ça se lit très bien : c'est justement pourquoi la faute passe inaperçue à l'oral et saute aux yeux dans une lettre.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Le faire vérifier au tableau sur trois verbes proposés par le groupe : la règle tient à chaque fois.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Le troisième emploi est celui qu'on rencontre en lisant, les autres celui qu'on emploie en parlant.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Six des huit items de `t1cond`. Faire lire chaque phrase complète à voix haute après correction : la forme s'installe par l'oreille.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produire cinq phrases en « si » par le groupe, à l'oral, en corrigeant seulement la moitié fautive. Ne pas expliquer davantage : c'est de la répétition qu'il faut ici.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Deux minutes. Ramasser : les phrases servent de matière au jeu de rôle de E1, où le conditionnel devra tenir toute la conversation.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SÉANCE B3  ·  MODULE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Demander sans exiger : le conditionnel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Je veux » et « je voudrais » demandent la même chose. La différence est ce qu'elles laissent à l'autre — et dans une négociation, cette différence vaut tous les arguments.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Rester locataire ou devenir propriétaire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Rester locataire ou devenir propriétaire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former le conditionnel présent de n'importe quel verbe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adoucir une demande sans en perdre la précision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proposer un chiffre en le disant discutable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reconnaître le conditionnel d'un document et ce qu'il signifie.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Rester locataire ou devenir propriétaire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Deux phrases, une lettre de différence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50976" y="2039112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Je vous proposerai cinquante-cinq dollars. 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642108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0976" y="2824988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Je vous proposerais cinquante-cinq dollars. »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427984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50976" y="3610864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Laquelle annonce une décision ? Laquelle ouvre une discussion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213860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66928" y="4323588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50976" y="4396740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Est-ce que ça s'entend, ou seulement ça se lit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Rester locataire ou devenir propriétaire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RADICAL DU FUTUR, TERMINAISONS DE L'IMPARFAIT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conditionnel se fabrique avec deux moitiés empruntées à deux temps.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2040128"/>
          </a:xfrm>
          <a:prstGeom prst="roundRect">
            <a:avLst>
              <a:gd name="adj" fmla="val 717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582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On prend le radical du futur — proposer-, pourr-, voudr-, ser-, faudr- — et on y ajoute les terminaisons de l'imparfait : -ais, -ais, -ait, -ions, -iez, -aient. Les verbes irréguliers au futur le sont au conditionnel, et de la même façon : il n'y a donc rien de nouveau à apprendre par cœur.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Rester locataire ou devenir propriétaire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Trois emplois, trois usages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941064"/>
          </a:xfrm>
          <a:prstGeom prst="roundRect">
            <a:avLst>
              <a:gd name="adj" fmla="val 371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L'EMPLOI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UN EXEMPLE DU MODULE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Adoucir une demande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Je voudrais une réponse écrite.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Proposer un chiffre discutable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Je vous proposerais cinquante-cinq dollars.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64845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776472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Dire ce qui se passerait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776472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loyer passerait à 1 024 $ le 1er juillet.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418795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31596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Poser une hypothèse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31596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Si la fenêtre était changée, j'accepterais.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" y="472744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32688" y="4855464"/>
            <a:ext cx="32914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Ouvrir une phrase, tout simplement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3636" y="4855464"/>
            <a:ext cx="659591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Il faudrait fixer une date.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Rester locataire ou devenir propriétaire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ÉCRITURE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Mettez le verbe au conditionnel présent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Un seul mot par trou.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(Pouvoir) ___ -vous m'accorder une semaine avant que je réponde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J'(aimer) ___ que l'entente soit mise par écrit, avec la date.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vous (proposer) ___ cinquante-cinq dollars plutôt que quatre-vingt-quatre.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Selon l'avis, le loyer (passer) ___ à mille vingt-quatre dollars.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Si la fenêtre était changée, je ne (discuter) ___ pas la hausse.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(falloir) ___ que nous fixions une date, sinon l'été va passer.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Rester locataire ou devenir propriétaire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Mettez le verbe au conditionnel présent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(Pouvoir) ___ -vous m'accorder une semaine avant que je réponde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Pourriez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J'(aimer) ___ que l'entente soit mise par écrit, avec la date.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aimerais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vous (proposer) ___ cinquante-cinq dollars plutôt que quatre-vingt-quatre.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proposerais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Selon l'avis, le loyer (passer) ___ à mille vingt-quatre dollars.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passerait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Si la fenêtre était changée, je ne (discuter) ___ pas la hausse.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discuterais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(falloir) ___ que nous fixions une date, sinon l'été va passer.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faudrait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Rester locataire ou devenir propriétaire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GRAMMAIRE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Si j'aurais le temps, je répondrais.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Si j'avais le temps, je répondrais.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518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Jamais de conditionnel après « si ». La règle tient en deux mots : imparfait après si, conditionnel dans l'autre moitié de la phrase. C'est l'erreur la plus fréquente du niveau, et la plus facile à corriger, parce qu'elle ne concerne qu'un seul mot dans toute la phrase.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Rester locataire ou devenir propriétaire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Réécris une exigence en demande.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« Vous allez réparer la fenêtre. » devient…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Une phrase, avec un verbe au conditionnel.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Rester locataire ou devenir propriétaire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