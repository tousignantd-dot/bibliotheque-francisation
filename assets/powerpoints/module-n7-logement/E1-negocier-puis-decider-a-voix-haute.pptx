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Redistribuer les billets de B4 — la phrase de négociation complète — et ceux de D2 — la phrase en « d'autant plus… que ». Chacun entre en scène avec ses propres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l'attente de fin de cours du niveau 7, mot pour mot : exposer les avantages et les inconvénients de deux situations pour prendre une décision durant une négociation.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 de jeu de rôle, en autonomie, dans le module. Passer dans les rangées et noter deux phrases réussies par élève : elles serviront de modèles au moment de l'exposé.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affichée pendant tout le jeu de rôle : c'est la grille que l'élève coche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critère principal de la correction de la production orale ; le dire avant, pas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Quatre-vingt-dix secondes, enregistrées dans le module. Rappeler qu'on peut recommencer autant de fois qu'on veut avant d'envoyer, et que la correction de l'assistant n'est jamais transmise telle 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laisser parler quelqu'un qui n'a pas les deux colonnes écrites. L'exposé improvisé tombe toujours dans une seule colonne, et le groupe l'entend.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Ces phrases ouvriront la production écrite de E2 : la lettre au propriétaire découle de la décision, pas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Négocier, puis décider à voix haute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prises de parole : une négociation avec l'assistant, puis un exposé de quatre-vingt-dix secondes qui pèse les deux options et qui tranche.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une négociation en vouvoyant, sans céder ni se fâcher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offrir une contrepartie et demander un écrit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exposer deux avantages et deux inconvénients par option, chiffrés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trancher, et dire à quelle condition on changerait d'avis.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moments, deux rôles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L'avis, à discuter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loyer passerait de 940 $ à 1 024 $, et le stationnement coûterait 25 $ de plus. Un mois pour répondre par écrit.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fenêtre de la chambre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 ne ferme plus depuis février, signalée au téléphone seulement. Les travaux d'entretien sont à la charge du propriétaire.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projet qui change tout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vous informez pour acheter. Rien n'est décidé, et vous ne voulez ni promettre de rester ni annoncer un départ.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Vous jouez qui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locataire qui a lu son avis, ou le propriétaire aux six logements. Faire les deux : on négocie mieux quand on a été de l'autre côté.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huit sujets à couvrir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 quoi il s'agit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tout détail, en une phrase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délai d'un mois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rappelé, jamais brandi comme une menace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demande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conditionnel : pourriez-vous, accepteriez-vous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qui compte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mis en avant : ce qui me dérange, c'est…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contrepartie et l'écrit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montant précis, puis deux lignes datées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DÉCISION SE TERMINE PAR UNE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ne sais pas encore » n'est pas une conclusion ; « cette année, je reste » en est 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Comparer sans trancher ne répond pas à la question posée. Et trancher ne veut pas dire s'enfermer : une décision datée — « cette année je reste, et je reviendrai voir quand j'aurai trente mille dollars de côté » — est à la fois ferme et ouverte. C'est la forme qu'on attend de vous.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temps de votre exposé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Temps 1 · Les deux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J'ai deux possibilités : rester locataire à 995 $ par mois si mon entente tient, ou acheter un condo de 275 000 $.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Temps 2 · Deux avantages, deux inconvénients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Pour chacune, avec un chiffre à l'appui : la mise de fonds de 13 750 $, les 600 $ de plus par mois, l'avis de hausse chaque année.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Temps 3 · La comparaison, puis la décision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C'est d'autant plus difficile que les deux se défendent. Cette année, je reste ; je reviendrai voir si j'atteins 30 000 $.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Ce qui se corrige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plan en trois temps, les chiffres, une comparaison correcte, une décision datée. Pas l'accent, pas l'hésitation.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Les deux colonnes, à préparer avant de parler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Écrivez-les au brouillon : deux minutes, pas plus.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Rester locataire · avantage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Rester locataire · inconvénient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Acheter · avantage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Acheter · inconvénient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phrase de comparaison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Les deux colonnes, à préparer avant de parler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Rester locataire · avantage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aucun autre frais ; je peux partir avec un avis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Rester locataire · inconvénient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hausse possible chaque année ; rien ne m'appartient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Acheter · avantage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partie du paiement me revient ; le montant est prévisible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Acheter · inconvénient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13 750 $ de mise de fonds ; 600 $ de plus par mois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phrase de comparaison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C'est d'autant plus difficile que…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ta décision en une phrase, avec sa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Cette année, je reste locataire, et je reviendrai voir en mars.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