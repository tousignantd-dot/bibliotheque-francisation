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formation des mots. Commencer par relire à voix haute une phrase de l'avis de A1, puis demander au groupe de la redire « comme on parle ». L'écart entre les deux versions est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règle un problème d'article que le groupe traîne depuis le niveau 5 : tous les -tion sont féminins, tous les -ment sont masculins, sans exception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« plus impersonnel » : le nom permet de parler de l'action sans nommer celui qui la fait. Le dire une fois,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premières rangées donnent des féminins, les deux suivantes des masculins, la dernière des noms courts sans suffixe. Le faire remarquer en montrant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Attention à ne pas confondre avec les adverbes en -ment (rapidement, seulement), qui viennent d'adjectifs et ne sont pas des 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l'exercice prMots. Faire dire l'article à voix haute avec chaque réponse : c'est là que se joue l'apprentissage.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point agace toujours quelqu'un. Le reconnaître : c'est une irrégularité de l'usage, pas une logique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Faire lire trois billets à voix haute et demander au groupe laquelle des deux versions il emploierait dans une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nom caché sous le verbe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modification des conditions du bail. » Les documents parlent en noms là où la vie parle en verbes. Refaire le chemin en sens inverse, c'est comprendre du premier coup.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verbe caché sous un nom de document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un nom en -tion et un nom en -ment à partir d'un verbe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 genre d'un nom d'après son suffixe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le préfixe contre- ajoute à un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Dis autrement : « la modification des conditions du bail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verbe caché dans « modification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fait l'action, dans la phrase de l'avis ? Est-ce dit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document écrirait-il ça plutôt que « je change le bail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plus poli, plus court, ou plus impersonnel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nom, trois familles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modifier · fixer · inspecter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modification · la fixation · l'inspection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négocier · reconduire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négociation · la reconduction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financer · engager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financement · l'engagement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rembourser · renouveler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remboursement · le renouvellement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hausser · promettre · vendre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hausse · une promesse · une vente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SUFFIXES, DEUX GENRES, AUCUNE EXCEPTION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noms en -tion sont féminins, les noms en -ment sont masculins.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l'une des rares règles du français qui ne se paie pas d'exceptions. Retenir le suffixe évite d'apprendre le genre mot par mot : la modification, la fixation, l'inspection, la négociation d'un côté ; le financement, l'engagement, le remboursement, le renouvellement de l'autre.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 Attention à l'article.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veut modifier une condition : il envoie un avis de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Tribunal peut fixer le loyer : on parle de ___ du loyer.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professionnel inspecte la maison : c'est l'___ préachat.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caisse accepte de financer l'achat : la condition de ___ est remplie.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rembourse le prêt chaque mois : le ___ s'étale sur vingt-cinq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promet d'acheter à ce prix-là : elle dépose une ___ d'achat.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veut modifier une condition : il envoie un avis de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modification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Tribunal peut fixer le loyer : on parle de ___ du loyer.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fixation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professionnel inspecte la maison : c'est l'___ préachat.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caisse accepte de financer l'achat : la condition de ___ est remplie.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financement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rembourse le prêt chaque mois : le ___ s'étale sur vingt-cinq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remboursement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promet d'acheter à ce prix-là : elle dépose une ___ d'achat.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promesse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préfixe contre-, et ce qu'il ne dit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 proposition à contre-proposition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offre qui répond à une autre offre. Ce n'est pas une offre « contre vous » : c'est une offre en retour.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 partie à contrepartie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donne en échange de ce qu'on obtient. Le mot est le cœur de la négociation du bloc 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 que le préfixe veut dire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Contre- dit « qui répond à », « qui vient en retour ». Il n'y a aucune hostilité dans le mot, et c'est important de le savoir avant de l'employer.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Deux orthographes à retenir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Contre-proposition prend un trait d'union ; contrepartie n'en prend pas. Rien ne le fait deviner : ces deux-là s'apprennent tels quels.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un nom en -tion, puis la même avec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modification du bail m'inquiète.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Ça m'inquiète qu'il veuille modifier le bail.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