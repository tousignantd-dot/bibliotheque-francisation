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défi 2. Elle prépare directement la production orale de E1 : un exposé se fait de phrases liées, pas de phrases juxtaposées.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le seul difficile. Les trois autres se règlent par un test mécanique, celui-là par de la répétition.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gagne le fil ; on risque de se perdre au milieu. C'est pour ça qu'on s'en tient à quatre mots : qui, que, dont, où.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cinquième rangée est la méthode, pas un cinquième relatif. Le préciser en la lisant.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une phrase de chaque type par le groupe, sur la visite de C1, avant l'exercice 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des huit items de `t2rel`. Pour les deux « dont », faire refaire la petite phrase toute seule à voix haute : « elle parle DE ce fonds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l'erreur prouve qu'on a compris à quoi sert « dont ». Ceux qui ne l'emploient jamais ne la font jamais.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Relever les billets : ceux qui contiennent un « dont » juste se lisent à voix haute au groupe entier.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C4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Qui, que, dont, où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J'ai visité un condo. Il est au deuxième. Le fonds est de quarante mille. » Trois phrases, trois arrêts. Au niveau 7, le fil doit tenir sur deux ou trois lignes.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Rester locataire ou devenir propriétaire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relier deux phrases avec qui, que, dont ou où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quand le relatif est sujet et quand il est complément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dont » au lieu de couper la phrase en deux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« le jour où », et non « le jour quand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phrases ou une seule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La courtière ouvre la porte. Elle travaille pour le vendeur.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La courtière qui ouvre la porte travaille pour le vendeur.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des deux versions se retient mieux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gagne à lier, et qu'est-ce qu'on risque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relatifs, quatre emplois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QUIL REMPLACE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qui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sujet : le verbe suit directement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complément direct : un sujet suit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dont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était introduit par « de 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où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lieu, ou un moment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test de dont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refaire la petite phrase : y a-t-il un « de »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quatre, sur le dossier de Sokhna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qui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courtière qui ouvre la porte travaille pour le vendeur. Après « qui », rien : le verbe arrive tout de suite.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condo que j'ai visité samedi date de 1992. Après « que », un autre sujet apparaît — j', elle, le vendeur.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dont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fonds dont elle parle contient quarante mille dollars. On parle DE quelque chose : donc dont.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où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jour où j'ai reçu l'avis, il neigeait. Un moment se dit « où » — « le jour quand » n'existe pas.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qui, que, dont ou où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seul mot par trou.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courtière ___ m'a fait visiter travaille pour le vendeur.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condo ___ j'ai visité samedi date de 1992.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fonds de prévoyance ___ elle m'a parlé contient 40 000 $.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L'immeuble ___ j'habite depuis sept ans compte six logements.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jour ___ j'ai reçu l'avis, je ne savais pas ce qu'était un délai.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une dépense ___ personne ne parle : les droits de mutation.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qui, que, dont ou où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courtière ___ m'a fait visiter travaille pour le vendeur.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condo ___ j'ai visité samedi date de 1992.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fonds de prévoyance ___ elle m'a parlé contient 40 000 $.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dont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L'immeuble ___ j'habite depuis sept ans compte six logements.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jour ___ j'ai reçu l'avis, je ne savais pas ce qu'était un délai.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une dépense ___ personne ne parle : les droits de mutation.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dont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fonds dont elle en parle est petit.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fonds dont elle parle est petit.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« de » est déjà contenu dans « dont » : le répéter avec « en » ou avec « de lui » double la préposition. C'est une faute fréquente chez ceux qui commencent à employer « dont », donc chez ceux qui progressent : la corriger sans décourager.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Décris le condo en deux phrases liées par un relatif.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Le condo que Sokhna a visité…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lignes au maximum.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Rester locataire ou devenir propriétaire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