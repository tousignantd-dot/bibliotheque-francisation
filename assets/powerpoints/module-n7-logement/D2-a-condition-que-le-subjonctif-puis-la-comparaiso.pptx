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dense : deux points de grammaire. Le subjonctif prend la première heure, la comparaison la seconde. Ne pas les mélanger.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distingue un exposé de niveau 7 d'un exposé de niveau 6 : une seule phrase de ce type suffit à l'entendre.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conjuguer les cinq irréguliers en chœur, deux fois. C'est de la mémorisation, et elle se fait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rangée est celle qui manque partout : le subjonctif ne suit pas tous les «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`t3subj`. Faire relire chaque phrase complète après correction : c'est la phrase entière qu'on retient, pas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de chaque carte sur le dossier de Sokhna. La quatrième est difficile : donner deux exemples de plus si nécessaire.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`t3comp`. Les deux derniers sont les irréguliers : y revenir en fin de séance si le temps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Ces phrases servent telles quelles dans la production orale de E1 : le dire au groupe avant qu'il écrive.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condition que… : le subjonctif, puis la comparaison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condition écrite parle de ce qui n'est pas encore arrivé et qui devrait arriver. C'est le terrain du subjonctif — et c'est pour ça qu'une promesse d'achat en est remplie.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subjonctif présent des verbes réguliers et des cinq irréguliers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à condition que, pour que, bien que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options avec plus, moins, aussi et autant 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d'autant plus… que » pour comparer et expliquer d'un coup.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SUBJONCTIF SE PREND SUR « ILS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enlève -ent à la troisième personne du pluriel, on ajoute -e, -es, -e, -ions, -iez, -ent.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prennent donne que je prenne ; ils écrivent donne que j'écrive ; ils finissent donne que je finisse. Cinq verbes seuls font autrement, et ce sont malheureusement les plus fréquents : que je sois, que j'aie, que j'aille, que je fasse, que je puisse.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 qui appelle le subjonctif, et ce qui ne l'appelle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LE MOT 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une condition : à condition que, pourvu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subjonctif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 but : pour que, afin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subjonctif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une concession : bien que, quoique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subjonctif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une volonté : il faut que, je souhaite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subjonctif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22427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 fait établi : parce que, après que, puisque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22427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indicatif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promesse tient à condition que l'acheteuse (obtenir) ___ son prêt.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l'inspection (être) ___ faite dans les dix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exige une réponse pour que le dossier (pouvoir) ___ avancer.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fonds (avoir) ___ peu d'argent, l'immeuble est bien tenu.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que vous (prendre) ___ votre décision, lisez le procès-verbal.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J'accepte, à condition que la fenêtre (aller) ___ à un vitrier.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promesse tient à condition que l'acheteuse (obtenir) ___ son prêt.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obtienne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l'inspection (être) ___ faite dans les dix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exige une réponse pour que le dossier (pouvoir) ___ avancer.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fonds (avoir) ___ peu d'argent, l'immeuble est bien tenu.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que vous (prendre) ___ votre décision, lisez le procès-verbal.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preniez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J'accepte, à condition que la fenêtre (aller) ___ à un vitrier.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Comparer deux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plus / moins / aussi …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un adjectif ou un adverbe. Acheter coûte plus cher que louer. Le condo est aussi bien situé que mon logement.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autant de … 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un nom. Je n'aurais pas autant de liberté qu'aujourd'hui. C'est la seule distinction à tenir.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meilleur, mieux, pire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 donne meilleur (adjectif), bien donne mieux (adverbe). « Plus bon » et « plus bien » n'existent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d'autant plus … 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Compare et explique en même temps : la décision est d'autant plus difficile que les deux options se défendent.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Être propriétaire coûterait 600 $ ___ cher par mois que rester locataire.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Louer engage ___ longtemps qu'acheter.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condo est ___ bien situé que le logement de la rue Bourdages.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achetant, je n'aurais pas ___ de liberté qu'aujourd'hui.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entente écrite vaut ___ qu'une bonne mémoire.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cette année, rester locataire reste la ___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Être propriétaire coûterait 600 $ ___ cher par mois que rester locataire.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Louer engage ___ longtemps qu'acheter.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condo est ___ bien situé que le logement de la rue Bourdages.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aussi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achetant, je n'aurais pas ___ de liberté qu'aujourd'hui.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entente écrite vaut ___ qu'une bonne mémoire.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mieux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cette année, rester locataire reste la ___ solution.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meilleure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« d'autant plus… que » sur ta propre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La décision est d'autant plus difficile que…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