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Dernière séance du défi 1. C'est la séance la plus orale du bloc : prévoir des paires et beaucoup de temps de parole, peu de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se joue sur des exemples, pas sur une règle : les huit énoncés de `t1nego` suffisent à faire entendre la différence.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seconde annonce l'objet du désaccord avant de le nommer : c'est ce qui laisse à l'autre une seconde pour se préparer, et à vous une seconde pour choisir la fin de votre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produire une phrase de chaque moule par le groupe, sur le dossier de Sokhna, avant de passer à l'exercice.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test est le même à chaque fois : ce qui suit est-il un verbe (qui) ou un sujet (que) ? Le faire dire par le groupe, pas par l'enseignante.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construire trois phrases complètes en paires, avec les deux moitiés dans le bon ordre.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des huit énoncés de `t1nego`. Après correction, demander de réécrire chaque phrase « qui fait reculer » pour qu'elle fasse avancer.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second chiffre ne se dit jamais à l'autre. Le préciser : c'est une décision pour soi, pas une carte à jouer.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Trois minutes. Ces billets sont la répétition du jeu de rôle de E1 : les garder et les redistribuer à ce moment-là.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Mettre en avant, concéder, demander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phrase de négociation a deux moitiés, et l'ordre décide de la réponse : on reconnaît d'abord l'argument de l'autre, on présente le sien ensuite.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Rester locataire ou devenir propriétaire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mettre un élément en avant avec « c'est… qui » et « ce qui…, c'est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concéder un argument avant de présenter le sien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ce qui fait avancer une négociation et ce qui la bloque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terminer une entente en demandant un écrit.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dire la même chose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montant me dérange.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Ce qui me dérange, c'est le montant.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Laquelle des deux se retient ? Pourquoi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Dans laquelle sait-on d'avance de quoi on va parler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moules pour mettre en avant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c'est… qui / c'est… que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sort un élément et on le place entre « c'est » et « qui » ou « que ». Qui si c'est le sujet, que si c'est le complément.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ce qui…, c'est…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84373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 plus utile pour ouvrir une discussion difficile : on annonce, puis on pose. Variantes : ce que je demande…, ce dont j'ai besoin…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La fenêtre, c'est elle le sujet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On nomme, puis on reprend par un pronom. Très fréquent à l'oral au Québec ; à éviter dans une lettre.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72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300" b="1" i="0">
                <a:solidFill>
                  <a:srgbClr val="0D7A6F"/>
                </a:solidFill>
                <a:latin typeface="Verdana"/>
              </a:rPr>
              <a:t>Une seule par idée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01794"/>
            <a:ext cx="4806543" cy="110464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Si tout est mis en avant, plus rien ne l'est. Choisissez le mot qui doit rester dans la tête de l'autre.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Emphatique : 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Complétez, puis dites la phrase à voix haute.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date de réception ___ compte.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date-là ___ je note.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votre immeuble ___ garde la fenêtre.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je demande, c'est deux lignes signées.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me dérange, c'est le montant d'un seul coup.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Emphatique : qui ou que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la date de réception ___ compte.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- la date est le sujet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cette date-là ___ je note.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 - je est le sujet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C'est votre immeuble ___ garde la fenêtre.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- l'immeuble est le sujet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je demande, c'est deux lignes signées.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Ce ___ me dérange, c'est le montant d'un seul coup.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CONCÉDER D'ABORD, DEMANDER ENSUITE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Reconnaître l'argument de l'autre ne le renforce pas : ça vous donne le droit de présenter le vôtre.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entrées : « je comprends que… », « c'est vrai que… », « vous avez raison sur… », « admettons que… ». Puis on tourne avec « mais », « cela dit », « par contre », « n'empêche que ». Et alors seulement vient la demande — avec un chiffre, une raison et une contrepartie.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 ET RÉPONDS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fait avancer ou ça fait reculer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Dites, pour chaque phrase, ce qu'elle produit chez l'autre.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que vos taxes ont monté, cela dit, 84 $ d'un coup, c'est beaucoup.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exagérez, comme d'habitude.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proposerais 55 $, à condition que la fenêtre soit regardée.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ne baissez pas, je vous amène au Tribunal.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accepteriez de m'écrire deux lignes avec la date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n'est pas la peine de discuter, vous avez déjà décidé.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Ça fait avancer ou ça fait reculer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comprends que vos taxes ont monté, cela dit, 84 $ d'un coup, c'est beaucoup.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avancer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exagérez, comme d'habitude.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reculer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proposerais 55 $, à condition que la fenêtre soit regardée.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avancer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 vous ne baissez pas, je vous amène au Tribunal.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reculer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vous accepteriez de m'écrire deux lignes avec la date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avancer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 n'est pas la peine de discuter, vous avez déjà décidé.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ça fait reculer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NÉGOCIATION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trop 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vous proposerais cinquante-cinq dollars.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8872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demande sans chiffre n'appelle aucune réponse : l'autre n'a rien à accepter ni à refuser. Un montant précis, lui, oblige à répondre — et il montre que vous avez réfléchi avant d'entrer dans la pièce. Décidez deux chiffres avant la rencontre : celui que vous demandez, et celui en dessous duquel vous n'irez pas.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Écris ta phrase de négociation complète : concession, puis demande.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Je comprends que…, cela dit…, je vous proposerais…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Deux phrases au maximum.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Rester locataire ou devenir propriétaire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