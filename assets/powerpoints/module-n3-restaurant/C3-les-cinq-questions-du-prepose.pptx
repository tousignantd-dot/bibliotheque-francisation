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les haut-parleurs : les cinq questions doivent être entendues plusieurs fois, dites vite, comme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chaque paire question-réponse par tout le groupe. Le tableau est coupé en deux : la suite est sur la diapositive d'après.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« Pour emporter » veut dire dans un sac ; « comptant » veut dire en argent. Les deux méritent d'être expliqués une fois, lentement.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l'erreur la plus fréquente au comptoir, et elle vient d'une bonne intention : dire oui pour être aimable.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questions vite, comme au comptoir, sans les montrer. Les élèves répondent à voix haute, tous ensemble d'abord, puis un par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mots ne se devinent pas. Les faire écrire dans le cahier avec leur définition, en français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les deux phrases à voix haute par chaque élève. C'est la phrase de secours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par paire, puis on change de rôle. Passer dans les rangées et noter les réponses en « oui » aux questions à deux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Ces cinq paires sont ce qui reste du module dans un mois : insister sur la mémorisation.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C3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cinq questions du préposé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Commander, ce n'est pas surtout parler : c'est répondre. Le préposé pose toujours les mêmes cinq questions, à toute la file, dans le même ordre.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Commander au comptoir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cinq questions à l'oreille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chacune en deux mots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question à deux choix d'une question fermée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répéter sans gêne.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questions, trois réponses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PRÉPOSÉ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sera tout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Oui, c'est tout, merci.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Avec salade ou avec frites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Avec salade, s'il vous plaît.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 format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Petit, s'il vous plaît.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Deux mots suffisent : le plat vient d'être nommé.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dernières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719072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PRÉPOSÉ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ici ou pour emporter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Pour ici.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Débit ou comptant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Débit, s'il vous plaît.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7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264" y="4023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sont les deux qui surprennent le plus au début.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QUESTION À DEUX CHOIX DEMANDE UN DES DEUX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Avec salade ou avec frites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Répondre « oui » ne dit rien : le préposé redemande, et la file attend. Il faut nommer l'un des deux. C'est vrai aussi pour « pour ici ou pour emporter ? » et pour « débit ou comptant ?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la question, puis répondez en deux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ici ou pour emporter ?  (vous mangez sur place)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salade ou avec frites ?  (la salade)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format ?  (le plus petit)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sera tout ?  (vous avez fini)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Débit ou comptant ?  (votre carte)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ici ou pour emporter ?  (vous mangez sur place)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Pour ici.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salade ou avec frites ?  (la salade)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Avec salade, s'il vous plaît.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format ?  (le plus petit)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Petit, s'il vous plaît.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sera tout ?  (vous avez fini)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Oui, c'est tout, merci.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Débit ou comptant ?  (votre carte)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Débit, s'il vous plaît.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VEULENT DIRE LES MOTS DIFFICILES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pour emporter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repas part dans un sac, avec un couvercle sur ce qui est liquide. On dit aussi « pour apporter », mais « pour emporter » est le plus courant.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comptant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En argent : billets et pièces. Beaucoup de casse-croûte prennent le comptant et le débit, mais pas la carte de crédit.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sera tout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préposé demande si la commande est finie. On répond « oui, c'est tout » ou « non, j'aimerais aussi…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en sus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Se dit d'un prix qui s'ajoute : « taxes en sus », « livraison en sus ». Le montant de la caisse sera plus haut que celui du tableau.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DEMANDER DE RÉPÉTER EST NORMAL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Pardon ? »  ·  « Pouvez-vous répéter, s'il vous plaît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casse-croûte est bruyant et les préposés parlent vite, toute la journée, à des gens qui connaissent déjà les questions. Demander de répéter n'est ni impoli ni un aveu : c'est ce que tout le monde fait.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Toute la commande, d'un bout à l'autre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 paires : un préposé, un client. Cinq questions, cinq réponses.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préposé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préposé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cinq questions et vos cinq réponses.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Apprenez-les par cœur : c'est vingt secondes de travail.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« Pardon ? » à la fin de la liste.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Commander au comptoir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