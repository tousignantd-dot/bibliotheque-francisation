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les cartes mémoire du module interactif : la révision se fait à l'écran, en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puis dans une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chaque mot dans un vrai casse-croûte, en devoir. Ce qui ne se retrouve pas se réexplique.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d'entrée. Il reprend exactement l'exercice 2 de « Je me lance » du module interactif.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du module entier, et le point de départ de l'autoévaluation.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mêmes énoncés que dans le module interactif. Les élèves répondent à l'écran ; la diapositive sert à la mise en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à voix haute par chaque élève, en tour de table. Cinq minutes, et le module se ferme sur du concret.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Rappeler que les cartes mémoire restent accessibles et que le jeu de rôle peut se refaire autant de fois qu'on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question : qu'est-ce que je suis maintenant capable de faire au comptoir d'un casse-croûte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module, par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reste à travailler.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L'ENDROIT ET LE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Neuf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casse-croûte, le comptoir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petit restaurant rapide, et le long meuble où on commande. Ce sont les deux mots qui nomment la situation entière.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 tableau du menu, un plateau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panneau qu'on lit de loin, et le carré de plastique qu'on porte. L'un avant la file, l'autre pendant.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format, une portion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grandeur qu'on choisit, et la quantité qu'on reçoit. Trois formats : petit, moyen, grand.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breuvage, un accompagnement, un trio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qu'on boit, ce qui vient avec le plat, et les trois réunis à un seul prix.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COMMANDER ET LE PLATEAU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la caisse, le numéro de commande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L'endroit où on paie, et le chiffre qu'on appelle quand le repas est prêt. On le répète toujours à voix haute.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pour emporter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repas part dans un sac, avec un couvercle sur ce qui est liquide. La réponse à la question la plus déroutante du comptoir.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ustensile, une serviette de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fourchette et la cuillère, et le petit papier carré. Les deux sont presque toujours en libre-service.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un condiment, un couvercle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sel, le poivre, le ketchup, la moutarde ; et le rond de plastique qui ferme un bol ou un verre.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panneau au-dessus de la caisse est le ___ du menu.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Petit, moyen et grand sont trois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salade qui vient avec le sandwich est un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plat, l'accompagnement et le breuvage font un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fourchette et la cuillère sont des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sel et le ketchup sont des ___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grand panneau au-dessus de la caisse est le ___ du menu.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tableau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Petit, moyen et grand sont trois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formats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salade qui vient avec le sandwich est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accompagnement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plat, l'accompagnement et le breuvage font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fourchette et la cuillère sont des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ustensiles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sel et le ketchup sont des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condiments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module a appris à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COMPÉTENCE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SAIT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trouver un plat, un format et un prix sur un tableau de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Écouter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comprendre les cinq questions du préposé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commander poliment et demander ce qui manque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Écrire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courte commande pour plusieurs personnes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Commander au comptoir et lire un menu simple : les deux intentions que le programme donne à cette situation.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trouve un plat, son prix et son format sur le tableau du menu.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« servi avec » et ce qu'un trio comprend.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commander avec « je voudrais » et « s'il vous plaît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choisir un format : petit, moyen ou grand.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les questions du préposé et je réponds.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un ustensile, une serviette ou un condiment.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RESTE À FAIRE, CHACUN LE NOMME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La prochaine fois, je vais demander…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chose, écrite en une phrase. C'est ce qui reste du module dans un mois — davantage que les seize mots.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de votre prochaine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La prochaine fois, je vais demander une cuillère tout de suite.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Gardez-la dans votre cahier.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