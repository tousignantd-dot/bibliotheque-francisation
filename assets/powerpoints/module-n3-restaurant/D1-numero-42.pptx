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Elle porte sur le moment le plus court du repas et le plus souvent raté : le poste de ramassage.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chercher la phrase avant de la donner. Beaucoup proposent une phrase longue et hésitante : c'est exactement ce que la séance vient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moi » suffit pour se présenter au comptoir. La quatrième réplique est la phrase centrale de la séance : la faire répéter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demandes en quatre répliques, toutes construites pareil. Le faire remarquer : c'est une formule, pas trois phrases à 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Yolette signale calmement, en une phrase, et le problème se règle en dix secondes. C'est le modèle à imiter.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phrase à voix haute par chaque élève, sur un ton neutre. Le ton compte autant 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les quatre phrases dans le cahier, telles quelles. Elles s'apprennent par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l'information la plus utile du module pour un élève qui n'ose pas se servir.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D2, sur les condiments et sur ce que le préposé répond quand il n'en reste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Numéro 42 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repas est prêt, et il manque une cuillère. C'est le moment du module où un élève renonce et repart sans rien dire. Trois phrases suffisent à l'éviter.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son numéro appelé dans le bruit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qu'il manque quelque chose sur le plateau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trouvent les ustensiles et les serviettes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signaler poliment une erreur de commande.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quelque chose. On fait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teau-rep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ce plateau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pour manger la soupe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aller le chercher soi-même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le breuvage manquait, on dirait 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moi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914" y="2322576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Numéro 42 ! Le trio poulet, numéro 42 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914" y="3071876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moi. Bonjour.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914" y="3821175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Le sandwich, la salade, le jus. Et votre petite soupe.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9914" y="4570475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Excusez-moi, je n'ai pas de cuillère pour la soupe.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Servez-vous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ustensiles sont là, à votre gauche, dans les bacs.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qu'il y a des serviettes de table aussi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4005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juste à côté. Prenez-en deux, la soupe est pleine.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1498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est-ce que je peux avoir du sel et du poivre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le jus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Servez-vous. Il y a aussi de la moutarde et du ketchup au bout.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chose. Il manque le jus dans mon plateau.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4005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excusez-moi. Vous avez pris quoi ? Un jus de pomme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1498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 jus de pomme.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SIGNALER TIENT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Excusez-moi, il manque le jus.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Courte, calme, et on attend. Plus la phrase est longue, moins elle est claire dans le bruit — et plus elle a l'air d'une plainte. Ce n'en est pas une : c'est un renseignement.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qui règlent presque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manque un ustensile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n'ai pas de cuillère.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manque un plat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manque le jus.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cherche quelque chose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Où sont les serviettes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la bonne commande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n'est pas ma commande.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« je n'ai pas », toujours « de » : pas de cuillère.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SERVEZ-VOUS » EST UNE INVITATION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— Où sont les serviettes ? — Servez-vous.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Ça veut dire : prenez-en vous-même, autant qu'il vous en faut. Ce n'est ni un refus ni un reproche. Les ustensiles, les serviettes et les condiments sont presque toujours en libre-service.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Marcel appelle le numéro à voix haute.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Yolette a déjà une cuillère sur son plateau.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ustensiles sont dans des bacs, à gauche.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demander la moutarde au préposé.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jus sur le plateau de Yolette.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Marcel appelle le numéro à voix haute.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Yolette a déjà une cuillère sur son plateau.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en demande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ustensiles sont dans des bacs,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demander la moutarde au préposé.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servez-vous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jus sur le plateau de Yolette.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pour trois choses qui manquent.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cuillère, une serviette, un breuvage.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Excusez-moi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