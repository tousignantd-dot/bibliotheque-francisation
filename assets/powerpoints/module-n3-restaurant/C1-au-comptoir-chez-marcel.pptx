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Première séance du défi 2. C'est le cœur du module : « commander au comptoir et comprendre l'information donnée par le préposé », en compréhension orale comme en production orale.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estimer le nombre de phrases avant d'écouter le dialogue. Les élèves surestiment presque toujours : la commande réelle tient en cinq ou six phrases du client.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deuxième réplique contient tout ce qui a été appris au bloc B : la formule polie, le trio, et « au poulet ». Le faire remarquer.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préposé pose ses questions une à la fois. Le signaler : c'est pour ça qu'il ne faut pas tout dire d'un coup au début.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 questions les plus déroutantes du module sont ici. Les faire répéter par tout le groupe avant de passer à la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Yolette répète le numéro : c'est la stratégie à enseigner. Répéter un chiffre à voix haute est la façon la plus sûre de le retenir.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la découverte de la séance et elle rassure : commander, c'est surtout écouter et répondre court.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l'exercice en paires : un élève dit un nombre entre 10 et 99, l'autre le répète. Trente secondes.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« faux » par la réplique exacte du dialogue.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Il servira de point de départ à la séance C2, sur la formule polie.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C1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Au comptoir, chez Marcel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Quatorze répliques, une minute quarante. Voilà ce que dure une commande au comptoir — et c'est l'intention même que le programme donne à cette situation.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Commander au comptoir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suivre une commande complète du début à la fin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repérer qui parle et à quel moment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questions du préposé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retenir un numéro de commande.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 i="0">
                <a:solidFill>
                  <a:srgbClr val="17181A"/>
                </a:solidFill>
                <a:latin typeface="Verdana"/>
              </a:rPr>
              <a:t>Combien de temps ça prend, une commande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recu-numer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qu'il y a d'écrit sur un reçu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quoi sert le numéro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se passe-t-il si on l'oublie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phrases faut-il dire pour commander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 voudrais un trio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42722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STEVE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59914" y="2322576"/>
            <a:ext cx="87162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 ! Prochaine personne, s'il vous plaît.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42722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YOLETTE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59914" y="3071876"/>
            <a:ext cx="87162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Bonjour. Je voudrais un trio sandwich au poulet, s'il vous plaît.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142722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STEVE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59914" y="3821175"/>
            <a:ext cx="87162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Avec salade ou avec frites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058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570475"/>
            <a:ext cx="142722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YOLETTE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59914" y="4570475"/>
            <a:ext cx="87162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Avec salade, s'il vous plaît.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format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2722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STEVE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59914" y="1901952"/>
            <a:ext cx="87162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comme breuvage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42722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YOLETTE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59914" y="2651252"/>
            <a:ext cx="87162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jus de pomme. Est-ce que je peux avoir une soupe aussi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42722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STEVE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59914" y="3400551"/>
            <a:ext cx="87162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Oui. Quel format ? Petit, moyen ou grand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852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149851"/>
            <a:ext cx="142722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YOLETTE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59914" y="4149851"/>
            <a:ext cx="87162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Petit, s'il vous plaît. La soupe aux légumes.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Pour ici ou pour emporter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2722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STEVE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59914" y="1901952"/>
            <a:ext cx="87162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Parfait. Pour ici ou pour emporter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42722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YOLETTE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59914" y="2651252"/>
            <a:ext cx="87162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 ici.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42722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STEVE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59914" y="3400551"/>
            <a:ext cx="87162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Ça fait onze dollars et quarante. Débit ou comptant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852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149851"/>
            <a:ext cx="142722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YOLETTE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59914" y="4149851"/>
            <a:ext cx="87162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Débit, s'il vous plaît.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Votre numéro est le 42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2722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STEVE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59914" y="1901952"/>
            <a:ext cx="87162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Merci. Voici votre reçu. Votre numéro est le 42.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42722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YOLETTE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59914" y="2651252"/>
            <a:ext cx="871621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42. Merci beaucoup.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 parle, et pour dire quoi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932176"/>
          </a:xfrm>
          <a:prstGeom prst="roundRect">
            <a:avLst>
              <a:gd name="adj" fmla="val 498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PRÉPOSÉ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CLIENT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appelle la personne suivante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salue et dit ce qu'il veut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0419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169920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pose une question à la fois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169920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répond en deux mots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54787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675887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donne le montant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675887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dit comment il paie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0538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181856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donne le numéro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181856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répète le numéro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980432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236464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Le client parle moins que le préposé : il répond surtout.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RÉPÉTER LE NUMÉRO À VOIX HAUTE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— Votre numéro est le 42. — Le 42, merci.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numéro est aussi écrit sur le reçu. Le répéter sert à deux choses : le retenir, et vérifier qu'on a bien entendu. Dans le bruit d'un casse-croûte, l'un et l'autre valent la peine.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Yolette commande un trio sandwich au poulet.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choisit les frites comme accompagnement.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prend une petite soupe aux légumes.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emporte son repas au centre.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Son numéro de commande est le 42.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Yolette commande un trio sandwich au poulet.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choisit les frites comme accompagnement.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— la salade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prend une petite soupe aux légumes.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emporte son repas au centre.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— pour ici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Son numéro de commande est le 42.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Commander au comptoir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la commande que vous feriez chez Marcel.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Commencez par « Bonjour. Je voudrais…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Quatre lignes suffisent.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Commander au comptoir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