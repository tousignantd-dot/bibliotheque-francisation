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C'est le cœur du module : « commander au comptoir et comprendre l'information donnée par le préposé », en compréhension orale comme en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estimer le nombre de phrases avant d'écouter le dialogue. Les élèves surestiment presque toujours : la commande réelle tient en cinq ou six phrases du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contient tout ce qui a été appris au bloc B : la formule polie, le trio, et « au poulet ».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préposé pose ses questions une à la fois. Le signaler : c'est pour ça qu'il ne faut pas tout dire d'un coup au début.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questions les plus déroutantes du module sont ici. Les faire répéter par tout le groupe avant de passer à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Yolette répète le numéro : c'est la stratégie à enseigner. Répéter un chiffre à voix haute est la façon la plus sûre de le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découverte de la séance et elle rassure : commander, c'est surtout écouter et répondre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l'exercice en paires : un élève dit un nombre entre 10 et 99, l'autre le répète.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servira de point de départ à la séance C2, sur la formule polie.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comptoir, chez Marcel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Quatorze répliques, une minute quarante. Voilà ce que dure une commande au comptoir — et c'est l'intention même que le programme donne à cette situation.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commande complète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qui parle et à quel moment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questions du préposé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retenir un numéro de commande.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Combien de temps ça prend, une commande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ecu-num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d'écrit sur un reçu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 le numéro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l'oublie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phrases faut-il dire pour commander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voudrais un trio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914" y="2322576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Prochaine personne, s'il vous plaît.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914" y="3071876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voudrais un trio sandwich au poulet, s'il vous plaît.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914" y="3821175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salade ou avec frites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914" y="4570475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salade, s'il vous plaît.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format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comme breuvage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jus de pomme. Est-ce que je peux avoir une soupe aussi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914" y="34005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Quel format ? Petit, moyen ou grand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914" y="41498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Petit, s'il vous plaît. La soupe aux légumes.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ici ou pour emporter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Pour ici ou pour emporter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914" y="34005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fait onze dollars et quarante. Débit ou comptant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914" y="41498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Débit, s'il vous plaît.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numéro est le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STEVE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Voici votre reçu. Votre numéro est le 42.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42. Merci beaucoup.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parle, et pour dire 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PRÉPOSÉ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appelle la personne suivante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salue et dit ce qu'il veut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pose une question à la fois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répond en deux mots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donne le montant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dit comment il paie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donne le numéro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répète le numéro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client parle moins que le préposé : il répond surtout.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RÉPÉTER LE NUMÉRO À VOIX HAUTE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— Votre numéro est le 42. — Le 42, merci.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numéro est aussi écrit sur le reçu. Le répéter sert à deux choses : le retenir, et vérifier qu'on a bien entendu. Dans le bruit d'un casse-croûte, l'un et l'autre valent la peine.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Yolette commande un trio sandwich au poulet.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choisit les frites comme accompagnement.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prend une petite soupe aux légumes.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emporte son repas au centre.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numéro de commande est le 42.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Yolette commande un trio sandwich au poulet.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choisit les frites comme accompagnement.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la salade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prend une petite soupe aux légumes.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emporte son repas au centre.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pour ici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numéro de commande est le 42.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commande que vous feriez chez Marcel.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Bonjour. Je voudrais…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Quatre lignes suffisent.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