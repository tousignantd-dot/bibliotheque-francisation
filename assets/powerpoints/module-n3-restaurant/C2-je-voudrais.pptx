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et de registre. Le point de langue est nommé explicitement dans les attentes de fin de cours du niveau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la phrase à voix haute par tout le groupe, trois fois, avec trois plats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Lire les deux colonnes à voix haute, l'une après l'autre. La différence de ton s'entend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chaque élève, à voix haute, laquelle il adopte. Le choix aide à la mémoriser.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Cette phrase revient à la séance D1 : la poser ici évite de tout apprendre en même temps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cahier avant de corriger. Les deux derniers items sont des demandes, pas des commandes :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que dans le module, Yolette tutoie Fatou et vouvoie Steve. Les deux dialogues sont là pour le montrer, pas seulement pour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paires, debout, face à face. Un élève joue le préposé et répond « Certainement ». Deux minutes par paire.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C3, où le préposé prend la parole à son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un café » et « Je voudrais un café » veulent dire la même chose. Une syllabe les sépare, et ce n'est pas la même personne qu'on entend.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je voudrais » pour commander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est-ce que je peux avoir » pour demander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« s'il vous plaît » à la bonne place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vouvoyer un préposé qu'on ne connaît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FORMULE QUI OUVRE TOUTES LES PORTES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voudrais un café,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morceaux, toujours dans le même ordre : la formule, ce qu'on veut, la politesse. Cette phrase seule permet de commander n'importe quoi, dans n'importe quel commerce.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Sec ou poli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VAUT MIEUX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un café.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 un café,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Donnez-moi une soupe.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J'aimerais une soupe, s'il vous plaît.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serviette.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 je peux avoir une serviette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jus, vite.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prendrais un jus, s'il vous plaît.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colonne de gauche n'est pas fausse : elle est dure à entendre.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formules, un seul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LA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courante, partout, tout le temps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J'aimerais…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même chose, un peu plus douce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prendrais…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on a fini de choisir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Choisis-en une et garde-la : mieux vaut une formule bien tenue.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DEMANDER N'EST PAS COMMANDER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je peux avoir une cuillère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un ustensile, une serviette, un sac ou un couvercle, on ne commande pas : on demande. La formule change, et elle sert dans tout le défi 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polie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avec « je voudrais » ou « est-ce que je peux avoir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Donnez-moi un café.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veux une soupe aux légumes.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trio poulet.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 une serviette.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veux payer avec ma carte.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polie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Donnez-moi un café.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voudrais un café,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veux une soupe aux légumes.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voudrais une soupe aux légumes,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trio poulet.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voudrais un trio au poulet,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 une serviette.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que je peux avoir une serviette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veux payer avec ma carte.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que je peux payer avec ma carte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TUTOYER LE PRÉPOSÉ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me donnes un café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un café,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on ne connaît pas la personne qui sert : on vouvoie. Le tutoiement se garde pour les camarades de classe, les amis et la famille. Beaucoup de langues n'ont pas cette distinction, et beaucoup d'élèves l'apprennent d'abord par erreur.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poliment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complète, debout,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 aux légumes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trio au jambon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cuillère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poliment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un café,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 aux légumes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une soupe aux légumes,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trio au jambon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J'aimerais un trio au jambon,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cuillère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avoir une cuillère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demandes polies.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avec « je voudrais », deux avec « est-ce que je peux avoir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« s'il vous plaît » quand c'est une commande.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