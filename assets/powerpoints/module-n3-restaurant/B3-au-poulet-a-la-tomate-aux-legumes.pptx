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et d'écriture. Le point de langue sert deux fois dans le module : pour lire le menu, et pour commander sans se tromper de plat.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règle entière de la séance. La faire redire dans ses mots par deux élèves avant d'aller plus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le tableau dans le cahier : c'est la référence de tout le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démonstration la plus efficace de la règle : la colonne de gauche change, les deux autres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cahier avant de corriger. Demander à chaque fois quel mot a décidé de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la phrase avec trois ingrédients différents. Beaucoup d'élèves ont une restriction alimentaire et n'osent pas la dire : c'est le moment de leur donner la formule.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au crayon le mot qui suit, avant d'écrire. Deux secondes de plus, et l'erreur disparaît.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paires, debout. Un élève donne les deux mots, l'autre fait la phrase. On change de rôle après deux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B4, où l'on apprendra à montrer un plat du doigt quand on ne connaît pas encore son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poulet, à la tomate, aux légumes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 du plat ne dit jamais ce qu'il y a dedans. C'est le petit mot d'après qui le dit — et il ne dépend que du mot qui le suit.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« au », « à la » et « aux » ajoutent au nom du plat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forme juste selon le mot qui suit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commande sans faute de déterminant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sans » pour retirer un ingrédient.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PETIT MOT REGARDE CE QUI VIENT APRÈS LUI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sandwich au poulet  ·  une soupe aux légumes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 du plat — sandwich, soupe, salade — n'a aucun mot à dire. C'est le mot qui suit le petit mot qui décide : masculin, féminin, voyelle ou pluriel.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formes, quatre 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 QUI SUIT EST…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sandwich au poulet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soupe à la tomate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voyelle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l'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salade à l'oignon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pluriel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soupe aux légumes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Au » est « à » et « le » collés ensemble : « à le » n'existe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contenu, trois plats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DU POULET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DES LÉGUMES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sandwich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poulet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 légumes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soupe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poulet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 légumes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salade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poulet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 légumes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plat change de genre, le petit mot ne change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Au, à la, à l' ou 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commande.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sandwich ___ poulet,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soupe ___ légumes, format moyen.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sandwich ___ œufs et un jus de pomme.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soupe ___ tomate, c'est la soupe du jour.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salade ___ oignon, s'il vous plaît.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muffin ___ bleuets, pour emporter.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Au, à la, à l' ou 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sandwich ___ poulet,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soupe ___ légumes, format moyen.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sandwich ___ œufs et un jus de pomme.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soupe ___ tomate, c'est la soupe du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salade ___ oignon,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muffin ___ bleuets, pour emporter.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RETIRER QUELQUE CHOSE : SANS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 sandwich sans mayonnaise, s'il vous plaît.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sans », le nom reste tout nu : ni du, ni de la, ni des. C'est la phrase à connaître pour une allergie, un goût ou une habitude alimentaire.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REGARDER LE PLAT AU LIEU DU CONTENU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soupe à la légumes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soupe aux légumes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L'élève voit « soupe », qui est féminin, et écrit « à la ». Mais le petit mot ne regarde jamais en arrière : il regarde le mot qui vient juste après lui. Ici, « légumes » est au pluriel, donc « aux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 et précisez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complète, avec le petit mot juste.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sandwich, du jambon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soupe, des légumes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salade, du poulet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sandwich, pas de mayonnaise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 et précisez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sandwich, du jambon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sandwich au jambon,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soupe, des légumes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soupe aux légumes,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salade, du poulet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salade au poulet,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sandwich, pas de mayonnaise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sandwich sans mayonnaise, s'il vous plaît.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plats avec leur contenu.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de chaque forme : au, à la, à l', aux.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un cinquième avec « sans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