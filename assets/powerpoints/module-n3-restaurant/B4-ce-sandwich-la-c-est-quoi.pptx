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de stratégie. Le point de langue est un moyen de contourner un trou de vocabulaire : c'est ce qui le rend précieux à ce niveau-ci.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clairement au groupe : montrer du doigt n'est pas impoli au comptoir, c'est ce que tout le monde fait.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« cet » et « cette » l'un après l'autre : le groupe entend qu'il n'y a aucune différence. C'est rassurant à l'oral et exigeant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trois exemples au tableau, avec le trait d'union bien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cahier avant de corriger. Demander à chaque fois le genre du nom,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séance A3 : « une serviette », « un plateau ». Les mots appris avec leur article ne posent pas ce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quatre questions debout, en montrant le tableau du menu projeté. Le geste et la phrase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élève passe une fois. Corriger la forme du déterminant et rien d'autre : le reste vient au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Ces quatre questions seront utilisées telles quelles dans le jeu de rôle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sandwich-là, c'est quoi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arrive qu'on voie ce qu'on veut sans savoir comment ça s'appelle. Une phrase règle ça, et elle tient en cinq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ce, cet, cette et ces devant un nom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ajouter le « -là » qui montre du doigt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sur un plat sans connaître son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formes sans faute.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MONTRER PLUTÔT QUE NOMMER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Ce sandwich-là, c'est quoi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une stratégie, pas un pis-aller. Un élève qui montre du doigt et pose la question obtient le nom du plat, et il l'apprend en situation. Un élève qui se tait prend au hasard.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 UN MOT…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masculin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sandwich, ce trio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commence par une voyelle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 accompagnement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féminin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cette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cette soupe, cette portion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pluriel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ces frites, ces breuvages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Cet » et « cette » se prononcent pareil : la différence est écrite.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PETIT -LÀ DU QUÉBEC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soupe-là  ·  ce trio-là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trait d'union est obligatoire à l'écrit et le « -là » se prononce un peu plus fort que le reste. Sans trait d'union, « là » veut dire l'endroit, ce qui n'est pas la même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sandwich-là, c'est 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soupe est-elle aux légumes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___ trio, s'il vous plaît.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accompagnement est compris dans le prix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breuvages sont dans la colonne du bas.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portion est trop grande pour moi.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Ce, cet, cette ou ces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sandwich-là, c'est quoi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soupe est-elle aux légumes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___ trio,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accompagnement est compris dans le prix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breuvages sont dans la colonne du bas.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portion est trop grande pour moi.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Cette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ÉCRIRE « CET » DEVANT UN MOT FÉMININ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 soupe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cette soupe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Comme les deux formes se prononcent exactement pareil, l'oreille ne peut pas trancher : il faut connaître le genre du nom. C'est une raison de plus d'apprendre chaque mot avec son article, dès la première fois qu'on le voit.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QUESTIONS À POSER EN MONTRANT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 sandwich-là, c'est quoi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on ne connaît pas le nom du plat. Le préposé le donne, et on l'apprend sur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Cette soupe-là, c'est combien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le prix n'est pas lisible d'où on est, ou quand la ligne porte trois chiffres et qu'on ne sait pas lequel prendre.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Cet accompagnement est compris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Quand la ligne « servi avec » n'est pas visible. La réponse est presque toujours oui.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Je voudrais ce trio-là, s'il vous plaît.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commande la plus simple du module : on montre, on demande poliment, et c'est fini.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 et demandez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question par plat, en montrant du doigt.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plat que vous ne connaissez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 dont vous voulez le prix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accompagnement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que vous choisissez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Montrez et demandez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plat que vous ne connaissez pas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plat-là, c'est 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soupe dont vous voulez le prix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Cette soupe-là, c'est combien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accompagnement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Cet accompagnement est compris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que vous choisissez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voudrais ce trio-là, s'il vous plaît.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questions à poser devant un menu.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ce, une avec cet, une avec cette, une avec 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le « -là » à deux d'entre elles.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