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d'évaluation formative. Prévoir les tablettes ou les portables pour le jeu de rôle avec l'assistant, et un casque par élève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Prévenir le groupe avant de commencer : l'élève qui attend que l'assistant parle n'obtiendra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avant de commencer. Un élève qui hésite prend la première : c'est celle qui reprend le plus de choses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Un tableau de sept lignes ne se lit pas de loin : c'est pour ça qu'il est coupé en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les sept sujets par un observateur pendant que deux élèves jouent la scène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ces quatre critères avant l'enregistrement, pas après. L'élève s'écoute une première fois seul, puis envoie.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les élèves ont tendance à envoyer la première prise. La deuxième est presque toujours meilleure d'un 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les deux tableaux de petits mots : celui de B3 pour le contenu du plat, celui de D2 pour les condiments.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un exemple trop vague et un exemple juste, côte à côte au tableau. La différence se voit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qui n'est pas fini en classe se termine à la maison. Les productions envoyées apparaissent dans le portail enseignant.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tient dans un échange d'une minute : dire ce qu'on veut, choisir un format, répondre au préposé, demander ce qui manque. Puis l'écrire.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commande complète au comptoir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cinq questions du préposé sans hésiter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s'enregistrer, s'écouter et se corriger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courte commande pour trois personnes.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PRÉPOSÉ RÉPOND, IL N'ANNONCE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ne demande pas ne se dit pas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le jeu de rôle, l'assistant ne donne ni le contenu du plat, ni les formats, ni le prix avant qu'on les demande — et il ne rappelle jamais ce qu'on a oublié. C'est exactement ce qui se passe au comptoir.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SITUATIONS DU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choisir dans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trio du midi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as une heure pour dîner et tu veux un trio. Tu ne sais pas ce qu'il y a dans les sandwichs, ni ce que le trio comprend.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soupe du jour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veux une soupe et un café. Tu ne sais pas quelle est la soupe du jour, ni quels formats existent. Tu manges sur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Deux repas pour emporter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commandes pour toi et pour une camarade. Il te faut deux repas pour emporter, des ustensiles et des serviettes.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1. Saluer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Bonjour.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2. Dire ce qu'on veut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voudrais un trio, s'il vous plaît.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3. Demander ce qu'il y a dedans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sandwich-là, c'est quoi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4. Choisir un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Petit, s'il vous plaît.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derniers sujets sont sur la diapositive suivante.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5. Répondre au préposé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Pour ici. Débit, s'il vous plaît.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6. Demander ce qui manque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Est-ce que je peux avoir du sel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7. Retenir et remercier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42. Merci beaucoup.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Sept sujets, une minute. Ce n'est pas une conversation : c'est une commande.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écoute en vous corrigeant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choses, et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formule polie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réponses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demande finale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S'ÉCOUTER 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m'enregistre, je m'écoute, je recommence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prise sert à entendre ce qui manque. On peut recommencer autant de fois qu'on veut : c'est le seul endroit du module où c'est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commande du groupe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à huit phrases, avec quatre choses obligatoires.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plat de chacun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breuvage par personne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manque souvent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UNE COMMANDE TROP VAGUE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repas, s'il vous plaît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plats nommés, avec leur format et leur breuvage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commande écrite sert à ne rien oublier au comptoir. Si elle ne dit pas quel plat, quel format et quel breuvage, elle ne sert à rien : il faudra rappeler les trois personnes. Court et complet vaut mieux que long et vague.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Terminez votre commande et envoyez-la.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Relisez-la une fois avant d'envoyer.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les petits mots : au, aux, du, 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