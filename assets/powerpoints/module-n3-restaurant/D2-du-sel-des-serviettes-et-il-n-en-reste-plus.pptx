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de contenu du module. Elle réunit les deux points de langue du défi 3 : le déterminant partitif et la négation « ne… plus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hésiter entre « un sel » et « du sel ». L'hésitation est exactement le point de langue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le lien explicite avec « au, à la, aux » de la séance B3 : c'est la même mécanique, avec un autre petit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le tableau sous celui de la séance B3 : les deux se lisent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trois exemples au tableau par trois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dans le cahier avant de corriger. Demander à chaque fois quel mot a décidé de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Ça arrive tous les jours après une heure et demie : la phrase doit se reconnaître à l'oreille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lui qui connaît la cuisine : lui poser la question fait gagner du temps à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deux phrases : « il y en a plus » (beaucoup, le s se prononce) et « il n'y en a plus » (zéro). La différence est fine ; le contexte du comptoir tranche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D. Ces phrases seront réemployées telles quelles dans le jeu de rôle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Du sel, des serviettes — et il n'en reste plus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points de langue pour le même moment : demander un peu de quelque chose, et comprendre la réponse quand le casse-croûte n'en a plus.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condiment avec du, de la, de l' ou des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de » seul après une quantité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il n'y a plus de » et « il n'en reste plus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quand ce qu'on voulait n'est plus disponible.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on demande ça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chets-condi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s'appellent ces petits sachets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dit « un sel » ou « du sel »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la moutarde, on dit quoi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s'il en faut deux, on dit comment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SEL NE SE COMPTE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je peux avoir du sel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dit pas combien parce qu'on ne le sait pas : un peu, ce qu'il faut. Le français a un petit mot exprès pour ça, et il change selon le nom qui suit — comme au bloc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formes, quatre 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 QUI SUIT EST…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sel, du ketchup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la moutarde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voyelle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l'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l'eau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pluriel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serviettes, des ustensiles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la même règle qu'au bloc B : on regarde le mot qui suit.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DÈS QU'ON DIT LA QUANTITÉ, IL NE RESTE QUE « DE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peu de sel  ·  deux serviettes  ·  un sachet de ketchup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peu du sel » ne se dit pas. Après un nombre, après « un peu », après « un sachet », on garde seulement « de » — ou rien du tout quand le nombre suffit.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Du, de la, de l' ou des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avoir ___ sel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___ moutarde sur mon sandwich.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me faut ___ serviettes de 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___ eau quelque part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café est amer : je vais mettre ___ sucre.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Du, de la, de l' ou des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avoir ___ sel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___ moutarde sur mon sandwich.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me faut ___ serviettes de table.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___ eau quelque part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l'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café est amer : je vais mettre ___ sucre.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QUAND LE CASSE-CROÛTE N'EN A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n'y a plus de soupe. »  ·  « Il n'en reste plus.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Ne… plus » veut dire qu'il y en avait et qu'il n'y en a maintenant plus — pas qu'on n'en fait jamais. Après « plus », toujours « de » : plus de frites, plus d'eau. Jamais « plus des frites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répond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n'y a plus de soupe.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n'est pas grave.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n'en reste plus.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Qu'est-ce que vous avez d'autre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de frites après trois heures.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Alors je vais prendre autre chose.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deuxième réponse est la plus utile : elle relance le préposé.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COMPRENDRE LE CONTRAIRE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y'en a plus » entendu comme « il y en a beaucoup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n'y en a plus du tout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le « ne » tombe presque toujours : on entend « y'en a plus ». Le mot « plus » veut alors dire zéro, pas beaucoup. C'est le ton et la situation qui le disent — et si on hésite, on demande.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demandes de condiments et deux réponses du préposé.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du, une avec de la, une avec de l', une avec 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deux phrases avec « il n'y a plus de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