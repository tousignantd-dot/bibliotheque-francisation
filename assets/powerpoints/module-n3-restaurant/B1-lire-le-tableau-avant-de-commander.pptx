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C'est la compétence que le programme met au centre de cette situation au niveau 3 : lire un menu simple. Tout le bloc B en découle.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de temps est le vrai sujet : dans une file, on a vingt secondes. Le faire sentir en donnant justement vingt secondes au groupe avant de retirer l'image.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donne la stratégie de lecture de tout le bloc. L'écrire au tableau : le titre d'abord, le plat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mots nouveaux dans quatre répliques : accompagnement et trio. Les faire redire par deux élèves différents, avec leurs définitions.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petits pictogrammes du bas d'un menu ne s'inventent pas : demander au groupe lesquels ils ont déjà vus, et ce qu'ils croient qu'ils veulent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nommer un plat de chaque bloc par un élève différent.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l'information que les élèves manquent le plus souvent, et elle coûte de l'argent quand elle est manquée.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la séance B2, où l'on démonte le tableau ligne par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le tableau avant de commander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tableau du menu porte cinquante mots. Personne ne les lit tous — pas même les gens nés ici. On cherche un titre, on descend, on lit un prix.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explication de menu entre deux camarades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titres des blocs d'un tableau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« servi avec » veut dire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qu'un trio comprend.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Par où commencer, sur un panneau comme celui-là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ableau-menu-ha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colonnes voyez-vous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sont les prix, sur ce panneau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le plus gros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avez-vous pour le lire, dans une file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 où je commence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9914" y="2322576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beaucoup de choses écrites. Par où je commence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272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914" y="3071876"/>
            <a:ext cx="8716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le titre des colonnes. « Sandwichs », « Soupes », « Breuvages », « Extras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914" y="4158995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Sandwich au poulet, sandwich aux œufs, sandwich au jambon.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4272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9914" y="4908296"/>
            <a:ext cx="8716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 poulet », ça veut dire qu'il y a du poulet dedans. C'est ça qui change.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Servi avec salade ou frites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914" y="19019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« servi avec salade ou frites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72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9914" y="2651252"/>
            <a:ext cx="8716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l'accompagnement. Il vient avec le sandwich, tu ne paies pas plus.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914" y="373837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le trio, c'est 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272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9914" y="4487672"/>
            <a:ext cx="871621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trio, c'est le sandwich, l'accompagnement et le breuvage ensemble. Un seul prix.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ligne du bas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914" y="19019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moins cher que trois choses séparées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9914" y="26512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 peu. Regarde la colonne de droite et compare.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914" y="34005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cette ligne en bas, avec le petit dessin de feuille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FATOU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9914" y="41498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sans viande. La soupe aux légumes est 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blocs du tableau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TITRE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TROUVE DESSOUS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Sandwichs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du pain avec du poulet, des œufs ou du jambon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qui se mange chaud, dans un bol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Breuvages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jus, le lait, le café, l'eau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trois choses ensemble, à un seul prix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lit le titre, puis on descend seulement dans le bloc utile.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QUE « SERVI AVEC » VEUT DIRE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Sandwichs — servis avec salade ou frites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L'accompagnement est déjà dans le prix du sandwich : on ne paie pas deux fois. La ligne est écrite une seule fois, en petit, sous le titre du bloc, et elle vaut pour tous les plats du bloc.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 poulet » dit ce qu'il y a dans le sandwich.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L'accompagnement coûte un prix en plus.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trio comprend le plat, l'accompagnement et le breuvage.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trio coûte plus cher que les trois choses séparées.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petit dessin de feuille veut dire « sans viande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 poulet » dit ce qu'il y a dans le sandwich.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L'accompagnement coûte un prix en plus.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est compris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trio comprend le plat, l'accompagnement et le breuvage.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trio coûte plus cher que les trois choses séparées.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un peu moins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petit dessin de feuille veut dire « sans viande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des blocs d'un menu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ou quatre titres suffisent.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écrivez un plat sous chaque titre.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