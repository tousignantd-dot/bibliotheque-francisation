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phonétique. Prévoir les haut-parleurs : tout se joue à l'oreille, et les élèves doivent entendre avant de voir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tenir un doigt devant la bouche : les lèvres restent identiques d'un son à l'autre. C'est la démonstration la plus convaincante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prononcer les deux sons lentement, l'un après l'autre, sans rien changer aux lèvres. La langue se sent bouger.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faire en groupe, lentement, deux fois. C'est la méthode la plus rapide pour un élève dont la langue maternelle n'a pas ce 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chaque mot deux fois, sans le montrer. Les élèves lèvent une main pour OU, deux pour U : l'enseignante voit tout de suite qui hésite.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paire trois fois : d'abord lentement, puis vite, puis les yeux fermés pour la reconnaissance.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« i - u - i - u » cinq fois de suite, lèvres arrondies en permanence. L'élève sent la langue rester en place et la correction se fait toute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chaque phrase par deux élèves différents. Corriger seulement les deux sons de la séance : le reste attendra.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Rapporter un menu ou une photo de menu en classe si possible : il servira au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son OU et le son 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Soupe, poulet, pour ; jus, sucre, légumes. Deux sons faits au même endroit, avec les mêmes lèvres, et qui séparent pourtant « pour » de « pur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Commander au comptoir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son OU et le son 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les deux sons en plaçant la langue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mots du menu qui portent chacun des deux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à voix haute les phrases du comptoir.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CE QUI CHANGE, C'EST LA LANGUE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soupe  ·  jus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les deux sons, les lèvres sont rondes et avancées : elles ne bougent pas. C'est la langue qui recule pour OU et qui avance pour U. Beaucoup d'élèves cherchent la différence dans les lèvres et ne la trouvent jamais.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va la langue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LANGUE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MOTS REPÈRES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tirée vers le fond de la bouche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soupe, poulet, pour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poussée vers les dents du bas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jus, sucre, légumes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70831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62686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lèvres restent rondes pour les deux sons.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truc qui 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ÉTAPE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dire le son I, langue en avant, lèvres écartées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garder la langue exactement où elle 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arrondir seulement les lèvres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son qui sort est le son 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 secondes, et le son est trouvé.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OU ou 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mot, puis dites quel son vous entendez.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soupe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poulet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sucre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emporter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légumes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OU ou 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soupe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jus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poulet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sucre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emporter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légumes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PAIRES QUI CHANGENT LE SENS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paires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pour / 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Pour emporter » et « du sucre pur ». Le premier est dans toutes les commandes du module ; le second est sur les emballages.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dessous / dessus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sac est dessous, le sel est dessus. Deux mots opposés qui ne se distinguent que par ce son-là.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la roue / la 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roue du chariot, la rue du centre. La confusion se remarque tout de suite dans une phrase.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soupe / jus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paire à retenir : ce sont les deux mots du module, et ils reviennent dans chaque dialogue.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DIRE OU À LA PLACE DE 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jous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jus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l'erreur la plus fréquente, et elle s'entend beaucoup. Elle vient d'un réflexe : arrondir les lèvres davantage au lieu d'avancer la langue. Les lèvres sont déjà bien placées ; c'est la langue qui doit venir en avant, contre les dents du bas.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phrases du comptoir. Marquez les sons OU et 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soupe au poulet,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jus, du sucre, une minute.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emporter, avec un couvercle.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soupe aux légumes est bonne.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Douze dollars pour un menu.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du sucre dans votre café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soupe au poulet, s'il vous plaît.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 trois fois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jus, du sucre, une minute.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 trois fois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emporter, avec un couvercle.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 quatre fois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soupe aux légumes est bonne.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deux sons dans la même phrase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Douze dollars pour un menu.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 puis 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du sucre dans votre café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 et U côte à côte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trois mots avec le son OU et trois mots avec le son 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Dans le menu d'un endroit où vous mangez, si vous en avez 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Écrivez-les, et soulignez les lettres qui font le 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Commander au comptoir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