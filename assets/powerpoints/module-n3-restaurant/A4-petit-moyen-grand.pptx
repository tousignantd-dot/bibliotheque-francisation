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 et de grammaire. Prévoir trois contenants de grandeurs différentes si possible : le mot se retient mieux avec l'objet dans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trouver seul que c'est la quantité qui change. Le mot « portion » arrive naturellement à ce moment-là.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les trois mots dans l'ordre, à voix haute, deux fois. L'ordre compte : c'est celui qu'on entendra.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ligne du milieu est celle qui coûte le plus cher en écriture : faire écrire « moyenne » au tableau par un élève, puis vérifier les deux n avec tout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un indice : plusieurs féminins finissent par un e qu'on n'entend presque pas. C'est un indice, pas une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jouer l'échange par paires, debout, cinq fois de suite avec des plats différents. Vingt secondes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dans le cahier avant de corriger. Les trois derniers items sont ceux où l'accord se joue.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à voix haute en exagérant le e final : « petit-eu ». C'est faux à l'oral, mais ça installe le réflexe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paires, debout. Un élève dit le plat, l'autre le décline en trois formats. On change de rôle après deux plats.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Ces trois phrases serviront de commande de départ au bloc C, quand on entrera au comptoir pour de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Petit, moyen, grand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prix à côté d'un même plat ne veulent pas dire trois plats. Ils veulent dire trois formats — et le préposé va demander lequel.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Commander au comptoir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trois formats du comptoir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petit, moyen et grand au féminin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« Quel format ? » en deux mots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qu'un format change la portion, pas le plat.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trois verres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rois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trois boissons différentes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entre les trois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on demande celui du milieu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prix est le même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MOTS, ET PAS UN DE PLUS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petit  ·  moyen  ·  grand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comptoir, il n'y a que ces trois grandeurs, et le préposé les dit toujours dans cet ordre. On ne dit ni « large », ni « numéro deux », ni « moyen-grand » : ces mots-là n'existent pas ici.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mot, deux formes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MASCULIN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FÉMININ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petit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petite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petit café / une petite soupe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moyen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moyenne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format moyen / une portion moyenne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grande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grand jus / une grande salade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Moyen » double son n au féminin : moyenne.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genre des mots du comptoir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MASCULINS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FÉMININS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café, un jus, un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soupe, une salade, une portion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sandwich, un plateau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frite, une boîte, une caisse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breuvage, un trio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commande, une serviette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genre du plat décide de la forme du format.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RÉPONSE LA PLUS COURTE EST LA BONNE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Quel format ? — Petit, s'il vous plaît.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nom du plat vient d'être dit : inutile de le répéter. Un mot et « s'il vous plaît », c'est complet, poli, et c'est ce que la file attend.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Petit, moyen ou grand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la forme juste.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___ soupe, s'il vous plaît.  (la plus petite)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___ café pour emporter.  (le plus grand)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frite de format ___ .  (entre les deux)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___ salade, ça suffit pour deux.  (la plus grande)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portion ___ , c'est celle du milieu.  (féminin)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Petit, moyen ou grand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___ soupe, s'il vous plaît.  (la plus petite)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petite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___ café pour emporter.  (le plus grand)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grand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frite de format ___ .  (entre les deux)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moyen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___ salade, ça suffit pour deux.  (la plus grande)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grande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portion ___ , c'est celle du milieu.  (féminin)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moyenne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LE E AU FÉMININ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petit soupe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petite soupe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L'erreur ne s'entend presque pas à l'oral, ce qui la rend difficile à corriger : l'élève ne l'entend pas non plus. Elle se voit seulement à l'écrit. Le réflexe à installer : nommer le plat, se demander s'il est masculin ou féminin, puis écrire le format.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Commandez trois fois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même plat, trois formats,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soupe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café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frite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jus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Commandez trois fois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soupe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petite soupe, une soupe moyenne, une grande soupe.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café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petit café, un café moyen, un grand café.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frite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petite frite, une frite moyenne, une grande frite.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jus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petit jus, un jus moyen, un grand jus.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commandes, chacune avec un format.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petite soupe aux légumes, s'il vous plaît.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Variez le genre : un plat masculin, un plat féminin.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Commander au comptoir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