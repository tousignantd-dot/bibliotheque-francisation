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stratégie de lecture. Projeter le tableau du menu du module interactif (exercice 5 du défi 1) pendant toute la séance : les élèves y cherchent chaque information au fur et à mesure.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diapositive la plus utile du bloc : elle tient toute la stratégie de lecture en quatre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montants sont un exemple de classe : ce qui compte est l'ordre des trois, pas les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menu de référence du module : il revient dans le jeu de rôle et dans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raconter une fois où quelqu'un est arrivé à la caisse sans le bon moyen de paiement.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séance. Faire montrer du doigt, sur le tableau projeté, la ligne qui justifie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chaque question à voix haute, par un élève différent, avec « s'il vous plaît »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comparaison au tableau avec des montants inventés. L'écart se voit en trois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Devoir. C'est le premier travail de compréhension écrite autonome du module ; il sera repris au début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regarder sur le tableau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endroits, et le panneau entier devient lisible : le titre du bloc, le nom du plat, ce qui vient après le nom, le prix à droite, et les petites lignes du bas.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information précise sur un tableau de menu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prix unique de trois prix de formats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petites lignes du bas de l'affiche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quand le tableau ne dit pas tout.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TU CHERCHES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qu'il y a dans le plat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après le nom : au poulet, aux légumes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 bout de la ligne, à droite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trois prix côte à côte sur la même ligne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vient avec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sous le titre du bloc, en petit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conditions, elles, sont tout en bas de l'affiche.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PRIX NE FONT PAS TROIS PLATS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Soupe aux légumes   3,25  4,25  5,25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même soupe. Ce qui change, c'est la portion — la quantité dans le bol. Les prix sont toujours dans le même ordre : du plus petit au plus grand, de gauche à droite.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tableau de chez Marcel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Y EST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Sandwichs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au poulet, aux œufs, au jambon — servis avec salade ou frites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aux légumes, au poulet et nouilles — petit, moyen, grand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Breuvages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jus de pomme, jus d'orange, lait, café, 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sandwich, accompagnement et breuvage — un seul prix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bloc « Extras » ajoute le fromage, le bacon, une seconde portion.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petites lignes du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Taxes en sus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montant de la caisse sera un peu plus haut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Comptant et débit seulement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carte de crédit n'est pas acceptée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dessin d'une feuille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plat est sans viande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lignes de rien du tout, et ce sont elles qui décident.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tableau de chez Marcel.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trois sortes de sandwichs.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salade et les frites sont des accompagnements.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soupe existe en trois formats.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payer avec une carte de crédit.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fromage est compris dans le prix du sandwich.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trois sortes de sandwichs.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salade et les frites sont des accompagnements.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soupe existe en trois formats.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payer avec une carte de crédit.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comptant et débit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fromage est compris dans le prix du sandwich.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c'est un extra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QUAND LE TABLEAU NE DIT PAS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Qu'est-ce qu'il y a dans ce sandwich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le nom ne suffit pas, ou quand un mot est inconnu. C'est la question la plus fréquente au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Ça vient avec quoi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la ligne « servi avec » n'est pas visible de là où on est. Le préposé répond en deux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Quelle est la soupe du jour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change tous les jours et elle est souvent écrite à la craie, en petit, sur un tableau à 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Est-ce que je peux payer avec ma carte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la ligne du bas n'est pas lisible. Mieux vaut demander avant de commander que de chercher un guichet après.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ADDITIONNER LES PRIX DU TRIO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6,50 + 2,00 + 1,75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trio a son propre prix, plus bas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trio n'est pas la somme des trois lignes : c'est justement pour ça qu'il existe. Son prix est écrit dans son propre bloc, à droite. Comparer les deux chiffres est la seule façon de savoir ce qui est avantageux.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un menu et écrivez cinq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plat, son prix, ce qui vient avec, un format, une ligne du bas.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photo de menu sur un téléphone suffit.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