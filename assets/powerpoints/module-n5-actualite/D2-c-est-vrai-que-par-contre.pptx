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3 et dernière séance de contenu du module. Elle réunit trois choses : la mise en relief, les phrases impersonnelles, et la réponse à un désaccord. Garder la dernière moitié pour l'exercice t3nuance, qui est le plus exigeant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objectifs sont les quatre critères de la production orale de E1. Les projeter au début et les relire à la fin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quatre phrases à l'oral, deux avec « ce qui », deux avec « ce que », avant de passer à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mérite une minute : le « moi » détaché est presque obligatoire quand on répond à quelqu'un qui vient de donner son avis. Sans lui, la phrase a l'air d'une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choisir à chaque élève l'entrée qui lui va, et la faire employer trois fois dans la séance. Une formule qu'on adopte vaut mieux que cinq qu'on récite.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t3disl de l'activité. Les deux plus instructives sont la troisième et la quatrième : un nom appelle « c'est », une phrase appelle « c'est que ». Une syllabe de différence, et c'est celle qu'on oublie.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transformer trois reproches personnels en phrases impersonnelles à l'oral : l'effet sur le ton de la classe est immédiat et parlant.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t3imp de l'activité. Rappeler que le verbe reste au singulier : « il y a eu trente vols », jamais « il y ont eu ». Le sujet est « il », pas « trente vols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affichée pendant l'exercice t3nuance. C'est la structure exacte que le jeu de rôle de E1 demandera quand l'assistant ne sera pas d'accord.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t3nuance de l'activité, le plus exigeant du module. Les corrigés sont des modèles, pas des réponses attendues. Faire lire quatre productions d'élèves à voix haute avant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piège du module, et celui qui referme les trois défis : l'ordre du récit, la source de la parole, la nature de l'avis. Le dire ainsi en clôture.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D. Corriger et rendre avant E1 : ces deux phrases sont exactement ce que l'assistant demandera dans le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C'est vrai que… Par contre…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l'autre n'est pas d'accord, ne le contredisez pas d'un bloc. Donnez-lui ce qu'il a de juste, puis tournez. C'est plus poli, c'est plus efficace, et la conversation continue au lieu de bloquer.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Raconter une nouvelle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une phrase de mise en relief : moi, ce qui me…, c'est…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une phrase impersonnelle pour ne montrer personne du doigt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à l'autre ce qu'il a de juste, puis objecter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justifier son avis avec « parce que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MOULES, À APPRENDRE TELS QUELS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me + verbe, c'est + un nom. · Ce que je + verbe, c'est + un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emploie « ce qui » quand le morceau est le sujet du verbe : ce qui me surprend. On emploie « ce que » quand il en est le complément : ce que je trouve inquiétant. Et quand la suite est une phrase entière, c'est « c'est que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MISE EN RELIEF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nom, ou une phrase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EMPLOIE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qui me surprend, c'est le nombre.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phrase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qui me dérange, c'est que les cabanons restent ouverts.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sujet du verbe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qui me choque… (ce qui = sujet de choquer)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complément du verbe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que je trouve inquiétant… (ce que = complément)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« moi » du début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15721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dit : voici mon point de vue, il n'engage que moi.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CINQ ENTRÉES, UNE MÊME FONCTION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Prévenir que c'est vous qui parlez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À mon avis…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neutre, et celle qui passe partout, à l'oral comme à l'écrit.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Personnellement…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peu plus appuyée : elle annonce que vous savez qu'on peut penser autrement.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trouve que…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courante à l'oral, et la plus facile à enchaîner avec « parce que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me semble que…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prudente : elle laisse la place au doute et à l'autre.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Moi, ce qui me…, c'est…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: moi, ce qui, c'est, c'est que, par contre.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ce qui me surprend, c'est le nombre de vélos volés.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___ me dérange, c'est qu'on laisse les cabanons ouverts.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trouve inquiétant, ___ le retour des mêmes vols.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me rassure, ___ la police a demandé de signaler chaque vol.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vrai que ça aide de barrer sa porte. ___, ça n'excuse pas le voleur.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ce qui me choque, c'est qu'on n'ait rien dit aux voisins.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Moi, ce qui me…, c'est…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ce qui me surprend, c'est le nombre de vélos volés.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___ me dérange, c'est qu'on laisse les cabanons ouverts.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trouve inquiétant, ___ le retour des mêmes vols.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me rassure, ___ la police a demandé de signaler chaque vol.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vrai que ça aide de barrer sa porte. ___, ça n'excuse pas le voleur.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 contre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ce qui me choque, c'est qu'on n'ait rien dit aux voisins.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« IL » QUI NE DÉSIGNE PERSONNE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faut noter son numéro de série. Il vaut mieux barrer son cabanon, même pour une heure.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Tu devrais barrer ton cabanon » vise quelqu'un. « Il vaut mieux barrer son cabanon » ne vise personne, dit la même chose, et n'a pas besoin d'être adoucie. Six tournures servent tous les jours : il faut, il faudrait, il est important de, il vaut mieux, il arrive que, il y 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Sans montrer personne du doigt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la tournure impersonnelle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noter le numéro de série de son vélo : la police le demande.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que des vélos soient retrouvés sans qu'on sache à qui les rendre.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barrer son cabanon, même pour une heure.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eu une trentaine de vols dans le quartier en un mois.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refaire le fossé avant l'automne, à mon avis.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signaler chaque vol, même petit.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Sans montrer personne du doigt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noter le numéro de série de son vélo : la police le demande.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faut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que des vélos soient retrouvés sans qu'on sache à qui les rendre.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arrive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barrer son cabanon, même pour une 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vaut mieux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eu une trentaine de vols dans le quartier en un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y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refaire le fossé avant l'automne, à mon avis.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faudrait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signaler chaque vol, même petit.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est important 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ACCORDER D'ABORD, OBJECTER ENSUITE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vrai que ça aide de barrer sa porte. Par contre, ça n'excuse pas celui qui 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mots pour tourner : par contre, cependant, quand même, n'empêche que. Et une opinion se justifie toujours : ajoutez la raison avec « parce que ». Un avis sans raison est un avis qu'on ne peut pas discuter.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Répondre à quelqu'un qui pense autrement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phrases : accordez d'abord, objectez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Ça, c'est de la négligence, pas du vol.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Noter un numéro de série, ça n'a jamais ramené un vélo.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monde qui achète au bord de l'eau savait ce qui l'attendait.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De toute façon, les journaux en rajoutent toujours. 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Répondre à quelqu'un qui pense autrement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Ça, c'est de la négligence, pas du vol.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vrai qu'une porte barrée aide. Par contre, ça n'excuse pas celui qui entre.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Noter un numéro de série, ça n'a jamais ramené un vélo.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Je comprends que ça paraisse inutile. Cependant, sans numéro, la police ne peut rien rendre.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monde qui achète au bord de l'eau savait ce qui l'attendait.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sûr que le risque était connu. N'empêche que personne ne mérite de tout perdre.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De toute façon, les journaux en rajoutent toujours.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Il y a du vrai là-dedans. Par contre, les chiffres de la police, eux, se vérifient.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PRÉSENTER SON OPINION COMME UN FAIT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Laisser son cabanon ouvert, c'est de la négligence.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Moi, ce qui me dérange, c'est qu'on laisse les cabanons ouverts.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annonce, votre jugement se range avec les chiffres de la police, et la personne en face le répétera comme une information. D'abord les faits, avec leur source ; ensuite votre avis, annoncé comme tel.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Répondez en deux phrases à quelqu'un qui n'est pas d'accord avec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Première phrase : ce que vous lui accordez. Deuxième : votre objection.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Terminez par « parce que » et donnez votre raison.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Raconter une nouvelle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