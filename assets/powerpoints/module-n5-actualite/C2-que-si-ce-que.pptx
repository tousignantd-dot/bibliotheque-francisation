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courte et rentable. Ouvrir en écrivant au tableau trois phrases directes — une affirmation, une question fermée, une question en « quoi » — et demander au groupe de les rapporter. Les trois mots de liaison sortent tout seuls, ou manquent visiblement.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visible à la correction : un point d'interrogation qui survit à la transformation signale que l'élève a recopié au lieu de rapporter.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cinq phrases en « dit que » à partir des déclarations du dialogue de C1 avant de passer à la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précision sur l'élision est un point d'écrit pur. La donner, la faire écrire, ne pas s'y attarder : elle se règle par l'exercice, pas par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cacher la colonne de droite et transformer oralement. La cinquième ligne montre que les mots interrogatifs se recopient tels quels : rien à traduire.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de la troisième carte règle presque tous les cas. Le faire appliquer à voix haute sur les deux premières lignes du tableau précédent avant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t2que de l'activité interactive. La quatrième vérifie l'élision, la cinquième le test « ce qui / ce que ». Les corriger en faisant redire la phrase directe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Faute d'écrit très fréquente, et facile à repérer à la relecture. Donner la consigne de relecture : chercher les points d'interrogation et vérifier qu'il y a bien une vraie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l'indice pratique : « demander » appelle « si », « dire », « expliquer », « raconter » appellent « que ». Ce n'est pas une règle absolue, mais c'est un bon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La troisième phrase est celle qui manque le plus souvent : prévoir d'en reprendre deux ou trois en ouverture de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que, si, ce que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mots de liaison, et rien d'autre. Une affirmation entre par « que ». Une question par oui ou non entre par « si ». Une question en « quoi » entre par « ce que » ou « ce qui ». Tout le discours rapporté du niveau 5 tient là-dedans.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que, si, ce que et ce qui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conserver les mots interrogatifs où, quand, comment, pourquoi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supprimer le point d'interrogation et le « est-ce que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élider « que » devant une voyelle.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AFFIRMATION ENTRE PAR « QUE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L'enquête se poursuit. » devient : le porte-parole dit que l'enquête se poursuit.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une voyelle, que devient qu' : il dit qu'on ne sait pas encore. C'est la liaison la plus fréquente des trois, et celle qui sert dans neuf phrases sur dix.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QUESTION PAR OUI OU NON ENTRE PAR « SI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la rue rouvrira demain ? » devient : la résidente demande si la rue rouvrira demain.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Attention : si ne devient jamais s' devant elle, seulement devant il et ils. On écrit « demande si elle va venir », et « demande s'il va venir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PORTES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La phrase de départ décide du mot de liaison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74592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DIRECTE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DEVIENT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Nous avons distribué des sacs.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La Ville dit qu'elle a distribué des sacs.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Allez-vous refaire le fossé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Elle demande si la Ville va refaire le fossé.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Que faites-vous ?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On demande ce que la Ville fait.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Qu'est-ce qui a causé le feu ?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On demande ce qui a causé le feu.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8280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95604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Quand refera-t-on le fossé ?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95604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Elle demande quand on refera le fossé.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QUI, OU CE QUE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différence tient au sujet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la suite n'a pas de sujet à elle : on demande ce qui a causé le feu.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la suite a déjà son sujet : on demande ce que la Ville fait.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« ce qui », un verbe. Après « ce que », un sujet, puis un verbe.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mots qui restent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où, quand, comment, pourquoi, combien : on les recopie sans rien changer.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mot de liaison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que, qu', si, ce que ou ce qui.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porte-parole dit ___ l'enquête se poursuit.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résidente demande ___ la Ville va refaire le fossé.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Sylvain demande ___ les pompiers ont trouvé dans le sous-sol.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journal écrit ___ on ne connaît pas encore la cause.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Teresa demande ___ a causé l'inondation.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explique ___ la Croix-Rouge héberge les sinistrés.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mot de liaison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porte-parole dit ___ l'enquête se poursuit.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résidente demande ___ la Ville va refaire le fossé.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Sylvain demande ___ les pompiers ont trouvé dans le sous-sol.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journal écrit ___ on ne connaît pas encore la cause.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Teresa demande ___ a causé l'inondation.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explique ___ la Croix-Rouge héberge les sinistrés.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GARDER LE POINT D'INTERROGATION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demande si la Ville va refaire le fossé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demande si la Ville va refaire le fossé.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parole rapportée n'est plus une question : c'est un récit. Le point d'interrogation, l'inversion et le « est-ce que » disparaissent tous les trois en même temps.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« SI » POUR UNE AFFIRMATION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dit si l'enquête se poursuit.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dit que l'enquête se poursuit.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Si » n'entre que par une question à laquelle on répond par oui ou par non. Devant une affirmation, c'est toujours « que ». Le verbe d'introduction aide : on ne « dit » pas si, on « demande » 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Rapportez trois paroles : une affirmation, une question fermée, une question en « quoi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phrases, chacune avec son mot de liaison.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qu'aucune ne finit par un point d'interrogation.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