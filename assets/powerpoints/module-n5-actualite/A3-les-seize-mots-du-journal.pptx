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Elle vient en troisième position parce que les mots ont d'abord été entendus dans le dialogue de A1 : on nomme ce qu'on a déjà rencontré, jamais l'inverse.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moins spectaculaire et le plus rentable. L'article porte le genre, et le genre décide de tout ce qui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mots sont ceux de la séance A1. Les faire redire de mémoire avant d'afficher les définitions : la moitié du groupe les a déjà.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Évacuer » est le seul verbe de la liste et il s'emploie des deux façons : on évacue un immeuble, et on évacue les gens. Donner les deux constructions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Une enquête » et « un enquêteur » se tiennent par la main : les présenter ensemble, avec l'accent circonflexe au tableau. C'est celui qu'on oublie le plus souvent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 suspect » demande une précision culturelle : tant qu'un tribunal ne s'est pas prononcé, le journal écrit « présumé ». Ce n'est pas une politesse, c'est une obligation.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trier oralement une dizaine de mots au tableau avant d'afficher : incendie, vol, verglas, effraction, glissement de terrain, méfait. Le tri se fait tout seul une fois le principe compris.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prMot de l'activité interactive. Le faire d'abord à l'oral, collectivement, puis laisser les élèves le refaire seuls sur les postes.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cartes mémoire du module donnent toujours l'article. Le montrer à l'écran : c'est la raison pour laquelle elles sont faites ainsi.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fréquente et facile à corriger : les deux familles du tableau précédent servent exactement à ça. Y revenir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Les phrases des élèves sur leur propre quartier serviront d'exemples en A4 et au bloc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seize mots du journal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programme rattache à la lecture d'un fait divers deux champs de lexique : les actes criminels et les catastrophes naturelles. Les seize mots du module en sortent, plus les quatre qui décrivent le journal lui-même.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Raconter une nouvelle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parties d'un journal et ceux qui y parlent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un sinistre et ses conséquences pour les gens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qui suit un évènement : l'enquête, l'avertissement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chaque mot avec son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journal et ceux qui y parlent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55470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fait divers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1708" y="2121408"/>
            <a:ext cx="749729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court article qui raconte un évènement arrivé près de chez soi : un feu, un vol, une inondation.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55470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hebdomadaire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1708" y="3106674"/>
            <a:ext cx="749729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journal qui paraît une seule fois par semaine, toujours le même jour.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55470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chapeau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1708" y="4091939"/>
            <a:ext cx="749729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deux ou trois lignes en gras placées sous le titre, qui disent toute la nouvelle d'un coup.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55470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témoin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1708" y="5077205"/>
            <a:ext cx="749729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qui se trouvait sur place et qui a vu ce qui s'est passé.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sinistre et ceux qu'il touche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21303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incendie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46" y="2121408"/>
            <a:ext cx="783896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feu qui échappe au contrôle et qui détruit un bâtiment ou une forêt.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21303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évacuer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0046" y="3106674"/>
            <a:ext cx="783896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Faire sortir tout le monde d'un endroit devenu dangereux, le plus vite possible.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21303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sinistré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46" y="4091939"/>
            <a:ext cx="783896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personne qui a perdu son logement ou ses biens dans un feu ou une inondation.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213038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inondation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0046" y="5077205"/>
            <a:ext cx="7838960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l'eau qui monte et qui entre là où elle ne devrait pas : une rue, une cave, un champ.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vient après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5449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déclaration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1992" y="2121408"/>
            <a:ext cx="75070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que quelqu'un dit officiellement, et que le journal peut répéter mot pour mot.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25449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enquête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1992" y="3106674"/>
            <a:ext cx="75070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travail qu'on fait après un évènement pour comprendre comment il est arrivé.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25449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enquêteur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1992" y="4091939"/>
            <a:ext cx="75070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chargée de chercher les causes et de poser les questions.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254498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avertissement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1992" y="5077205"/>
            <a:ext cx="7507014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L'annonce officielle qui prévient d'un danger qui s'en vient : pluie forte, verglas, chaleur.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délit et la prudence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9669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vol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3920" y="2121408"/>
            <a:ext cx="808508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fait de prendre une chose qui appartient à quelqu'un d'autre, sans permission.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6037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106674"/>
            <a:ext cx="19669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suspect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3920" y="3106674"/>
            <a:ext cx="808508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personne que la police croit responsable, tant que rien n'est prouvé.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91939"/>
            <a:ext cx="19669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cabanon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3920" y="4091939"/>
            <a:ext cx="808508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petite bâtisse de la cour où on range les outils, les pelles et les vélos.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93090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77205"/>
            <a:ext cx="1966912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prévention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3920" y="5077205"/>
            <a:ext cx="8085086" cy="7658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Tout ce qu'on fait d'avance pour empêcher qu'une chose fâcheuse arrive.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DEUX FAMILLES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sinistre, et le délit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70636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FAMILLE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LA CARACTÉRISE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sinistre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Personne ne l'a voulu : un feu, une inondation, une tempête.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Ses victimes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Ce sont les sinistrés. On les héberge, on les habille, on les reloge.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575304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575304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Quelqu'un l'a fait : un vol, une entrée par effraction, un méfait.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197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47744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47744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La police cherche un suspect. Rien n'est prouvé avant le tribunal.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6268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754880"/>
            <a:ext cx="3291492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Dans les deux 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754880"/>
            <a:ext cx="6595914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Une enquête commence, et le journal finit par « elle se poursuit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 pour la nouvelle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mot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___ a détruit les quatre logements de la rue Alexandre.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trois jours de pluie, l'___ a rempli une dizaine de sous-sols.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___ raconte qu'il a vu trois vélos dans une remorque.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onze ___ ont été hébergés par la Croix-Rouge.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L'___ dira si le feu est parti de la cuisine.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Lis le ___ : tu sauras la nouvelle en deux lignes.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 pour la nouvelle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___ a détruit les quatre logements de la rue Alexandre.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incendie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Après trois jours de pluie, l'___ a rempli une dizaine de sous-sols.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inondation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___ raconte qu'il a vu trois vélos dans une remorque.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témoin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onze ___ ont été hébergés par la Croix-Rouge.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sinistrés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L'___ dira si le feu est parti de la cuisine.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enquête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Lis le ___ : tu sauras la nouvelle en deux lignes.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chapeau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APPRENDRE UN MOT SANS SON ARTICLE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incendie, enquête, cabanon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incendie, une enquête, un cabanon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L'article porte le genre, et le genre décide de tout ce qui suit : « cet incendie », « cette enquête ». Un mot appris sans article est un mot à réapprendre.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EMPLOYER « SINISTRÉ » POUR UN VOL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sinistrés du vol de vélos.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victimes du vol de vélos.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Sinistré » ne s'emploie que pour un feu, une inondation, une tempête — quelque chose que personne n'a voulu. Pour un vol, on dit une victime, et le journal parle d'un délit.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Choisissez trois mots de la séance et écrivez une phrase avec chacun.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qui parle de votre quartier, pas de celui de Marisol.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l'article avant de remettre votre billet.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Raconter une nouvelle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