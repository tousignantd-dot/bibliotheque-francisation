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elle est au service du récit de B1. Ouvrir en relisant les quatre phrases du chapeau à voix haute et en demandant ce qu'elles ont en commun. La réponse — elles se suivent — vaut mieux que « elles sont au passé composé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vite acquis et le plus vite perdu. Le traiter en fin de séance, avec « personne n'a été blessé » : c'est la phrase que tout fait divers d'incendie contient.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« morceau » est volontaire : il rend visible que la faute la plus fréquente — oublier l'auxiliaire — est un morceau manquant, pas une subtilité.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exemples à voix haute avant d'expliquer l'accord. Insister : la liste de « être » est courte et se retient ; « avoir » est le cas normal, pas l'exception.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ouvrir la règle de l'accord du complément placé avant : elle ne sert à rien au niveau 5 et elle brouille tout. S'en tenir à « avec être, on accorde ; avec avoir, on ne touche à rien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conseil de la séance. Un participe irrégulier s'apprend par l'usage : le faire répéter dans une phrase courte, jamais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t1pc de l'activité interactive. Faire dire chaque phrase à voix haute avant de l'écrire : l'oreille attrape « sont arrivés » plus vite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négations à l'oral avec les verbes de la séance. « Personne n'a été blessé » mérite d'être apprise telle quelle : c'est une phrase entière de fait divers.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très fréquente chez les élèves dont la langue première n'emploie pas d'auxiliaire. Ne pas la traiter comme de la distraction : c'est une structure absente, il faut la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dix verbes au tableau et les laisser pendant les exercices. Une liste visible vaut mieux qu'une liste récitée.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trois phrases serviront directement à l'exercice t1red de la séance B4 : le prévenir, ça motive le 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bouge : le passé composé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feu a commencé. Un locataire s'est réveillé. Il a cogné à toutes les portes. Les pompiers sont arrivés. Quatre verbes, quatre moments qui se suivent — c'est le temps du récit, et c'est celui qu'un fait divers emploie le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passé composé avec le bon auxiliaire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après « être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participes que le fait divers emploie tous les jours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la négation autour de l'auxiliaire.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MORCEAUX : L'AUXILIAIRE, PUIS LE PARTICIPE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conjugué au présent — avoir ou être — et le participe passé juste après.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feu a détruit l'immeuble. Les pompiers sont arrivés. Le sens est dans le deuxième morceau, la grammaire dans le premier : c'est l'auxiliaire qui porte la personne, le temps et la négation.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BON AUXILIAIRE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prend avoir, qui prend être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AUXILIAIRE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 DU FAIT DIVERS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détruire, brûler, commencer, appeler, voir, perdre, dire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Croix-Rouge a hébergé les sinistrés.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être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aller, venir, arriver, partir, entrer, sortir, rester, tomber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pompiers sont arrivés. Une résidente est sortie.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être aussi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verbes en se : un locataire s'est réveillé.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AVEC ÊTRE, LE PARTICIPE S'ACCORDE AVEC LE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pompiers sont arrivés. Une résidente est sortie. Onze personnes ont perdu leur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être, on ajoute un s au pluriel et un e au féminin : arrivés, sortie, sorties. Avec avoir, le participe ne bouge pas quand le complément suit le verbe — et dans un fait divers, il suit presque toujours.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PARTICIPES DU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qu'un fait divers emploie tous les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sinistre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détruit · brûlé · éclaté · évacué · inondé · perdu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secours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appelé · arrivé · hébergé · relogé · pompé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délit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volé · retrouvé · arrêté · signalé · entré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conseil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Apprenez-les comme des mots, pas comme des règles.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à l'auxiliaire et à l'accord.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 ___ (éclater) vers quatre heures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___ (arriver) huit minutes après l'appel.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___ (se réveiller) et il a cogné aux 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___ (ne pas être) blessé.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personnes ___ (perdre) leur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___ (héberger) les sinistrés.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 ___ (éclater) vers quatre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éclaté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___ (arriver) huit minutes après l'appel.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arrivés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___ (se réveiller) et il a cogné aux portes.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s'est réveillé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___ (ne pas être) blessé.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 pas été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personnes ___ (perdre) leur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perdu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___ (héberger) les sinistrés.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hébergé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NÉGATION ENTOURE L'AUXILIAIRE, JAMAIS LE PARTICIPE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Personne n'a été blessé. Le feu n'a pas touché l'immeuble d'à côté. La Ville n'a pas voulu dire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ne et le pas se placent autour du premier morceau. « Il n'a pas dormi », jamais « il a ne pas dormi ». La règle est simple parce que l'auxiliaire est toujours au même endroit.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OUBLIER L'AUXILIAIRE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arrivés huit minutes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sont arrivés huit minutes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participe seul ne conjugue rien : il n'a ni personne ni temps. Sans auxiliaire, la phrase n'est pas au passé — elle n'est nulle part.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PRENDRE « AVOIR » POUR UN VERBE DE MOUVEMENT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ont arrivés.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sont arrivés.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aller, venir, arriver, partir, entrer, sortir, monter, descendre, rester, tomber : ces dix-là prennent être, et le participe s'accorde. Ce sont exactement les verbes qui font bouger un récit.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évènements de l'incendie, au passé composé,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phrases, chacune sur une ligne, chacune avec son auxiliaire.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l'accord de celles qui prennent « être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