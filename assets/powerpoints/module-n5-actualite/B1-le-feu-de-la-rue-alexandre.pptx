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1. Demander d'abord au groupe : quand vous racontez une nouvelle à quelqu'un, par quoi commencez-vous ? Noter deux ou trois débuts au tableau. Presque toujours, quelqu'un commencera par l'heure ou par le lieu — et c'est précisément ce que la séance va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celui de toute la séance. Les trois autres sont de la compréhension orale : le dialogue s'écoute deux fois, pas plus, pour que l'exercice reste réaliste.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à main levée entre les deux premières pistes, puis argumenter. La deuxième gagne toujours, mais il faut que le groupe dise pourquoi : sans la nouvelle, la personne ne sait pas où ranger les détails qu'on lui donne.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relever la première réponse de Marisol : quoi, quand, où, dans cet ordre et dans une seule phrase. C'est le modèle de tout le défi. Faire remarquer aussi le passé composé pour l'évènement et l'imparfait pour le décor — sans encore les nommer.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Sylvain pose les questions que la personne en face pose toujours : y a-t-il des blessés, combien de monde. Faire noter que Marisol y répond sans se faire prier : dans le jeu de rôle de E1, l'assistant posera les mêmes.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Pendant que ça brûlait » est la première phrase à deux temps du module : une durée à l'imparfait, un évènement dedans. La signaler sans l'expliquer — elle sera le cœur de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choses à faire remarquer. « Le journal le dit à la fin » : c'est le dernier paragraphe, celui qui dit ce qui reste. Et « ce n'est pas encore certain » : Marisol ne donne pas la cause pour un fait, parce que le journal ne la donne pas non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la phrase du défi. Elle dit les deux choses à retenir : on raconte ce qu'on a lu, et on le dit dans l'ordre. La laisser à l'écran pendant la mise en commun.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que le jeu de rôle de E1 vérifiera en premier : l'assistant ne comprend rien tant que la nouvelle n'est pas dite.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la colonne de droite de mémoire, sans réécouter. Les cinq moments sont exactement ceux de l'exercice t1red de la séance B4 : le tableau y servira de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t1a de l'activité. Faire justifier chaque réponse par la réplique exacte. La dernière est celle qui compte : la prudence de Marisol sur la cause reviendra au bloc C et au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Lire trois billets à voix haute en ouverture de B2 : ceux qui commencent par l'heure font entendre le problème mieux que n'importe quelle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« Le feu de la rue Alexandre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immeuble de quatre logements a brûlé pendant la nuit, à quatre rues de la cafétéria. Sylvain n'a rien entendu et n'a rien lu. Pour qu'il comprenne, il ne suffit pas de connaître les faits : il faut les mettre en ordre.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Raconter une nouvelle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commencer un récit par la nouvelle, pas par le détail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l'ordre des évènements dans un récit entendu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ce qui est arrivé, où et quand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le dernier paragraphe d'un fait divers apporte.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Deux pompiers, un boyau, une façade. Par quoi commenceriez-vous le récit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mpiers-boya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Il était quatre heures du matin… » — un détail avant la nouvelle.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immeuble a passé au feu cette nuit. » — la nouvelle d'abord.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permet à l'autre de se représenter la scène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2732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5337048"/>
            <a:ext cx="50292" cy="821944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41020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faut-il ajouter tout de suite après : où, ou quand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Il est arrivé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diapositive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Bon, raconte. Il est arrivé quoi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immeuble a passé au feu, cette nuit, sur la rue Alexandre.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Cette nuit ? Je n'ai rien entendu.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5704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Vers quatre heures du matin. Tout le monde dormait.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Personne de blessé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du monde de blessé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Non, personne. C'est ça qui est chanceux.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ça, personne ? Un immeuble au complet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Quatre logements. Un locataire s'est réveillé et il a cogné à toutes les portes.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Huit minutes après l'appel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a fait le tour de l'immeuble pendant que ça brûlait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Les pompiers sont arrivés huit minutes après l'appel.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l'immeuble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Perdu. Il ne reste que les murs. Onze personnes n'ont plus de logement.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4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Elles ont dormi où, après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Onze ! Elles ont dormi où, après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Croix-Rouge les a hébergées. Le journal le dit à la fin.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feu, il est parti d'où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la cuisine du deuxième. Mais ce n'est pas encore certain.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5 DE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J'essaie de le dire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SYLVAIN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racontes ça comme si tu étais là.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raconte ce que j'ai lu. Et j'essaie de le dire dans l'ordre.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LA GROSSE NOUVELLE D'ABORD, LES DÉTAILS APRÈS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arrivé, puis où, puis quand. Une seule phrase, et la personne en face sait de quoi vous parlez.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immeuble a passé au feu, cette nuit, sur la rue Alexandre. Tout ce que vous ajoutez ensuite se range tout seul : l'heure, le nombre de logements, les pompiers, les sinistrés. Commencez par l'heure, et l'autre attend encore de savoir de quoi il s'agit.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RÉCIT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Marisol dit, et dans quel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337560"/>
          </a:xfrm>
          <a:prstGeom prst="roundRect">
            <a:avLst>
              <a:gd name="adj" fmla="val 4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nouvelle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immeuble a passé au feu, rue Alexandre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décor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Vers quatre heures. Tout le monde dormait.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évènements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locataire s'est réveillé, il a cogné aux portes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pompiers sont arrivés huit minutes après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qui reste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Onze personnes n'ont plus de logement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 de la pause.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L'incendie a eu lieu vers quatre heures du matin.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personnes ont été blessées.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locataire s'est réveillé et a cogné à toutes les portes.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pompiers sont arrivés une demi-heure après l'appel.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comptait quatre logements.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personnes se retrouvent sans logement.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Croix-Rouge a hébergé les sinistrés.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cause du feu est déjà certaine.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L'incendie a eu lieu vers quatre heures du matin.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Deux personnes ont été blessées.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personne n'a été blessé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locataire s'est réveillé et a cogné à toutes les portes.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pompiers sont arrivés une demi-heure après l'appel.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huit minutes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L'immeuble comptait quatre logements.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personnes se retrouvent sans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Croix-Rouge a hébergé les sinistrés.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cause du feu est déjà certaine.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ce n'est pas encore certain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en une seule phrase ce qui est arrivé rue Alexandre.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Quoi, où, quand — dans cet ordre, et rien d'autre.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Relisez : est-ce qu'on comprend sans avoir lu le journal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Raconter une nouvelle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