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Le jeu de rôle vient en premier parce qu'il sert de répétition : c'est là que l'élève découvre que « il y a eu un problème » ne fait comprendre la nouvelle à personne, et qu'une information sans source se fait redemander.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ceux de l'évaluation du module. Les projeter au début et les relire à la fin. Ils sont aussi les critères que l'assistant emploie pour sa rétroaction : l'élève ne doit pas les découvrir en même temps que sa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cas sont ceux des blocs B, C et D. Laisser choisir, mais signaler que le troisième est le plus exigeant : il demande un avis défendu contre un interlocuteur qui n'est pas d'accord.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Savoir que l'assistant redemandera la source change complètement la préparation : les élèves relisent leurs paroles rapportées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au tableau pendant l'enregistrement. Faire écrire le message avant de l'enregistrer : personne n'improvise un bon message d'une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plan est celui de la carte de production orale de l'activité. Le faire recopier avant d'écrire : les élèves qui écrivent sans plan produisent un message de deux minutes qui n'en dit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temps est celui qu'on saute. Trois questions à se poser en s'écoutant : sait-on ce qui est arrivé dès la première phrase ? peut-on dire qui a affirmé quoi ? sait-on où s'arrête le journal et où commence l'avis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les six points en s'écoutant, avant l'envoi. Ce sont exactement les critères que l'assistant reprendra dans sa rétroaction.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de B1, revenu au moment où il coûte le plus cher. Faire réécouter à haute voix un message qui commence par l'heure : l'effet se comprend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rappel avant l'enregistrement. Le dire en une phrase : d'abord les faits avec leur source, ensuite l'avis, annoncé comme tel, jamais les deux dans la même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cette séance sont les plus utiles du module : ils disent exactement ce qui manque encore, juste avant la production écrite de E2. Les lire avant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Raconte-moi ça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 orales. D'abord le récit joué avec l'assistant, qui n'a rien lu et qui fera préciser. Ensuite le message laissé à Teresa, à Granby : de quarante-cinq à soixante secondes, cinq morceaux, enregistré et déposé.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fait divers d'un seul tenant à quelqu'un qui n'a rien lu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croiser le passé composé et l'imparfait dans le même récit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au moins une parole en nommant qui l'a dite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par un avis annoncé comme un avis, et justifié.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NOUVELLES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 dans l'activité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L'incendie de la rue Alexandre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Quatre logements, onze sinistrés, la Croix-Rouge, une cause encore incertaine.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L'eau de la rue des Peupliers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jours de pluie, une dizaine de sous-sols, la Ville et ses sacs de 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trente vélos du quartier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cabanons laissés ouverts, un numéro de série à noter, un témoin à minuit.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conseil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Prenez celle dont vous connaissez le mieux les paroles rapportées.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que l'assistant fera, et ce qu'il ne fera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NE FAIT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écoute et il relance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ne lit pas le journal à votre 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demande où et quand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ne devine pas la rue ni l'heure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demande qui a dit 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n'accepte pas « il paraît que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donne son avis à lui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n'est pas d'accord d'office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vous tutoie du début à 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ne corrige pas votre langue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CINQ MORCEAUX DANS LE MESSAGE LAISSÉ À TERESA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nouvelle · le décor · le déroulement · une parole rapportée · votre avis et sa 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Teresa habite Granby. Elle n'a rien lu, elle ne connaît pas Sherbrooke, et elle voudra savoir qui a dit quoi. Écrivez votre message, lisez-le une fois à voix haute, puis enregistrez : de quarante-cinq à soixante secondes.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PLAN DU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temps, cinq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nouvelle : ce qui est arrivé, où, quand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décor, à l'imparfait : l'heure, la rue, les gens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déroulement, au passé composé : deux ou trois évènements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parole rapportée, avec le nom de qui l'a dite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avis, annoncé comme un avis, et sa raison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ÉTAPES DE L'ENREGISTREMENT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le panneau de l'activité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m'enregistre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quarante-cinq à soixante secondes, après avoir écrit son 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m'écoute et je corrige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 si vous étiez Teresa, à Granby, qui n'a rien lu du tout.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J'envoie à mon enseignant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ne part sans un geste de l'élève : la correction reste privée.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Écoutez-vous, et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questions à se poser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la nouvelle est dite dès la première phrase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où et quand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au moins une phrase à l'imparfait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deux évènements au passé composé, dans l'ordre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nomme la personne qui a parlé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mon avis est annoncé comme un avis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Écoutez-vous, et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la nouvelle est dite dès la première phrase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l'autre attend encore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où et quand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rue, une heure, un jour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au moins une phrase à l'imparfait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 : l'heure, le temps, les gens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deux évènements au passé composé, dans l'ordre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bouge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nomme la personne qui a parlé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de « il paraît que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mon avis est annoncé comme un avis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justifié avec « parce que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COMMENCER PAR LE DÉTAIL AU LIEU DE LA NOUVELLE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Allô Teresa. Bon, il était quatre heures du matin…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Allô Teresa, c'est Marisol. Un immeuble a passé au feu cette nuit.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Sur un répondeur, l'autre ne peut pas vous arrêter pour demander de quoi vous parlez. La première phrase doit tenir debout toute seule : qui appelle, et ce qui est arrivé.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MÊLER LE JOURNAL ET SON PROPRE AVIS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gens ne barrent rien, et la police ne fait pas assez.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La police demande de noter le numéro. Moi, je trouve que ce n'est pas assez.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Teresa répétera votre message à quelqu'un d'autre. Si vos deux phrases sont collées, votre avis voyagera comme s'il était écrit dans le journal.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chose que l'assistant vous a fait préciser et que vous n'aviez pas prévue.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que vous direz différemment dans le courriel de 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