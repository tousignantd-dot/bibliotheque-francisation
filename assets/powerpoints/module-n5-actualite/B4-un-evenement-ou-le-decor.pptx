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Elle réunit B2 et B3 et se termine par le récit complet, en quatre temps. Prévoir la moitié du temps pour l'écriture : c'est la production qui compte, le tri n'est qu'un moyen.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de l'évaluation. Projeter les quatre temps au tableau et les y laisser jusqu'à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poser la question à voix haute sur cinq phrases avant de passer à la suivante : c'est un réflexe à installer, pas une notion à comprendre.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piège de « trois jours » revient chaque année. Le désamorcer ici : on ne compte pas les répétitions, on mesure une durée.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leçon de la séance tient dans ce tableau : ce n'est pas le verbe qui décide, c'est vous. Faire produire une sixième paire par le groupe avant de passer à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t1tri de l'activité, à deux tuiles. Faire poser les deux questions à voix haute pour les trois premières, puis laisser le groupe aller seul : le réflexe s'installe vite.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quatre phrases en classe, une par une, avec une mise en commun après chaque temps. Écrire les quatre d'un coup sans arrêt produit toujours un récit désordonné.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t1red de l'activité. Les quatre phrases du corrigé sont un modèle, pas une réponse attendue : chaque élève écrit les siennes. Faire lire deux récits complets à voix haute avant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la version en liste, puis la version à deux temps. La différence s'entend en trois secondes et elle vaut mieux que toute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1. Ramasser : ces quatre phrases sont la base du récit oral de E1. Les rendre corrigées avant la séance E1, pas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évènement, ou le décor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passé composé et l'imparfait ne se remplacent pas : ils se croisent. Ce n'est pas le verbe qui décide lequel employer, c'est ce que vous voulez dire. Deux questions suffisent à trancher, et cette séance ne fait que 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trancher entre passé composé et imparfait avec deux questions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qu'un même verbe change de camp selon le sens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fait divers en quatre temps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terminer un récit par ce qui a changé pour les gens.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PREMIÈRE QUESTION : EST-CE QUE ÇA A UN DÉBUT ET UNE FIN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oui, c'est un évènement : passé composé. Si la chose était simplement là, c'est le décor : imparfait.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feu a commencé. Les pompiers sont arrivés. La rue a été fermée. — début et fin, donc évènements. Il ventait. La rue était déserte. Tout le monde dormait. — rien ne commence, donc décor.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DEUXIÈME QUESTION : EST-CE QUE JE PEUX COMPTER COMBIEN DE FOIS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01824"/>
          </a:xfrm>
          <a:prstGeom prst="roundRect">
            <a:avLst>
              <a:gd name="adj" fmla="val 609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578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Il a cogné à quatre portes — on compte : passé composé. Il pleuvait depuis trois jours — on ne compte pas : imparfait.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01440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175760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test le plus rapide des deux, et celui qui règle les cas douteux. « Trois jours » n'est pas un nombre de fois : c'est une durée, et une durée appelle l'imparfait.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MÊME VERBE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change de camp selon ce qu'on veut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police a fermé la rue à cinq heures.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moment précis : évènement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rue était fermée toute la journée.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situation qui durait : décor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a plu trois heures.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épisode qui a fini : évènement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pleuvait depuis trois jours.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durée qui continuait : décor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330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458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est sortie du sous-sol.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458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mouvement, une fois : évènement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CLASSEMENT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évènement, ou le décor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dites ce qu'elle fait dans le récit.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feu a éclaté vers quatre heures du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ventait fort cette nuit-là.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locataire a cogné à toutes les portes.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avait quatre logements et un stationnement.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pompiers sont arrivés huit minutes plus tard.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rivière montait depuis trois jours.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 distribué des sacs de sable lundi.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portes des cabanons n'étaient pas barrées.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764235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77393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78033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779780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Croix-Rouge a hébergé onze personnes.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8330184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841247" y="8427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1247" y="8491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8485632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le monde dormait dans l'immeuble.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évènement, ou le décor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feu a éclaté vers quatre heures du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évènement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ventait fort cette nuit-là.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décor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locataire a cogné à toutes les portes.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évènement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avait quatre logements et un stationnement.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décor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pompiers sont arrivés huit minutes plus 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évènement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rivière montait depuis trois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décor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Ville a distribué des sacs de sable lundi.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évènement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portes des cabanons n'étaient pas barrées.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décor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764235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41247" y="773938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1247" y="780338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44168" y="779780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Croix-Rouge a hébergé onze personnes.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évènement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8330184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841247" y="84272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41247" y="84912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4168" y="8485632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 le monde dormait dans l'immeuble.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décor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PLAN DU RÉCIT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temps, et rien de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CONTIENT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Temps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nouvelle : ce qui est arrivé, où, quand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Temps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décor : l'heure, le temps, ce que les gens faisaient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Temps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évènements qui se suivent, au passé composé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Temps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reste : ce qui a changé pour les gens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le plan de l'exercice t1red, et c'est celui du récit oral de la séance E1. Le faire recopier dans le cahier.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Racontez-le à quelqu'un qui n'a rien 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 par temps.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1 — ce qui est arrivé, où, quand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2 — le décor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3 — deux évènements qui se suivent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4 — ce qui reste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Racontez-le à quelqu'un qui n'a rien 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1 — ce qui est arrivé, où, quand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immeuble de quatre logements a passé au feu cette nuit, rue Alexandre.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5127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1528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2 — le décor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Il était quatre heures du matin et tout le monde dormait.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77639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2702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3342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33087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3 — deux évènements qui se suivent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locataire s'est réveillé, puis il a cogné à toutes les portes.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5663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3492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132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21208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4 — ce qui reste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Onze personnes n'ont plus de logement, et la Croix-Rouge les a hébergées.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RACONTER TOUT AU PASSÉ COMPOSÉ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7181A"/>
                </a:solidFill>
                <a:latin typeface="Verdana"/>
              </a:rPr>
              <a:t>Il était quatre heures. Le feu a éclaté. Les gens ont dormi. Les pompiers sont arrivés.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était quatre heures et tout le monde dormait quand le feu a éclaté.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récit tout au passé composé fait une liste : la personne en face entend des évènements sans arriver à se représenter la scène. Le décor n'est pas un ornement, c'est ce qui rend l'histoire visible.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temps de votre récit, une phrase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nouvelle de votre choix : celle du journal, ou une de votre quartier.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qu'il y a au moins un imparfait et deux passés composés.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