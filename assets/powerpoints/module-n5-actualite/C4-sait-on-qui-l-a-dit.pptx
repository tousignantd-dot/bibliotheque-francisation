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réunit tout : le mot de liaison de C2, les pronoms de C3, et la source. Prévoir la seconde moitié de la séance pour l'écriture des quatre paroles rapportées.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culturel autant que linguistique : un témoin parle en son nom, un porte-parole engage un service. La distinction vaut pour tous les documents officiels que l'élève lira.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nuance de la deuxième piste a l'air petite et elle est énorme : c'est elle qui permet de tenir un service responsable de ce qu'il a dit. Prendre le temps de la faire reformuler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ce qui sépare les deux colonnes : à gauche, on peut aller voir. À droite, il n'y a personne à aller voir. C'est le seul critère, et il est vérifiable en une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deuxième phrase de la précision est importante : on n'interdit pas de rapporter une rumeur, on demande de la nommer comme telle.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conseil à donner : ne pas mettre « affirmer » partout. Un verbe trop fort donne à la parole un poids que la personne ne lui a pas donné, et c'est déjà une forme d'opinion.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t2qui de l'activité. Après la correction, demander pour deux phrases de la colonne « on ne sait pas » comment on pourrait les réparer. La réponse est toujours la même : aller chercher la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t2red de l'activité. La troisième est la plus difficile : une consigne à l'impératif se rapporte par « demander à quelqu'un de » plus l'infinitif. La montrer au tableau avant de laisser 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piège du défi 2 et le plus important du module. Le relier au défi 3 : une information sans source et une opinion présentée comme un fait produisent le même dégât.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2. Ramasser : ces billets montrent bien qui a compris que la source n'est pas un ornement mais une partie de l'information.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Sait-on qui l'a dit ?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rumeur commence là où le nom s'arrête. « Il paraît que le feu est parti d'une friteuse » : qui le dit ? Personne. Cette phrase-là fait circuler une information sans propriétaire, et personne ne peut ni la vérifier ni la corriger.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information qui n'a pas de source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formules qui portent un 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témoin d'un porte-parole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quatre paroles complètes, avec leur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femme parle devant plusieurs micros. Qu'est-ce que sa parole engage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rte-parole-micr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elle est porte-parole, c'est la Ville qui parle par sa bouche.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journal écrira « la Ville dit que », pas « madame Untel pense que 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témoin, lui, ne parle que pour lui : il raconte ce qu'il a vu.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celui qui répète ce qu'il a entendu ne parle au nom de personne.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COLONNES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Ce qui tient debout, ce qui vient de nulle part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TIENT DEBOUT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VIENT DE NULLE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Service de sécurité incendie dit que…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paraît que…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porte-parole de la Ville explique que…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dit que…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 témoin raconte qu'il…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Tout le monde dit que…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Selon L'Écho des Cantons…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D'après ce que j'ai entendu…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8280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95604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Les pompiers expliquent que…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95604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gens racontent que…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MOTS SÉPARENT UNE NOUVELLE D'UNE RUMEUR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Les pompiers disent que… » — et votre récit passe de la rumeur à la nouvelle.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meilleur rapport effort-résultat de tout le module. Les formules vagues ne sont pas interdites — mais quand vous les employez, dites-le : « ça, je ne l'ai lu nulle part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BON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 ajoute une couleur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Neutre. Le verbe par défaut, et le plus fréquent dans un fait divers.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expliquer · rappeler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parole éclaire, ou reprend une chose déjà dite.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affirmer · annoncer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c'est appuyé, ou quand c'est du neuf.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 · raconter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question, et pour un récit vécu.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JUGEMENT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Sait-on de qui vient l'information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si on sait qui parle.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de sécurité incendie dit que le feu serait parti de la cuisine.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paraît que le propriétaire n'avait pas d'assurance.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porte-parole de la Ville explique que les sacs ont été distribués lundi.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dit que la rue est mal drainée depuis des années.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témoin raconte qu'il a vu trois vélos dans une remorque.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dit que la police ne fait rien pour les vols de vélos.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L'Écho des Cantons, onze personnes ont été hébergées.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D'après ce que j'ai entendu, ils vont démolir l'immeuble.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Sait-on de qui vient l'information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de sécurité incendie dit que le feu serait parti de la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sait qui parle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paraît que le propriétaire n'avait pas d'assurance.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sait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porte-parole de la Ville explique que les sacs ont été distribués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sait qui parle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dit que la rue est mal drainée depuis des années.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sait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témoin raconte qu'il a vu trois vélos dans une remorque.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sait qui parle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dit que la police ne fait rien pour les vols de vélos.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sait pas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L'Écho des Cantons, onze personnes ont été hébergées.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sait qui parle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D'après ce que j'ai entendu, ils vont démolir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sait pas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paroles à rapporter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la personne, mettez le verbe au présent, 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L'enquête se poursuit et nous ne pouvons rien confirmer. » — le Service de sécurité incendie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Est-ce que la Ville va refaire le fossé au bout de la rue ? » — une résidente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Notez le numéro de série de votre vélo. » — le Service de police de Sherbrooke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J'ai vu passer trois vélos dans une remorque, vers minuit. » — un commerçant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paroles à rapporter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L'enquête se poursuit et nous ne pouvons rien confirmer. » — le Service de sécurité incendie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Service de sécurité incendie dit que l'enquête se poursuit et qu'il ne peut rien confirmer.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Est-ce que la Ville va refaire le fossé au bout de la rue ? » — une résidente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résidente demande si la Ville va refaire le fossé au bout de la 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Notez le numéro de série de votre vélo. » — le Service de police de Sherbrooke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Service de police de Sherbrooke demande aux gens de noter le numéro de série de leur vélo.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J'ai vu passer trois vélos dans une remorque, vers minuit. » — un commerçant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commerçant raconte qu'il a vu passer trois vélos dans une remorque, vers minuit.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RAPPORTER UNE INFORMATION SANS SA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feu est parti d'une friteuse.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Service de sécurité incendie dit que le feu serait parti de la cuisine.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source, votre phrase devient un fait — et la personne en face la répétera comme tel. Trois mots de plus, et chacun sait d'où vient l'information et ce qu'elle vaut.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: une avec source, une sans. Puis réparez la deuxième.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deuxième peut commencer par « il paraît que » ou « on dit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la réparer, ajoutez qui pourrait le dire, et vérifiez-le.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