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en lisant une déclaration au « je » puis en la rapportant sans rien changer : « la résidente dit que j'ai tout perdu dans mon sous-sol ». Laisser le groupe rire, puis demander qui a perdu quelque chose dans cette phrase. C'est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bonne nouvelle qu'il faut annoncer tôt : au niveau 5, on rapporte au présent, donc le temps du verbe rapporté ne bouge pas. Cela retire la moitié de la difficulté.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« de l'extérieur » fait comprendre le mécanisme mieux qu'une liste : on regarde la scène d'où l'on est, pas d'où la personne était.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réciter la colonne de droite en cachant celle de gauche, puis l'inverse. C'est un des rares contenus du module qui gagne à être mémorisé tel 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est celle qui rassure. Le passé composé reste au passé composé, l'imparfait reste à l'imparfait : c'est ce qui rend le discours rapporté abordable au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plus délicat que les autres : ne pas l'imposer, le montrer. Faire produire les deux versions de la même consigne et laisser le groupe dire laquelle convient à quelle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t2pron de l'activité. La dernière est la plus complète : elle demande de changer un déterminant et un pronom tonique dans la même phrase. Y consacrer le temps qu'il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version fautive à voix haute par un élève volontaire et laisser le groupe réagir. Le rire fait le travail, à condition qu'il porte sur la phrase et non sur la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consigne de relecture ciblée : on ne relit pas tout, on cherche une seule chose. C'est la technique de correction la plus efficace pour les élèves de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La consigne de relecture est la moitié de l'exercice : vérifier qu'elle a été suivie, et non pas seulement 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Elle disait je, vous dites elle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tout perdu dans mon sous-sol », dit la résidente. Rapporté, ça devient : la résidente raconte qu'elle a tout perdu dans son sous-sol. Le je devient elle, le mon devient son. C'est la partie qu'on oublie, et c'est celle qui fait sourire.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changer les pronoms quand on rapporte une parole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changer les déterminants possessifs de la même façon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ne change pas : le temps du verbe rapporté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régler le « vous » en regardant qui écoute.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PERSONNE PARLAIT D'ELLE ; VOUS, VOUS PARLEZ D'ELLE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 ce qui lui appartenait dans sa phrase lui appartient encore, mais vu de l'extérieur.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perdu mes outils. » devient : il dit qu'il a perdu ses outils. Le je devient il, le mes devient ses. Rien d'autre ne bouge : ni le verbe, ni l'ordre des mots.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TABLEAU À SAVOIR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de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DISAIT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DITES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ou 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me, moi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le, la, lui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mon, ma,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son, sa, 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ils ou elles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notre, 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leur, leurs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tableau se récite en dix secondes et il règle la moitié des fautes du défi 2. Le faire recopier dans le cahier.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NE BOUGE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bonnes nouvelles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temps du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tout perdu. » devient : elle raconte qu'elle a tout perdu.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L'ordre des mots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ne se déplace : on remplace des mots, on ne réorganise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noms propres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Sherbrooke, la rue des Peupliers, la Croix-Rouge : tels quels.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Rapporter n'est pas résumer : on garde ce que la personne a 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VOUS » SE RÈGLE EN REGARDANT QUI ÉCOUTE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Vous devez évacuer. » Si le porte-parole vous parlait à vous : il dit que nous devons évacuer.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le journal rapporte une consigne adressée aux gens de la rue, on écrit plutôt : il demande aux résidents d'évacuer. Regardez toujours à qui la phrase était adressée avant de choisir le pronom.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la parole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la partie qui suit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tout perdu dans mon sous-sol. » — la résidente raconte qu'…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pompons depuis mercredi. » — les pompiers expliquent qu'…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vu trois vélos dans une remorque. » — le commerçant dit qu'…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Notre enquête se poursuit. » — la police annonce que…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cogné à toutes les portes. » — le locataire raconte qu'…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Mes voisins sont sortis avant moi. » — elle dit que…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la parole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tout perdu dans mon sous-sol. » — la résidente raconte qu'…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 tout perdu dans son sous-sol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pompons depuis mercredi. » — les pompiers expliquent qu'…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ils pompent depuis mercredi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vu trois vélos dans une remorque. » — le commerçant dit qu'…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 vu trois vélos dans une remorque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Notre enquête se poursuit. » — la police annonce que…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 enquête se poursuit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cogné à toutes les portes. » — le locataire raconte qu'…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 cogné à toutes les portes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Mes voisins sont sortis avant moi. » — elle dit que…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ses voisins sont sortis avant 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RAPPORTER EN GARDANT LE « JE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résidente dit que j'ai tout perdu dans mon sous-sol.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résidente dit qu'elle a tout perdu dans son sous-sol.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le je gardé, c'est vous qui avez perdu votre sous-sol. La phrase est grammaticalement correcte : elle veut simplement dire autre chose, et personne ne vous arrêtera pour vous le signaler.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DÉTERMINANT POSSESSIF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dit qu'il a perdu mes outils.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dit qu'il a perdu ses outils.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est corrigé, le déterminant ne l'est pas : c'est la faute qui reste quand on a compris la règle à moitié. Relisez en cherchant les mon, ma, mes, notre, 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deux paroles du dialogue de C1, en changeant tout ce qu'il faut.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parole d'une personne, une parole d'un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en cherchant les je, les mon et les nous qui auraient survécu.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