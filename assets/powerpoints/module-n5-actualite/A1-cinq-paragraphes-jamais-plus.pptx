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lit un journal, en quelle langue, et à quel moment de la journée ? Beaucoup répondront qu'ils n'en lisent aucun, faute de temps ou de mots. C'est exactement le point de départ : un fait divers de quartier tient en cinq paragraphes et parle de la rue d'à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rend la lecture possible : celui qui sait où est le chapeau connaît la nouvelle en dix secondes. Le montrer sur un vrai journal si on en a un sous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annonce tout le module : une nouvelle mal racontée est une nouvelle sans ordre et sans source. Laisser deux ou trois histoires se dire, elles serviront d'exemples jusqu'en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d'entrée le tutoiement : deux collègues de cuisine qui travaillent côte à côte depuis des mois. C'est le registre de tout le module, et c'est celui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les trois exemples de Marisol : un feu, une inondation, un vol. Ce sont les trois nouvelles du module, et le groupe les retrouvera aux blocs B, C et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cœur de la séance tient dans ces quatre répliques. Faire répéter le mot « chapeau » avec son article. Beaucoup d'élèves lisent un article de journal en commençant par la première ligne du texte : leur montrer qu'on ne lit jamais comme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page annonce tout le bloc C. Un fait divers n'est jamais une liste : il donne la parole, et chaque parole porte un nom. Poser la question au groupe : à quoi ça sert, de savoir qui l'a dit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dit la situation du module en huit mots : quelqu'un n'a rien lu, quelqu'un d'autre raconte. Toute la suite consiste à apprendre à s'asseoir en face de Sylvain et à parler d'un seul 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servira encore en B1, quand on demandera à l'élève de commencer son récit par la grosse nouvelle plutôt que par l'heure.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cacher la colonne de droite et deviner. La dernière ligne surprend toujours : presque tous les faits divers se terminent par « l'enquête se poursuit », et ce n'est pas une formule creuse.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Le chapeau » fera rire : c'est le même mot que celui qu'on met sur la tête, et c'est justement l'image — le chapeau se pose sur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pr1 de l'activité interactive. Faire justifier chaque « faux » par la réplique exacte : c'est ce geste-là qu'on demandera pendant tout le module, retrouver dans le texte ce qu'on 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très concret : plusieurs élèves abandonnent la lecture d'un journal parce qu'ils la vivent comme un examen. Leur donner la permission de ne pas tout lire change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fournissent la matière du bloc B : chacun aura une nouvelle à lui à raconter, en plus de celles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Cinq paragraphes, jamais plus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499868"/>
          </a:xfrm>
          <a:prstGeom prst="roundRect">
            <a:avLst>
              <a:gd name="adj" fmla="val 58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Marisol Ferreira prépare les salades à la cafétéria d'un cégep de Sherbrooke. Tous les mardis, l'hebdomadaire du secteur traîne sur la table de la salle des employés. Elle a commencé à le lire pour pratiquer son français ; maintenant, c'est le cuisinier qui attend qu'elle lui raconte.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fait divers parmi les autres textes d'un journal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parties d'un fait divers : le titre, le chapeau, le texte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en lisant ce qui est arrivé, où et quand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un fait divers fait toujours parler quelqu'un.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journal ouvert sur une table de cafétéria. Qu'est-ce qu'on y lit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journal-cafete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un journal de quartier là où vous habitez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lisez en premier dans un journal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vous apprenez une nouvelle, à qui la racontez-vous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vous a déjà raconté une nouvelle de travers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sort quand, celui-là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Marisol, tu lis encore ton petit journal. Il sort quand, celui-là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mardi. Une fois par semaine. C'est un hebdomadaire de la région.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38211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il y a quoi dedans ? Des annonces de garage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5704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des annonces, oui. Mais moi, je lis les faits divers.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faits divers, c'est quoi au juste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faits divers, c'est quoi au juste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petites nouvelles d'ici. Un feu, une inondation, un vol de vélos.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les affaires qui arrivent aux voisins.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Exactement. C'est court : cinq paragraphes, jamais plus.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titre, puis les lignes en gras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lis tout, du début à la fin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Je lis le titre, puis les trois lignes en gras en dessous.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lignes en gras, ça s'appelle comment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chapeau. Il dit toute la nouvelle en une phrase ou deux.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il fait parler du monde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après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Après, le texte donne les détails, et il fait parler du monde.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monde comme qui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témoin, un pompier, quelqu'un de la Ville. Ceux qui étaient là.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5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Assis-toi, j'en ai une bonne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je n'ai jamais le temps. Tu me raconteras.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me fait pratiquer mon français. Assis-toi, j'en ai une bonne.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CHAPEAU DIT TOUT, LE TEXTE AJOUTE LES DÉTAILS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lit le titre, puis les deux ou trois lignes en gras. On sait alors la nouvelle, et on décide si on lit la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titre annonce. Le chapeau résume l'évènement complet en une ou deux phrases. Le texte, lui, ne fait qu'ajouter : l'heure exacte, le nombre de logements, ce que les gens ont déclaré. On peut s'arrêter après le chapeau sans rien manquer d'essentiel.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FORME DU 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parties, trois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titre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Cinq ou six mots. Il annonce, il ne raconte pas.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chapeau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Deux ou trois lignes en gras : toute la nouvelle d'un coup.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1er paragraphe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qui est arrivé, où et quand, au passé composé.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milieu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décor à l'imparfait, puis les paroles entre guillemets.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qui reste : les sinistrés, l'enquête qui se poursuit.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MOTS DU JOURNAL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 de la première séance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fait divers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court article sur un évènement d'ici : un feu, un vol, une inondation.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hebdomadaire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journal qui paraît une fois par semaine, toujours le même jour.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chapeau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lignes en gras sous le titre, qui disent toute la nouvelle.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témoin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personne qui était sur place et qui a vu ce qui s'est passé.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 de la salle des employés.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L'Écho des Cantons paraît une fois par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lit d'abord les annonces de garage.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chapeau, ce sont les lignes en gras sous le titre.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 raconte des nouvelles du monde entier.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a commencé à lire le journal pour pratiquer son français.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Sylvain lit le journal tous les mardis, lui aussi.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 fait parler des témoins et des pompiers.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 occupe une page complète du journal.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L'Écho des Cantons paraît une fois par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lit d'abord les annonces de garage.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lit les faits divers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chapeau, ce sont les lignes en gras sous le titre.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 raconte des nouvelles du monde entier.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des nouvelles d'ici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a commencé à lire le journal pour pratiquer son français.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Sylvain lit le journal tous les mardis, lui aussi.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n'a jamais le temps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 fait parler des témoins et des pompiers.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 divers occupe une page complète du journal.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cinq paragraphes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LIRE UN ARTICLE DE JOURNAL COMME UN LIVRE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commence à la première ligne et je vais jusqu'au bout.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lis le titre, puis le chapeau. Ensuite je décide.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journal ne se lit pas dans l'ordre. Le chapeau existe précisément pour qu'on puisse s'arrêter là. Trois minutes par jour suffisent pour lire quatre faits divers de cette façon.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en une phrase une nouvelle arrivée près de chez vous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d'abord ce qui est arrivé, puis où et quand.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savez rien, écrivez la question que vous poserez à un voisin.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