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2. Commencer par un jeu : dire au groupe « il paraît que le centre ferme deux jours la semaine prochaine » et laisser passer trois secondes. Demander ensuite qui l'a dit. Personne. C'est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seul qui compte vraiment. Les trois autres sont les moyens de le tenir : sans nom, la phrase la mieux construite ne vaut rien.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deviner les quatre voix avant de lire le dialogue. Elles y sont toutes les quatre, et le groupe les retrouvera sans peine : c'est un bon moyen de montrer qu'un fait divers est prévisible.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Teresa est une amie qui habite loin : c'est pour cela qu'elle ne sait rien. Sa toute première phrase commence par « il paraît que » — la formule que la séance va démonter. La faire remarquer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Teresa est la question du module entier. La projeter seule si besoin. Faire remarquer la réponse : « entre guillemets » — c'est le signe visible d'une parole rapportée mot pour mot.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structures dans quatre répliques : « raconte que » pour une affirmation, « demande si » pour une question par oui ou non. Les signaler sans les développer : elles font l'objet de la séance C2.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 Ville n'a pas voulu dire quand » est une information, pas un vide : un refus de répondre se rapporte comme le reste. Le faire remarquer, c'est un point de lecture que peu d'élèves voient seuls.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voix du dialogue, et troisième verbe : dit, raconte, demande, explique. Faire relever les quatre au tableau avant la mise en commun : ils sont la matière du reste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que le jeu de rôle de E1 vérifie : l'assistant demandera « qui dit ça ? » chaque fois qu'une information arrivera sans propriétaire.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est la leçon. Demander au groupe ce qu'on peut faire d'une information sans propriétaire : ni la vérifier, ni la corriger, ni la citer. On ne peut que la répéter.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t2a de l'activité. La cinquième est la plus formatrice : elle demande de se rappeler non pas l'information, mais sa source. C'est exactement la compétence du défi.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sans nom — il y en aura — servent d'ouverture à C2 : les lire à voix haute sans nommer les auteurs et demander au groupe ce qui manque.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Qui a dit ça, au juste ?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jours de pluie, la rivière Magog sortie de son lit, une dizaine de sous-sols inondés. La Ville affirme une chose, une résidente en demande une autre, les pompiers en expliquent une troisième. Répéter tout ça sans dire qui l'a dit, c'est transformer une nouvelle en rumeur.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Raconter une nouvelle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au présent une parole lue dans le journal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la personne ou le service qui a parlé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le verbe qui convient : dit, explique, demande, raconte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déclaration d'une rumeur.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sous-sol où l'eau monte au-dessus des boîtes. Qui va parler dans cet article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ous-sol-inond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personne qui habite la maison : elle raconte ce qu'elle a perdu.</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Ville : elle explique ce qu'elle a fait, et quand.</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pompiers : ils disent ce qu'ils font en ce moment.</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Environnement Canada : l'avertissement avait été émis la veille.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 a mouillé sans bon sens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Allô ! Ça va ? Il paraît qu'il a mouillé sans bon sens chez vous.</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jours de pluie. La rivière Magog est sortie de son lit.</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Sortie de son lit ? C'est grave, ça ?</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9" name="TextBox 18"/>
          <p:cNvSpPr txBox="1"/>
          <p:nvPr/>
        </p:nvSpPr>
        <p:spPr>
          <a:xfrm>
            <a:off x="2431161" y="45704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dizaine de sous-sols inondés sur la rue des Peupliers.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Elle le dit, ou tu le penses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la Ville, elle fait quoi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Ville dit qu'elle a distribué des sacs de sable dès lundi.</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15" name="TextBox 14"/>
          <p:cNvSpPr txBox="1"/>
          <p:nvPr/>
        </p:nvSpPr>
        <p:spPr>
          <a:xfrm>
            <a:off x="2431161" y="34005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le dit, ou tu le penses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8" name="TextBox 17"/>
          <p:cNvSpPr txBox="1"/>
          <p:nvPr/>
        </p:nvSpPr>
        <p:spPr>
          <a:xfrm>
            <a:off x="2431161" y="41498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le dit. C'est écrit dans le journal, entre guillemets.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résidente raconte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monde de la rue, ils disent quoi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résidente raconte qu'elle a tout perdu dans son sous-sol.</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15" name="TextBox 14"/>
          <p:cNvSpPr txBox="1"/>
          <p:nvPr/>
        </p:nvSpPr>
        <p:spPr>
          <a:xfrm>
            <a:off x="2431161" y="34005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Pauvre elle. Elle demande quelque chose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8" name="TextBox 17"/>
          <p:cNvSpPr txBox="1"/>
          <p:nvPr/>
        </p:nvSpPr>
        <p:spPr>
          <a:xfrm>
            <a:off x="2431161" y="41498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demande si la Ville va refaire le fossé au bout de la rue.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4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Ville n'a pas voulu dire quand</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personne ne répond à ça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journal écrit que la Ville n'a pas voulu dire quand.</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15" name="TextBox 14"/>
          <p:cNvSpPr txBox="1"/>
          <p:nvPr/>
        </p:nvSpPr>
        <p:spPr>
          <a:xfrm>
            <a:off x="2431161" y="34005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Toi, tu me dis toujours qui parle. J'aime ça.</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8" name="TextBox 17"/>
          <p:cNvSpPr txBox="1"/>
          <p:nvPr/>
        </p:nvSpPr>
        <p:spPr>
          <a:xfrm>
            <a:off x="2431161" y="41498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Sinon on ne sait plus qui pense quoi. C'est mêlant.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5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Ils pompent depuis mercredi</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TERESA</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vrai. Bon, et il reste de l'eau dans les maisons ?</a:t>
            </a:r>
          </a:p>
        </p:txBody>
      </p:sp>
      <p:sp>
        <p:nvSpPr>
          <p:cNvPr id="10" name="TextBox 9"/>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1" name="TextBox 10"/>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pompiers expliquent qu'ils pompent depuis mercredi matin.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ON NOMME D'ABORD CELUI QUI PARLE, ON RAPPORTE ENSUITE</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Ville dit qu'elle a distribué des sacs de sable. Les pompiers expliquent qu'ils pompent depuis mercredi.</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verbe reste au présent : la parole a été dite hier, mais elle tient encore aujourd'hui. C'est la position de la Ville, pas un évènement de sa journée. Sans le nom au début, la phrase devient « il paraît que » — et ça ne vaut rien.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VOIX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parle, et ce que chacun apporte</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QUI PARLE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APPORTE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Ville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qu'elle a fait, et quand : les sacs de sable dès lundi</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Une résidente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qu'elle a vécu, et ce qu'elle demande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Les pompiers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se passe en ce moment : ils pompent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journal</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que personne n'a voulu dire : la date du fossé</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 Il paraît que »</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du tout : personne ne le 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l'appel du soir avec Teresa.</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plu trois jours de suite à Sherbrooke.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rivière Magog est sortie de son lit.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trentaine de sous-sols ont été inondés.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dit qu'elle a distribué des sacs de sable dès lundi.</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Marisol qui pense que la Ville a distribué des sacs.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résidente raconte qu'elle a tout perdu dans son sous-sol.</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a répondu quand elle referait le fossé.</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pompiers expliquent qu'ils pompent depuis mercredi matin.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plu trois jours de suite à Sherbrooke.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rivière Magog est sortie de son lit.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trentaine de sous-sols ont été inondés.   </a:t>
            </a:r>
            <a:r>
              <a:rPr sz="1400" b="1" i="0">
                <a:solidFill>
                  <a:srgbClr val="07734A"/>
                </a:solidFill>
                <a:latin typeface="Verdana"/>
              </a:rPr>
              <a:t>» faux — une dizaine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dit qu'elle a distribué des sacs de sable dès lundi.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Marisol qui pense que la Ville a distribué des sacs.   </a:t>
            </a:r>
            <a:r>
              <a:rPr sz="1400" b="1" i="0">
                <a:solidFill>
                  <a:srgbClr val="07734A"/>
                </a:solidFill>
                <a:latin typeface="Verdana"/>
              </a:rPr>
              <a:t>» faux — la Ville le dit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résidente raconte qu'elle a tout perdu dans son sous-sol.   </a:t>
            </a:r>
            <a:r>
              <a:rPr sz="1400" b="1" i="0">
                <a:solidFill>
                  <a:srgbClr val="07734A"/>
                </a:solidFill>
                <a:latin typeface="Verdana"/>
              </a:rPr>
              <a:t>» vrai</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a répondu quand elle referait le fossé.   </a:t>
            </a:r>
            <a:r>
              <a:rPr sz="1400" b="1" i="0">
                <a:solidFill>
                  <a:srgbClr val="07734A"/>
                </a:solidFill>
                <a:latin typeface="Verdana"/>
              </a:rPr>
              <a:t>» faux — elle n'a pas voulu dire quand</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pompiers expliquent qu'ils pompent depuis mercredi matin.   </a:t>
            </a:r>
            <a:r>
              <a:rPr sz="1400" b="1" i="0">
                <a:solidFill>
                  <a:srgbClr val="07734A"/>
                </a:solidFill>
                <a:latin typeface="Verdana"/>
              </a:rPr>
              <a:t>» vrai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Rapportez une parole du dialogue, en nommant qui l'a dite.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 qui parle, le verbe au présent, puis « que » ou « si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Relisez : est-ce qu'on sait de qui vient l'information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Raconter une nouvelle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