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Ouvrir en lisant les quatre phrases du chapeau, puis en demandant ce qui est arrivé dedans. La réponse est : rien. C'est exactement ce qu'il faut comprendre — l'imparfait ne raconte pas, il installe.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plus important des quatre et le plus long à installer. Lui garder au moins vingt minutes en fin de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Insister sur la bonne nouvelle : l'imparfait est le temps le plus régulier du français, et les élèves l'apprennent souvent plus vite que le présent.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cacher la colonne de droite et produire les phrases oralement. Les cinq lignes couvrent tout ce qu'un fait divers met à l'imparfait : il n'y a rien d'autre à mémoriser.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carte est la charnière de la séance : « quand » introduit l'évènement, et c'est l'autre verbe de la phrase qui passe au passé composé. Y revenir à la diapositive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les deux phrases à voix haute cinq fois, en chœur. Cette structure revient dans chaque fait divers du monde, et elle s'installe par la bouche avant de s'installer par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t1imp de l'activité. Les deux dernières sont les plus instructives : la négation à l'imparfait, et la phrase en « pendant que » où les deux verbes restent à l'imparfait parce que les deux duraient.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entendre la différence en disant les deux phrases. La deuxième lecture — « chaque fois » — fait rire, et c'est ce rire qui installe la distinction.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faire l'opération à voix haute sur cinq verbes du module : prendre, venir, faire, dire, pouvoir. C'est mécanique, et une fois le geste automatisé, la faute disparaît.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Corriger surtout la troisième phrase : c'est celle qui sera évaluée en E1 et en E2, et celle que le corrigé automatique de l'activité regarde en premier.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décor : l'imparfait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Il était quatre heures. Tout le monde dormait. Il ventait fort. L'immeuble avait quatre logements. Rien n'y commence ni n'y finit : c'est la toile de fond sur laquelle l'évènement va se planter.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Raconter une nouvelle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l'imparfait à partir du radical du « nous » du présent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ce qui se met à l'imparfait dans un fait divers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les mots qui appellent l'imparfait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construire une phrase à deux temps, décor et évènement.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UNE SEULE SÉRIE DE TERMINAISONS, POUR TOUS LES VERBES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-ais · -ais · -ait · -ions · -iez · -aient. Sans exception, d'un bout à l'autre du français.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les colle au radical du « nous » du présent : nous dorm-ons donne il dormait ; nous fais-ons donne il faisait ; nous pren-ons donne elle prenait. Un seul verbe sort du rang, et c'est être : j'étais, tu étais, il était.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DÉCOR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met à l'imparfait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L'heure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était quatre heures du matin.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temps qu'il faisait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ventait fort. Il pleuvait depuis trois jours.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les gens faisaient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Tout le monde dormait dans l'immeuble.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existait déjà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L'immeuble avait quatre logements.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durait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rivière montait depuis trois jours.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MOTS QUI TRAHISSENT L'IMPARFAIT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Quand vous les voyez, la situation dure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pendant 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Pendant que les pompiers travaillaient, la police fermait la rue.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depuis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rivière montait depuis trois jours.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quand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dormait quand il a entendu l'alarme.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toujours, encore, chaque fois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portes des cabanons n'étaient jamais barrées.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PHRASE À DEUX TEMPS, À SAVOIR PAR CŒUR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dormait quand il a entendu l'alarme.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L'imparfait pose la toile de fond, le passé composé y plante l'évènement. L'eau montait déjà quand la Ville a distribué les sacs de sable. Changez les deux de place et la phrase ne veut plus rien dire.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à l'imparfait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radical vient du « nous » du présent.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___ (être) quatre heures du matin.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Tout le monde ___ (dormir) dans l'immeuble.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rivière ___ (monter) depuis trois jours.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L'immeuble ___ (avoir) quatre logements.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portes des cabanons ___ (ne pas être) barrées.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Pendant que les pompiers ___ (travailler), la police fermait la rue.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à l'imparfait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___ (être) quatre heures du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était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Tout le monde ___ (dormir) dans l'immeuble.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dormait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rivière ___ (monter) depuis trois jours.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montait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L'immeuble ___ (avoir) quatre logements.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portes des cabanons ___ (ne pas être) barrées.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n'étaient pas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Pendant que les pompiers ___ (travailler), la police fermait la rue.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travaillaient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METTRE À L'IMPARFAIT CE QUI S'EST PASSÉ UNE FOIS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Les pompiers arrivaient huit minutes après l'appel.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Les pompiers sont arrivés huit minutes après l'appel.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Huit minutes après l'appel » désigne un moment précis : c'est un évènement, donc le passé composé. L'imparfait aurait voulu dire qu'ils arrivaient toujours en huit minutes, chaque fois.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CHERCHER UN RADICAL D'IMPARFAIT DANS L'INFINITIF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faire, donc il fairait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nous faisons, donc il faisait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radical de l'imparfait ne vient jamais de l'infinitif : il vient toujours du « nous » du présent. Prenez le nous, enlevez -ons, ajoutez la terminaison. Trois gestes, et aucune exception sauf être.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deux phrases de décor et une phrase à deux temps.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décor : l'heure, le temps qu'il faisait, ce que les gens faisaient.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phrase à deux temps : quelque chose durait quand un évènement est arrivé.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Raconter une nouvelle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