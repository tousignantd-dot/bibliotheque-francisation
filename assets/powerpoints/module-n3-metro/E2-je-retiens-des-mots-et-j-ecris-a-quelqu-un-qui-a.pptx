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clôture. Commencer en reprenant les questions difficiles signalées aux billets de la séance E1. Rappeler au groupe où il en était à la séance A1 : c'est ce trajet-là qu'on mesure aujourd'hui.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Premier des deux tableaux. Ce sont les cinq exigences affichées dans l'activité interactive, coupées en deux pour rester lisibles à la projection.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reprend les trois points de grammaire du module : le démonstratif, les prépositions de temps, la comparaison. C'est sur eux que portera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Cette consigne fait toujours écrire davantage que « rédigez un message » : elle donne un destinataire réel et une raison d'écrire.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cocher avant de demander la vérification à l'assistant : l'élève corrige d'abord ce qu'il peut corriger seul. C'est ce qui fait progresser, pas la rétroaction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Révision rapide. Faire donner la définition par les élèves plutôt que la lire : c'est un bilan, pas un enseignement.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gestes qui servent tous les jours. « Valider » est celui dont l'oubli coûte le plus cher : le répéter une dernière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interactive, avec dix énoncés. Celle-ci en projette six pour la discussion de groupe. Ne pas commenter les réponses de qui que ce soit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billet du module. Le lire soi-même avant de le rendre : c'est là qu'on voit ce que les seize séances ont réellement produit, et ce qu'il faudra reprendre au module suivant.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 — et j'écris à quelqu'un qui arrive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séance. On écrit à une personne qui débarque et ne connaît rien au transport collectif — c'est-à-dire à soi-même, il y a seize séances.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Le bon titre de transport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court message qui conseille un titre de transport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prix correctement, avec la virgule et le signe après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jusqu'à quand un titre est bon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 point sur ce qu'on est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message doit contenir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ÉCRIRE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titre conseillé, et pourquoi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Prends un mensuel, parce que…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son prix, en chiffres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coûte 110,00 $.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où l'acheter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point de service ou à la borne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cinq à huit phrases, pas plus.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message doit contenir — la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020824"/>
          </a:xfrm>
          <a:prstGeom prst="roundRect">
            <a:avLst>
              <a:gd name="adj" fmla="val 72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ÉCRIRE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jusqu'à quand il est bon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bon jusqu'à la fin du mois.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une chose à ne pas oublier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N'oublie pas de valider ta carte.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069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9264" y="4325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Attention aux petits mots : ce titre-là, du lundi au dimanche, moins cher 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À QUI ON ÉCRIT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personne que vous étiez il y a seize séances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Quelqu'un arrive à Montréal la semaine prochaine et ne connaît rien au transport collectif. Écrivez-lui ce que vous auriez voulu qu'on vous dise. C'est le meilleur test de ce que vous savez vraiment.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Vérifiez avant d'envoyer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Relisez votre message et cochez.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prix est écrit avec une virgule.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signe de dollar est après le nombre.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dit jusqu'à quand le titre est bon.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écrit « ces » et non « ses 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« il faut », le verbe est à sa forme de base.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message fait de cinq à huit phrases.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Vérifiez avant d'envoyer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prix est écrit avec une virgule.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3,75 $ et non 3.75 $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signe de dollar est après le nombre.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110 $ et non $110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dit jusqu'à quand le titre est bon.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jusqu'à, du… au…, pendant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écrit « ces » et non « ses ».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ces prix-là, sur la grille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« il faut », le verbe est à sa forme de base.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valider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 message fait de cinq à huit phrases.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compteur l'indique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à emporter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643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carte OPUS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1378" y="2121408"/>
            <a:ext cx="70876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de plastique, gardée des années, qu'on recharge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9643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titre de transport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1378" y="3106674"/>
            <a:ext cx="70876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achète et qu'on met dessus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9643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point de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1378" y="4091939"/>
            <a:ext cx="70876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comptoir de la station, où on vend et on explique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9643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tarif réduit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1378" y="5077205"/>
            <a:ext cx="70876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prix plus bas — avec une carte avec photo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gestes à ne pas oublier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368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recharger sa carte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43851" y="2121408"/>
            <a:ext cx="71151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avant la fin du mois, au comptoir ou à la borne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9368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valider son titre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43851" y="3106674"/>
            <a:ext cx="71151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 montant, chaque fois — sinon, amende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9368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correspondance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3851" y="4091939"/>
            <a:ext cx="71151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cent vingt minutes pour finir son trajet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93684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place réservée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43851" y="5077205"/>
            <a:ext cx="711515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 avant : on se lève sans qu'on demande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AUTOÉVALUATION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suis capable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comprends les quatre titres principaux.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peux dire et écrire un prix.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peux demander le prix d'un titre au comptoir.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peux demander si j'ai droit au tarif réduit.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J'ose faire répéter un chiffre.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peux lire la grille : la ligne, la colonne, le prix.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suis capable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comprends les quatre titres principaux.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passage, dix passages, hebdo, mensuel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56565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62966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peux dire et écrire un prix.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trois dollars soixante-quinze, 3,75 $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peux demander le prix d'un titre au comptoir.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combien coûte…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485388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91134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97535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640836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peux demander si j'ai droit au tarif réduit.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est-ce que…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J'ose faire répéter un chiffre.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pardon, pouvez-vous répéter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831080"/>
            <a:ext cx="5464911" cy="1217676"/>
          </a:xfrm>
          <a:prstGeom prst="roundRect">
            <a:avLst>
              <a:gd name="adj" fmla="val 12015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52570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53210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986528"/>
            <a:ext cx="4504791" cy="9433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peux lire la grille : la ligne, la colonne, le prix.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en croix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chose que vous savez faire aujourd'hui et que vous ne saviez pas faire il y a un mois.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Avant, je ___ 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Maintenant, je peux 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Le bon titre de transport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