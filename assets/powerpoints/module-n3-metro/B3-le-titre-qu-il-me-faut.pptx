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d'appariement et de justification orale. Reprendre les billets de la séance B1 : chacun avait choisi un titre. Trois élèves expliquent leur choix devant le groupe avant de commencer.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« Illimité » est le mot à retenir : il sépare les titres qui comptent des voyages de ceux qui comptent du temps. Le faire redire par trois élèves.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distinction « compter des voyages » ou « compter du temps » est celle qui permet de choisir. Un dix passages ne périme pas : c'est utile à savoir.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2 du défi 1. Exiger la justification, pas seulement la réponse : « un mensuel, parce qu'elle se déplace tous les jours ». C'est la phrase qui sera demandée à l'oral en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découverte pratique de tout le module, celle qui fait économiser de l'argent. La faire reformuler par un élève dans ses propres mots.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Chacun répond pour lui-même, pas pour Rosario. Passer dans les rangées et corriger la prononciation des prix plutôt que la grammaire : c'est le moment de réinvestir la séance A4.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deux titres n'apparaissent pas dans les dialogues du bloc B : ils viennent du bloc D. Les poser ici parce qu'un élève qui les connaît économise sans effort.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Certains découvriront qu'ils paient trop depuis des mois : accueillir cette découverte sans en faire un reproche à qui que ce soit.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B3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titre qu'il me faut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Six personnes, six situations, six titres différents. Il n'y a pas de bon titre en général : il y a le bon titre pour la façon dont on se déplace.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Le bon titre de transport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associer une façon de se déplacer au titre qui lui convient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combien de temps chaque titre est bon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justifier un choix de titre en une phrase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ce qu'est un titre illimité.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Chaque titre et sa durée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TITRE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COMBIEN DE TEMPS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 titre mensuel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tout le mois, jusqu'au dernier jour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 titre hebdomadaire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du lundi au dimanche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 titre 24 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24 heures à partir de la validation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Une Soirée illimitée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 18 h à 5 h le lendemain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quatre sont illimités : autant de déplacements qu'on veut.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titres qui comptent des voyages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TITRE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COMBIEN DE TEMPS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 passage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seul déplacement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Dix passages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dix déplacements, sans date limite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Une correspondance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120 minutes pour finir son trajet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Ceux-là ne s'épuisent pas avec le temps, mais avec l'usage.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ASSOCIATION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titre pour quelle personne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Dites quel titre convient le mieux, et pourquoi.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vous déplacez tous les jours, matin et soir, tout le mois.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venez à Montréal une seule fois, pour un rendez-vous.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Votre sœur visite la ville du samedi au lundi.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travaillez cinq jours cette semaine, puis vous partez.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sortez seulement le soir, après six heures.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vous déplacez cinq ou six fois par mois, sans jour fixe.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titre pour quelle personne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vous déplacez tous les jours, matin et soir, tout le mois.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titre mensuel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venez à Montréal une seule fois, pour un rendez-vous.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passage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Votre sœur visite la ville du samedi au lundi.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Week-end illimité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travaillez cinq jours cette semaine, puis vous partez.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titre hebdomadaire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sortez seulement le soir, après six heures.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Soirée illimitée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vous déplacez cinq ou six fois par mois, sans jour fixe.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dix passages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QUESTION QUI DÉCIDE DE TOUT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Est-ce que je paie des voyages, ou du temps ?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passage et un dix passages comptent des voyages : chaque déplacement en enlève un. Un hebdo et un mensuel comptent du temps : le nombre de déplacements n'a plus d'importance. Dès qu'on se déplace tous les jours, payer du temps coûte moins cher.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JUSTIFICATION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Dites pourquoi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chaque phrase à voix haute.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prends un mensuel parce que…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prends un hebdo parce que…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prends un passage parce que…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prends un dix passages parce que…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ne prends pas de mensuel parce que…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Dites pourquoi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prends un mensuel parce que…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me déplace tous les jours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prends un hebdo parce que…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travaille seulement cette semaine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prends un passage parce que…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viens une seule fois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prends un dix passages parce que…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sors quelques fois par mois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ne prends pas de mensuel parce que…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me déplace rarement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DEUX TITRES QU'ON OUBLIE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Ils existent, et personne ne les demande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La Soirée illimitée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3307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Six dollars soixante-quinze, valide de dix-huit heures à cinq heures du matin. Autant de déplacements qu'on veut. Moins cher que deux passages dès qu'on sort le soir.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Week-end illimité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3307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Dix-sept dollars, du vendredi seize heures au lundi cinq heures. Trois jours complets. C'est le titre à conseiller à quelqu'un qui vient visiter la ville.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 titre que vous allez acheter le mois prochain, et pourquoi.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vais acheter ___ 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Parce que je me déplace ___ 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Le bon titre de transport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