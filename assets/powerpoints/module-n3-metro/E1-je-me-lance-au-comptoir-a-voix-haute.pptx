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C'est la production orale du module, et elle est déposable : les élèves s'enregistrent et envoient. Rassurer le groupe — on peut recommencer autant de fois qu'on veut avant d'envoyer.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dialogue montre une situation que les élèves n'ont pas encore travaillée : acheter pour quelqu'un d'autre. Le faire remarquer — la structure ne change pas, seul le titre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exact de la production orale du module, celui qui s'affiche à l'écran de l'élève. Le faire recopier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quatre premiers sujets, ceux qu'aucun élève n'oublie. C'est la même liste que dans l'activité interactive, où elle se coche.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sont les trois derniers sujets qui font la différence entre une conversation subie et une conversation menée. Insister sur le dernier.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franchement : c'est le critère d'évaluation, et il correspond à ce que le programme demande — demander et comprendre l'information pour acheter un titre.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cinq minutes de préparation écrite avant de parler. Les élèves les plus timides choisissent presque toujours la première : c'est bien, elle est la plus proche de leur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commencer en mode écrit, puis refaire la même situation en mode parlé. Le deuxième passage est toujours meilleur, et le dire aux élèves les décomplexe.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troisième temps : la correction de l'assistant reste privée, rien ne part sans un geste de l'élève. C'est une règle du projet et elle rassure beaucoup.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questions signalées ici sont à reprendre en début de séance E2, avant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 — au comptoir,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que les quatorze séances ont préparé tient en deux minutes de parole : saluer, demander, comprendre, vérifier.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bon titre de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acheter un titre de transport à voix haute,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au moins trois questions au comptoir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quand on n'a pas compris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le titre et le prix avant de payer.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titre pour la fin de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dernier modèle avant de se lancer.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5230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MAXIME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4989" y="2322576"/>
            <a:ext cx="849113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Bonjour. Ma sœur arrive samedi et elle reste trois jours.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65230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LORRAINE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4989" y="2982976"/>
            <a:ext cx="849113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va se déplacer beaucoup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65230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MAXIME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4989" y="3643376"/>
            <a:ext cx="849113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Oui, elle veut visiter la ville. Le métro, l'autobus, partout.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65230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LORRAINE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4989" y="4303775"/>
            <a:ext cx="849113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Alors le Week-end illimité. Dix-sept dollars, du vendredi seize heures au lundi cinq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65230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MAXIME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4989" y="4964176"/>
            <a:ext cx="849113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n'a pas de carte OPUS. Est-ce que c'est un problème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65230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LORRAINE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4989" y="5624576"/>
            <a:ext cx="849113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Non. Je peux le mettre sur une carte à puce occasionnelle.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temps de la prise de parole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 · dire ce qu'on vient chercher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Je voudrais un titre de transport, s'il vous plaît.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 · demander le prix et le tarif réduit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coûte le mensuel ? Est-ce que ma fille paie moins cher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 · répéter avant de payer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mensuel, zone A, cent dix dollars. C'est ça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Environ quarante-cinq secondes en 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du jeu de rôle · 1 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saluer et dire ce qu'on 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Je voudrais…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combien de fois par semaine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déplace dix fois.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dans quelle zone on reste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est à Montréal.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prix du titre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coûte le mensuel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du jeu de rôle · 2 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tarif réduit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qu'elle paie moins cher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qu'il faut apporter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que je dois apporter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faire répéter un chiffre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Pardon, pouvez-vous répéter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répéter le titre et le prix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mensuel, 110 $. C'est ça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L'assistant ne dit rien qu'on ne lui demande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QUI DISTINGUE UNE BONNE PRISE DE PAROLE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des questions, et vérifier à la fin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la perfection grammaticale. Un élève qui pose trois questions et redit le prix avant de payer a réussi, même avec des fautes. Un élève qui ne dit rien et hoche la tête n'a pas réussi, même sans faute.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 au choix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la vôtre et préparez vos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titre du mois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tarif réduit de la famille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visiteuse de trois jours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 au choix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titre du mois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vous déplacez cinq jours par semaine, zone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tarif réduit de la famille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fille de 15 ans, une mère de 68 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visiteuse de trois jours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arrive samedi, repart lundi, aucune carte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jeu de rôle avec l'assistant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l'écran : choisissez la situation, le rôle et le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jouez le client.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jouez la personne au comptoir.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écrivant.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parlant.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jeu de rôle avec l'assistant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jouez le client.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l'assistant tient le comptoir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jouez la personne au comptoir.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l'assistant vient acheter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écrivant.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 préparer, sans la pression de la voix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parlant.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 de vrai, comme au guichet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L'enregistrement à déposer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temps, environ quarante-cinq secondes.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m'enregistre.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m'écoute et je corrige.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J'envoie à mon enseignant.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L'enregistrement à déposer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m'enregistre.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peut recommencer autant de fois qu'on veut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m'écoute et je corrige.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l'assistant donne une rétroaction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J'envoie à mon enseignant.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seulement quand on est prêt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question que vous avez trouvée la plus difficile à poser.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question la plus difficile pour moi, c'est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vais la répéter avant d'aller au comptoir.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bon titre de 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