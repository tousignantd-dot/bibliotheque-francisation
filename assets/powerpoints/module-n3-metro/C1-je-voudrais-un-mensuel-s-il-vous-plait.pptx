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2, qui est la compétence de production orale du programme. Le bloc B était de l'écoute ; ici, l'élève prend la parole. Le dire explicitement au groupe : la difficulté change de 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proposer des formules, même maladroites, et les écrire au tableau sans corriger. On y reviendra en fin de séance : ce qui manque presque toujours, c'est « je voudrais » et « s'il vous plaît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répliques, et déjà toute la structure : on salue, on demande poliment, on donne sa carte, on pose une question. Faire remarquer que Rosario n'attend pas qu'on lui dise quoi faire : elle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Rosario pose trois questions à la suite, une à la fois, et obtient trois renseignements que personne ne lui aurait donnés spontanément. C'est le point de la séance : au comptoir, on ne reçoit que ce qu'on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reformulation finale est ce qu'on demandera à l'oral en E1. Quatre éléments : le titre, la zone, le prix, la durée. La faire répéter par plusieurs élèves, en changeant le titre à chaque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la phrase par tout le groupe, puis individuellement, avec la salutation. Beaucoup d'élèves oublient de saluer, et c'est ce qui se remarque le plus au Québec.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compter combien de renseignements Rosario obtient : cinq, pour quatre questions. Aucun ne lui aurait été donné si elle s'était tue.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quatrième énoncé fait souvent hésiter : soixante-huit ans est bien au-dessus de soixante-cinq, donc tarif réduit.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Chacun écrit sa propre phrase, avec le titre qui lui convient. Elle servira telle quelle à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voudrais un mensuel, s'il vous plaît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fois, c'est l'élève qui parle. Il sait ce qu'il veut, et il lui reste quatre questions à poser avant de sortir son argent.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bon titre de transport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entrer en conversation au comptoir avec une formule polie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si on a droit au tarif réduit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qu'il faut apporter pour une carte avec photo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répéter ce qu'on a compris avant de payer.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Qu'est-ce qu'on dit en arrivant devant le comptoir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dit « je veux » ou autre chose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salue d'abord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fait-on si on ne connaît pas le nom du titre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questions peut-on poser sans déranger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avez votre carte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523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4989" y="2322576"/>
            <a:ext cx="84911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voudrais un titre mensuel, s'il vous plaît.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6523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LORRAINE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4989" y="3071876"/>
            <a:ext cx="84911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 sûr. Vous avez votre carte OPUS avec vous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6523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4989" y="3821175"/>
            <a:ext cx="84911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voici. Est-ce que je dois acheter une nouvelle carte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6523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LORRAINE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4989" y="4570475"/>
            <a:ext cx="84911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Je recharge celle-là. Le titre s'ajoute dessus.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 fille a quinze 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5230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ROSARIO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4989" y="1901952"/>
            <a:ext cx="849113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ma fille peut avoir le tarif réduit ? Elle a quinze 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6887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33472"/>
            <a:ext cx="165230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LORRAINE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4989" y="2633472"/>
            <a:ext cx="849113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Oui, de six à dix-sept ans. Mais il lui faut une carte avec photo.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39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364991"/>
            <a:ext cx="165230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ROSARIO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4989" y="3364991"/>
            <a:ext cx="849113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est-ce qu'on fait la photo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3192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6511"/>
            <a:ext cx="165230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LORRAINE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4989" y="4096511"/>
            <a:ext cx="849113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Ici même. Apportez une preuve de son âge et venez avec elle.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66344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828031"/>
            <a:ext cx="165230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ROSARIO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4989" y="4828031"/>
            <a:ext cx="849113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ma mère ? Elle a soixante-huit ans.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9495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559551"/>
            <a:ext cx="165230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LORRAINE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84989" y="5559551"/>
            <a:ext cx="849113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Soixante-cinq ans et plus, c'est aussi le tarif réduit.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répète pour être sûre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523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LORRAINE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4989" y="1901952"/>
            <a:ext cx="84911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Cent dix dollars. Vous payez comptant ou par carte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523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4989" y="2651252"/>
            <a:ext cx="84911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carte. Est-ce que je peux répéter pour être sûre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6523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LORRAINE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4989" y="3400551"/>
            <a:ext cx="84911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Allez-y.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6523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4989" y="4149851"/>
            <a:ext cx="84911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mensuel, zone A, cent dix dollars, bon jusqu'à la fin du mois. C'est ça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723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36971"/>
            <a:ext cx="16523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LORRAINE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4989" y="5236971"/>
            <a:ext cx="84911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exactement ça. N'oubliez pas de valider votre carte au tourniquet.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FORMULE D'ENTRÉE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Bonjour. Je voudrais un titre mensuel, s'il vous plaît.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choses en une phrase : on salue, on demande poliment, on nomme ce qu'on veut. « Je veux » n'est pas faux, mais sonne sec. « Je voudrais » demande la même chose et ouvre bien mieux la conversation.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questions de Rosario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sa carte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je dois acheter une nouvelle carte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tarif réduit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ma fille peut avoir le tarif réduit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carte avec photo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est-ce qu'on fait la photo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vérifier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je peux répéter pour être sûre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question à la fois, et on attend la réponse.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Rosario doit acheter une nouvelle carte.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fille de quinze ans a droit au tarif réduit.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le tarif réduit, il faut une carte avec photo.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mère de soixante-huit ans paie le tarif ordinaire.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Rosario paie comptant.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répète ce qu'elle a compris avant de partir.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Rosario doit acheter une nouvelle carte.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on recharge celle qu'elle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fille de quinze ans a droit au tarif réduit.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de 6 à 17 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le tarif réduit, il faut une carte avec photo.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mère de soixante-huit ans paie le tarif ordinaire.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65 ans et plus, tarif réduit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Rosario paie comptant.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paie par carte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répète ce qu'elle a compris avant de partir.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première phrase que vous direz au comptoir.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Bonjour. Je voudrais ___ , s'il vous plaît.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Est-ce que ___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bon titre de transport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