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centrale du défi 2. Le programme de niveau 3 nomme explicitement les phrases interrogatives parmi ses savoirs : c'est elles qui rendent possible toute l'intention de production orale du module. Ouvrir avec les questions écrites au billet de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seul point de grammaire vraiment indispensable du module. Faire transformer trois phrases affirmatives du groupe en questions,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enseigner l'inversion (« puis-je », « coûte-t-il ») : elle est au-dessus du niveau 3 et ne sert à rien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Devant une voyelle, « est-ce que » devient « est-ce qu' » : où est-ce qu'on fait la photo. Le faire entendre plutôt que l'écrire.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faire apprendre par cœur, littéralement : quatre phrases, quatre soirs. C'est le devoir le plus rentable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chez les élèves qui ont vu l'inversion ailleurs. Poser la règle simplement : on choisit une façon, on ne les additionne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2. Faire relire chaque question complétée à voix haute, en montant la voix à la fin : la forme écrite ne suffit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en chœur, puis en binômes : l'un pose la question, l'autre invente une réponse. Passer dans les rangées et corriger l'intonation plutôt que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mais c'est le plus utile du module : ces quatre questions serviront à la séance E1 et dans la vraie vie. Vérifier au ramassage que chacun en a bien quatre.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sa question au comptoir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pose ses questions de trois façons. Deux sont faciles, une est difficile. Au guichet, une seule suffit.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mot de question devant « est-ce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monter la voix quand on garde l'ordre normal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quatre questions du guichet sans hésiter.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FAÇON LA PLUS SÛRE, ET LA SEULE À RETENIR D'ABORD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peux payer par carte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pose « est-ce que » devant la phrase et on ne touche à rien d'autre. L'ordre des mots ne change pas. Elle fonctionne avec n'importe quelle phrase, sans exception, et personne ne la trouvera bizarre.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façons de poser une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FAÇON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voix qui monte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combien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avec est-ce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 payer comptant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avec un mot de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coûte le mensuel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deuxième marche partout. Commencez par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prix, le nombre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lieu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quand / jusqu'à 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moment, la fin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façon de faire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Ils se mettent devant « est-ce que », jamais après.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guichet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 coûte le mensuel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Jusqu'à quand c'est bon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 est-ce qu'on fait la photo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permission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Est-ce que je peux payer par carte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quatre-là couvrent presque tout un achat.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Est-ce que puis-je payer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Est-ce que je peux payer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est-ce que », la phrase reste exactement dans l'ordre normal : sujet, puis verbe. C'est justement pour cela qu'elle est facile. Mélanger les deux façons produit une phrase que personne ne 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mot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coûte le titre mensuel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qu'on fait la carte avec photo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que je peux payer par carte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Jusqu'___ quand est-ce que ce titre est bon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 , s'il vous plaît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que je vous dois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coûte le titre mensuel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qu'on fait la carte avec photo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que je peux payer par carte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Jusqu'___ quand est-ce que ce titre est bon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 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répéter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que je vous dois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à avoir dans la bouche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 en montant la voix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combien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payer comptant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coûte le titre mensuel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est-ce qu'on fait la carte avec photo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est-ce que ce titre est bon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Pardon, pouvez-vous répéter, s'il vous plaît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à avoir dans la bouche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combien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voix monte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payer comptant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coûte le titre mensuel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mot de 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est-ce qu'on fait la carte avec photo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qu' devant voyelle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est-ce que ce titre est bon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durée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Pardon, pouvez-vous répéter,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répéter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questions que vous poserez au comptoir.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___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je peux ___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