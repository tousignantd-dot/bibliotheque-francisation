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au groupe qui prend l'autobus ou le métro pour venir au centre, et ce que chacun achète comme titre. La plupart répondront « un billet » ou « une passe » sans savoir qu'il existe quatre ou cinq titres différents. C'est exactement la situation de Rosario, et c'est la découverte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venir les réponses dans n'importe quelle langue, puis les traduire ensemble au tableau. Écrire les montants au tableau sans commenter : la comparaison viendra d'elle-même au bloc B. Personne n'a besoin de savoir encore ce qu'est le bon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Rosario n'a rien fait de mal : son calcul est juste, mais il est incomplet. C'est le raisonnement de presque tout le monde en arrivant. Ne pas donner la réponse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du problème : dix passages couvrent l'aller-retour de cinq jours, et rien d'autre. Faire compter au tableau les déplacements réels d'une semaine ordinaire d'un élève volontaire.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Maxime ne donne pas le prix : il envoie Rosario se renseigner. C'est ce que le module apprend à faire, et c'est tout le bloc B. Insister sur le verbe « se renseigner », qui est dans le lexique du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confusion carte / titre est la plus fréquente et elle coûte de l'argent : un élève qui croit que la carte est le titre en rachète une chaque mois. Faire répéter la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à chacun de répondre pour lui-même, à voix haute, en une phrase complète. C'est la phrase du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article. Les quatre reviennent dans les seize séances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réponses servent au bloc B : chacun comparera son propre montant à la grille des tarifs. Ramasser les billets et les garder pour la séance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carte que j'ai dans ma poche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carte qui dure des années, et des titres qu'on met dessus. Beaucoup de gens paient trop cher pendant des mois faute d'avoir demandé.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bon titre de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carte de transport et le titre qu'on met dessus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choses de la station : la carte, le titre, le passage, le point de service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même trajet peut se payer de plusieurs façons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aller pour se renseigner sur les prix.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Combien payez-vous par mois pour vous déplacer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achetez : un billet, une carte, autre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achetez la même chose chaque semaine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par semaine prenez-vous l'autobus ou le métro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vous a expliqué comment ça marche, en arrivant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paies trop cher, Rosario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MAXIME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2495" y="2322576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Rosario, tu achètes encore un dix passages ce matin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0980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2495" y="3071876"/>
            <a:ext cx="863363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Trente-cinq dollars. Je fais ça chaque semaine depuis septembre.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MAXIME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495" y="4158995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semaine ? Tu paies beaucoup trop cher.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2495" y="4908296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 Dix passages, c'est dix voyages. C'est simple.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le samedi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MAXIME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2495" y="1901952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mais tu viens à l'école cinq matins et tu retournes cinq soirs.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2495" y="2651252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dix. C'est correct, non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MAXIME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2495" y="3400551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samedi ? Et l'épicerie ? Tu achètes un deuxième dix passages.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2495" y="4149851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vrai. Des fois, j'en achète deux dans la même semaine.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seul prix pour tout le mois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MAXIME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2495" y="1901952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regarde ta carte. C'est une carte OPUS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2495" y="2651252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pense que oui. C'est la carte bleue et blanche.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0980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MAXIME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2495" y="3400551"/>
            <a:ext cx="863363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une carte OPUS, tu peux mettre un titre mensuel. Un seul prix pour tout le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2495" y="4487671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mois complet ? Et je peux prendre le métro et l'autobus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23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36971"/>
            <a:ext cx="15098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MAXIME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2495" y="5236971"/>
            <a:ext cx="86336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Va au point de service de la station. Demande-leur.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carte, le titre, le passage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carte OPUS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carte de plastique, gardée des années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titre de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qu'on achète et qu'on met sur la carte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passage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seul voyage, d'un point à un autre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point de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comptoir de la station, où on vend et on explique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ne se jette pas : on la recharge.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QU'IL FAUT SAVOIR AVANT D'ACHETER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Combien de fois par semaine est-ce que je me déplace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première question qu'on vous posera au comptoir, et c'est elle qui décide du titre. Cinq jours aller-retour, ce n'est pas dix déplacements par mois : c'est plus de quarante.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MOTS DE LA 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une carte OPUS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carte de plastique bleue et blanche. Elle sert des années et elle ne contient rien par elle-même : c'est le titre qu'on met dessus qui donne le droit de monter.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titre de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qu'on achète : un passage, dix passages, une semaine, un mois. Il s'ajoute sur la carte, et il a une durée.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passage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seul déplacement, d'un point à un autre. Il comprend le droit de changer de véhicule pendant deux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point de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comptoir de la station, avec une personne derrière la vitre. On y achète ses titres et on peut y poser toutes ses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Rosario achète un titre de dix passages chaque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vient au centre cinq matins par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Maxime dit qu'elle paie le bon prix.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titre mensuel est bon pour une semaine.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Maxime lui dit d'aller au point de service.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Rosario achète un titre de dix passages chaque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vient au centre cinq matins par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Maxime dit qu'elle paie le bon prix.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dit qu'elle paie trop cher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titre mensuel est bon pour une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pour tout le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Maxime lui dit d'aller au point de service.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combien de fois par semaine vous vous déplacez, et ce que vous payez.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me déplace ___ fois par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J'achète ___ et je paie ___ dollars.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bon titre de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