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Elle ferme la découverte et ouvre le défi 1, qui est une séance d'écoute de prix. Commencer en écrivant 3,75 $ au tableau et en demandant à trois élèves de le lire à voix haute. Les trois lectures seront différentes.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deux formes par tout le groupe. La forme courte est celle qu'ils entendront réellement, donc celle qu'il faut savoir reconnaître.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Beaucoup d'élèves viennent de pays où le point sépare les décimales et où le signe se met devant. Ce n'est pas une faute d'orthographe : c'est une convention différente, à réapprendre.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s'excuser du système de numération : l'expliquer comme une construction, ce qu'il est. Faire compter de 60 à 100 en chœur,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choisir à chacun celle qu'il adoptera : une seule, apprise par cœur, vaut mieux que quatre hésitantes.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4 du module. Dicter les prix soi-même, à voix normale, sans ralentir : c'est ainsi qu'ils seront dits au comptoir. Ne répéter que si un élève le demande — et le féliciter de l'avoir demandé.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vrais prix de la zone A. Les élèves les reverront au bloc D, dans la grille. Ne pas encore expliquer les titres : on travaille les nombres, pas les tarifs.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Piège très fréquent chez les élèves qui ont appris l'anglais avant le français. Le corriger une fois clairement, puis passer à autre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Vérifier la virgule et la position du signe de dollar : c'est là que se voit ce qui reste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dollars soixante-quinze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prix se dit en deux morceaux et s'écrit avec une virgule. Tout le module en dépend : les prix se donnent à l'oral, une seule fois.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bon titre de transport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prix à voix haute : les dollars, puis les cents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la forme courte employée au comptoir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prix avec une virgule et le signe de dollar après le nombre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le prix de quatre façons.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PRIX A DEUX PARTIES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3,75 $ » se dit trois dollars soixante-quinze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D'abord les dollars, ensuite les cents. On ne dit pas « cents » à la fin : on s'arrête au nombre. Au comptoir, on entend surtout la forme courte, « trois soixante-quinze », où le mot « dollars » saute. Ce n'est pas du mauvais français : c'est du français parlé normal.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virgule, pas le 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N'ÉCRIT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3,75 $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3.75 $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110 $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$110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33,25 $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33.25$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virgule sépare les dollars des cents, et le signe se met après.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dizaines qui piègent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NOMBRE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 IL SE CONSTRUIT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70 · soixante-dix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soixante, plus dix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75 · soixante-quinze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soixante, plus quinze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80 · quatre-vingts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quatre fois vingt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90 · quatre-vingt-dix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quatre fois vingt, plus dix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Soixante-quinze » revient dans presque tous les prix du transport.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façons de demander le prix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 ON L'EMPLOIE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C'est combien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plus courte, entre gens pressés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Ça coûte combien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plus fréquente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Combien coûte le mensuel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quand on nomme le titre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Combien est-ce que je vous dois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au moment de payer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Les quatre sont polies. La dernière sert à confirmer un prix déjà 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prix en chiffres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écrivez avec une virgule et le signe de dollar.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dollars soixante-quinze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Trente-cinq dollars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Trente-trois vingt-cinq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Cent dix dollars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 dollars soixante-quinze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Dix-sept dollars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prix en chiffres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dollars soixante-quinze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3,75 $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Trente-cinq dollars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35,00 $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Trente-trois vingt-cinq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33,25 $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Cent dix dollars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110,00 $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Six dollars soixante-quinze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6,75 $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Dix-sept dollars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17,00 $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RÉPÉTITION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prix de la grille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répétez chaque prix deux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dollars soixante-quinze.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dollars soixante-quinze.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Trente-cinq dollars.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Trente-trois dollars vingt-cinq.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Cent dix dollars.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Soixante-six dollars.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prix de la grille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Trois dollars soixante-quinze.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passage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dollars soixante-quinze.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passage à tarif réduit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Trente-cinq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dix passages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Trente-trois dollars vingt-cinq.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l'hebdo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Cent dix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mensuel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Soixante-six dollars.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mensuel à tarif réduit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trois dollars soixante-quinze cents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trois dollars soixante-quinze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dit pas « cents » à la fin d'un prix en français. On s'arrête au nombre. Ajouter « cents » est immédiatement reconnaissable comme une traduction de l'anglais.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bon titre de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en chiffres les trois prix que vous avez entendus aujourd'hui.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passage coûte ___ 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mensuel coûte ___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Le bon titre de transport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