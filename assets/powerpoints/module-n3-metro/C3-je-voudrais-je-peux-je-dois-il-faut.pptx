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grammaire. Le programme de niveau 3 les appelle les auxiliaires de modalité. Ouvrir en écrivant les quatre au tableau et en demandant au groupe lequel il emploierait pour entrer en conversation. Les réponses seront partagées.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trouver un exemple pour chacun dans le dialogue de la séance C1 : les quatre y sont.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Ne pas moraliser : expliquer que c'est une convention locale, comme la virgule dans les prix. Les élèves qui disent « je veux » ne sont pas impolis, ils traduisent.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La distinction est fine mais utile : un élève qui dit « il faut que j'apporte » se fait comprendre, mais « je dois apporter » est plus direct et plus court.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C'est ce qui rend ces quatre verbes faciles : ils dispensent de conjuguer le verbe qui porte le sens. Le dire ainsi au groupe, c'est une bonne nouvelle.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Erreur très fréquente et facile à corriger. Faire l'exercice inverse : donner une phrase à deux verbes conjugués et demander au groupe de la réparer.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C'est l'exercice 3 du défi 2. Le quatrième énoncé accepte les deux réponses : c'est l'occasion de faire dire la différence de sens plutôt que de trancher.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Répétition en binômes : l'un joue le client, l'autre répond « oui » ou « non ». C'est la première mise en situation du défi 2, très courte, et elle prépare le jeu de rôle de la séance E1.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Devoir court. Vérifier au ramassage que le deuxième verbe n'est jamais conjugué : c'est le seul point qui compte.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C3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Je voudrais, je peux, je dois, il faut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394968"/>
          </a:xfrm>
          <a:prstGeom prst="roundRect">
            <a:avLst>
              <a:gd name="adj" fmla="val 1048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Toute la conversation du guichet tient sur quatre petits verbes. Ils ne disent pas la même chose, et le verbe qui les suit ne bouge jamais.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Le bon titre de transport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choisir entre je voudrais, je peux, je dois et il faut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distinguer l'obligation personnelle et la règle générale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laisser le deuxième verbe à sa forme de base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« je voudrais » plutôt que « je veux » au comptoir.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verbes, quatre intentions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LE VERBE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QU'IL FAIT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voudrais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poliment une chose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est-ce que je peux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demander la permission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je dois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mon obligation à moi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faut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dire la règle, pour tout le monde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Ils ne sont pas interchangeables : chacun dit autre chose.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FORMULE D'ENTRÉE, ENCORE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Je voudrais un titre mensuel, s'il vous plaît.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Je veux » n'est pas faux, mais sonne sec, presque impoli. « Je voudrais » demande exactement la même chose et ouvre bien mieux la conversation. Ajoutez « s'il vous plaît » : au Québec, c'est presque obligatoire.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dois ou il faut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015996"/>
          </a:xfrm>
          <a:prstGeom prst="roundRect">
            <a:avLst>
              <a:gd name="adj" fmla="val 485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PHRASE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QUI EST OBLIGÉ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dois apporter une preuve d'âge.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606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moi, personnellement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307543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320344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une carte avec photo.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320344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tout le monde, sans exception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59816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2618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Je dois venir avec ma fille.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2618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moi, dans ma situation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2089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24891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Il faut valider son titre.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24891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B45309"/>
                </a:solidFill>
                <a:latin typeface="Verdana"/>
              </a:rPr>
              <a:t>toute personne qui monte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064252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320284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« Il faut » ne change jamais de forme. C'est le verbe le plus simple.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CE QUI VIENT APRÈS LES QUATRE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Je voudrais ACHETER · Je peux PAYER · Il faut VENIR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Le deuxième verbe garde toujours sa forme de base, celle du dictionnaire. On ne dit jamais « je voudrais j'achète » ni « il faut je viens ». Un seul verbe se conjugue : le premier.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voudrais j'achète un titre.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« Je voudrais acheter un titre. 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seul verbe se conjugue : le premier. Le second garde sa forme de base — acheter, payer, venir, valider, apporter. C'est vrai des quatre verbes de la séance.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GRAMMAIRE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je voudrais, je peux, je dois ou il faut.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___ un titre mensuel,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___ payer par carte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 tarif réduit, ___ une carte avec photo.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apporter une preuve de son âge.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___ recharger ma vieille carte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valider son titre en montant dans l'autobus.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bon verbe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Bonjour. ___ un titre mensuel, s'il vous plaît.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voudrais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59855" y="2139696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6434175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34175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37095" y="2295144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___ payer par carte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peux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le tarif réduit, ___ une carte avec photo.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59855" y="3254248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6434175" y="356463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34175" y="362864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37095" y="3409696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apporter une preuve de son âge.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dois / Il faut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Est-ce que ___ recharger ma vieille carte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je peux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59855" y="4368800"/>
            <a:ext cx="5464911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6434175" y="46791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6434175" y="47431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37095" y="4524248"/>
            <a:ext cx="4504791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___ valider son titre en montant dans l'autobus.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RÉPÉTITION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défi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Écoutez, puis répétez.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Je voudrais un titre mensuel, s'il vous plaît.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payer par carte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dois acheter une nouvelle carte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le tarif réduit, il faut une carte avec photo.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valider son titre en montant.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acheter un titre pour le mois.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Six phrases du défi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Bonjour. Je voudrais un titre mensuel, s'il vous plaît.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demander poliment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peux payer par carte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demander la permission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Est-ce que je dois acheter une nouvelle carte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mon obligation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Pour le tarif réduit, il faut une carte avec photo.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règle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Il faut valider son titre en montant.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règle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Je voudrais acheter un titre pour le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poliment, devant un verbe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une phrase avec chacun des quatre verbes.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Je voudrais ___ 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Il faut ___ 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C3 · Le bon titre de transport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