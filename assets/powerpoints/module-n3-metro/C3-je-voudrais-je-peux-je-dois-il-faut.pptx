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Le programme de niveau 3 les appelle les auxiliaires de modalité. Ouvrir en écrivant les quatre au tableau et en demandant au groupe lequel il emploierait pour entrer en conversation. Les réponses seront partagées.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trouver un exemple pour chacun dans le dialogue de la séance C1 : les quatre y sont.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moraliser : expliquer que c'est une convention locale, comme la virgule dans les prix. Les élèves qui disent « je veux » ne sont pas impolis, ils traduisent.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distinction est fine mais utile : un élève qui dit « il faut que j'apporte » se fait comprendre, mais « je dois apporter » est plus direct et plus 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ce qui rend ces quatre verbes faciles : ils dispensent de conjuguer le verbe qui porte le sens. Le dire ainsi au groupe, c'est une bonne nouvelle.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et facile à corriger. Faire l'exercice inverse : donner une phrase à deux verbes conjugués et demander au groupe de la réparer.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3 du défi 2. Le quatrième énoncé accepte les deux réponses : c'est l'occasion de faire dire la différence de sens plutôt que de trancher.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Répétition en binômes : l'un joue le client, l'autre répond « oui » ou « non ». C'est la première mise en situation du défi 2, très courte, et elle prépare le jeu de rôle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Vérifier au ramassage que le deuxième verbe n'est jamais conjugué : c'est le seul point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voudrais, je peux, je dois, il faut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Toute la conversation du guichet tient sur quatre petits verbes. Ils ne disent pas la même chose, et le verbe qui les suit ne bouge jamais.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bon titre de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je voudrais, je peux, je dois et il faut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l'obligation personnelle et la règle générale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le deuxième verbe à sa forme de base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je voudrais » plutôt que « je veux » au comptoir.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verbes, quatre intentions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voudrais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poliment une chose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est-ce que je peux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la permission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dois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 mon obligation à moi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 la règle, pour tout le monde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Ils ne sont pas interchangeables : chacun dit autre chose.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FORMULE D'ENTRÉE, ENCORE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voudrais un titre mensuel, s'il vous plaît.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veux » n'est pas faux, mais sonne sec, presque impoli. « Je voudrais » demande exactement la même chose et ouvre bien mieux la conversation. Ajoutez « s'il vous plaît » : au Québec, c'est presque obligatoire.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dois ou il faut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QUI EST OBLIGÉ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dois apporter une preuve d'âge.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moi, personnellement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0344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une carte avec photo.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0344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tout le monde, sans exception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dois venir avec ma fille.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moi, dans ma situation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valider son titre.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toute personne qui monte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Il faut » ne change jamais de forme. C'est le verbe le plus simple.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VIENT APRÈS LES QUATRE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voudrais ACHETER · Je peux PAYER · Il faut VENIR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deuxième verbe garde toujours sa forme de base, celle du dictionnaire. On ne dit jamais « je voudrais j'achète » ni « il faut je viens ». Un seul verbe se conjugue : le premier.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voudrais j'achète un titre.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voudrais acheter un titre.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verbe se conjugue : le premier. Le second garde sa forme de base — acheter, payer, venir, valider, apporter. C'est vrai des quatre verbes de la séance.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verbe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je voudrais, je peux, je dois ou il faut.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___ un titre mensuel,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___ payer par carte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le tarif réduit, ___ une carte avec photo.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apporter une preuve de son âge.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___ recharger ma vieille carte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valider son titre en montant dans l'autobus.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verbe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___ un titre mensuel, s'il vous plaît.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___ payer par carte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peux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le tarif réduit, ___ une carte avec photo.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apporter une preuve de son âge.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dois / Il faut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___ recharger ma vieille carte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peux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valider son titre en montant dans l'autobus.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RÉPÉTITION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du défi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répétez.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Bonjour. Je voudrais un titre mensuel,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payer par carte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dois acheter une nouvelle carte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le tarif réduit, il faut une carte avec photo.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valider son titre en montant.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acheter un titre pour le mois.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du défi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Bonjour. Je voudrais un titre mensuel,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demander poliment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payer par carte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demander la permission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dois acheter une nouvelle carte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mon obligation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le tarif réduit, il faut une carte avec photo.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règle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valider son titre en montant.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règle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acheter un titre pour le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poliment, devant un verbe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avec chacun des quatre verbes.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voudrais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faut ___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bon titre de transport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