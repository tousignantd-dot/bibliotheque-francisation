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très utile et très courte à expliquer : le contenu tient en quatre formules. Tout le temps doit aller à la pratique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gestes sont dans le programme sous « exprimer une incompréhension partielle ». Le mot qui compte est partielle.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sur le coût pour l'autre renverse la perspective. Beaucoup d'élèves se taisent par politesse, et c'est le contraire de poli.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à chaque élève deux formules qu'il apprendra par cœur. Au téléphone, on n'a pas le temps de composer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tableau se lit de haut en bas : les formules vagues coûtent du temps, les formules précises en rapportent.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formule complète, pas seulement le nom du geste. C'est la phrase qu'il faut avoir en bouche, pas la catégorie.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Défaut très fréquent et jamais nommé. Le faire remarquer une fois, et il disparaît.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conseil le plus rentable du module : consacrer à l'entrevue de groupe autant de préparation qu'à l'entrevue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est celui à retenir : négocier l'échelon devant trois autres candidats met tout le monde mal à l'aise et vous écarte.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faire en classe s'il reste du temps, en devoir sinon. C'est la préparation directe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Je n'ai pas compris » est presque toujours faux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avez compris quinze mots sur seize. Dire que vous n'avez rien compris oblige l'autre à tout reprendre, et vous fait passer pour plus loin du compte que vous ne l'êtes.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préciser un mot, un seul, sans faire reprendre la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le fil s'est rompu plutôt que de dire qu'on est perdu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ce qu'on a compris en changeant les mots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résumer avant de conclure une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faites-vous, au téléphone, quand un mot vous échappe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dites « pardon » ? Vous dites « oui oui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attendez la suite en espérant comprendre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dure la gêne, et combien de temps dure l'erreur qui suit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coûte, à l'autre, de tout reprendre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gestes, quatre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 préciser un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le mot « vérifiable », vous l'entendez comment ? Qu'est-ce que vous mettez exactement sous « polyvalence » ? On demande le sens dans cette phrase-ci, pas une définition.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 répéter une partie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suis jusqu'à « après dix-huit heures » ; après, je perds le fil. Vous avez dit trois dates ; j'ai la première et la troisième. On montre où, on ne dit pas 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Vérifier qu'on a compris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comprends bien, l'équipe reste à constituer ? Autrement dit, c'est le raisonnement que vous regardez. On reformule avec ses propres mots : répéter ceux de l'autre ne prouve rien.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Résumer avant de conclure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somme, trois étapes réparties sur deux semaines. Pour résumer, vous cherchez quelqu'un qui bâtira l'équipe. On se souvient toujours de la dernière phrase.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dit, ce que l'autre entend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L'EFFET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« Je n'ai pas compris.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tout reprendre : trois minutes perdues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« Le mot vérifiable, vous l'entendez comment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seule chose à préciser : dix secondes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« Oui, oui.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l'autre continue, et vous répondrez à côté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« Si je comprends bien, l'équipe reste à constituer ?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l'autre confirme ou corrige tout de suite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« En somme, trois étapes sur deux semaines.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laissez l'impression d'avoir tout suivi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employer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le geste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mot que vous connaissez, mais dont vous doutez du sens 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avez suivi le début, puis vous avez décroché à un endroit précis.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croyez avoir compris et vous voulez en être sûre.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fermez la conversation en rassemblant ce qui a été dit.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chiffres ont été donnés, vous n'en avez retenu que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formule employer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mot que vous connaissez, mais dont vous doutez du sens ici.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faire préciser le mot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avez suivi le début, puis vous avez décroché à un endroit précis.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faire répéter une partie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croyez avoir compris et vous voulez en être sûre.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vérifier avec ses propres mots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fermez la conversation en rassemblant ce qui a été dit.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résumer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chiffres ont été donnés, vous n'en avez retenu que deux.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faire répéter une partie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hocher la tête au téléphone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dire un mot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Votre interlocuteur n'entend rien de vos gestes. Le silence se lit comme une absence, et l'autre finit par demander « vous êtes toujours là ? ». Un « d'accord » ou un « je note » toutes les deux ou trois phrases suffit à tenir la ligne vivante.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ÉTAPES, TROIS CHOSES OBSERVÉES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525776"/>
          </a:xfrm>
          <a:prstGeom prst="roundRect">
            <a:avLst>
              <a:gd name="adj" fmla="val 5792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7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7181A"/>
                </a:solidFill>
                <a:latin typeface="Verdana"/>
              </a:rPr>
              <a:t>L'examen écrit regarde comment vous raisonnez. L'entrevue de groupe regarde comment vous êtes avec les autres. L'entrevue individuelle regarde qui vous êtes et ce que vous voulez.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2539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9971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ne s'efface entre les étapes : ce qu'on écrit sur vous à la première est relu avant la troisième. Et c'est à la deuxième que la majorité des candidats sont écartés, parce qu'ils croient qu'il faut briller alors qu'on observe s'ils écoutent.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étape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de quelle étape il s'agit.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vous donne quatre-vingt-dix minutes et une ligne arrêtée.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êtes quatre autour d'une table et l'on observe qui écoute.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vous demande pourquoi vous êtes restée cinq ans au même poste.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le seul moment où l'on parle d'argent.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l'étape où la majorité des candidats sont écartés.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étape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vous donne quatre-vingt-dix minutes et une ligne arrêtée.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l'examen écrit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êtes quatre autour d'une table et l'on observe qui écoute.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l'entrevue de groupe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968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608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vous demande pourquoi vous êtes restée cinq ans au même poste.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l'entrevue individuelle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le seul moment où l'on parle d'argent.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l'entrevue individuelle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l'étape où la majorité des candidats sont écartés.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l'entrevue de groupe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Deux par deux, jouez un appel de trois minutes. Celui qui écoute doit employer deux des quatre formules.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L'autre parle vite et donne trois chiffres d'affilée.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change de rôle après trois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