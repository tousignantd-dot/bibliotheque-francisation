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Ouvrir par une question au groupe : qui a déjà passé plus d'une rencontre pour un même emploi ? Presque personne ne répond oui, et c'est exactement le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surprend le plus. Le poser dès aujourd'hui : toutes les séances y reviennent.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sans mauvaise réponse. La plupart des élèves ne savent que ce que dit l'annonce. Ne pas conclure à leur place : la séance le fera.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refus poli du tutoiement. Ce n'est pas de la froideur : Shirin est candidate, et elle tient le registre du processus. Le module vouvoie partout pour cette raison, et c'est un savoir du niveau 8 — reconnaître la variété de langue et en tenir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reformulation de Shirin est le geste à faire remarquer : elle redit en six mots ce qu'Alexandre a mis trois phrases à expliquer. On y revient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thèse du module. L'écrire au tableau et l'y laisser jusqu'à la séance E2 : « ce qui gêne ne se dit presque jamais à voix haute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au groupe laquelle des trois leur fait le plus peur : ce sera la troisième,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Question fréquente : « comment le savoir ? » Réponse : en le demandant, et c'est tout le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Signaler que « quart » se dit aussi « shift » sur bien des planchers d'usine : les deux s'entendent, un seul des deux s'écrit dans une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troisième est le plus important : c'est la différence entre remplacer et bâtir.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Les questions servent de matière première au bloc B : chaque élève arrive avec trois questions à poser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dossier est parti. Et maintenant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niveau 8, on ne cherche plus une offre : on soutient une candidature d'un bout à l'autre. Ce module se passe pendant le processus de sélection, pas avant.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étapes d'un processus de sélection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poste neuf d'un poste à remplacer, et dire pourquoi cela change tout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qu'une page « À propos » dit et ce qu'elle tait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1338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2161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premiers mots du dossier : un processus de sélection, la présélection.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Que savez-vous d'un employeur avant d'y postuler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lancher-us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avez-vous lu ce que vous savez : le site, une annonce, quelqu'un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Savez-vous pourquoi le poste est ouvert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Connaissez-vous quelqu'un qui y travaille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Qu'auriez-vous voulu savoir avant votre dernière entrevue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Le registre se tient, même entre anciens collègues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85632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9015" y="2322576"/>
            <a:ext cx="828711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Merci d'avoir accepté de me rencontrer, monsieur Pouliot-Nadeau. Je sais que vous finissez tard.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85632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ALEXANDRE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9015" y="3303016"/>
            <a:ext cx="828711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Ça me fait plaisir. Et on a travaillé ensemble deux ans, vous pouvez laisser tomber le nom de famille.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85632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9015" y="4283456"/>
            <a:ext cx="828711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le garderai, si ça ne vous dérange pas. Vous êtes chez Boréalis maintenant, et j'y postule.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85632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ALEXANDRE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9015" y="5263895"/>
            <a:ext cx="828711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Comme vous voulez. Alors, le poste de superviseure de production, quart de soir.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site ne raconte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5632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ALEXANDRE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9015" y="1901952"/>
            <a:ext cx="828711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Boréalis, sur son site, dit trois choses : quarante ans d'existence, deux cent dix employés, et « une entreprise à échelle humaine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8563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ALEXANDRE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9015" y="2989072"/>
            <a:ext cx="82871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ça est vrai. Mais ça ne raconte pas la dernière année.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85632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ALEXANDRE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9015" y="3738371"/>
            <a:ext cx="828711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L'usine a été rachetée en janvier. La production a été réorganisée en trois quarts au lieu de deux, et le quart de soir a été créé de toutes pièces.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1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1"/>
            <a:ext cx="18563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9015" y="5163311"/>
            <a:ext cx="82871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Autrement dit, on ne remplace personne. On ouvre.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L'objection que personne ne 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8563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9015" y="1901952"/>
            <a:ext cx="82871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vont me demander pourquoi je suis restée opératrice cinq 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85632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ALEXANDRE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9015" y="2651252"/>
            <a:ext cx="828711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ne le demanderont pas. C'est bien pire : ils vont se le demander tout seuls, et vous ne saurez jamais qu'ils se le sont demandé.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8563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ALEXANDRE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9015" y="4076191"/>
            <a:ext cx="82871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vous d'y répondre avant qu'ils y pensent.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85632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9015" y="4825492"/>
            <a:ext cx="828711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sait-on ce que les gens ne demandent pas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étapes, trois choses observées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ÉTAPE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REGARDE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L'examen écrit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vous raisonnez, et la raison que vous donnez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L'entrevue de groupe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vous écoutez et laissez la parole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L'entrevue individuelle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vous êtes, vos exemples, vos conditions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deuxième est celle qui élimine, et celle que personne ne prépare.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POSTE NEUF N'EST PAS UN POSTE VACANT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Remplacer quelqu'un et bâtir une équipe sont deux métiers différents. Savoir lequel des deux on vous propose change tout ce que vous direz de vous-même.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Chez Boréalis, sept personnes sont en poste sur les seize prévues : neuf restent à recruter. La personne embauchée participera donc au choix de ces neuf-là, ce que l'annonce ne dit nulle part.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mots pour commencer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9789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processus de sélection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4898" y="2121408"/>
            <a:ext cx="63541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L'ensemble des étapes qu'un employeur fait franchir avant de choisir quelqu'un.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69789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présélection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4898" y="2778252"/>
            <a:ext cx="63541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premier tri, souvent fait par téléphone, avant les vraies rencontres.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69789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accusé de réception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4898" y="3435096"/>
            <a:ext cx="63541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court message qui confirme qu'un envoi est bien arrivé, sans rien décider.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69789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contremaître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4898" y="4091939"/>
            <a:ext cx="63541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personne qui dirige une équipe directement sur le plancher d'une usine.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69789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quart de soir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4898" y="4748784"/>
            <a:ext cx="63541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période de travail qui commence en après-midi et se termine tard le soir.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697890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chaîne de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4898" y="5405628"/>
            <a:ext cx="6354108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suite de machines et de postes où un produit se fabrique du début à la fin.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Shirin a posé sa candidature mardi et n'a reçu qu'un accusé de réception.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Alexandre propose de la recommander à la direction.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existe parce que quelqu'un a quitté l'entreprise.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Boréalis a été rachetée en janvier par un groupe ontarien.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Alexandre, la plupart des candidats tombent à la dernière étape.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Shirin choisit de continuer à vouvoyer un ancien collègue.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Shirin a posé sa candidature mardi et n'a reçu qu'un accusé de réception.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Alexandre propose de la recommander à la direction.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ne le lui demande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existe parce que quelqu'un a quitté l'entreprise.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a été créé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Boréalis a été rachetée en janvier par un groupe ontarien.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Alexandre, la plupart des candidats tombent à la dernière étape.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à la deuxième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Shirin choisit de continuer à vouvoyer un ancien collègue.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Pensez à un employeur qui vous intéresse. Qu'est-ce que vous ne savez pas de lui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trois questions, pas trois qualités.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des trois doit commencer par « pourquoi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