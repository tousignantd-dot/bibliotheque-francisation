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Prévenir que l'extrait est long : c'est voulu, et c'est ce que le niveau 8 demande. Le faire écouter en trois fois, avec une consigne différente chaque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surprend et il est réel : ce qu'on répète est un message, jamais une redite.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éléments suffisent : un fait récent, un chiffre, une difficulté avouée. Le dire après la discussion, pas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consigne : le fait récent, rien d'autre. Interdire la prise de notes à cette écoute-là — on écoute pour comprendre, pas pour copier.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geste de la séance. Un pourcentage n'a de sens qu'avec ce qu'on a mis dedans : de quoi, sur quelle période, avec ou sans quoi. Une seule question de ce genre vous fait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répétition n'est pas une maladresse : c'est une porte qu'on ouvre à ceux qui écoutent. Faire remarquer que Shirin ne saute pas dessus — elle note, et elle s'en servira au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critère est simple : une information qu'on ne pourrait pas contredire ne renseigne sur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dernier prépare la négociation du bloc D : l'échelle est cachée, et on peut quand même en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Devoir. La page servira à la séance C2, où l'on apprendra à la lire en cherchant ce qui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Écouter une présentation sans s'endormir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directeur parle vingt minutes devant quatre candidats. Trois choses seulement sont à retenir, et une seule question bien posée vous fait remarquer.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Passer au travers du processus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discours long et en retenir trois éléments seulement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ce qu'un pourcentage recouvre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une contradiction apparente et la faire expliquer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ce qu'un employeur répète deux fois.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retenez-vous d'une présentation de vingt minutes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asserelle-us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chiffres pouvez-vous retenir sans écrire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notez d'habitude : les chiffres ou les idées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a le droit d'interrompre pour poser une question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empêche de le faire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 changé cette année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Première écoute : qu'est-ce qui a changé dans cette entreprise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94630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996" y="2322576"/>
            <a:ext cx="919713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êtes quatre ce matin, et vous serez peut-être un dans trois semaines : autant que vous sachiez à quoi vous vous engagez.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94630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8996" y="3303016"/>
            <a:ext cx="919713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 janvier, l'entreprise a été acquise par le Groupe Landron, de Mississauga. Je préfère vous le dire moi-même.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94630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8996" y="4283456"/>
            <a:ext cx="919713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qui est vrai : le carnet de commandes a doublé en dix-huit mois, et nous sommes passés de deux à trois quarts de travail.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94630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996" y="5263895"/>
            <a:ext cx="919713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qui est faux : personne n'a été mis à pied, et il n'est question de fermer aucune ligne.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chiffre, et ce qu'il recouvre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Deuxième écoute : notez les chiffres, et ce que chacun recouvre.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7177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4466" y="2322576"/>
            <a:ext cx="887166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trois lignes du quart de soir tournent à quatre-vingt-deux pour cent de leur capacité. Notre objectif est quatre-vingt-douze.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27177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4466" y="3303016"/>
            <a:ext cx="887166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Excusez-moi. Vous dites quatre-vingt-deux pour cent : est-ce que ce chiffre tient compte des arrêts planifiés, ou seulement des arrêts imprévus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27177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4466" y="4283456"/>
            <a:ext cx="887166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Bonne question, et la réponse est : seulement les imprévus. Autrement dit, les dix points qui manquent sont dix points qu'on perd sans l'avoir voulu.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27177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4466" y="5263895"/>
            <a:ext cx="887166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en change énormément, et vous êtes la seule à l'avoir demandée en deux séances.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contradiction, et ce qu'on répète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Troisième écoute : qu'est-ce qui est dit deux fois,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717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4466" y="2322576"/>
            <a:ext cx="88716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Vos neuf recrues arriveront dans une usine de quarante ans. Vous bâtissez du neuf à l'intérieur de quelque chose de vieux.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2717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4466" y="3409696"/>
            <a:ext cx="88716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L'échelle compte six échelons et on n'embauche pas obligatoirement au premier.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2717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4466" y="4496816"/>
            <a:ext cx="88716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le répète parce que peu de gens l'entendent : on n'embauche pas obligatoirement au premier échelon. À bon entendeur.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2717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4466" y="5583936"/>
            <a:ext cx="88716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C'est noté.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retenir d'une présentation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RETENIR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LAISSER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fait récent : le rachat, le troisième quart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l'année de fondation, que tout le monde peut citer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chiffre, et ce qu'il recouvre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valeurs affichées : le respect, l'excellence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difficulté avouée : la supervision sans soutien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vocabulaire d'ambiance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de gauche se replacent dans une réponse d'entrevue. Ceux de droite, non.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présentation.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Boréalis fabrique des produits vendus au grand public.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L'usine a été acquise en janvier par un groupe de Mississauga.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employés ont été mis à pied après l'acquisition.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de quatre-vingt-deux pour cent comprend les arrêts planifiés.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partir de dix-huit heures, la supervision se fait sans soutien sur place.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L'échelle salariale est communiquée aux candidats avant l'entrevue.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Boréalis fabrique des produits vendus au grand public.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à des transformateurs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L'usine a été acquise en janvier par un groupe de Mississauga.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employés ont été mis à pied après l'acquisition.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personne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taux de quatre-vingt-deux pour cent comprend les arrêts planifiés.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seulement les imprévus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partir de dix-huit heures, la supervision se fait sans soutien sur place.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L'échelle salariale est communiquée aux candidats avant l'entrevue.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ne l'est pas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la page « À propos » d'une entreprise et notez trois choses.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fait daté, un chiffre, une difficulté reconnue.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ne trouvez pas la troisième, écrivez-le : c'est un renseignement aussi.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Passer au travers du processus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