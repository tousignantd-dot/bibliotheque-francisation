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Demander d'abord qui a déjà reçu un appel de ce genre, et ce qu'on y a dit. La réponse la plus fréquente est « j'ai répondu à ses questions », et c'est exactement le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le geste du bloc. Les trois séances suivantes y reviennent chacune par un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est la vraie. La réponse est presque toujours la même : la peur de paraître exigeant. Ne pas la balayer, la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« je réponds à vos questions » : c'est une invitation, et elle est presque toujours ignorée. Shirin, elle, la prendra.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geste central de la séance, et il tient en une phrase. Shirin ne dit pas « je n'ai pas compris » : elle nomme le mot, un seul, et propose elle-même une interprétation. Dix secondes, et l'appel repart.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Je la note » veut dire ce qu'il dit : la question entre au dossier, et le dossier se relit avant l'entrevue finale. Une question bien placée vous suit dans le processus.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reformulation finale est ce qui laisse l'impression. Faire remarquer que Shirin change les mots : elle ne répète pas « mise en situation », elle dit « le raisonnement ». Répéter ne prouve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noter les trois questions de droite : ce sont celles du devoir de A1, reformulées.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dernier rassure beaucoup d'élèves, et c'est une bonne raison de le 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Les questions produites servent d'exercice en B3, quand on les réécrira à la forme soutenue.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qu'on croit subir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appel de présélection n'est pas un interrogatoire : c'est la première fois où l'on peut poser des questions, et presque personne ne s'en sert.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vérifie réellement un appel de présélection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mot « vérifiable » et savoir ce qu'il demande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ouverte plutôt qu'une question fermée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à la fin ce qu'on a compris.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que vous auriez le droit de demander, au téléphone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salaire ? L'horaire ? Le nom du supérieur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 poste est ouvert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 il y a dans l'équipe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vous retient de le demander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vérifie trois choses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9077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458" y="2322576"/>
            <a:ext cx="855266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Madame Tabatabai ? Danielle Éthier, conseillère en acquisition de talents chez Boréalis Emballages.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59077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458" y="3303016"/>
            <a:ext cx="855266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un appel d'une vingtaine de minutes, sans piège : je vérifie quelques éléments et je réponds à vos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59077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458" y="4283456"/>
            <a:ext cx="855266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Premièrement, la disponibilité. Le quart va de quinze heures à vingt-trois heures trente. Est-ce que cet horaire vous conviendrait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590770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3458" y="5263895"/>
            <a:ext cx="855266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me conviendrait, oui. Je travaille déjà de soir depuis deux ans, et j'ai organisé ma vie autour de cet horaire-là.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qui n'a pas été compris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907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458" y="1901952"/>
            <a:ext cx="85526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ces onze années, elles sont vérifiables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458" y="2651252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Excusez-moi, je ne suis pas certaine de comprendre le mot « vérifiables ». Vous voulez dire que quelqu'un pourrait le confirmer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458" y="3738371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exactement ça. Une personne qu'on pourrait joindre, ou un document.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458" y="4825492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oui. Mon ancien directeur vit à Montréal depuis 2019 et il accepte de servir de référence.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question que personne n'avait posée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458" y="1901952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L'annonce dit « superviseure de production, quart de soir ». Est-ce que l'équipe existe déjà, ou faut-il la constituer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458" y="2989072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vous avouer que la question me surprend un peu — vous êtes la première à la poser. L'équipe se constitue.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458" y="4076191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à embaucher, donc. Et la personne qui supervise participerait-elle au choix de ces neuf-là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458" y="5163312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y participerait, oui, avec le directeur de la production. C'est une bonne question. Je la note.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referme en résumant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458" y="1901952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Pourriez-vous me dire ce que l'examen écrit évalue exactement ? Je voudrais m'y préparer sans perdre mon temps.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458" y="2989072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mise en situation : une ligne qui s'arrête, trois problèmes en même temps, et vous décidez dans quel ordre.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9077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SHIRIN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458" y="4076191"/>
            <a:ext cx="85526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remercie. Autrement dit, c'est le raisonnement qu'on regarde, pas la bonne réponse.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9077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DANIELLE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458" y="5163312"/>
            <a:ext cx="85526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tout compris. Je vous envoie la convocation aujourd'hui.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vérifie, ce qu'on peut demander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VÉRIFIE L'EMPLOYEUR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VOUS POUVEZ DEMANDER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disponibilité réelle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le poste est ouvert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l'expérience annoncée, et si elle se vérifie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l'équipe existe ou reste à constituer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façon dont vous parlez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l'examen évalue, et comment s'y préparer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et trois : l'appel n'est pas à sens unique, et il ne dure que vingt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Shirin dit avoir dirigé jusqu'à vingt-deux personnes.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fait semblant d'avoir compris le mot « vérifiables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du quart de soir est complète.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embauchée participera au choix des recrues.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Éthier avait déjà reçu cette question d'un autre candidat.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L'examen écrit évalue surtout l'orthographe.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Shirin dit avoir dirigé jusqu'à vingt-deux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fait semblant d'avoir compris le mot « vérifiables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le fait préciser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L'équipe du quart de soir est complète.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sept sur seize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personne embauchée participera au choix des recrues.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Éthier avait déjà reçu cette question d'un autre candidat.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Shirin est la première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L'examen écrit évalue surtout l'orthographe.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raisonnement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 que vous poseriez, vous,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Aucune ne doit pouvoir se répondre par oui ou par non.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doit porter sur ce que l'annonce ne dit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