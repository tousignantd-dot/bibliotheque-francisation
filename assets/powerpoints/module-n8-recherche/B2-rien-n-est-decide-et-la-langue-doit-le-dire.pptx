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Commencer par relire deux des billets de B1 : presque tous sont écrits à l'indicatif, et cela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n'enseigne jamais et qui sert le plus : tant que l'employeur emploie le conditionnel, la porte est ouverte.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au tableau. La faute la plus fréquente à l'écrit est de mettre la première là où la seconde s'impose.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trois verbes à voix haute avant de continuer : être, pouvoir, falloir.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troisième : une proposition au conditionnel se discute, une exigence à l'indicatif s'accepte ou se refuse. L'élève choisit lequel des deux il veut, et il ne le sait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chaque réponse au tableau : c'est l'orthographe qui pose problème, pas la forme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formule à voix haute : « après si, jamais de conditionnel ». Elle reviendra au défi 3, avec le plus-que-parfait.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à voix haute, l'une après l'autre. La nuance n'est audible qu'en comparaison, et c'est là que la séance A2 ressert : la mélodie compte autant que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contenu le plus utile de la séance, et il n'est dans aucune grammaire : écouter le mode de son interlocuteur renseigne sur sa marge.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mêmes questions seront reprises une troisième fois en B3, à l'inversion. Trois passages sur la même phrase, trois hauteurs de langue : c'est la progression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Rien n'est décidé, et la langue doit le 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moment de l'appel, l'employeur n'a rien décidé et vous non plus. Le conditionnel installe exactement cet état des choses : c'est possible, ce n'est pas fait.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sans hésiter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ses trois emplois : incertitude, politesse, proposition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mettre de conditionnel après « si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conditionnel chez l'autre, et savoir ce qu'il annonce.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lettre, un « s » : qu'est-ce qui change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serai disponible dès novembre.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serais disponible si vous le souhaitiez.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suppose qu'on vous a déjà engagée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écririez-vous dans un courriel de candidature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35656"/>
          </a:xfrm>
          <a:prstGeom prst="roundRect">
            <a:avLst>
              <a:gd name="adj" fmla="val 515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12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Je pourrais, tu viendrais, il faudrait, nous serions, vous auriez, elles conviendraient. Une seule forme, et le contexte dit lequel des trois emplois on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3527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09591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verbes irréguliers au futur le sont ici aussi : aller donne j'irais, faire donne je ferais, savoir donne je saurais, devoir donne je devrais, vouloir donne je voudrais.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emplois, une seule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L'incertitude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n'est pas décidé, ou ce qu'on rapporte sans le garantir. Est-ce que cet horaire vous conviendrait ? Le poste comporterait une part de recrutement.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politesse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Adoucir une demande ou une objection. Pourriez-vous me préciser... Je voudrais revenir sur un point. J'aimerais qu'on regarde le quatrième échelon.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proposition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Offrir sans imposer. Je proposerais le troisième échelon à l'embauche. Nous vous situerions au deuxième. C'est la forme de la négociation : on met une idée sur la table sans la planter.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Rien n'est encore conclu.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cet horaire vous ___ (convenir)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(Pouvoir)-vous me préciser la taille des équipes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(vouloir) revenir sur un point de l'annonce.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que je sache ce que l'examen évalue.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vous ___ (situer) au deuxième échelon.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onze années ___ (être)-elles vérifiables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cet horaire vous ___ (convenir)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conviendrait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(Pouvoir)-vous me préciser la taille des équipes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(vouloir) revenir sur un point de l'annonce.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que je sache ce que l'examen évalue.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vous ___ (situer) au deuxième échelon.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situerions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onze années ___ (être)-elles vérifiables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vous pourriez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vous pouviez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 conditionnel après « si », jamais. On dit « si vous pouviez, je serais disponible » : l'imparfait dans la condition, le conditionnel dans l'autre moitié de la phrase. C'est la faute que tous les francophones remarquent, y compris ceux qui ne sauraient pas la nommer.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plus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de l'indicatif au conditionnel.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Précisez-moi la taille des équipes.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revenir sur ce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sache ce que l'examen évalue.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demande le troisième échelon.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plus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Précisez-moi la taille des équipes.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 me préciser la taille des équipes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revenir sur ce point.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revenir sur ce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sache ce que l'examen évalue.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faudrait que je sache...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demande le troisième échelon.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proposerais le troisième échelon.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 que le conditionnel de l'autre vous apprend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CELA SIGNIFIE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Nous vous situerions au deuxième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n'est signé : la marge existe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Le poste comporterait du recrutement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rapporte sans garantir : à faire confirmer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Nous vous situons au deuxième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décidé : la discussion est fermée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vos trois questions de B1 et réécrivez-les au conditionnel.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Pourriez-vous... / Je voudrais savoir si...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même question : changez seulement le mode.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