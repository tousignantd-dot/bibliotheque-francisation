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de la phrase, mais le vrai sujet est le registre. Annoncer d'emblée qu'aucune des trois formes n'est fautive : on choisit la distance qui convient à la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qu'on rate : un élève qui vient d'apprendre l'inversion l'emploie partout, y compris avec un contremaître, où elle sonne raide.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répartir les trois formes entre les trois destinataires. Le groupe y arrive seul, et c'est plus solide que de le lui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centrale et elle tient en une ligne : le nom devant, le pronom derrière.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se vérifient à l'écrit, pas à l'oreille. Faire écrire les exemples au tableau plutôt que de les dicter.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ne prend pas de -t- : « est » finit par une consonne. C'est l'erreur la plus fréquente de l'exercice, et elle vient de l'excès de zèle, pas de l'ignorance.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fautive au tableau et la faire corriger de deux façons différentes. Les deux sont bonnes.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recopier dans le cahier. Ces cinq questions se posent telles quelles dans n'importe quel appel de présélection, quel que soit le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passage sur les mêmes phrases : familier en B1, conditionnel en B2, inversion ici. Faire lire deux ou trois productions à voix haute, debout, avec la mélodie de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Ce sont ces questions-là qui serviront au bloc C, quand on lira un profil d'entreprise et une offre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hauteurs pour une même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L'équipe existe déjà ? » « Est-ce que l'équipe existe déjà ? » « L'équipe existe-t-elle déjà ? » Les trois sont correctes. Ce qui les sépare est la distance.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aux trois hauteurs de langue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le nom sujet devant et le reprendre par un pronom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« t » de liaison entre deux traits d'union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forme selon l'interlocuteur, pas selon la difficulté.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diriez-vous laquelle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formation est payée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la formation est payée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formation est-elle payée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collègue sur le plancher, une conseillère au téléphone, une lettre.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NOM SUJET RESTE DEVANT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169413"/>
          </a:xfrm>
          <a:prstGeom prst="roundRect">
            <a:avLst>
              <a:gd name="adj" fmla="val 6743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3464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Quand le sujet est un nom, on ne le déplace pas : on le laisse en tête et on le reprend derrière le verbe par un pronom de la troisième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69029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943349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poste comporte-t-il une part de recrutement ? L'échelle est-elle communiquée ? On ne dit jamais « comporte le poste ». Le pronom s'accorde avec le nom : le poste donne il, l'échelle donne elle, les documents donnent 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ne pas rater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« t » de liaison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le verbe finit par une voyelle, on insère un -t- entre deux traits d'union : existe-t-elle, décidera-t-il, a-t-elle. Deux traits d'union, jamais un seul, et aucune apostrophe.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Aux temps composés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L'inversion porte sur l'auxiliaire, jamais sur le participe. L'usine a-t-elle été rachetée ? Les postes ont-ils été affichés ? Le participe reste après le pronom, à sa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Avec un mot interrogatif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passe devant tout, et l'inversion suit. Combien de personnes l'équipe compte-t-elle ? Pourquoi ce poste a-t-il été créé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Passez à l'inversion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 la question sans « est-ce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l'équipe existe déjà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poste comporte du recrutement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l'échelle est communiquée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l'usine a été rachetée en janvier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comité décidera cette semaine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est-ce que ce poste a été créé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Passez à l'inversion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l'équipe existe déjà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L'équipe existe-t-elle déjà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poste comporte du recrutement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poste comporte-t-il du recrutement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l'échelle est communiquée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L'échelle est-elle communiquée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l'usine a été rachetée en janvier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L'usine a-t-elle été rachetée en janvier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le comité décidera cette semaine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comité décidera-t-il cette semaine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est-ce que ce poste a été créé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Pourquoi ce poste a-t-il été créé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Est-ce que le poste comporte-t-il...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choisir une seule des deux formes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Cumuler « est-ce que » et l'inversion double la question. C'est la faute qui trahit le plus sûrement quelqu'un qui vise la forme soutenue sans la maîtriser — et elle se produit précisément quand on veut bien faire. Une forme, pas deux.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questions prêtes pour un 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5760"/>
          </a:xfrm>
          <a:prstGeom prst="roundRect">
            <a:avLst>
              <a:gd name="adj" fmla="val 35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VOUS APPREND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L'équipe existe-t-elle, ou faut-il la constituer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poste neuf ou remplacement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Pourquoi ce poste a-t-il été créé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celle qui rapporte le 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80999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À qui la personne rendra-t-elle compte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80999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supérieur immédiat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89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517136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processus comporte-t-il d'autres étapes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517136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quoi se préparer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224272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Quand la décision sera-t-elle prise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224272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relancer, sans harceler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questions, à la troisième hauteur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Reprenez vos trois questions de B2 et posez-les à l'inversion.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une vraie offre d'emploi et écrivez trois questions à l'inversion.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sur ce que l'annonce ne dit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un mot interrogatif en tête.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