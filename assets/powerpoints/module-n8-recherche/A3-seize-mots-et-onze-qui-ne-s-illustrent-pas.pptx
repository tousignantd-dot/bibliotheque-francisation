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Prévenir le groupe dès le début : cinq mots seulement ont une image dans le module, et ce n'est pas un oubli. Les onze autres ne se voient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n'est pas décoratif : il prépare la lecture des documents du bloc C, qui sont abstraits d'un bout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du « rien d'autre sur la table » est celle qui ouvre la discussion : ni téléphone, ni notes, ni ordinateur. C'est voulu.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sera repris en entier au bloc D. Ne pas l'expliquer longuement ici : le nommer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six mots les plus concrets du module, et ce sont ceux qui servent à lire le profil d'entreprise du bloc C. Les faire employer dans une phrase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mots seulement, et ce sont les plus difficiles. « Contrepartie » est le mot pivot de tout le défi 3 : le poser soigneusement.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leçon vaut au-delà du module : un mot abstrait se retient par un exemple, jamais par une image, et une image posée derrière lui montre le thème à sa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phrase entière une fois le mot trouvé. Les six phrases sont réutilisables telles quelles dans une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 l'exercice d'association du module. Le dernier n'est pas une étape du processus : c'est ce qu'on fait avant, et personne ne le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conditionnel n'a pas encore été vu : c'est volontaire. Les phrases produites servent d'amorce à la séance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Seize mots, et onze qui ne s'illustrent 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vocabulaire d'un processus de sélection est abstrait : un échelon, une contrepartie, un motif. Il ne se retient pas en regardant une photo, il se retient en s'en servant.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Passer au travers du processus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et employer les seize mots du module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se photographie de ce qui ne se photographie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les lieux du processus à ce qui s'y passe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dans une phrase tirée de sa propre expérience.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Ces cinq lieux, à quel moment du processus appartiennent-ils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lle-exam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ces quatre personnes sont en train de faire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n'y a pas sur la table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dure une épreuve comme celle-là, à votre avis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cherche la bonne réponse, ou autre chose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processus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7804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processus de sélection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7480" y="2121408"/>
            <a:ext cx="62715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L'ensemble des étapes qu'un employeur fait franchir avant de choisir quelqu'un.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7804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présélection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7480" y="2778252"/>
            <a:ext cx="62715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premier tri, souvent fait par téléphone, avant les vraies rencontres.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7804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mise en situation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7480" y="3435096"/>
            <a:ext cx="62715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cas inventé qu'on donne à résoudre pour voir comment quelqu'un réfléchit.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7804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entrevue de groupe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7480" y="4091939"/>
            <a:ext cx="62715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rencontre où plusieurs candidats sont reçus et observés en même temps.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7804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accusé de réception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7480" y="4748784"/>
            <a:ext cx="62715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court message qui confirme qu'un envoi est bien arrivé, sans rien décider.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7804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motif de discrimination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7480" y="5405628"/>
            <a:ext cx="62715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caractéristique personnelle qu'on n'a pas le droit d'invoquer contre quelqu'un.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L'usine et le quart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63797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contremaître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4986" y="2121408"/>
            <a:ext cx="641402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personne qui dirige une équipe directement sur le plancher d'une usine.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63797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quart de soir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4986" y="2778252"/>
            <a:ext cx="641402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période de travail qui commence en après-midi et se termine tard le soir.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63797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chaîne de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4986" y="3435096"/>
            <a:ext cx="641402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suite de machines et de postes où un produit se fabrique du début à la fin.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63797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temps d'arrêt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4986" y="4091939"/>
            <a:ext cx="641402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Le moment où une machine ne produit pas, prévu ou non.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63797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carnet de commandes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4986" y="4748784"/>
            <a:ext cx="641402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L'ensemble des commandes déjà reçues et pas encore livrées.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63797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taux de roulement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4986" y="5405628"/>
            <a:ext cx="641402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proportion du personnel qui quitte une entreprise dans une année.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conditions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7089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7900" y="2121408"/>
            <a:ext cx="748110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rachat d'une entreprise par une autre.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57089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échelon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7900" y="3106674"/>
            <a:ext cx="748110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des degrés d'une échelle de salaires, à l'intérieur d'un même poste.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57089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contrepartie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7900" y="4091939"/>
            <a:ext cx="748110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offre en échange de ce qu'on demande.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57089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service continu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7900" y="5077205"/>
            <a:ext cx="748110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temps travaillé sans interruption chez un même employeur.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onze mots n'ont pas de photo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SE PHOTOGRAPHIE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NE SE PHOTOGRAPHIE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contremaître, un quart de soir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présélection, un échelon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chaîne, un temps d'arrêt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contrepartie, le service continu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entrevue de groupe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motif de discrimination, une acquisition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mot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se fait par téléphone et dure une vingtaine de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L'échelle compte six ___, et on n'embauche pas toujours au premier.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Leur ___ a doublé en dix-huit mois : il a fallu ouvrir un troisième quart.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___ de onze pour cent est bas pour ce secteur : les gens restent.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n'a pas demandé : elle a offert une ___ datée et mesurable.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se compte chez un même employeur, sans interruption.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se fait par téléphone et dure une vingtaine de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présélection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L'échelle compte six ___, et on n'embauche pas toujours au premier.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échelons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Leur ___ a doublé en dix-huit mois : il a fallu ouvrir un troisième quart.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carnet de commandes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___ de onze pour cent est bas pour ce secteur : les gens restent.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taux de roulement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n'a pas demandé : elle a offert une ___ datée et mesurable.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contrepartie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se compte chez un même employeur, sans interruption.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service continu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lieu et le moment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lieu à ce qui s'y passe.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longue table, quatre personnes, une feuille chacune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chaises d'un côté, une seule de l'autre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table ronde, quatre bloc-notes fermés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stationnement sous la neige, vingt-trois heures trente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tasses vides devant une vitrine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lieu et le moment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longue table, quatre personnes, une feuille chacune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l'examen écrit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chaises d'un côté, une seule de l'autre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l'entrevue individuelle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table ronde, quatre bloc-notes fermés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l'entrevue de groupe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stationnement sous la neige, vingt-trois heures trente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la fin d'un quart de soir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tasses vides devant une vitrine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se renseigner avant de postuler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trois mots du module et écrivez une phrase avec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qui parle de votre métier, pas de Boréalis.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moins une des trois au conditionnel.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Passer au travers du processus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