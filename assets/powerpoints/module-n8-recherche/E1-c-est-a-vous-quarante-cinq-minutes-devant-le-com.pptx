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Ouvrir en faisant relire à voix haute la phrase préparée en D2 — celle de la question interdite. Chacun la dit une fois, debout.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production, pas d'enseignement. Le temps de parole de l'enseignante doit rester sous dix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en silence, au crayon. Personne ne commence l'entrevue sans avoir les quatre écrites devant soi.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Prévenir le groupe : le directeur laissera passer, une fois, une question qu'il n'a pas le droit de poser. C'est voulu, et c'est là que la phrase de D2 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huit sujets complets sont dans le module. Ces quatre-là sont ceux qu'on rate, et ce sont ceux qu'il faut nommer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 et à garder affichée pendant tout le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Deux minutes environ, debout, sans lire ses notes mot à mot. C'est le récit préparé en devoir de D1.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Grille d'écoute mutuelle. Elle vaut mieux qu'une correction de l'enseignante : entendre ce qui manque chez l'autre fait entendre ce qui manque chez soi.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faute la plus fréquente, et elle vient d'un bon réflexe : on veut se décrire. Le comité, lui, veut savoir ce qu'on a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dépôt se fait dans « Je me lance ». Rappeler que la correction de l'IA reste privée : seul ce que l'élève envoie parvient à l'enseignante.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C'est à vous : quarante-cinq minutes devant le comité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ce qui a été appris depuis quatre séances se joue ici, d'un coup et sans filet. Le jeu de rôle sert de répétition ; l'enregistrement, de preuve.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Passer au travers du processus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une entrevue de sélection avec l'assistant, du début à la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chaque question par un exemple daté et chiffré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à voix haute une décision prise seul, en trois temps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négocier une condition en offrant une contrepartie.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Trois choses à avoir en tête avant de commencer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exemple daté : lequel, avec quel chiffre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L'objection que votre dossier pose : laquelle, et votre réponse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condition que vous demanderez, et ce que vous offrez en échange.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phrase pour la question interdite.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situations, un même comité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S'Y JOUE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poste de superviseure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expliquer un choix, donner un exemple daté et chiffré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Onze ans qui ne comptent 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faire valoir une expérience acquise ailleurs, concéder puis avancer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L'échelon qui n'est pas affiché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proposer une contrepartie datée plutôt que demander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L'assistant joue le directeur de la production. Il ne se contente jamais d'une qualité annoncée.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huit sujets à couvrir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0D7A6F"/>
                </a:solidFill>
                <a:latin typeface="Verdana"/>
              </a:rPr>
              <a:t>Se présenter, puis laisser mener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phrase, pas trois. C'est le comité qui conduit l'entrevue, et l'occuper d'entrée se paie tout de suite.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0D7A6F"/>
                </a:solidFill>
                <a:latin typeface="Verdana"/>
              </a:rPr>
              <a:t>Répondre par un exemple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Jamais par une qualité. « Je suis rigoureuse » ne prouve rien ; « quatre cents caisses, onze jours de production » prouve.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0D7A6F"/>
                </a:solidFill>
                <a:latin typeface="Verdana"/>
              </a:rPr>
              <a:t>Nommer l'objection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qui gêne dans votre dossier, dites-le vous-même, en une phrase, sans vous excuser, et donnez la vraie raison.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0D7A6F"/>
                </a:solidFill>
                <a:latin typeface="Verdana"/>
              </a:rPr>
              <a:t>Négocier en offrant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échelon tout de suite, le suivant lié à un résultat daté et mesurable. Et acceptez que le refus soit écrit aussi.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RÉUTILISEZ CE QUE VOUS VENEZ D'APPRENDRE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525776"/>
          </a:xfrm>
          <a:prstGeom prst="roundRect">
            <a:avLst>
              <a:gd name="adj" fmla="val 5792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70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600" b="1" i="0">
                <a:solidFill>
                  <a:srgbClr val="17181A"/>
                </a:solidFill>
                <a:latin typeface="Verdana"/>
              </a:rPr>
              <a:t>Certes cette expérience a été acquise ailleurs, mais elle porte sur vingt-deux personnes. Si j'avais eu les données, j'aurais arrêté la ligne plus tôt. Ce que j'apporte, c'est seize ans d'usine.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02539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9971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Concession, hypothèse irréelle, mise en relief : les trois points de langue du bloc, chacun dans une phrase. Un candidat qui les emploie une fois chacun se distingue sans avoir à hausser le ton.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Raconter une décision, en trois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1. Annoncer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vous parler d'un soir où j'ai dû arrêter une ligne seule.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2. Situation, geste, résultat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problèmes, quinze personnes qui attendent, quarante minutes perdues, aucune caisse fausse.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3. Autrement, puis la règle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j'avais eu les données, j'aurais arrêté plus tôt. Depuis, je note l'heure avant tout.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écoute chez l'autre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Pendant que quelqu'un parle, cochez ce que vous entendez.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date précise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chiffre vérifiable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hypothèse irréelle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règle appliquée depuis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mise en relief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répondre par une qualité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répondre par un exemple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suis rigoureuse », « j'aime le travail d'équipe », « je m'adapte vite » : trois phrases qu'un comité entend vingt fois par jour et qui ne laissent aucune trace. Une date et un chiffre en laissent une, même six semaines plus tard.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Enregistrez votre récit et déposez-le dans le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Réécoutez-vous avant d'envoyer : entendez-vous une date et un chiffre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non, refaites-le. Personne ne le fait du premier coup.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Passer au travers du processus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