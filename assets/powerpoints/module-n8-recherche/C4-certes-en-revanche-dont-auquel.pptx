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 dense. La couper en deux moitiés nettes : connecteurs d'abord, relatifs ensuite, avec une pause entre les deux. Ne pas mélanger.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objectif est le plus rentable de tout le module : c'est le mouvement qui change ce qu'un comité pense d'un candidat.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connecteurs, trois sens complètement différents pour deux faits identiques. Faire dire au groupe ce que chacun change avant de nommer les familles.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noter le couple « bien que » plus subjonctif et « même si » plus indicatif. Il revient en D2, et c'est la faute la plus fréquente du niveau.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Shirin l'emploie deux fois au défi 3. Le faire remarquer quand on y arrivera.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dernier n'est pas un connecteur d'argument : il reformule. Le dire après la correction, c'est la nuance à emporter.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un savoir de reprise de l'information, pas de grammaire de la phrase : il sert d'abord à lire les documents du bloc.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la phrase simple à voix haute avant de choisir : « je participe À ce processus ». La préposition entendue donne le relatif.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trois versions au tableau, la juste au milieu. La faute vient d'une bonne intuition — on sent qu'il manque quelque chose — et il faut le dire.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Devoir. Les phrases de concession se reprennent telles quelles au défi 3 : ce sont elles qui répondent à l'objection.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C4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Certes, en revanche, dont, auquel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phrases longues d'un document d'entreprise tiennent sur deux familles de mots : ceux qui articulent un raisonnement, et ceux qui renvoient à ce qui précède.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Passer au travers du processus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21203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202688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connecteurs d'opposition, de concession, d'ajout et de conclusion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006343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31841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3266439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2075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concéder avant d'avancer : certes... mais, bien que... soit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892295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4070095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4152391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093463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le relatif d'après la préposition que demande le verbe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782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9560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50383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979415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ne jamais écrire « dont » avec un second « de 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17181A"/>
                </a:solidFill>
                <a:latin typeface="Verdana"/>
              </a:rPr>
              <a:t>Le même couple de faits, quatre articulations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L'acquisition n'a supprimé aucun emploi. Elle a réorganisé la production.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... en revanche, elle a réorganisé la production.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... par ailleurs, elle a réorganisé la production.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... par conséquent, elle a réorganisé la production.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familles de connecteurs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Opposer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en revanche, par contre, alors que, tandis que. Deux faits vrais qui se contredisent, et qui gardent le même poids.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Concéder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certes... mais, bien que plus le subjonctif, même si plus l'indicatif. On donne raison, puis on avance. C'est la forme reine de l'entrevue.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Ajouter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de plus reste sur le même sujet, par ailleurs change légèrement d'angle. En outre et qui plus est sont soutenus : parfaits à l'écrit.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Conclure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par conséquent, ainsi, c'est pourquoi. Une seule fois : deux conclusions de suite annulent la première.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CONCÉDER, C'EST DONNER RAISON AVANT D'AVANCER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122931"/>
          </a:xfrm>
          <a:prstGeom prst="roundRect">
            <a:avLst>
              <a:gd name="adj" fmla="val 6891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299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2600" b="1" i="0">
                <a:solidFill>
                  <a:srgbClr val="17181A"/>
                </a:solidFill>
                <a:latin typeface="Verdana"/>
              </a:rPr>
              <a:t>Certes mon expérience a été acquise ailleurs, mais elle porte sur seize ans d'usine. Bien que la question soit interdite, je comprends l'inquiétude.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62254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89686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 mouvement en deux temps dit à votre interlocuteur que vous avez entendu son objection, que vous ne la niez pas, et que vous avez quand même quelque chose à répondre. Nier l'objection ferme la conversation ; la concéder l'ouvre.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bon connecteur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 seul convient : le sens de la phrase le désigne.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L'acquisition n'a supprimé aucun emploi ; ___, elle a tout réorganisé.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mon expérience vient d'ailleurs, mais elle est vérifiable.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que la question soit interdite, je comprends l'inquiétude.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L'équipe reste à bâtir ; ___, le poste comporte du recrutement.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carnet a doublé ; ___, un troisième quart a été ouvert.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arrêts planifiés sont exclus ; ___, ces dix points sont perdus.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bon connecteur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L'acquisition n'a supprimé aucun emploi ; ___, elle a tout réorganisé.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 revanche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mon expérience vient d'ailleurs, mais elle est vérifiable.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Certes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que la question soit interdite, je comprends l'inquiétude.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Bien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L'équipe reste à bâtir ; ___, le poste comporte du recrutement.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par conséquent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carnet a doublé ; ___, un troisième quart a été ouvert.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par ailleurs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arrêts planifiés sont exclus ; ___, ces dix points sont perdus.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autrement dit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VERBE DÉCIDE DU RELATIF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711704"/>
          </a:xfrm>
          <a:prstGeom prst="roundRect">
            <a:avLst>
              <a:gd name="adj" fmla="val 5395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888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2900" b="1" i="0">
                <a:solidFill>
                  <a:srgbClr val="17181A"/>
                </a:solidFill>
                <a:latin typeface="Verdana"/>
              </a:rPr>
              <a:t>Si le verbe se construit avec « de », ce sera « dont ». S'il se construit avec « à », ce sera auquel, à laquelle, auxquels ou auxquelles. On ne devine pas : on regarde le verbe.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211320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485639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Parler de, avoir besoin de, s'occuper de donnent « dont ». Participer à, penser à, s'attendre à donnent la famille de « auquel ». Le test : refaites la phrase simple, et la préposition apparaît.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Dont, auquel, laquelle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Regardez d'abord quelle préposition le verbe demande.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le poste ___ je vous ai parlé.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entreprise ___ le carnet a doublé embauche forcément.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L'équipe comptera seize personnes, ___ neuf restent à recruter.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Voici le processus ___ je participe.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sont les conditions ___ je m'attendais.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L'échelle ___ les salaires sont fixés compte six échelons.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Dont, auquel, laquelle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le poste ___ je vous ai parlé.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dont - parler 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entreprise ___ le carnet a doublé embauche forcément.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dont - le carnet 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L'équipe comptera seize personnes, ___ neuf restent à recruter.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dont - la partie d'un tout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Voici le processus ___ je participe.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auquel - participer 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sont les conditions ___ je m'attendais.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auxquelles - s'attendre 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L'échelle ___ les salaires sont fixés compte six échelons.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selon laquelle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l'entreprise dont son carnet a doublé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l'entreprise dont le carnet a doublé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Dont » contient déjà le « de ». Ajouter un possessif derrière fait doublon, et c'est la faute qu'un correcteur repère en premier à ce niveau. Même chose avec un second « de » : jamais « dont le carnet de l'entreprise ».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phrases sur une entreprise qui vous intéresse.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avec une concession : certes..., mais...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avec « dont », une avec « auquel » ou « à laquelle 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Passer au travers du processus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