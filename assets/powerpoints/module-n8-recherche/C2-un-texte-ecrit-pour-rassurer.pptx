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des deux séances de lecture. Distribuer le profil de Boréalis sur papier : le texte se travaille au crayon, pas à l'écran.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la sortie de la séance : on ne lit pas pour se rassurer, on lit pour repartir avec des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test est là et il est imparable : si la phrase inverse serait absurde à écrire, la phrase ne dit rien. Aucune entreprise n'écrit « nous méprisons l'humain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noter la différence entre citer l'année de fondation, que tout le monde peut lire en dix secondes, et citer le fait récent, qui suppose qu'on a lu.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 les quatre dans le profil de Boréalis, au crayon, par groupes de deux. Dix minutes suffisent.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repérage, pas de compréhension : le mot exact du texte est la seule réponse acceptée. C'est ce que fait l'exercice interactif, où l'élève clique dans le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passif n'est pas une ruse : c'est la langue normale des documents d'entreprise. Mais il efface celui qui agit, et c'est souvent ce qu'on voudrait savoir.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Appliquer le test du déclencheur à chaque phrase : la version inverse serait-elle absurde ? Si oui, la phrase ne distingue rien.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Devoir. Ces questions se posent telles quelles en entrevue, et elles distinguent immédiatement celui qui a lu de celui qui a survolé.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Un texte écrit pour rassurer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page « À propos » n'est pas un document d'information : c'est un document de présentation, relu par quelqu'un dont le métier est d'éviter les ennuis.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Passer au travers du processus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prélever un fait récent, un chiffre et une difficulté avouée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phrase passive et dire ce qu'elle n'apprend pas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valeur affichée d'une pratique mesurée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tirer trois questions d'un texte qui n'en pose aucune.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Cette phrase dit-elle quelque chose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Nous plaçons l'humain au centre de nos décisions.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 la phrase contraire. Est-ce qu'une entreprise l'écrirait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Un taux de roulement de onze pour cent, inférieur à la moyenne.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Même question. Laquelle des deux pourrait être fausse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FAITS DATÉS SONT LES SEULS SOLIDES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Une année, un effectif, un pourcentage, un montant : ce sont les seuls éléments qu'on ne peut pas arranger sans mentir. Prélevez-les et laissez le reste.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Réal Bourbonnais l'annonce lui-même dans le module : « à l'entrevue individuelle, je pose toujours une question tirée du profil de l'entreprise ». Ce n'est pas une menace, c'est un mode d'emploi.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repérer dans un profil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 fait daté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Fondée en 1985. Deux cent dix personnes, dont cent trente-quatre à la production. Le carnet a doublé en dix-huit mois. On les note, on les replace, et cela prouve qu'on a lu.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phrase sans sujet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L'entreprise a été acquise. Une réorganisation a été menée. Ces tournures ne disent pas qui a décidé, et c'est souvent exactement le renseignement qui manque. Chaque passif est une question.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valeur affichée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respect, l'excellence, l'esprit d'équipe : dans neuf profils sur dix. Ce qui vaut quelque chose est une pratique nommée, avec un chiffre à côté.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difficulté avouée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supervision du soir s'exerce sans soutien sur place. Quand un profil reconnaît une contrainte, il vous dit ce qui inquiète l'employeur. C'est le meilleur renseignement du document.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écrit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Retrouvez dans le profil le passage qui répond.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En quelle année l'entreprise a-t-elle été fondée, et par qui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8457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4858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Combien de personnes y travaillent, et combien à la production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176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235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875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730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Qui a racheté l'entreprise, et d'où vient ce groupe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23232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625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265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78680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À quel taux les chaînes du soir tournent-elles, et que comprend ce taux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955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6014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6654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6509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Quelle difficulté du poste le profil reconnaît-il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est-ce écrit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4561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962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En quelle année l'entreprise a-t-elle été fondée, et par qui ?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en 1985, par les frères Deslauriers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45307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8457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4858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00755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Combien de personnes y travaillent, et combien à la production ?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deux cent dix, dont cent trente-quatre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817620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235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9875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973068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Qui a racheté l'entreprise, et d'où vient ce groupe ?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le Groupe Landron, de Mississauga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23232"/>
            <a:ext cx="11057839" cy="844296"/>
          </a:xfrm>
          <a:prstGeom prst="roundRect">
            <a:avLst>
              <a:gd name="adj" fmla="val 173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625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265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78680"/>
            <a:ext cx="10097719" cy="569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À quel taux les chaînes du soir tournent-elles, et que comprend ce taux ?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quatre-vingt-deux pour cent, arrêts planifiés exclus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95544"/>
            <a:ext cx="11057839" cy="577596"/>
          </a:xfrm>
          <a:prstGeom prst="roundRect">
            <a:avLst>
              <a:gd name="adj" fmla="val 25329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60146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66547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650992"/>
            <a:ext cx="10097719" cy="3032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3A3D40"/>
                </a:solidFill>
                <a:latin typeface="Verdana"/>
              </a:rPr>
              <a:t>Quelle difficulté du poste le profil reconnaît-il ?   </a:t>
            </a:r>
            <a:r>
              <a:rPr sz="1500" b="1" i="0">
                <a:solidFill>
                  <a:srgbClr val="07734A"/>
                </a:solidFill>
                <a:latin typeface="Verdana"/>
              </a:rPr>
              <a:t>» la supervision sans soutien après dix-huit heures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passif, et la question qu'il donne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MANQUE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L'entreprise a été acquise en janvier.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 qui, et à l'initiative de qui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La production a été réorganisée en trois quarts.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 l'a décidé, et sur quel avis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4251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379976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poste a été créé.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379976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la demande de qui, et pour combien de temps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79"/>
            <a:ext cx="11057839" cy="806704"/>
          </a:xfrm>
          <a:prstGeom prst="roundRect">
            <a:avLst>
              <a:gd name="adj" fmla="val 181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49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Notez chaque passif que vous rencontrez : la liste que vous en tirez est votre liste de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 ou ne dit rien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Pour chaque phrase, décidez si elle renseigne.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entreprise à échelle humaine.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taux de roulement de onze pour cent.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plaçons l'humain au centre.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Sept personnes en poste sur les seize prévues.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équipe passionnée et dynamique.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 produit n'est vendu au grand public.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 ou ne dit rien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entreprise à échelle humaine.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dit rien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taux de roulement de onze pour cent.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renseigne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plaçons l'humain au centre.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dit rien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Sept personnes en poste sur les seize prévues.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renseigne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équipe passionnée et dynamique.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ne dit rien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Aucun produit n'est vendu au grand public.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renseigne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Passer au travers du processus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Reprenez la page « À propos » de votre devoir et écrivez trois questions qu'elle vous laisse.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tirée d'un passif.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tirée d'un chiffre dont vous ne savez pas ce qu'il recouvre.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Passer au travers du processus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