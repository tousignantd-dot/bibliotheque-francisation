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Reprendre les trois phrases du billet de C1 : deux ou trois élèves les lisent. Puis poser la question du titre au groupe, pour de vrai, en regardant par la fenêtre.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piste est celle qui compte : la plupart des élèves ne savent pas où l'annonce de fermeture se trouve. Le montrer avant la fin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poser chacune des quatre questions à voix haute, en faisant monter la voix à la fin.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Insister : demander de répéter n'est pas un aveu d'échec, c'est une stratégie enseignée.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poser chaque question à un voisin après la correction, et obliger le voisin à répondre. Une question sans réponse ne s'apprend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raisons, pas une : la tempête, et le centre fermé. Faire donner les deux avant de passer à la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Montrer trente centimètres avec les mains : le nombre ne veut rien dire tant qu'on ne l'a pas vu.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est le seul faux. Faire repérer le mot qui le décide — « en retard » — plutôt que de le donner.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Ouvrir le site du centre en direct et montrer où l'avis apparaît. Deux minutes, et c'est le geste le plus utile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L'étape 4 est obligatoire, même si A a tout compris : c'est la phrase qu'on veut voir sortir toute seule à la fin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de deux minutes, mais qui règle un vrai problème. Vérifier au début de E1 que chacun a une réponse.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Quel temps fait-il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026668"/>
          </a:xfrm>
          <a:prstGeom prst="roundRect">
            <a:avLst>
              <a:gd name="adj" fmla="val 142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414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Poser une question sur le temps, et comprendre un jour de tempête.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Il fait froid, je m'habille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la question « Quel temps fait-il ?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vérifier une seule chose avec « est-ce qu'il… ?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la température en degrés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 avis de tempête et ce qu'il change.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17181A"/>
                </a:solidFill>
                <a:latin typeface="Verdana"/>
              </a:rPr>
              <a:t>Trente centimètres de neige. Qu'est-ce qui change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temps-nei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voit sur la photo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l'autobus passe à l'heure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le cours a lieu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est-ce que vous le savez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QUATRE MOTS SUFFISENT POUR SAVOIR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temps fait-il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Pour vérifier une seule chose : « Est-ce qu'il neige ? » Pour la température : « Il fait combien de degrés ? » Et quand ça va trop vite : « Pouvez-vous répéter, s'il vous plaît ? »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questions, et à qui on les pose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QUAND ON S'EN SERT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Quel temps fait-il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La question complète, à n'importe qui.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Est-ce qu'il neige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Pour vérifier une seule chose.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fait combien de degrés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Quand on veut le nombre.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fait froid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La version courte, celle qu'on entend le plus.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Pouvez-vous répéter 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Quand la réponse est allée trop vite.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La dernière rangée est la plus utile des cinq.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la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mot par espace.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temps fait-il aujourd'hui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___ il neige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fait ___ de degrés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Pouvez-vous ___, s'il vous plaît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temps fait-il demain 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la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temps fait-il aujourd'hui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___ il neige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qu'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fait ___ de degrés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combien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Pouvez-vous ___, s'il vous plaît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répéter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temps fait-il demain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Ne sortez pas aujourd'hui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Écoutez, puis dites pourquoi Zina reste à la maison.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37702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ROLAND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09717" y="2322576"/>
            <a:ext cx="876640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Madame Berrada ! Ne sortez pas aujourd'hui.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8183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2982976"/>
            <a:ext cx="137702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ZINA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09717" y="2982976"/>
            <a:ext cx="876640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Pourquoi ? Il y a mon cours.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787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643376"/>
            <a:ext cx="137702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ROLAND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09717" y="3643376"/>
            <a:ext cx="876640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a une tempête. Trente centimètres de neige.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139183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303775"/>
            <a:ext cx="137702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ZINA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9717" y="4303775"/>
            <a:ext cx="876640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Et mon cours de français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995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4964176"/>
            <a:ext cx="137702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ROLAND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09717" y="4964176"/>
            <a:ext cx="876640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centre est fermé. C'est à la radio.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459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32688" y="5624576"/>
            <a:ext cx="137702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ZINA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09717" y="5624576"/>
            <a:ext cx="876640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Ah bon. Alors je reste à la maison.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d'un jour de tempête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07216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tempête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79171" y="2121408"/>
            <a:ext cx="797983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Beaucoup de neige et beaucoup de vent, en même temps.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207216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centimètre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79171" y="3106674"/>
            <a:ext cx="797983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mesure de la neige tombée : trente centimètres.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207216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fermé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79171" y="4091939"/>
            <a:ext cx="797983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centre, l'école, la garderie n'ouvrent pas ce jour-là.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207216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en retard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79171" y="5077205"/>
            <a:ext cx="797983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L'autobus ne passe pas à l'heure écrite sur l'horaire.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 de la tempête.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Monsieur Pelchat dit de ne pas sortir.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tombe trente centimètres de neige.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autobus sont à l'heure.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centre de formation est fermé.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Demain, il fait beau.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Monsieur Pelchat dit de ne pas sortir.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tombe trente centimètres de neige.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autobus sont à l'heure.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- ils sont en retard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centre de formation est fermé.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Demain, il fait beau.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UN JOUR DE TEMPÊTE, ON RESTE À LA MAISON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ne sors pas. Je regarde à la radio si le centre est ouvert.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L'annonce se fait le matin même, avant sept heures, à la radio et sur le site du centre. Le lendemain, la neige est encore là, mais le ciel est bleu : il fait souvent beau après une tempête.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DEUX PAR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Est-ce qu'il y a de l'école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Quinze minutes, debout. A appelle son voisin, B répond.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Trouvez où votre centre annonce les fermetures, et écrivez-le.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À la radio, à 6 h 30.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Sur le site du centre.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Mon enseignante envoie un message.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Il fait froid, je m'habille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