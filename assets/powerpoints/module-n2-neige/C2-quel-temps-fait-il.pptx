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trois phrases du billet de C1 : deux ou trois élèves les lisent. Puis poser la question du titre au groupe, pour de vrai, en regardant par la fenêtre.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celle qui compte : la plupart des élèves ne savent pas où l'annonce de fermeture se trouve. Le montrer avant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chacune des quatre questions à voix haute, en faisant monter la voix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demander de répéter n'est pas un aveu d'échec, c'est une stratégie enseignée.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chaque question à un voisin après la correction, et obliger le voisin à répondre. Une question sans réponse ne s'apprend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raisons, pas une : la tempête, et le centre fermé. Faire donner les deux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trente centimètres avec les mains : le nombre ne veut rien dire tant qu'on ne l'a pas 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est le seul faux. Faire repérer le mot qui le décide — « en retard » — plutôt que de le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Ouvrir le site du centre en direct et montrer où l'avis apparaît. Deux minutes, et c'est le geste le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L'étape 4 est obligatoire, même si A a tout compris : c'est la phrase qu'on veut voir sortir toute seule 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deux minutes, mais qui règle un vrai problème. Vérifier au début de E1 que chacun a une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 temps fait-il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Poser une question sur le temps, et comprendre un jour de tempête.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Quel temps fait-il ?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une seule chose avec « est-ce qu'il… ?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la température en degrés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avis de tempête et ce qu'il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Trente centimètres de neige. Qu'est-ce qui change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mps-nei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voit sur la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l'autobus passe à l'heure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cours a lieu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est-ce que vous le savez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MOTS SUFFISENT POUR SAVOIR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temps fait-il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vérifier une seule chose : « Est-ce qu'il neige ? » Pour la température : « Il fait combien de degrés ? » Et quand ça va trop vite : « Pouvez-vous répéter, s'il vous plaît ?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questions, et à qui on les 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S'EN 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 temps fait-il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question complète, à n'importe qui.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qu'il neige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Pour vérifier une seule chose.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fait combien de degrés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Quand on veut le nombre.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fait froid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version courte, celle qu'on entend le plus.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Pouvez-vous répéter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Quand la réponse est allée trop vite.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dernière rangée est la plus utile des cinq.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mot par 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temps fait-il aujourd'hui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___ il neige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___ de degrés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___, s'il vous plaît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temps fait-il demain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temps fait-il aujourd'hui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___ il neige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___ de degrés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___, s'il vous plaît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répéter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temps fait-il demain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sortez pas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pourquoi Zina reste à la maison.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9717" y="23225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Berrada ! Ne sortez pas aujourd'hui.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ZINA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9717" y="29829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? Il y a mon cours.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9717" y="36433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tempête. Trente centimètres de neige.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ZINA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9717" y="4303775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mon cours de français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9717" y="49641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est fermé. C'est à la radio.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770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ZINA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9717" y="5624576"/>
            <a:ext cx="87664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Ah bon. Alors je reste à la maison.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d'un jour de tempête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7216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tempête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9171" y="2121408"/>
            <a:ext cx="797983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Beaucoup de neige et beaucoup de vent, en même temps.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07216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centimètre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9171" y="3106674"/>
            <a:ext cx="797983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mesure de la neige tombée : trente centimètres.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07216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fermé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9171" y="4091939"/>
            <a:ext cx="797983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centre, l'école, la garderie n'ouvrent pas ce jour-là.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07216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 retard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9171" y="5077205"/>
            <a:ext cx="797983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L'autobus ne passe pas à l'heure écrite sur l'horaire.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 de la tempête.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Pelchat dit de ne pas sortir.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tombe trente centimètres de neige.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autobus sont à l'heure.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centre de formation est fermé.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il fait beau.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Pelchat dit de ne pas sortir.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tombe trente centimètres de neige.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autobus sont à l'heure.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ils sont en retard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centre de formation est fermé.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il fait beau.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JOUR DE TEMPÊTE, ON RESTE À LA MAISON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sors pas. Je regarde à la radio si le centre est ouvert.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L'annonce se fait le matin même, avant sept heures, à la radio et sur le site du centre. Le lendemain, la neige est encore là, mais le ciel est bleu : il fait souvent beau après une tempête.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DEUX PAR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qu'il y a de l'école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Quinze minutes, debout. A appelle son voisin, B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où votre centre annonce les fermetures, et écrivez-le.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radio, à 6 h 30.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le site du centre.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enseignante envoie un message.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