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sans diapositive : demander à chacun s'il avait déjà vu de la neige avant d'arriver ici, et ce qu'il a pensé la première fois. Le groupe se sépare toujours en deux, et la conversation part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le mot « neige » avant de le donner. La quatrième piste ouvre le groupe : certains l'ont vue à trente ans, d'autres sont nés dedans.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« Il neige » et « il fait froid » sont les deux phrases du module : les faire répéter par chacun, debout,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répliques, et la journée est réglée. Faire remarquer que Zina répète le nombre entendu avant de répondre : c'est la stratégie du module au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lignes à deux, debout, avant de passer au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 : l'article s'apprend avec le mot,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expliquer la phrase impersonnelle : la faire répéter. L'explication vient 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le vrai bulletin du jour sur le téléphone avant de commencer. La température réelle vaut mieux qu'une température inventée.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l'article avec le mot : c'est là qu'il s'apprend, et le corriger plus tard coûte trois fois plus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neige 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le temps qu'il fait et dire s'il fait froid.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Il fait froid, je m'habille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quatre choses du ciel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il neige », « il pleut », « il vente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s'il fait froid ou s'il fait beau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la température en une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temps fait-il sur cette photo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mps-nei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tombe du ciel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quelle couleur est la rue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fait froid ou chaud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Vous, la première fois que vous avez vu la neige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Zina voit sa première neige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770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9717" y="2322576"/>
            <a:ext cx="87664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monsieur Pelchat. Regardez dehors 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770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9717" y="3071876"/>
            <a:ext cx="87664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 Berrada. Oui, il neige depuis la nuit.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770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9717" y="3821175"/>
            <a:ext cx="87664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ma première neige. C'est beau.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770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9717" y="4570475"/>
            <a:ext cx="87664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beau, oui. Mais il fait froid.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fait combien de degrés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770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9717" y="1901952"/>
            <a:ext cx="87664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combien de degrés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770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717" y="2651252"/>
            <a:ext cx="87664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douze. Et il vente.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770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9717" y="3400551"/>
            <a:ext cx="87664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douze… Je n'ai pas de tuque.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770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9717" y="4149851"/>
            <a:ext cx="87664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mettez un foulard. Le vent, c'est le pire.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Zina, ce que répond son voisin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ZINA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ROLAND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Regardez dehors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neige depuis la nuit.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ma première neige.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C'est beau. Mais il fait froid.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combien de degrés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Moins douze. Et il vente.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n'ai pas de tuque.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Alors mettez un foulard.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ou trois mots par réplique. C'est tout ce qu'il faut.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mots du ciel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2285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neige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542" y="2121408"/>
            <a:ext cx="88234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L'eau blanche et froide qui tombe du ciel en hiver.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2285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pluie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5542" y="3106674"/>
            <a:ext cx="88234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L'eau qui tombe du ciel quand il ne fait pas froid.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2285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5542" y="4091939"/>
            <a:ext cx="88234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L'air qui bouge fort et qui pousse tout dehors.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2285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soleil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5542" y="5077205"/>
            <a:ext cx="88234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lumière jaune du ciel quand il fait beau.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IL NEIGE. » — DEUX MOTS, ET TOUT EST 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météo se dit toujours avec « il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il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ne remplace personne : ni un homme, ni le ciel. C'est un mot obligatoire. On dit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il neige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il pleut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il vente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— jamais « la neige neige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neige depuis la nuit.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première neige de Zina.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moins vingt degrés.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Zina a une tuque.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neige depuis la nuit.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première neige de Zina.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moins vingt degrés.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il fait moins douze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Zina a une tuque.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elle met un foulard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LA FENÊTRE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debout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minutes. Un élève regarde dehors, l'autre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temps qu'il fait aujourd'hui et le nom de trois choses du ciel.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Aujourd'hui, il neige.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neige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soleil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Il fait froid, je m'habille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