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Commencer par les trois températures notées en devoir : « Mardi, moins deux. Qu'est-ce que vous avez mis ? » La séance part de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la vraie. Presque tout le monde a passé un premier hiver sans tuque ou sans bottes ; c'est la matière de la séance et elle vient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diapositive masquée. Trois vêtements à attraper : manteau, bottes, mitaines. Puis dévoiler et faire lire à deux voix.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demande d'écouter la fin du dialogue, où Zina change d'avis. Le refaire écouter plutôt que de donner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Tuque » n'existe qu'ici : le dire. Les élèves l'entendront dès leur première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montrer l'endroit sur soi en disant le mot : le geste fixe le vocabulaire mieux que la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construire trois phrases avec « il faut » sur le thème de l'hiver,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 le groupe fait cette erreur. La dédramatiser tout de suite, puis la faire corriger à l'oral trois fois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phrase complète à voix haute après chaque réponse. L'oreille corrige ce que la règle n'a pas encore fixé.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cinq températures au tableau, de moins trente à plus vingt. L'étape 3 est celle qui fait parler : personne ne pense aux pieds.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phrases. Elles serviront telles quelles dans la production écrite de E1 : le dire au groupe, ça change l'effort qu'on 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Qu'est-ce que je mets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Choisir ses vêtements selon la température, et le dire de trois façons.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Il fait froid, je m'habille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vêtements de l'hiver québécois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où se met chaque vêtement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faut » + le verbe entier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je mets », « mets » et « mettez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Il fait moins huit et il vente. Qu'est-ce qu'on met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antea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7654"/>
            <a:ext cx="3760927" cy="2524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sur la photo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 manteau suffit à moins huit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vêtement d'hiver vous a manqué votre premier hiver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la porte, sept heures et quart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fois. Notez les trois vêtements.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6872" y="23225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Maman, je mets mon manteau d'automne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6872" y="29829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Non. Il fait moins huit. Il faut le manteau d'hiver.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6872" y="36433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D'accord. Et mes espadrilles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6872" y="4303775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Non, tes bottes. Il y a de la neige.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6872" y="49641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mes mains ? J'ai froid aux mains.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47418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6872" y="5624576"/>
            <a:ext cx="8669254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Mets tes mitaines. Elles sont dans le sac.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Youssef veut mettre son manteau d'automne.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 mère dit oui.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Youssef met ses bottes.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mitaines sont dans le sac.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Zina part sans rien sur la tête.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Youssef veut mettre son manteau d'automne.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 mère dit oui.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elle dit non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Youssef met ses bottes.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mitaines sont dans le sac.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Zina part sans rien sur la tête.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elle prend une tuque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met, et où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8924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tuque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9435" y="2121408"/>
            <a:ext cx="81595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la tête et les oreilles. Le mot est québécois.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8924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mitaines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435" y="3106674"/>
            <a:ext cx="81595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les mains. Les doigts sont ensemble, sauf le pouce.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8924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bottes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435" y="4091939"/>
            <a:ext cx="81595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Sur les pieds, par-dessus des bas de laine.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89242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foulard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9435" y="5077205"/>
            <a:ext cx="815957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Autour du cou, contre le vent.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vêtement et sa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VÊTEMENT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OÙ ON LE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tuque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sur la tête et les oreilles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mitaines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sur les mains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bottes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sur les pieds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foulard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autour du cou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manteau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par-dessus tous les autres vêtements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bas de laine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dans les bottes, sur les pieds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APRÈS « IL FAUT », LE VERBE RESTE ENTIER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mettre une tuque.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faut » ne change jamais, et le verbe qui suit non plus : mettre, sortir, rester. C'est une règle pour tout le monde. Pour dire ce que je fais, moi : « Je mets ma tuque.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je mets une tuque.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faut mettre une tuque.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L'erreur est logique : l'élève sait conjuguer et il conjugue. Mais après « il faut », le verbe ne se conjugue pas — il garde sa forme de dictionnaire. Une seule fois par phrase : ou bien « il faut mettre », ou bien « je mets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faut, je mets, mets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« il faut », « je mets » ou « mets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moins vingt. ___ mettre un manteau d'hiver.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___ mes bottes tous les matins.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Youssef, ___ ta tuque 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 la glace. ___ marcher lentement.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froid aux mains. ___ mes mitaines.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faut, je mets, mets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moins vingt. ___ mettre un manteau d'hiver.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Moi, ___ mes bottes tous les matins.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Youssef, ___ ta tuque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 la glace. ___ marcher lentement.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faut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froid aux mains. ___ mes mitaines.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DEUX PAR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Habillez votre voisin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Quinze minutes, debout. A donne la température, B dit quoi mettre.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Demain matin, écrivez ce que vous mettez pour sortir, et pourquoi.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fait moins 10.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mets mon manteau d'hiver et ma tuque.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Il vente, alors je mets mon foulard.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Il fait froid, je m'habille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