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séance. Commencer par dire quatre mots à voix haute — vent, bonjour, temps, ils sont — et demander lesquels vont ensemble. Personne ne se trompe complètement, et personne n'a tout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la main sous le menton : pour « an », la mâchoire descend. C'est le repère le plus sûr.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la colonne de droite à voix haute, en série, sans commenter. Le son s'installe par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avancer les lèvres. Le son sort plus petit et plus fermé que celui de « vent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d'autres mots dans le cahier : lampe, jambe, compter. La règle se vérifie à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mains levées disent tout de suite qui suit et qui devine. Reprendre seulement les mots où le groupe se sépare en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piège est le plus fréquent chez les élèves hispanophones et arabophones. Faire tenir la langue en bas de la bouche pendant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au tableau, un mot à la fois, en demandant à chaque fois pourquoi c'est m ou n. La règle se fixe en la disant, pas en l'écoutant.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Accepter les mots trouvés ailleurs que dans le module : un élève qui rapporte « la chambre » a compris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An ou 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Entendre et écrire les deux sons du nez : « vent » et « bonjour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« vent » et « bonjour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les deux sons avec la bonne bouche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an, am, en, em et on, 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règle du m devant b et 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SONS PASSENT PAR LE NEZ.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vent » et « bonjour » ne se disent pas pareil.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le son de &lt;b&gt;vent&lt;/b&gt;, la bouche s'ouvre grand. Pour le son de &lt;b&gt;bonjour&lt;/b&gt;, les lèvres font un rond. C'est la bouche qui décide, pas l'oreille.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famille du son de « vent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janvier · un 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lampe · une chambre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vent · l'argent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temps · novembre · le printemps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seul son, quatre façons de l'écrire.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famille du son de « bonjour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bonjour · long · ils sont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nombre · tomber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lèvres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elles font un rond, comme pour siffler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ne dit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banjour » ni « ils sant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façons de l'écrire seulement. C'est la famille la plus simple.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DEVANT B ET P, ON ÉCRIT 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novembre · décembre · le printemps · une chambre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seule règle d'écriture de la séance, et elle explique six mots de l'hiver d'un coup. Elle vaut pour les deux familles : &lt;b&gt;nom&lt;/b&gt;bre, &lt;b&gt;tom&lt;/b&gt;ber.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 ou 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 Levez une main pour « an », deux pour « 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ils sont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janvier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manteau long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novembre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montons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 ou 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vent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temps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ils sont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janvier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manteau long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 - c'est « long » qu'on écoute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novembre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montons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pièges du son de « vent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Répétez après l'enseignant, puis entre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dire « le vont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prononcer le n de la fin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écrire « tenps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DICTÉE COURTE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 dit le mot deux fois. Écrivez-le.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janvier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novembre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temps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printemps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sont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à 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janvier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novembre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em, devant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temps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em, devant 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printemps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em, devant 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sont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avec le son de « vent » et trois mots avec le son de « bonjour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vent, janvier, novembre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ils sont, un nombre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