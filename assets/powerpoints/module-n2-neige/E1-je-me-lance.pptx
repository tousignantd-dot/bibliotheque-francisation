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La moitié du temps se passe en production réelle : jeu de rôle, enregistrement, écriture. Les diapositives ne sont qu'un cadre — ne pas les commenter longtemps.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ouvre la séance : noter au tableau ce que le groupe dit. C'est le plan de la production écrite, et il vient d'eux.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Elle n'explique pas avec des mots savants : elle compare avec zéro, puis elle montre. C'est exactement ce que le groupe peut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révision de tout le module en une seule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plan de la production orale. Le faire répéter par trois élèves avant d'ouvrir les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situations du jeu de rôle en ligne. L'assistant tient Roland, le voisin retraité : il ne donne qu'un renseignement par phrase et répète sans s'impatienter.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Environ trente secondes par prise. Laisser recommencer autant de fois qu'il le faut : c'est le but du panneau d'enregistrement.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Rappeler les deux points que la correction en ligne regarde en premier : « en hiver » mais « au printemps », et le « il » de la météo — jamais « la neige neige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devoir du module. Demander au cours suivant qui l'a fait et ce qu'on lui a répondu : la météo est le sujet dont tout le monde parle au Québec, et c'est la porte d'entrée la plus facile.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Parler du temps qu'il fait de vive voix, puis l'écrire à quelqu'un.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Il fait froid, je m'habille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 temps qu'il fait en deux ou trois phrases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la température avec son signe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met pour sortir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de trois à cinq phrases sur le temps qu'il fait.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Quelqu'un n'a jamais vu la neige. Qu'est-ce que vous lui dites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mps-fro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voyez sur la photo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a le plus étonné, votre premier hiver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personne ne vous avait dit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diriez à quelqu'un qui arrive en novembre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Cette fois, c'est Zina qui explique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comment Zina explique le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7418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YOUSSEF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6872" y="2322576"/>
            <a:ext cx="86692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Maman, c'est quoi, « moins vingt »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47418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ZINA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6872" y="2982976"/>
            <a:ext cx="86692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très froid. Zéro, c'est déjà froid. Moins vingt, c'est pire.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47418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YOUSSEF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6872" y="3643376"/>
            <a:ext cx="86692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« plus vingt »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47418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ZINA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6872" y="4303775"/>
            <a:ext cx="86692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Plus vingt, c'est chaud. C'est l'été.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47418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YOUSSEF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6872" y="4964176"/>
            <a:ext cx="86692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Alors aujourd'hui, il fait moins ou plus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47418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ZINA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06872" y="5624576"/>
            <a:ext cx="86692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Moins. Moins huit. Regarde le thermomètre.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revient de tout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VU 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neige. Il vente.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A3 - le « il » de la météo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fait moins huit degrés.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B2 - lire une température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mettre une tuque.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C1 - il faut, je mets, mets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 temps fait-il demain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C2 - poser la question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Rien de neuf dans cette colonne : le module entier tient en quatre lignes.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CHOSES, ET ON A TOUT 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temps, la température, ce qu'on met.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neige. Il fait moins douze. Je mets ma tuque et mes mitaines. » Trois phrases très courtes valent mieux qu'une longue : c'est le niveau de langue de la rue, pas une simplification pour la classe.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POUR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Dans l'entrée de l'immeuble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pars au cours. Ton voisin rentre de dehors, le manteau couvert de neige.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n'ai pas tout compris à la radio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as entendu le bulletin de sept heures, mais trop vite. Ton voisin l'a écouté au complet.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Est-ce qu'il y a de l'école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tombe trente centimètres de neige. Tu veux savoir si ton cours a lieu.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Parlez du temps qu'il 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temps. Enregistrez-vous, écoutez-vous, recommencez.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Écrivez la météo à quelqu'un de votre famille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trois à cinq phrases, à quelqu'un qui vit dans un pays chaud.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Cette semaine, parlez de la météo en français à une personne, pour de vrai.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fait froid aujourd'hui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qu'il neige demain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fait combien de degrés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Il fait froid, je m'habille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