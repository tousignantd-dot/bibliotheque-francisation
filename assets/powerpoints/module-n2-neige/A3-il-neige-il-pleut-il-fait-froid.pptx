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séance. Écrire au tableau « ___ neige » et demander ce qui manque. Personne ne propose « il » spontanément : c'est ce qui rend la séance nécessaire.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employer le mot « impersonnel » devant le groupe : dire « un il qui n'est personne ». Le mot savant ne sert à rien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classer à l'oral dix phrases dites au hasard avant de passer à l'exercice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la vraie question : les deux se disent. Le dire clairement évite qu'un élève croie qu'il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Il fait beau » et « il fait mauvais » s'apprennent ensemble : ce sont deux blocs, pas quatre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faire d'abord à l'oral, en groupe, puis à l'écrit. Le quatrième est le plus raté : le « y » de « il y a » s'entend à peine.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sur l'appareil, pas au tableau : les photos sont dans l'activité. Passer dans les rangées pendant ce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Exiger les trois formes de chacun. C'est la seule façon de vérifier que la troisième, la moins naturelle, est vraiment acquise.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Corriger surtout le « il » manquant et le « y » oublié : ce sont les deux erreurs qui restent longtemps.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neige, il pleut, il fait froid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façons de dire le temps qu'il fait, toutes avec « il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Il fait froid, je m'habille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» devant un verbe de météo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il fait froid », « il fait beau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il y a du soleil », « il y a des nuages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la bonne forme devant une photo.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« IL » NE REMPLACE PERSONNE.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neige. Il pleut. Il vente.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ni un homme, ni le ciel, ni le temps. C'est un mot obligatoire, et il ne change jamais. On ne dit pas « la neige neige », ni « ça fait froid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formes, trois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 ON L'EMPLOIE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neige.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verbe suffit : neiger, pleuvoir, venter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fait froid.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« il fait » + un mot : froid, chaud, beau, mauvais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y a du soleil.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« il y a » + une chose : du soleil, des nuages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fait moins huit.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« il fait » sert aussi pour la température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formes, et toute la météo du niveau 2 est couverte.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temps fait-il sur cette photo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mps-v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bouge sur la photo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voit le vent ? Comment on le sait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fait froid ou chaud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phrase dit ce qu'on voit : il vente, ou il y a du vent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y a dans le ciel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033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nuage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0331" y="2121408"/>
            <a:ext cx="784867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forme grise ou blanche qui cache le ciel.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2033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température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331" y="3106674"/>
            <a:ext cx="784867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nombre qui dit s'il fait froid ou chaud.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2033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il fait beau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331" y="4091939"/>
            <a:ext cx="784867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Il y a du soleil et il ne pleut pas.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2033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il fait mauvais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331" y="5077205"/>
            <a:ext cx="784867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Il pleut, ou il vente, ou les deux.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LE BON 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neige depuis la nuit.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___ froid ce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___ : prends ton parapluie.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___ beaucoup de nuages.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___ fort. Mets ta tuque.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il ___ beau.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neige depuis la nuit.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___ froid ce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___ : prends ton parapluie.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pleut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___ beaucoup de nuages.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___ fort. Mets ta tuque.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vente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il ___ beau.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SIX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phrase va avec quelle photo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Ouvrez l'activité, exercice 3 de « Je découvre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neige.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pleut.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soleil.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vente.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froid.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 la glace.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À LA FENÊTRE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 trois, debout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Quinze minutes. Chacun dit trois phrases sur le temps du jour.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le temps qu'il fait aujourd'hui, une de chaque forme.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neige.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fait moins huit degrés.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y a beaucoup de nuages.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Il fait froid, je m'habille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