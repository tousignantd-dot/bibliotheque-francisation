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Faire écouter le vrai bulletin du matin sur le téléphone, sans rien annoncer, puis demander ce que le groupe a compris. Le peu qui remonte est exactement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vaut la peine : beaucoup d'élèves regardent par la fenêtre et ne consultent jamais de bulletin. C'est justement ce que la séance vient changer.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masquée, crayon en main. Demander seulement trois choses : la ville, le temps, le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Zina ne comprend pas tout non plus : elle attrape deux choses et les redit. Le dire au groupe — c'est la stratégie qu'on enseigne, pas un défaut du personnage.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quatrième rangée : beaucoup d'élèves arrêtent d'écouter dès qu'ils ont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Nommer trois ou quatre villes proches du centre : un élève doit reconnaître la sienne au milieu d'une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texte de l'intention du programme : la faire lire en silence, puis poser les questions de la diapositive suivante sans y revenir.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demandent de comparer deux nombres négatifs. Les faire au tableau, avec une ligne graduée dessinée à la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le vrai bulletin de deux villes sur le téléphone. La différence entre Montréal et Québec est réelle et souvent grande : elle frappe.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mais le plus utile du module : c'est la tâche de l'intention du programme, faite pour de vrai. Ramasser les carnets au début de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bulletin de sept heures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Attraper la ville, le temps et la température dans un bulletin météo.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Il fait froid, je m'habille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nom d'une ville dans un bulletin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attraper le mot du temps : neige, pluie, soleil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attraper le nombre de degrés et son signe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grille météo de la semaine.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entend ici, le matin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ulletin-met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7654"/>
            <a:ext cx="3760927" cy="25245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le comptoir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écoute à sept heures du matin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écoutez la météo ? Où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la radio, sur le téléphone, ou par la fenêtre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Montréal, neige, moins huit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sans regarder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6872" y="2322576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sept heures. Voici la météo.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6872" y="3071876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Montréal, neige. Moins huit degrés.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VOIX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6872" y="3821175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Demain, soleil. Moins deux degrés.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6872" y="4570475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Maman, il a dit quoi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Zina redit ce qu'elle a entendu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6872" y="1901952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Attends. Il a dit « neige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6872" y="2651252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les degrés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ZINA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6872" y="3400551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huit. Il fait moins huit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7418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YOUSSEF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6872" y="4149851"/>
            <a:ext cx="86692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Moins deux, c'est moins froid. C'est bien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à attraper, et rien d'autre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CHERCHE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ENTEND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Montréal… · À Québec… · En Gaspésie…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neige · pluie · soleil · nuages · 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température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moins huit degrés · plus quatre degrés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Et toujours demain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bulletin donne le lendemain juste après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bulletin de vingt secondes tient en trois mots dans un carnet.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bulletin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725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bulletin météo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9520" y="2121408"/>
            <a:ext cx="7479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message qui dit le temps d'aujourd'hui et de demain.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725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degré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9520" y="3106674"/>
            <a:ext cx="7479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L'unité qui mesure le froid et le chaud.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725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ville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4091939"/>
            <a:ext cx="7479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endroit avec beaucoup de maisons et beaucoup de monde.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725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l'hiver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9520" y="5077205"/>
            <a:ext cx="7479487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saison de la neige et du froid, au Québec.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MÉTÉO — Montréal, cette semaine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JOUR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TEMPS ET TEMPÉRATURE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Lundi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Neige · moins 8 degrés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Mardi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Soleil · moins 2 degrés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Mercredi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Nuages · zéro degré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Jeudi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Pluie · plus 4 degrés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Vendredi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Vent et neige · moins 14 degrés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grille de la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il neige.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Mardi, il fait moins huit.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Mercredi, il y a des nuages.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Jeudi, il pleut.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le plus froid, c'est vendredi.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plus chaud lundi que jeudi.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Lundi, il neige.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Mardi, il fait moins huit.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moins deux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Mercredi, il y a des nuages.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Jeudi, il pleut.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jour le plus froid, c'est vendredi.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 - moins 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plus chaud lundi que jeudi.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- jeudi, il fait plus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DEUX VILLES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deux, debout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Quinze minutes. Un élève lit Montréal, l'autre lit Québec.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Écoutez le bulletin de demain matin et notez trois choses.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Ville : Montréal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Temps : neige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Température : moins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Il fait froid, je m'habille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