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d'abord les carnets du devoir de B1 : trois lignes par élève. Lire deux ou trois carnets à voix haute — c'est le déclencheur le moins cher et le plus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vaut de l'or dans un groupe de niveau 2 : chacun donne un nombre, et l'écart avec moins vingt fait le reste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Dessiner une ligne graduée au tableau avec zéro au milieu et y placer les nombres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relire la colonne de droite par cinq élèves différents, un par rangée.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avant de faire écrire. Le mot « moins » se perd à l'oral quand on le lit sans l'avoir prononcé.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nombres à attraper : moins seize, vingt-cinq, trente. Faire comparer les carnets deux par deux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Un seul mot à retenir dans toute la diapositive : « au printemps ». Le faire répéter quatre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à chacun quelle saison ressemble le plus à son pays : la réponse est souvent « aucune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seule bonne réponse est « Au ». Demander au groupe de la trouver avant de corriger : c'est l'exception, et elle se retient mieux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fiche de l'exercice `t1notes` du module. Faire écrire les chiffres tout de suite, pendant l'écoute : un nombre entendu s'oublie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lignes, pas plus. Comparer les trois nombres au début de C1 : c'est ce qui amène la question des vêtements.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Moins huit, plus quatre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une température au-dessus et au-dessous de zéro, et nommer la saison.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température sous zéro : moins huit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température au-dessus de zéro : plus quatre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saisons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bulletin en trois lignes dans son carnet.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Zéro degré : qu'est-ce que ça change dehors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mpera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7654"/>
            <a:ext cx="3760927" cy="2524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voit sur le thermomètre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zéro degré, est-ce que la neige reste par terre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à plus quatre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pays, il fait combien en janvier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SIGNE SE DIT AVANT LE NOMBRE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Moins huit. Plus quatre.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Zéro est la ligne : l'eau y gèle. En dessous, on dit « moins » ; au-dessus, on dit « plus », ou seulement le nombre. Et plus le nombre est grand après « moins », plus il fait froid : moins vingt est pire que moins huit.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entend, ce que ça veut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DEHORS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moins vingt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Très froid. Tuque, mitaines, foulard.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moins huit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Froid. Il neige, la neige reste.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zéro degré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L'eau gèle. Le trottoir est glissant.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 quatre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neige fond. Il pleut souvent.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 trente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C'est l'été. On ne dit même plus « plus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nombres, cinq façons de s'habiller.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Moins ou plus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la température à voix haute, puis écrivez le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−8 degrés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+25 degrés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−16 degrés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+4 degrés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−30 degrés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−2.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Moins ou plus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−8 degrés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huit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+25 degrés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 vingt-cinq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−16 degrés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seize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+4 degrés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 quatre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−30 degrés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trente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−2.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fait moins deux degrés.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Québec, il fait plus froid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notez les trois nombres que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ZINA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9717" y="23225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Pelchat, ma sœur habite à Québec.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9717" y="29829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Ah oui ? Il fait plus froid là-bas. Ce matin, moins seize.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ZINA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9717" y="36433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Moins seize ! C'est beaucoup.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9717" y="4303775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en Gaspésie, il vente très fort.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ZINA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9717" y="49641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l'été ? Il fait chaud au Québec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9717" y="56245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juillet, il fait vingt-cinq, trente degrés.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SEULE SAISON PREND « AU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hiver, en été, en automne — mais au printemps.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n'y a pas de règle derrière : il faut l'apprendre par cœur, comme les autres apprennent « au Québec ». Devant un mois, c'est toujours « en » : en janvier, en juillet.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saisons du Québec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762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l'hiver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3242" y="2121408"/>
            <a:ext cx="81757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décembre à mars. Neige, glace, souvent moins vingt.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8762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printemps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3242" y="3106674"/>
            <a:ext cx="81757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Avril et mai. La neige fond, il pleut beaucoup.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8762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3242" y="4091939"/>
            <a:ext cx="81757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juin à août. Vingt-cinq, trente degrés, mais court.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8762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l'automne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3242" y="5077205"/>
            <a:ext cx="81757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Septembre et octobre. La température descend, et il pleut.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hiver, au printemps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en » ou « au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hiver, il neige beaucoup.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printemps, la neige fond.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été, il fait trente degrés.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automne, il pleut souvent.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janvier, il fait très froid.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 neige tombe ___ novembre.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hiver, au printemps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hiver, il neige beaucoup.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printemps, la neige fond.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été, il fait trente degrés.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automne, il pleut souvent.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janvier, il fait très froid.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 neige tombe ___ novembre.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fiche de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le bulletin de B1 et remplissez les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temps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température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temps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température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fiche de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Montréal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temps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neige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température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temps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soleil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température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moins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la température de trois matins de suite, avec le 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Lundi : moins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Mardi : moins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Mercredi : plus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