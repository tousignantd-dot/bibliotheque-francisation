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3, et elle est d'écoute. Faire entendre l'appel de Florence Bérubé deux fois avant d'ouvrir quoi que ce soit : la première pour la situation, la seconde pour la liste. Beaucoup d'élèves n'ont jamais vu de crampons — en apporter une paire si l'école en a, l'objet vaut dix minutes d'explication.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parler dix minutes. Les réponses viennent de partout — sable, petits pas, éviter de sortir — et elles sont toutes bonnes. Le mot « crampons » s'installe ensuite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question de Florence : elle ne fait pas semblant de comprendre. C'est exactement ce que le module demande aux élèves de savoir faire, et c'est une personne âgée qui le montre.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porte les deux gérondifs du Défi 3. Ne pas les nommer aujourd'hui : les faire seulement entendre. Ils seront le sujet de la séance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chiffres au tableau, l'un sous l'autre : moins 12, moins 22. Demander lequel gèle les doigts. La réponse est le second,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Florence est celle qui reste : elle avait trouvé la consigne exagérée, et elle a tout bu. Le faire dire au groupe — c'est l'argument qui convainc mieux que n'importe quelle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rappeler chaque fois qu'une sortie d'été est planifiée, y compris hors de ce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la vraie leçon du Défi 3 : l'équipement et l'heure permettent de maintenir presque toutes les activités.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énoncés de l'exercice `t3a`. Les faire d'abord sans le texte du dialogue sous les yeux : c'est de la compréhension orale, pas de la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items de `t3equip`. Les deux qui restent — rentrer se réchauffer toutes les vingt minutes, marcher du côté ombragé — sont ceux qui se ressemblent le plus : les garder pour l'activité en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 comparer en D2 avec la liste du dialogue : l'écart est presque toujours les crampons et la couverture du visage.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Qu'est-ce qu'on apporte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Madame Bérubé a soixante-quinze ans, des crampons jamais sortis de leur boîte, et une seule question. La réponse n'est pas la même en février qu'en juillet — mais elle se construit de la même façon.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appel où quelqu'un demande quoi apporter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l'équipement du grand froid et celui de la chaleur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deux chiffres du froid : le thermomètre et le vent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à quel avertissement répond une consigne.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manque à cette personne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rampons-bo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attaché sous cette botte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ça sert, exactement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en avez déjà vu ? Déjà porté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mettez, vous, sur un trottoir gelé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J'appelle pour la sortie du vingt-deux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FLORENCE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2035" y="2322576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Marisol, c'est Florence Bérubé. Qu'est-ce que je dois apporter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2035" y="3409696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 Bérubé. Des bottes avec une bonne semelle, et si vous en avez, des crampons.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6393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FLORENCE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2035" y="4496816"/>
            <a:ext cx="85040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crampons ? Comme les grimpeurs de montagne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2035" y="5246116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petits, ceux qui s'attachent par-dessus la botte. Ça change tout sur un trottoir gelé.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couches, et pourquoi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393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2035" y="1901952"/>
            <a:ext cx="85040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Habillez-vous en trois couches plutôt qu'avec un gros manteau.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393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FLORENCE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2035" y="2651252"/>
            <a:ext cx="85040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trois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393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2035" y="3400551"/>
            <a:ext cx="85040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Parce qu'on marche une heure et qu'on entre au café ensuite.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2035" y="4149851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enlevant une couche à l'intérieur, vous ne transpirez pas ; en la remettant dehors, vous n'attrapez pas froid.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le vent qui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393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FLORENCE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2035" y="1901952"/>
            <a:ext cx="85040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vent ? À la promenade de la mer, il y a toujours du 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2035" y="2651252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bulletin annonce moins douze avec un refroidissement éolien de moins vingt-deux.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2035" y="3738371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le vent qui décide, pas le thermomètre. Couvrez-vous le visage.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FLORENCE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2035" y="4825492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vingt-deux. Et l'été, en juillet, vous nous aviez dit le contraire.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juillet, c'était l'inverse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2035" y="1901952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juillet, il y avait un avertissement de chaleur extrême et un indice UV de neuf.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2035" y="2989072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jour-là, on est partis à neuf heures du matin en apportant deux litres d'eau chacun.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6393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FLORENCE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2035" y="4076191"/>
            <a:ext cx="85040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litres, j'avais trouvé ça exagéré. J'ai tout bu.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6393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2035" y="4825492"/>
            <a:ext cx="85040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le monde a tout bu. On boit avant d'avoir soif, on marche à l'ombre, on s'arrête vingt minutes au milieu.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SOIF ARRIVE TROP TARD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boit toutes les vingt minutes, même sans avoir soif.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soif se déclenche après le début de la déshydratation, pas avant. C'est pour cela que la consigne n'est jamais « buvez quand vous avez soif ». C'est ainsi qu'on évite un coup de chaleur.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avertissements, deux listes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APPORTE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CONTRE 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Bottes, crampons, trois couches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le froid extrême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84932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Tuque, foulard, mitaines, de quoi couvrir le visage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84932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le 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975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25596"/>
            <a:ext cx="329149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litres d'eau, chapeau, crème solaire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25596"/>
            <a:ext cx="6595914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la chaleur extrême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2382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66259"/>
            <a:ext cx="3291492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Des vêtements légers et pâles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66259"/>
            <a:ext cx="6595914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l'indice UV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Dans les deux cas, on change l'heure de la sortie plutôt que de l'annuler.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l'appel de madame Bérubé,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conseille des crampons qui s'attachent par-dessus la botte.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recommande un seul gros manteau plutôt que plusieurs couches.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refroidissement éolien annoncé est de moins vingt-deux.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juillet, le groupe était parti à quatorze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L'indice UV était de neuf lors de la sortie de juillet.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évite un coup de chaleur en buvant seulement quand on a soif.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conseille des crampons qui s'attachent par-dessus la botte.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recommande un seul gros manteau plutôt que plusieurs couches.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couches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refroidissement éolien annoncé est de moins vingt-deux.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juillet, le groupe était parti à quatorze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à neuf heures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L'indice UV était de neuf lors de la sortie de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évite un coup de chaleur en buvant seulement quand on a soif.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avant d'avoir soif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Froid ou chaleur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consigne, dites à quel avertissement elle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Attachez vos crampons avant de sortir du Centre.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Apportez deux litres d'eau par personne.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Habillez-vous en trois couches plutôt qu'avec un gros manteau.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partirons à neuf heures et nous serons rentrés avant 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Couvrez-vous le visage : le vent est plus mordant que le thermomètre.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Mettez de la crème solaire et un chapeau à large bord.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Froid ou chaleur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Attachez vos crampons avant de sortir du Centre.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froid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Apportez deux litres d'eau par personne.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chaleur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Habillez-vous en trois couches plutôt qu'avec un gros manteau.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froid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partirons à neuf heures et nous serons rentrés avant midi.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chaleur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Couvrez-vous le visage : le vent est plus mordant que le thermomètre.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froid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Mettez de la crème solaire et un chapeau à large bord.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chaleur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choses que vous apporteriez à une marche d'une heure, en février, à Rimouski.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objets, et pour chacun une raison en trois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n'avez jamais marché par moins vingt, écrivez ce que vous croyez : on comparera.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