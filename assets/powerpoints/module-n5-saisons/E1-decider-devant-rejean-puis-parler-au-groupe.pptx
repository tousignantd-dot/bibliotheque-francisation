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Elle se fait presque entièrement debout et à deux. Prévoir des postes avec écouteurs pour le jeu de rôle, et un coin calme pour l'enregistrement. Rendre au début les billets de C4 et de D2 : chacun arrive avec son message et sa consigne déjà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critère principal. Si le coordonnateur doit demander « et la nouvelle date ? », la décision n'était pas annoncée en entier — c'est ce que le niveau 5 appelle un discours suivi.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questions sont les quatre séances du module, dans l'ordre. Laisser répondre sans reprendre : le groupe s'entend savoir tout cela, et c'est le meilleur départ possible pour une séance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de l'activité interactive. L'assistant y joue Réjean, le coordonnateur : il conteste une fois, poliment, et il attend la nouvelle date. Ce n'est ni une panne ni de la mauvaise volonté — c'est ainsi qu'il fait travailler la défense d'une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sujets de la grille en ligne. Les deux autres — ce que l'effet devient à l'heure exacte de l'activité, et ce qu'il faudra apporter — sont ceux qu'on oublie : les écrire au tableau à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projetée pendant tout l'atelier. C'est la seule chose que le jeu de rôle sanctionne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trente à quarante-cinq secondes. Laisser recommencer autant de fois qu'il le faut : c'est l'écoute de soi qui fait progresser, jamais la première 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lire ses notes au téléphone n'a rien d'artificiel. Tout le monde le fait, y compris les gens dont c'est la langue maternelle.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l'autoévaluation avant l'envoi à l'enseignante, jamais après. Les élèves recommencent d'eux-mêmes une fois sur deux, et c'est exactement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E2 avec la rétroaction de la production orale. La comparaison entre ce que l'élève a repéré lui-même et ce que dit la correction vaut mieux qu'une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Décider devant Réjean, puis parler au groupe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à vous. Vous annoncez votre décision au coordonnateur du Centre et vous la défendez ; puis vous laissez au groupe un message que trente personnes écouteront une seule fois, sans pouvoir vous demander de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une décision d'un seul tenant, sans se faire arracher les mots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 défendre avec l'avis, les chiffres et le calendrier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de quarante-cinq secondes qui n'oublie rien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vouvoiement du début à la fin.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diriez-vous à quelqu'un qui n'a pas écouté la radio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erglas-trot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avis est en vigueur, et lequel des deux mots porte-t-il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cinq millimètres de glace font à un trottoir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 sera encore comme ça samedi à treize heures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personnes attendent : par quoi commencez-vous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verglas de vendredi soir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Avertissement de pluie verglaçante, trois à cinq millimètres de glace. Marche de samedi, trente personnes, dont huit ont plus de soixante-dix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crue printanière au Bic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sentiers du bas du parc sont inondés, réouverture dans deux semaines. Visite dimanche, autobus réservé mais non payé, vingt-deux inscrits.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chaleur extrême de la fin de semaine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Trente-deux degrés, humidex de trente-neuf, indice UV de neuf. Tournoi de pétanque samedi à quatorze heures, en plein soleil.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veille ou avertissement, et de quel phénomène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trois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phénomène, la région, le moment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L'effet en chiffres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millimètres de glace, degrés, indice UV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décision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maintenue, reportée ou annulée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raison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dans la même phrase, avec un connecteur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nouvelle date, l'heure, le lieu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N'EST PAS LA MÉTÉO QUI DÉCIDE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reporte quand il y a une date de rechange, on annule quand il n'y en a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règle du Défi 2, et c'est elle que Réjean vérifie. Une tempête n'annule rien par elle-même : c'est le calendrier qui tranche entre reporter et annuler.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laissé au groupe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temps, dans l'ordre. Écrivez, lisez à voix haute, puis enregistrez.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625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265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TEMPS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955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014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654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6509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TEMPS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ENREGISTRER SANS AVOIR 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J'improvise, c'est plus naturel.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mes cinq temps, je les lis une fois, puis j'enregistre.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improvisé dure quatre-vingt-dix secondes et oublie deux choses : la nouvelle date et ce qu'il faut faire si elle ne convient pas. Ce sont justement les deux qui déclenchent trente appels.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Réécoutez-vous comme si vous aviez soixante-quinze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honnêtement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qui parle et de quelle activité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arrive-t-elle avant la météo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nouvelle date, l'heure et le lieu y sont-ils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raison tient-elle en une phrase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Dit-on ce qu'il faut apporter, et comment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dure-t-il moins de quarante-cinq secondes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Réécoutez-vous comme si vous aviez soixante-quinze 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qui parle et de quelle activité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dès la première phrase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arrive-t-elle avant la météo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on écoute vingt secondes pour rien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nouvelle date, l'heure et le lieu y sont-ils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trois, pas deux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raison tient-elle en une phrase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seule, la plus forte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Dit-on ce qu'il faut apporter, et comment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impératif, puis gérondif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dure-t-il moins de quarante-cinq secondes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coupez les excuses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notez la chose que vous referiez autrement.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qui a bien marché : ça se garde pour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