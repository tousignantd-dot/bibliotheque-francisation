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« Je me lance ». Deux points de grammaire y tiennent, et ils vont ensemble : l'impératif et le gérondif. Commencer par rendre les billets de D1 et comparer avec la liste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dix impératifs à partir de dix phrases au présent, à l'oral, en chaîne. La forme s'installe en cinq minutes ; c'est le reste qui prend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trois irréguliers reviennent tous les trois dans un avis du Centre : soyez à midi quarante-cinq, ayez vos crampons, sachez que la marche dure une 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`t3imper`. Les deux verbes pronominaux sont ceux qui résistent : faire écrire le trait d'union au tableau, en gros.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fabriquer dix gérondifs à partir de dix formes en « nous », à la chaîne. La règle est mécanique et elle se retient en une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troisième carte porte la faute classique du niveau, et elle est presque toujours écrite, jamais dite.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`t3ger`. Le deuxième est le seul difficile : le pronom du verbe pronominal s'accorde avec le sujet — en vous habillant, et non en s'habillant.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et à laisser affichée pendant l'écriture. C'est la structure de la production écrite de E2 : elle s'installe ici ou nulle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situations de `t3msg`. Les corrigés ne sont pas les seuls justes : lire deux versions d'élèves avant d'afficher la correction. Deux lignes par consigne, jamais plus — le groupe lit debout, manteau sur le bras.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E2 : ils sont un morceau tout prêt de l'avis affiché.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Dites quoi faire, dites comment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L'impératif donne la consigne, le gérondif donne la manière. Séparément, ils font une phrase de plus ; ensemble, ils font un avis que personne ne rappelle pour faire préciser.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une consigne à l'impératif, deuxième personne du pluriel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d'un verbe pronominal du bon côté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un gérondif et dire la manière avec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consigne en trois morceaux : quoi, pourquoi, comment.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L'IMPÉRATIF, C'EST LE PRÉSENT SANS LE PRONOM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apportez devient : Apportez. Vous buvez devient : Buvez.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personnes seulement — tu, nous, vous — et devant un groupe, c'est presque toujours vous. La négation entoure le verbe : N'oubliez pas vos crampons. À l'oral on entend « oubliez pas » ; dans un avis affiché, on garde le 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bouge, et où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DEVIENT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· avoir · savoir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soyez · ayez · sachez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vous habillez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habillez-vous, avec un trait d'union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négatif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ne vous découvrez pas la tête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adoucir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pensez à… · n'oubliez pas de… · prévoyez…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 faut prévoir deux litres d'eau par personne : l'impersonnel adoucit encore, et dit la même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L'impératif des consignes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personne du pluriel : c'est un groupe, et Marisol le vouvoie.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(apporter) des bottes à bonne semelle et vos crampons.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(s'habiller) en trois couches plutôt qu'avec un gros manteau.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(ne pas oublier) votre gourde : deux litres par personne.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(être) devant le Centre à midi quarante-cinq.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(boire) toutes les vingt minutes, même sans avoir soif.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(se couvrir) le visage : le vent est plus froid que le thermomètre.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L'impératif des consignes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(apporter) des bottes à bonne semelle et vos crampons.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Apportez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(s'habiller) en trois couches plutôt qu'avec un gros manteau.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Habillez-vous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(ne pas oublier) votre gourde : deux litres par personne.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N'oubliez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(être) devant le Centre à midi quarante-cinq.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Soyez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(boire) toutes les vingt minutes, même sans avoir soif.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Buvez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(se couvrir) le visage : le vent est plus froid que le thermomètre.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Couvrez-vous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GÉRONDIF : EN, PLUS LE VERBE EN -ANT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Nous marchons devient : en marchant. Nous buvons devient : en buvant.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prend le « nous » du présent, on enlève -ons, on ajoute -ant, et on met « en » devant. Trois exceptions seulement : en étant, en ayant, en sachant.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QUOI SERT LE GÉRONDIF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emplois, et une règle qui les tient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manière — comment on s'y prend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évite un coup de chaleur en buvant avant d'avoir soif. On reste au chaud en s'habillant en trois couches. C'est l'emploi le plus utile du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simultanéité — en même temps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marchant, regardez où vous mettez les pieds. Elle écoutait le bulletin en préparant le café. Les deux actions se déroulent ensemble.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Un seul sujet pour les deux verbes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sortant du Centre, vous verrez la promenade : c'est vous qui sortez et vous qui voyez. La promenade, elle, ne sort de nulle part.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À ne pas confondre avec « en train de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en train de neiger décrit ce qui se passe maintenant. Les deux commencent par « en » et ne font pas le même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gérondif : la manière et le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en » + le participe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évite un coup de chaleur ___ (boire) avant d'avoir soif.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resterez au chaud ___ (s'habiller) en trois couches.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(marcher), regardez toujours où vous mettez les pieds.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éviterons la chaleur ___ (partir) à neuf heures du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(sortir) du Centre, vous verrez la promenade à votre droite.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suivi le bulletin ___ (préparer) le café du groupe.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gérondif : la manière et le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évite un coup de chaleur ___ (boire) avant d'avoir soif.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buvant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resterez au chaud ___ (s'habiller) en trois couches.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vous habillant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(marcher), regardez toujours où vous mettez les pieds.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marchant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éviterons la chaleur ___ (partir) à neuf heures du matin.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partant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 (sortir) du Centre, vous verrez la promenade à votre droite.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sortant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a suivi le bulletin ___ (préparer) le café du groupe.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préparant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MORCEAUX, ET PERSONNE NE RAPPELLE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consigne, la raison, la manière — dans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Habillez-vous en trois couches, parce que nous entrerons au café au milieu de la marche : vous resterez confortable en enlevant une couche à l'intérieur. Quoi, pourquoi, comment.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consigne, sa raison, sa manière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consigne. Impératif, cause, gérondif.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Crampons · trottoirs glacés à treize heures · les attacher avant de sortir.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couches · on entre au café · enlever une couche à l'intérieur.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346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986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litres d'eau · indice UV de neuf · boire toutes les vingt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49951"/>
            <a:ext cx="11057839" cy="1057656"/>
          </a:xfrm>
          <a:prstGeom prst="roundRect">
            <a:avLst>
              <a:gd name="adj" fmla="val 1383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958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990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05399"/>
            <a:ext cx="10097719" cy="783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Arriver à midi quarante-cinq · l'autobus part à treize heures · dix minutes de plus pour le stationnement.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consigne, sa raison, sa manière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Crampons · trottoirs glacés à treize heures · les attacher avant de sortir.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Apportez vos crampons, parce que les trottoirs seront encore glacés à treize heures : attachez-les en sortant du Centre.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couches · on entre au café · enlever une couche à l'intérieur.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Habillez-vous en trois couches, comme nous entrerons au café : vous resterez confortable en enlevant une couche à l'intérieur.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346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986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litres d'eau · indice UV de neuf · boire toutes les vingt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Apportez deux litres d'eau, puisque l'indice UV atteindra neuf : vous éviterez un coup de chaleur en buvant toutes les vingt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49951"/>
            <a:ext cx="11057839" cy="1057656"/>
          </a:xfrm>
          <a:prstGeom prst="roundRect">
            <a:avLst>
              <a:gd name="adj" fmla="val 1383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958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990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05399"/>
            <a:ext cx="10097719" cy="783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Arriver à midi quarante-cinq · l'autobus part à treize heures · dix minutes de plus pour le stationnement.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Soyez au Centre à midi quarante-cinq, étant donné que l'autobus partira à treize heures précises : arrivez à temps en prévoyant dix minutes pour le stationnement.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consigne d'équipement pour une sortie de juillet : quoi, pourquoi, comment.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impératif, un connecteur de cause, un gérondif. Deux lignes.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Relisez-vous : la manière est ce qu'on oublie presque toujours.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