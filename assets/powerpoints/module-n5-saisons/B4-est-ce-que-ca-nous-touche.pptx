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referme l'écoute et prépare la décision. Ouvrir en affichant une carte du Québec avec les régions de prévision et en faisant trouver la nôtre : beaucoup d'élèves ne savent pas dans quelle région ils habitent, au sens de la météo.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production, et c'est la première du module : on passe de comprendre à redire. Y garder la dernière demi-heure, sans l'écourter.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cas, deux réponses « oui » et deux « non ». Faire justifier chaque réponse par le filtre qui tranche : la région, le moment, ou le fait que l'avis a été levé.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précision compte autant que la règle : l'inquiétude des autres n'est pas une information, et c'est elle qui fait annuler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surprend toujours. Un avis levé la veille au soir n'a plus d'existence — et personne ne pense à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six des huit énoncés de l'exercice t1qui du module. Exiger le filtre autant que la réponse : c'est le raisonnement qu'on évalue, pas le oui ou le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modèle au tableau et la laisser pendant tout l'exercice suivant : « Il y a un avertissement de pluie verglaçante pour notre région, de vendredi soir à samedi matin ; on attend jusqu'à cinq millimètres de glace sur les trottoirs.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à deux : un élève annonce d'abord la conclusion, puis les faits, et son partenaire dit laquelle des deux versions l'a convaincu. Le résultat est toujours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quatre items de l'exercice t1red du module ; ils n'ont pas de réponse unique et c'est voulu. Faire lire deux ou trois phrases à voix haute et faire dire au groupe si les quatre morceaux y sont.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c'est le premier vrai brouillon du jeu de rôle de E1. Les rendre annotés avant le bloc E,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ça nous touche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avertissement pour la Gaspésie ne concerne pas Rimouski. Un avis en vigueur vendredi soir ne touche pas une sortie du samedi après-midi — sauf par ce qu'il laisse au sol. Trois filtres, dans l'ordre, et la moitié des annulations tombent.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sa région de prévision et la guetter dans le bulletin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le créneau de l'avis à celui de son activité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juger ce que l'effet devient à l'heure exacte de l'activité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 avis en une phrase, avec ses quatre morceaux.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La sortie est samedi de 13 h à 16 h, à Rimouski. Lesquels de ces avis vous concernent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Avertissement de tempête hivernale pour la Gaspésie, samedi après-midi.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Avertissement de poudrerie pour le Bas-Saint-Laurent, samedi midi à 18 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Bulletin spécial pour le Bas-Saint-Laurent, mardi prochain.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Avertissement de pluie abondante pour le Bas-Saint-Laurent, levé jeudi midi.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FILTRES, DANS CET 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région, puis le moment, puis l'effet qui reste au sol.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ce qui n'est pas un filtre : un titre alarmant, la télévision nationale, trois personnes du groupe qui téléphonent.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FILTRES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élimine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FILTRE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ÉLIMINE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région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Est-ce que le Bas-Saint-Laurent est nommé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avis de Gaspésie, de l'Estrie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L'avis couvre-t-il samedi 13 h à 16 h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avis de mardi prochain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4903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L'effet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reste-t-il au sol à 13 h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Rien — c'est celui qui ajoute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2382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Aucun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L'avis a-t-il été levé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Tout, s'il l'a été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troisième filtre n'élimine pas : il rattrape ce que les deux premiers laissent passer.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touche la sortie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Sortie à Rimouski, samedi de 13 h à 16 h. Répondez oui ou non, et dites quel filtre tranche.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pluie verglaçante, Bas-Saint-Laurent, vendredi soir à samedi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tempête hivernale, Gaspésie, samedi après-midi.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poudrerie, Bas-Saint-Laurent, samedi de midi à 18 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Bulletin météorologique spécial, Bas-Saint-Laurent, mardi prochain.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froid extrême, Bas-Saint-Laurent, samedi toute la journée.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pluie abondante, Bas-Saint-Laurent, levé jeudi midi.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touche la sortie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pluie verglaçante, Bas-Saint-Laurent, vendredi soir à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l'effet reste au sol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tempête hivernale, Gaspésie, samedi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la région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poudrerie, Bas-Saint-Laurent, samedi de midi à 18 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région et moment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Bulletin météorologique spécial, Bas-Saint-Laurent, mardi prochain.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le moment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froid extrême, Bas-Saint-Laurent, samedi toute la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région et moment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Avertissement de pluie abondante, Bas-Saint-Laurent, levé jeudi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l'avis est levé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REDIRE UN AVIS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phénomène, la région, le moment, l'effet — dans cet ordre, et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Votre conclusion vient après les quatre morceaux, jamais avant : l'autre doit pouvoir juger avec les mêmes faits que vous.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COMMENCER PAR LA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qu'il faut annuler, parce qu'il va faire mauvais.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7181A"/>
                </a:solidFill>
                <a:latin typeface="Verdana"/>
              </a:rPr>
              <a:t>Il y a un avertissement de pluie verglaçante chez nous, de vendredi soir à samedi matin, avec jusqu'à cinq millimètres de glace — donc je pense qu'on devrait reporter.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commencez par la conclusion, l'autre discutera la conclusion au lieu d'écouter les faits. Et « il va faire mauvais » n'est pas un fait.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 l'avis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morceaux donnés ; écrivez la phrase que vous diriez à quelqu'un qui n'a rien entendu.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Pluie verglaçante · Bas-Saint-Laurent · vendredi soir à samedi matin · 3 à 5 mm de glace.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Tempête hivernale · Bas-Saint-Laurent · nuit de jeudi à vendredi · 25 à 35 cm de neige.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Froid extrême · Bas-Saint-Laurent · samedi toute la journée · refroidissement éolien de −38.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Chaleur extrême · Bas-Saint-Laurent · de jeudi à dimanche · 32 degrés, indice UV de 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diriez à un voisin qui part en auto demain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l'avis de votre choix parmi les quatre de l'exercice.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quatre morceaux, une seule phrase, et votre conseil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