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Elle est entièrement d'écoute. Faire écouter le bulletin de Gilles trois fois : la première sans rien demander, la deuxième pour le phénomène et la région, la troisième pour le moment et les chiffres. Ne pas donner la transcription avant la troisième 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fait décider juste, et c'est celui qu'on rate le plus souvent : la pluie s'arrête à huit heures, la glace reste au sol jusqu'au milieu de l'après-midi. Y consacrer la dernière demi-heure.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pistes sont les quatre morceaux du défi. Les écrire au tableau et faire remplir les cases à la deuxième écoute. Presque personne n'attrape les quatre du premier coup, et il faut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deux bornes de temps : « débutera vendredi en soirée », « jusqu'à samedi matin ». Le bulletin en donne toujours deux, jamais une seule — c'est un repère 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remarque de Marisol amène la grammaire de B2 sans l'annoncer. La laisser venir du groupe si possible : « à quel temps parle-t-il ? » suffit généralement.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raisonnement central du module, et il n'est pas évident : le bulletin annonce un phénomène, pas un état du sol. Faire chercher d'autres exemples — la neige tombée la nuit, la chaleur accumulée dans un logement.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grille d'écoute pour tout le bloc B et de plan de phrase pour l'exercice t1red de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compléter la colonne de droite par le groupe. Chaque ligne vient d'une saison différente : c'est ce qui justifie que le module s'appelle « Quand la météo décide » et non « L'hiver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demander au groupe de décider avec le nom seul, puis avec les quatre morceaux. La différence se voit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phrase exacte du bulletin. La dernière est la plus importante des six : elle porte tout le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serviront en B4, où chacun doit dire si l'avis touche une activité donnée. Les billets incomplets sont les plus utiles à montrer — anonymement.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bulletin de dix-sept heures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a changé : ce n'est plus une veille, c'est un avertissement. De trois à cinq millimètres de glace, de vendredi soir à samedi matin. Marisol a maintenant quatre choses à tirer d'un bulletin qui dure quarante secondes.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Quand la météo décide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tirer d'un bulletin le phénomène annoncé et la région visée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le moment : quand ça commence, jusqu'à quand ça dure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l'effet attendu, en chiffres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que l'effet dure plus longtemps que le phénomène.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Écoutez quarante secondes de bulletin. Qu'avez-vous retenu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phénomène est annoncé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quelle région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quel moment : quand ça commence, jusqu'à quand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: de glace, de neige, de degrés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L'avertissement est émis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Environnement Canada a émis cet après-midi un avertissement de pluie verglaçante pour le Bas-Saint-Laurent, y compris le secteur de Rimouski.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292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4751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74751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avertissement. Le mot a changé.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449681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pluie verglaçante débutera vendredi en soirée et se poursuivra jusqu'à samedi matin.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à cinq millimètres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attend de trois à cinq millimètres de glace sur les surfaces exposées.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98907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 millimètres de glace, ça casse des branches. Et ça ferme des routes.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1161" y="407619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Deviendront », « sera » : il parle au futur du début à la fin.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L'effet dure plus longtemps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 après-midi, ça remonte ? Notre sortie est à treize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Entre le moment où ça remonte et le moment où la glace fond, il y a des heures. Le sol reste glacé longtemps après.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1161" y="373837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les trottoirs seront encore dangereux à une heure de l'après-midi.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QUATRE MORCEAUX, TOUJOURS LES MÊMES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phénomène, la région, le moment, l'effet attendu en chiffres.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Et un cinquième, que le bulletin ne dit pas : ce que cet effet devient à l'heure exacte de votre activité.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DURÉES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phénomène et son effet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306824"/>
          </a:xfrm>
          <a:prstGeom prst="roundRect">
            <a:avLst>
              <a:gd name="adj" fmla="val 33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PHÉNOMÈNE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L'EFFET AU 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Pluie verglaçante : vendredi soir à samedi matin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Glace au sol toute la journée de samedi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41071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538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Bordée de neige : la nuit de jeudi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538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Trottoirs non dégagés jusqu'à midi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251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379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Chaleur extrême : de jeudi à dimanche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379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Logements encore chauds lundi soir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5093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5221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Crue printanière : deux semaines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5221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Sentiers boueux quinze jours de plus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S'ARRÊTER AU NOM DU PHÉNOMÈNE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y a un avertissement de pluie verglaçante. Bon.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Avertissement de pluie verglaçante, chez nous, vendredi soir à samedi matin, trois à cinq millimètres.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nom seul ne permet de décider de rien. Ce sont la région, le moment et le chiffre qui disent si ça vous touche.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bulletin et la discussion.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L'avertissement vise le Bas-Saint-Laurent, Rimouski compris.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pluie verglaçante commencera samedi midi.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attend de trois à cinq millimètres de glace.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Gilles parle au passé composé pendant tout le bulletin.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amélioration est prévue samedi en après-midi.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glace fondra tout de suite après la pluie.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L'avertissement vise le Bas-Saint-Laurent, Rimouski compris.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pluie verglaçante commencera samedi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vendredi en soirée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attend de trois à cinq millimètres de glace.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Gilles parle au passé composé pendant tout le bulletin.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 futur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amélioration est prévue samedi en après-midi.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glace fondra tout de suite après la pluie.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sol reste glacé des heures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quatre morceaux d'un avis que vous avez déjà reçu ou entendu.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phénomène, la région, le moment, le chiffre.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n'en avez pas en tête, prenez celui du bulletin de Gilles.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Quand la météo décide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