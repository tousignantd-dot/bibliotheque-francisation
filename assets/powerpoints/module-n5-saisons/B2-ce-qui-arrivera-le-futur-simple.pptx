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Ouvrir en réécoutant vingt secondes du bulletin de B1 et en faisant relever tous les verbes : ils sont tous au futur. La règle se découvre ainsi, dans un texte réel, avant d'être posée.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la faute la plus fréquente du niveau et elle s'entend tout de suite. Le quatrième est celui qui sert dans la production orale de E1 : le futur ne dit pas que la météo, il engage celui qui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anticipe C4 : pour une décision déjà prise, le présent est plus ferme que le futur. Ne pas la développer ici — la poser, et y 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temps le plus régulier du français : toutes les personnes gardent le même radical. Ce qui se travaille, ce ne sont pas les terminaisons, ce sont les irréguliers.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des sept sont impersonnels dans un bulletin : il sera, il y aura, il fera, il faudra, il viendra. L'élève n'aura presque jamais à les conjuguer à une autre personne — le dire, ça allège l'apprentissage de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au tableau, par des élèves différents. La règle se retient mieux par une phrase entière que par la formule « présent après 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à ce niveau, et elle s'entend tout de suite. La corriger ici en profondeur évite de la reprendre à chaque production du reste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t1fut du module. Les faire ici sur papier, puis renvoyer au module pour la correction automatique et la mini-leçon. Le dernier n'est pas de la météo : c'est une promesse.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phrase force la construction avec « si » : c'est là qu'on voit si la règle a tenu. Ramasser les billets et relever les fautes pour les reprendre en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arrivera : le futur 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bulletin ne parle jamais du présent. La pluie débutera, les trottoirs deviendront glissants, le mercure remontera. C'est la langue de la prévision — et c'est aussi celle de la promesse : « je vous confirmerai vendredi à midi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sur l'infinitif, aux six personnes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sept irréguliers du bulletin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 présent après « si » de condition, jamais le futur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simple pour une promesse faite à un groupe.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RELEVÉ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Réécoutez le bulletin. Combien de verbes au présent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Relevez cinq verbes du bulletin. À quel temps sont-ils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bulletin ne parle-t-il jamais du présent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change « je vous confirmerai » par rapport à « je confirme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la sortie est reportée » par rapport à « sera reportée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L'INFINITIF, PUIS SIX TERMINAISONS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-ai, -as, -a, -ons, -ez, -ont, ajoutés à l'infinitif entier.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les verbes en -re, on enlève seulement le e final : descendre donne « le mercure descendra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SEPT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du bulletin,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être : il sera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amélioration sera possible en après-midi.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avoir : il y aura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y aura de la poudrerie sur la route.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faire : il fera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fera moins douze demain matin.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aller : ça 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ira mieux à partir de samedi midi.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pouvoir : on pourra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pourra sortir sans crampons lundi.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falloir : il faudra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faudra apporter des bottes.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MOITIÉS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si de condition ne prend jamais le futur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« SI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L'AUTRE MOITIÉ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l'avertissement est levé,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maintiendrons la sortie.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la nouvelle date ne vous convient pas,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appelez-moi avant jeudi.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fait moins trente,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partirons plus tard.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Présent, toujours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Futur, ou impératif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Jamais « si l'avertissement sera levé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METTRE LE FUTUR APRÈS « SI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l'avertissement sera levé, nous maintiendrons la sortie.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l'avertissement est levé, nous maintiendrons la sortie.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si » de condition, présent obligatoire. Le futur va dans l'autre moitié de la phrase, jamais dans les deux.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 ; écrivez la forme du bulletin.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pluie verglaçante ___ (débuter) vendredi en soirée.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(se poursuivre) jusqu'à samedi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trottoirs ___ (devenir) très glissants pendant la nuit.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moins douze demain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trente centimètres de neige au sol.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(confirmer) vendredi à midi.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pluie verglaçante ___ (débuter) vendredi en soirée.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débutera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(se poursuivre) jusqu'à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poursuivra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trottoirs ___ (devenir) très glissants pendant la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deviendront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moins douze demain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trente centimètres de neige au 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(confirmer) vendredi à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confirmerai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au futur simple sur le temps qu'il fera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il fera », une avec « il y aura », une libre.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quatrième phrase : ce que vous ferez, vous, si c'est le 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