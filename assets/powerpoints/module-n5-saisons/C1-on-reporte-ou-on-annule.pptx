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2. Ouvrir en posant la question du titre au groupe, avant toute écoute : « quelle différence entre reporter et annuler ? ». La plupart répondront par le degré de gravité. C'est faux, et c'est le point de départ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qu'on saute toujours : sans message, la moitié du groupe reste chez elle « au cas où ». Un maintien se dit, comme les deux autres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est la réponse de la séance : c'est le calendrier et l'argent qui décident entre reporter et annuler, pas l'intensité de la tempête. Laisser le groupe y arriver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construction de Marisol : « Comme… , je ne veux pas… ». C'est le connecteur de C3, employé naturellement. Le noter au tableau et y revenir dans deux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exemples d'annulation, tous concrets et tous non météorologiques. Demander au groupe d'en trouver un quatrième : les meilleurs viennent toujours de leur propre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Les deux dans la même phrase » est la consigne d'écriture de tout le bloc C. L'écrire au tableau et l'y laisser jusqu'à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Cette question à une ligne règle presque tous les cas, et elle ne demande aucune connaissance de la météo.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ligne « on déplace » est celle qu'on oublie et souvent la meilleure : marcher au centre commercial, partir à neuf heures au lieu de quatorze. Y revenir en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n'est pas une nuance de vocabulaire : c'est une différence de conséquences. Le dire ainsi, avec le chiffre — vingt personnes — plutôt qu'en termes de justesse de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L'avant-dernière amène une discussion utile : à qui téléphone-t-on, et pourquoi un appel vaut trois courriels quand quelqu'un a soixante-quinze 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en lire trois à voix haute, anonymement, à l'ouverture de C2. Les cas réels du groupe valent mieux que les huit cas inventés de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On reporte ou on annule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Marisol a compris le bulletin. Reste le plus difficile : trente personnes attendent, et ce n'est pas la météo qui décide entre reporter et annuler — c'est le calendrier.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Quand la météo décide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maintenir, reporter et annuler, et dire ce qui les sépare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question qui tranche : existe-t-il une date de rechange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qu'un maintien s'annonce, lui aussi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qu'une décision sans raison se fait discuter toute la semaine.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La promenade sera-t-elle encore là dans quinze jours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oui, que faut-il faire de la sortie de samedi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c'était un spectacle qui ne passe qu'une fois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l'autobus était déjà payé et non remboursable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décide, dans les trois cas : la météo, ou autre chose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n'est pas la même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sais pas si on reporte ou si on annule.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la même décision, et ce n'est pas le même message. Reporter, c'est déplacer la sortie à une autre date. Annuler, c'est dire qu'elle n'aura pas lieu du tout.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49681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449681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 les trottoirs seront glacés toute la journée, je ne veux pas de la sortie samedi. Ça, c'est clair.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 qui tranche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vraie question, c'est : est-ce que la promenade de la mer sera encore là dans quinze jours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9890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 sûr qu'elle sera encore là.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49847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1161" y="3738371"/>
            <a:ext cx="864496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Donc on reporte. On annule seulement quand il n'y a pas de date de rechange : un spectacle qui passe une fois, un autobus déjà payé, un guide qui ne revient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Jamais une décision sans sa raison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N'écris jamais une décision sans sa raison. Les gens acceptent presque tout quand ils comprennent pourquoi.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98907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Puisqu'un avertissement de pluie verglaçante est en vigueur et que les trottoirs resteront glacés, la sortie est reportée.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1161" y="407619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Voilà. La raison d'abord, la décision ensuite. Ou l'inverse, mais les deux dans la même phrase.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TROIS DÉCISIONS, UNE SEULE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cette activité existera encore dans quinze jours ? Si oui, on reporte. Si non, on annule.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Et si l'avis ne touche pas le créneau, on maintient — mais on le dit, sinon la moitié du groupe reste chez elle.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TROIS DÉCISIONS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chacune annonce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48356"/>
          </a:xfrm>
          <a:prstGeom prst="roundRect">
            <a:avLst>
              <a:gd name="adj" fmla="val 5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DÉCISION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 DIRE EN PLUS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maintient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L'avis ne touche pas le créneau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L'heure et le lieu, pour rassurer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reporte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date de rechange existe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nouvelle date, l'heure, le lieu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7413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annule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7413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Aucune date de rechange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7413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raison, et ce qui arrive à l'argent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9867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114800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déplace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114800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L'heure ou le lieu suffit à régler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114800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qui change exactement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9661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5264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quatrième est une forme de maintien : l'activité a lieu, autrement.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DIRE « ANNULÉ » QUAND ON VEUT DIRE « REPORTÉ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sortie est annulée. (Alors qu'elle est déplacée au 22.)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sortie est reportée au samedi 22, même heure, même endroit.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Annulé veut dire qu'elle n'aura pas lieu, point. Vingt personnes ne se réinscriront pas, et trois seront fâchées d'apprendre qu'elle a eu lieu sans elles.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l'appel de Marisol à Réjean.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Reporter et annuler veulent dire la même chose.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appelle Réjean avant d'écrire au groupe.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sortie est reportée au samedi 22.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annoncer une décision sans donner la raison.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écrira à tout le monde, sans téléphoner à personne.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Réjean conseille de commencer par ceux qui n'ont pas de courriel.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Reporter et annuler veulent dire la même chose.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l'un déplace, l'autre ferme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appelle Réjean avant d'écrire au groupe.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sortie est reportée au samedi 22.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annoncer une décision sans donner la raison.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se discutera toute la semaine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écrira à tout le monde, sans téléphoner à personne.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huit appels d'abord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Réjean conseille de commencer par ceux qui n'ont pas de courriel.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Reprenez la situation que vous avez notée en A1. Fallait-il maintenir, reporter ou annuler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décision, puis la question qui l'a tranchée.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Y avait-il une date de rechange ? Dites laquelle.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Quand la météo décide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