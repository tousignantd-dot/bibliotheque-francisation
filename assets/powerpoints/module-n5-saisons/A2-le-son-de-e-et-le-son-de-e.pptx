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prononciation. Elle se fait debout, à voix haute, et le groupe doit s'entendre. Prévoir un miroir de poche par personne si possible : la différence entre les deux sons est visible sur la mâchoire avant d'être audible à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n'est pas un raffinement : devant un groupe qui attend une décision, il sépare ce qui est décidé de ce qui ne l'est pas. Y consacrer la dernière demi-heure, sans se presser.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est importante : beaucoup de langues n'ont qu'un seul son entre les deux. Si c'est le cas d'un élève, son oreille entend « la même voyelle deux fois » — c'est normal, et ça se corrige par le geste, pas par l'écoute.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 son en série : météo, prévisions, éclaircie, été, gelée. Puis les infinitifs : reporter, annuler, apporter — le r final ne s'entend jamais, et c'est déroutant pour qui vient d'une langue où toutes les lettres se prononcent.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« avertissement » : c'est le mot le plus important du module et il commence par un « è » sans accent écrit. A-VER-tis-se-ment, comme dans « hiver ». Le faire répéter dix fois, sans 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trier au tableau, mot par mot, avant d'afficher la colonne de droite. Les élèves se corrigent entre eux : c'est l'exercice le plus efficace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quatre en boucle, deux par deux. Beaucoup de francophones ne font plus cette différence ; la faire quand même, elle rend service. Écouter chaque élève individuellement au moins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de la séance, et la plus vite corrigée : dix infinitifs à la file suffisent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dans le dialogue prep tous les mots à « è » sans accent écrit. Il y en a plus que le groupe ne l'imagine.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exactement les dix cartes de l'exercice prPhon du module. Les faire d'abord ici, à la voix, puis renvoyer au module pour les réécouter seul : la reprise à la maison est ce qui fait entrer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Relever les billets et repérer les erreurs de tri : elles disent quels mots reprendre en A3, pendant le travail sur le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de « é » et le son de « è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Météo, prévisions, éclaircie, été d'un côté ; tempête, averse, neige, veille de l'autre. Deux voyelles voisines qui portent la moitié des mots du temps qu'il fait — et qui séparent « je reporterai » de « je reporterais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de « é » et celui de « è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les deux en surveillant l'ouverture de la mâchoire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« er » à la fin d'un infinitif se dit « é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je reporterai » de « je reporterais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L'été. La tempête. » Qu'est-ce qui change dans votre bouche entre les deux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bouche s'ouvre plus, ou moins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sont les lèvres : étirées, ou détendues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son est court et tendu, ou plus large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quelle langue que vous connaissez ces deux sons existent-ils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SON DE « É » : LA BOUCHE PRESQUE FERMÉE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lèvres s'étirent sur les côtés, la mâchoire reste haute, le son est tendu et clair.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orthographes, un seul son : é, er à la fin d'un verbe, ez, et parfois es. Reporter se dit « report-é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SON DE « È » : LA MÂCHOIRE DESCEND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bouche s'ouvre franchement, la langue est plus basse, le son est plus grave et plus long.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l'écrit è, ê, ai, ei, ou simplement e devant deux consonnes : neige, veille, verglas, avertissement.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DEUX COLONNES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va chaque mot du bulletin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 DE « É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 DE « È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météo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tempête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prévisions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averse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éclaircie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neige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l'été · une gelée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grêle · la veille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PAIRE QUI DÉCIDE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ou conditionnel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Je reporterai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de « é » à la fin. C'est décidé : je le ferai.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Je reporterais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de « è » à la fin. Ce n'est pas décidé : je le ferais peut-être.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Je confirmerai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Décidé. « Je vous confirmerai vendredi à midi.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Je confirmerais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décidé. « Je confirmerais bien, mais je ne sais pas encore.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DIRE LE R FINAL D'UN INFINITIF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reportèr la sortie.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reporté la sortie.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« er » final d'un verbe se dit « é » et le r ne s'entend jamais : reporter, annuler, apporter, prévenir est une autre famille.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CHERCHER L'ACCENT ÉCRIT POUR DÉCIDER DU 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Neige, veille, verglas : il n'y a pas d'accent, donc c'est « é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Neige, veille, verglas, avertissement : tous avec le son « è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de « è » ne portent aucun accent. C'est l'oreille qui commande, pas l'orthographe — et la règle du e devant deux consonnes.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dit le mot ; le groupe lève une main pour « é », deux pour « è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météo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tempête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prévisions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neige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éclaircie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averse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grêle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764235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77393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78033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779780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gelée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8330184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841247" y="8427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1247" y="8491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8485632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veille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météo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tempête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prévisions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neige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éclaircie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averse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grêle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764235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77393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78033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779780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gelée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8330184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841247" y="8427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1247" y="8491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8485632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veille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du temps avec le son « é » et trois avec le son « è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pouvez les prendre dans le dialogue ou en chercher d'autres.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Dites-les à voix haute avant de les écrire : c'est l'oreille qui tranche.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