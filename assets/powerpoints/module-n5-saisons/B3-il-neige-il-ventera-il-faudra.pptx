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 mot « impersonnel » fait peur et la chose est simple : un sujet obligatoire qui ne désigne rien. Le dire ainsi dès la première minute, et ne plus employer le mot savant qu'une fois l'idée acquise.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rend un service inattendu : devant un groupe, « il faut apporter » passe beaucoup mieux que « vous devez apporter ». C'est de la politesse, autant que de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plusieurs langues différentes : l'espagnol, l'arabe, le créole et le mandarin n'ont pas ce sujet, l'anglais l'a. Le groupe comprend alors que la difficulté est réelle et pas personnelle.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dix phrases en série — il pleut, il neige, il vente, il grêle, il gèle, il fait froid — jusqu'à ce que le « il » vienne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mérite un arrêt : « il y a » ne s'accorde jamais, quel que soit le nombre. Il y a une personne, il y a trente personnes. C'est un des rares endroits du français sans question d'accord.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gauche est correcte et personne ne l'emploie. Le dire franchement : l'élève doit produire la colonne de droite, et seulement reconnaître celle de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la traiter comme une étourderie : elle vient de la première langue de l'élève, où la phrase est complète sans sujet. Le nommer enlève la honte et accélère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phrase de la veille météo, exactement : possible, pas certain. La faire dire dix fois telle quelle ; le subjonctif s'installera plus tard, par d'autres formules.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t1imp du module. Les faire ici sur papier, puis renvoyer au module. Faire relire chaque phrase à voix haute : le « il » doit s'entendre.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servent de brouillon au message du groupe, en E1. Les phrases avec « il est possible que » montrent d'un coup d'œil qui a compris le subjonctif de la formule.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neige, il ventera, il faudra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pleut. » Qui, il ? Personne. Ce sujet qui ne désigne rien est la forme normale du français pour parler du temps — et beaucoup de langues s'en passent, d'où la faute la plus visible du niveau.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verbes de météo avec « il » : il pleut, il neige, il vente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y a » et « il y aura » sans les accorder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faut » pour dire une obligation sans nommer personne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est possible que » avec le subjonctif.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Il fait froid. » Est-ce qu'on dit la même chose dans votre première langue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sujet devant le verbe, dans votre langue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désigne le « il » de « il fait froid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l'enlève : « fait froid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d'autres phrases françaises avec ce « il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SUJET QUI NE DÉSIGNE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» est là parce qu'un verbe conjugué, en français, a besoin d'un sujet devant lui.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ne remplace aucun nom. On ne peut ni le supprimer, ni le remplacer par « le ciel » ou « le temps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FAMILLES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tournures impersonnelles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verbes de météo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pleut · il neige · il vente · il grêle · il gèle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 + la température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froid · il fait moins douze · il fera beau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y a, à tous les temps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· il y aura · il y a eu — jamais d'accord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faut, il est possible 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apporter… · il est possible que la sortie soit reportée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SUJET REJETÉ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dire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 NORMALE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 IMPERSONNELLE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centimètres de neige tomberont.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tombera trente centimètres de neige.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millimètres de glace se déposeront.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se déposera cinq millimètres de glace.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personnes manquent.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manque deux personnes.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ne parle comme ça.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la forme qu'on entend.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LAISSER TOMBER LE « IL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Fait froid dehors. Pleut depuis ce matin.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fait froid dehors. Il pleut depuis ce matin.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sujet est obligatoire même quand il ne désigne rien. C'est la faute la plus visible du niveau, et la plus vite corrigée.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L'INDICATIF APRÈS « IL EST POSSIBLE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est possible que la sortie est reportée.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est possible que la sortie soit reportée.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il est possible que », le subjonctif. Apprenez la formule entière — il est possible que… soit — plutôt que la règle.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tournure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Il fera, il tombera, il y aura, il ventera, il faut, il est possible 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moins douze demain matin, avec du 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 trois à cinq millimètres de glace sur les surfaces.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 la poudrerie sur la route 132 en soirée.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fort toute la nuit, entre 60 et 80 kilomètres à l'heure.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apporter des crampons : les trottoirs seront glacés.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sortie soit reportée ; je vous confirme vendredi.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tournure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moins douze demain matin, avec du vent.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 trois à cinq millimètres de glace sur les surfaces.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 la poudrerie sur la route 132 en soirée.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aura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fort toute la nuit, entre 60 et 80 kilomètres à l'heure.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ventera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apporter des crampons : les trottoirs seront glacés.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sortie soit reportée ; je vous confirme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possible 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bulletin de demain en cinq phrases impersonnelles.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il fera », une avec « il y aura », une avec « il faut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une phrase avec « il est possible que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