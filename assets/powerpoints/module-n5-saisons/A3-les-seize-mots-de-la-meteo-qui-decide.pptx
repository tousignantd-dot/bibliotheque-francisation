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Elle se prépare en imprimant les seize mots sur des cartons : le tri en groupes de quatre, sur une table, vaut mieux que n'importe quelle liste projetée. Prévoir aussi les six photos de l'exercice prImg, si elles sont produites.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seul qui ne soit pas du vocabulaire pur : reporter et annuler ne se distinguent pas par le sens des mots mais par l'existence d'une date de rechange. Le poser ici, le travailler en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Poudrerie » est un mot du français d'ici, et la deuxième piste est la clé : la neige ne tombe pas, elle est soulevée. Beaucoup d'élèves l'ont entendu vingt fois sans jamais savoir ce qu'il désignait.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ont été vus en A1 ; ici on les fixe avec l'article et la prononciation. « Éclaircie » est le seul mot agréable du module : le faire remarquer, ça aide à le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refroidissement éolien est le plus difficile à dire et le plus utile à comprendre : c'est ce chiffre-là qui gèle les doigts, pas celui du thermomètre. Le faire répéter en quatre syllabes bien séparées.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différence entre les deux verbes avec des exemples de la vie des élèves : un rendez-vous reporté, une commande annulée. Le mot juste évite un téléphone sur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Indice UV » se dit lettre par lettre : u-vé. Beaucoup d'élèves le lisent « uv » d'un bloc. Les crampons méritent d'être montrés : la plupart des gens ne savent pas que ça existe et que ça coûte quinze dollars.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les billets de A1 : pour chaque situation notée par un élève, faire dire au groupe s'il fallait reporter ou annuler. C'est l'exercice le plus vivant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chaque phrase à voix haute une fois complétée : les seize mots doivent sortir de la bouche des élèves au moins une fois dans la séance, pas seulement de leur crayon.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Les phrases servent en A4 pour travailler la langue des avis, et elles disent quels mots ne sont pas encore compris.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seize mots de la météo qui décide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mots pour l'avis lui-même, quatre pour l'hiver du Bas-Saint-Laurent, quatre pour le printemps qui fait décider, quatre pour l'équipement des quatre saisons. Seize mots, et une décision devient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Quand la météo décide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quatre mots de l'avis : veille, avertissement, prévisions, éclaircie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phénomènes de l'hiver d'ici, avec leur article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opposer reporter et annuler, et dire ce qui les sépare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qu'on apporte par grand froid et par grande chaleur.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De la neige qui traverse la route en traînées. Comment appelle-t-on ça ici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oudrerie-rou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neige, sur cette photo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D'où vient la neige qu'on voit passer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ça change pour quelqu'un qui conduit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ce mot existe dans votre première langue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GROUPE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L'avis météo lui-même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449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veille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1992" y="2121408"/>
            <a:ext cx="75070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L'avis qui dit que le phénomène est possible.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5449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avertissement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1992" y="3106674"/>
            <a:ext cx="75070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L'avis qui dit qu'il est imminent ou commencé.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5449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prévisions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1992" y="4091939"/>
            <a:ext cx="75070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que la météo annonce pour les jours qui viennent.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5449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éclaircie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1992" y="5077205"/>
            <a:ext cx="75070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moment où les nuages s'ouvrent un peu.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GROUPE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L'hiver du Bas-Saint-Laurent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57968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pluie verglaçante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6693" y="2121408"/>
            <a:ext cx="647231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pluie qui gèle en touchant le sol.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57968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poudrerie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6693" y="3106674"/>
            <a:ext cx="647231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neige déjà tombée que le vent soulève.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57968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refroidissement éolien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6693" y="4091939"/>
            <a:ext cx="647231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froid que la peau sent quand le vent s'ajoute.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57968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bordée de neige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6693" y="5077205"/>
            <a:ext cx="647231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grosse quantité tombée d'un seul coup.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GROUPE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printemps, et la décision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004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crue printanière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7440" y="2121408"/>
            <a:ext cx="735156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montée de l'eau quand toute la neige fond.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7004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dégel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7440" y="3106674"/>
            <a:ext cx="735156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moment où la température repasse au-dessus de zéro.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7004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reporter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7440" y="4091939"/>
            <a:ext cx="735156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Déplacer une activité à une autre date.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7004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annuler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7440" y="5077205"/>
            <a:ext cx="735156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Décider qu'elle n'aura pas lieu du tout.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GROUPE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L'été, le froid, et le sac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635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chaleur extrême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0591" y="2121408"/>
            <a:ext cx="728841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chaleur assez forte et longue pour rendre malade.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7635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l'indice UV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0591" y="3106674"/>
            <a:ext cx="728841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chiffre qui dit à quel point le soleil peut brûler.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7635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coup de chaleur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0591" y="4091939"/>
            <a:ext cx="728841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malaise grave quand le corps ne se refroidit plus.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7635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crampons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0591" y="5077205"/>
            <a:ext cx="728841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pointes qu'on attache sous ses bottes sur la glace.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DEUX VERBES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Reporter ou annuler : la question qui tranche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REPORTE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ANNULE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date de rechange existe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Aucune date de rechange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promenade sera encore là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spectacle passe une fois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reportée au samedi 22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« elle n'aura pas lieu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Personne ne perd rien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On le dit plus tôt, et on dit pourquoi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mot des quatre groupes.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laissera trois millimètres de glace sur les trottoirs.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réduira la visibilité à moins d'un kilomètre.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Moins douze, mais un ___ de moins vingt-deux.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a inondé les sentiers du bas du parc.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un ___ de neuf, une heure au soleil suffit à brûler.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des ___, un trottoir gelé redevient marchable.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laissera trois millimètres de glace sur les trottoirs.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pluie verglaçante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réduira la visibilité à moins d'un kilomètre.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poudrerie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Moins douze, mais un ___ de moins vingt-deux.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refroidissement éolien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a inondé les sentiers du bas du parc.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crue printanière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un ___ de neuf, une heure au soleil suffit à brûler.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indice UV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des ___, un trottoir gelé redevient marchable.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crampons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quatre mots des seize et écrivez une phrase avec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Prenez au moins un mot de l'hiver et un mot de l'été.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phrases peuvent parler de vous, pas seulement de Marisol.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Quand la météo décide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