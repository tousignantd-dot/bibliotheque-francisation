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Dernière séance du bloc A. Elle referme le vocabulaire de l'avis en passant à la langue elle-même : les verbes, le passif, les formules figées. Ouvrir en projetant un vrai avis d'Environnement Canada et en faisant souligner les six mots au fur et à mesure.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quatrième objectif désamorce une méfiance très répandue : « ils se trompent tout le temps ». Non — ils réévaluent. Ce qui en découle est la méthode du module : décider le plus tard possible, mais dire d'avance quand on décidera.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passif est ici au service du sens, pas de la grammaire : l'avis compte, pas la personne qui l'a signé. Le faire découvrir par les pistes plutôt que l'annoncer.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remarquer que les trois verbes sont au passif : c'est la langue du service, et l'élève n'a qu'à la reconnaître, pas à la produire — sauf pour « en vigueur », qui sert dans le message au groupe.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quatre se répètent en chœur, puis individuellement. Ce sont des formules : on ne les construit pas mot à mot, on les prend entières. Insister sur la quatrième — c'est la seule que l'élève dira lui-même.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Reprendre la règle de A1 en y ajoutant la ligne « avis levé ». C'est la seule nouveauté du tableau, et c'est celle qui manque le plus aux gens : beaucoup annulent pour un avis retiré la veille au soir.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 piège n'est pas linguistique, mais il empêche d'employer la méthode : quelqu'un qui ne fait pas confiance aux prévisions décide trop tôt, ou pas du tout.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 sont les six items de l'exercice prAvis du module. Les faire ici sur papier, puis renvoyer au module pour la correction automatique et la mini-leçon. Faire relire chaque phrase complétée à voix haute.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la première production écrite du module, et elle est courte exprès. Ramasser les billets : ils montrent qui a compris que « je ne sais pas encore » se dit avec une heure.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A4  ·  MODULE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La langue des avis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2131568"/>
          </a:xfrm>
          <a:prstGeom prst="roundRect">
            <a:avLst>
              <a:gd name="adj" fmla="val 686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51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Un avertissement a été émis. » « L'avis est en vigueur jusqu'à samedi matin. » « L'avertissement a été levé. » Six mots reviennent tous les jours dans la bouche du service — et le dernier est celui qu'on oublie d'attendre.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Quand la météo décide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Quand la météo décide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« émettre » et « lever » au passif, comme le fait le service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« en vigueur » et savoir ce qu'il commande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les formules figées, qui s'apprennent d'un bloc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que les prévisions changent, et pourquoi ce n'est pas une erreur.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Quand la météo décide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« Un avertissement de pluie verglaçante a été émis. » Qui l'a émis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nom de la personne est-il dans la phrase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Pourquoi le service ne dit-il jamais qui a décidé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Quelle différence avec « Environnement Canada a émis un avertissement »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Laquelle des deux formes met l'avertissement en avant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Quand la météo décide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ÉMETTRE, ÊTRE EN VIGUEUR, ÊTRE LEVÉ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 avis est émis, il reste en vigueur un certain temps, puis il est levé.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Tant qu'il est en vigueur, il compte. Quand il est levé, c'est fini — et c'est le mot que presque personne n'attend.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Quand la météo décide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QUATRE FORMULES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 s'apprend d'un bloc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Un avertissement a été émis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85902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L'avis vient de sortir. Personne n'est nommé, et c'est normal.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L'avis est en vigueur jusqu'à…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85902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compte encore. Notez l'heure de fin : c'est ce qui vous sert.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L'avertissement a été levé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507644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C'est terminé. On peut maintenir ce qu'on avait reporté.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Je vous confirme vendredi à midi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507644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 qu'on dit quand on ne peut pas encore décider.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Quand la météo décide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TROIS AVIS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qu'on fait devant chacun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932176"/>
          </a:xfrm>
          <a:prstGeom prst="roundRect">
            <a:avLst>
              <a:gd name="adj" fmla="val 498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AVIS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QU'IL 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FAIT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Bulletin spécial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Un temps inhabituel s'en vient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On lit et on attend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77368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901696"/>
            <a:ext cx="3222650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Veille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2901696"/>
            <a:ext cx="3222650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C'est possible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2901696"/>
            <a:ext cx="3222650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On surveille, on annonce quand on répondra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54787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675887"/>
            <a:ext cx="322265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Avertissement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4794" y="3675887"/>
            <a:ext cx="322265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C'est imminent ou commencé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6900" y="3675887"/>
            <a:ext cx="322265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On décide et on prévient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405384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4181856"/>
            <a:ext cx="322265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Avis levé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74794" y="4181856"/>
            <a:ext cx="322265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C'est terminé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6900" y="4181856"/>
            <a:ext cx="322265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On peut maintenir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4980432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69264" y="5236464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Le quatrième n'est pas un avis : c'est la fin des trois autres.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Quand la météo décide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CROIRE QU'UN CHANGEMENT DE PRÉVISION EST UNE ERREUR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100" b="1" i="0">
                <a:solidFill>
                  <a:srgbClr val="17181A"/>
                </a:solidFill>
                <a:latin typeface="Verdana"/>
              </a:rPr>
              <a:t>Ils ont dit trente centimètres, il en est tombé dix. Ils se trompent tout le temps.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Ils ont réévalué. C'est pour ça qu'on décide le plus tard possible.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285240"/>
          </a:xfrm>
          <a:prstGeom prst="roundRect">
            <a:avLst>
              <a:gd name="adj" fmla="val 113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Une prévision se refait plusieurs fois par jour à mesure que les données arrivent. Ce n'est pas de l'incompétence : c'est le métier.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Quand la météo décide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ÉCRITURE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 l'avis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Un mot par trou : veille, avertissement, prévisions, éclaircies, en vigueur, émis.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___ de tempête hivernale a été émise : le phénomène est possible.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___ de pluie verglaçante a été émis : c'est imminent.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L'avis est ___ jusqu'à samedi matin.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___ de vendredi ont changé trois fois dans la journée.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On annonce quelques ___ en fin d'après-midi.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L'avertissement a été ___ par Environnement Canada cet après-midi.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Quand la météo décide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 l'avis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___ de tempête hivernale a été émise : le phénomène est possible.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veille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___ de pluie verglaçante a été émis : c'est imminent.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avertissement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L'avis est ___ jusqu'à samedi matin.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en vigueur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___ de vendredi ont changé trois fois dans la journée.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prévisions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On annonce quelques ___ en fin d'après-midi.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éclaircies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L'avertissement a été ___ par Environnement Canada cet après-midi.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émis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Quand la météo décide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en trois lignes l'avis que vous enverriez à un groupe, jeudi soir.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Dites quel avis est en vigueur, et jusqu'à quand.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Terminez par : « Je vous confirme vendredi à midi. 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Quand la météo décide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