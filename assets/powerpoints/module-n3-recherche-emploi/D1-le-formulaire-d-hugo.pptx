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Apporter un vrai formulaire vierge si possible — de clinique, de bibliothèque, peu importe : la forme est la même partout et le tenir en main change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Presque tout le monde en a rempli, et presque tout le monde a bloqué au même endroit : le vocabulaire des consignes. C'est ce que la séance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Fanta est arrivée par l'annonce lue en C1. Le faire remarquer : les trois défis racontent la même semaine.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Fanta demande deux fois ce qu'elle ne comprend pas. C'est la même phrase qu'en A1 : « Qu'est-ce que ça veut dire ? » Elle traverse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phrase des disponibilités est exactement celle apprise en B4 : la même formulation sert à l'oral et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dernière ligne évite un flou fréquent : « n'importe quoi » n'est pas un poste demandé.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signer et dater une feuille blanche à chacun : beaucoup n'ont jamais fixé leur signature.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écrire son nom en lettres moulées sur une grille dessinée au tableau, deux ou trois volontaires.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Mêmes énoncés que l'exercice t3vf du module. 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: c'est le seul moment du module où l'on voit l'écriture de chacun, et où l'on peut corriger sans humilier.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formulaire d'Hugo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reste toujours un papier à remplir, et il se remplit d'une seule façon : en lettres moulées, case par case, sans en sauter une.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On embauche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consignes d'un formulaire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qu'on écrit dans chaque case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en lettres moulées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laisser aucune case vide.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Quels formulaires avez-vous déjà remplis ici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la clinique ? À l'école ? À la banque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était difficile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vous a demandé d'écrire en lettres moulées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laissé une case vide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lettres moulées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1454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8164" y="2322576"/>
            <a:ext cx="89979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Vous venez pour le poste à la cuisine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1454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8164" y="3071876"/>
            <a:ext cx="89979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monsieur. J'ai vu l'annonce au babillard de l'épicerie.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1454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8164" y="3821175"/>
            <a:ext cx="89979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Parfait. Remplissez ce formulaire, et je le regarde tout de suite.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1454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8164" y="4570475"/>
            <a:ext cx="89979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pas long. Écrivez en lettres moulées, s'il vous plaît.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Suivez les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454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8164" y="1901952"/>
            <a:ext cx="89979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lettres moulées ? C'est-à-dire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1454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8164" y="2651252"/>
            <a:ext cx="89979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majuscules, bien détachées. Comme sur une carte d'assurance maladie.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1454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8164" y="3738371"/>
            <a:ext cx="89979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Ah, d'accord. Et ici, « prénom » d'abord ou « nom » d'abord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1454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8164" y="4487672"/>
            <a:ext cx="89979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Suivez les cases. Nom de famille dans la première, prénom dans la deuxième.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laissez jamais une case vide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454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8164" y="1901952"/>
            <a:ext cx="89979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« disponibilités » ? J'écris les jours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1454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8164" y="2651252"/>
            <a:ext cx="89979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jours et les heures. Soyez précise : « du mardi au samedi, de 9 h à 13 h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1454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8164" y="3738371"/>
            <a:ext cx="89979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Ici, il y a une case à cocher : « Avez-vous un permis de conduire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1454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8164" y="4487672"/>
            <a:ext cx="89979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Cochez « non » si vous n'en avez pas. Ne laissez jamais une case vide.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case, et ce qu'on y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Nom de famille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TRAORÉ, en lettres moulées, sans le prénom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Prénom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FANTA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Adresse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numéro, la rue, l'appartement, le code postal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Poste demandé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aide à la cuisine, le poste exact de l'annonce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poste demandé se recopie de l'annonce, mot pour mot.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 ·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bas du formulaire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Disponibilités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mardi au samedi, de 9 h à 13 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Permis de conduire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case cochée : oui ou non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Signature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son nom écrit à la main, toujours pareil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jour, le mois et l'année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case vide n'est pas un « non » : c'est une réponse manquante.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LETTRES MOULÉES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majuscules bien détachées, une par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demandé partout : sur un formulaire d'emploi, à la clinique, à l'école. La raison est simple — personne ne doit se tromper en lisant votre nom, et une machine doit pouvoir le lire aussi.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Hugo demande à Fanta de remplir un formulaire.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écrire en lettres attachées.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 de famille va dans la première case.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« poste demandé », elle écrit « aide à la cuisine 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laisser une case vide si la réponse est non.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Fanta signe et met la date.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Hugo demande à Fanta de remplir un formulaire.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écrire en lettres attachées.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en lettres moulées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 de famille va dans la première case.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« poste demandé », elle écrit « aide à la cuisine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laisser une case vide si la réponse est non.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on coche non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Fanta signe et met la date.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nom de famille et votre prénom en lettres moulées.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lettre par case, bien détachées.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signez en dessous, à la main.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On embauche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