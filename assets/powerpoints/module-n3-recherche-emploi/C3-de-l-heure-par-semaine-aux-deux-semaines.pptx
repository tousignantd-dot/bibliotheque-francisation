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chiffres. Prévoir une calculatrice par table, ou laisser les téléphones ouverts : le but est la lecture, pas le calcul 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le calcul au tableau avec le groupe avant de montrer la note du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Demander qui, dans le groupe, cherche du temps plein et qui cherche du temps partiel,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surprend souvent. Ne pas entrer dans le détail des retenues : dire seulement que l'écart existe et qu'il 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le calcul à haute voix par deux ou trois élèves, avec des nombres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t2chiffres dans le module. Faire relire chaque phrase complète, avec le montant dit en toutes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à la fin que tous ces montants sont bruts. Ne pas laisser le groupe repartir avec le chiffre du haut en tête.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nombres se disent mal quand on ne les dit jamais. Faire le tour du groupe : personne ne passe son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Réponse : 340 $ par semaine, 680 $ aux deux semaines. C'est le salaire de la boulangerie de Gilles.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 l'heure, par semaine, aux deux semaines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petits mots collés à des chiffres, et tout le calcul en dépend. Les confondre coûte un matin, ou une illusion sur ce qu'on gagnera.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de l'heure », « par semaine », « aux deux semaines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ce que rapporte une semaine de travail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temps plein et temps partiel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montant en dollars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trois choses différentes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 l'heure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l'argent d'une seule heure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16,50 $ de l'heure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par semaine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total d'une semaine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 heures par semaine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aux deux semaines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paie arrive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payé aux deux semaines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sur combien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ouvert six jours sur sept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16,50 $ de l'heure fois 20 heures : 330 $ par semaine, 660 $ aux deux semaines.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MOINS DE TRENTE HEURES, C'EST DU TEMPS PARTIEL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20 heures par semaine, c'est du temps partiel.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temps plein tourne autour de trente-cinq heures. Entre les deux, on parle de temps partiel. Deux emplois à temps partiel peuvent faire un temps plein, mais rarement avec des horaires compatibles.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 L'ARGENT EN FRANÇAIS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habitudes du Québec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virgule et le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écrit 16,50 $ : la virgule sépare les cents, et le signe de dollar se met après le nombre, avec une espace. On dit « seize dollars cinquante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rythme de la paie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Payé aux deux semaines, c'est le plus courant ici : une paie tous les quinze jours, souvent le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premier chèque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arrive rarement le premier vendredi : compter deux ou trois semaines après le premier jour. À prévoir avant de compter dessus.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Brut et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montant de l'annonce est brut. Des retenues sont prises avant que le chèque arrive : ce qu'on reçoit est toujours plus 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 LE SALAIRE COMME UN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16,50 $ ? C'est ce que je gagne dans ma journée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le prix d'une heure. Une journée de 4 h en fait 66 $.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De l'heure » compte une heure et une seule. Pour savoir ce que fait la semaine, on multiplie par le nombre d'heures. C'est le calcul que Fanta fait toute seule dans le dialogue.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de, par, aux, à, sur.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16,50 $ ___ l'heure.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poste de vingt heures ___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paie arrive ___ deux semaines, le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travaille de neuf heures ___ une heure.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est ouverte six jours ___ sept.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heures ___ semaine à 16,50 $, ça fait 330 $.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16,50 $ ___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poste de vingt heures ___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paie arrive ___ deux semaines,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travaille de neuf heures ___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est ouverte six jours ___ sept.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heures ___ semaine à 16,50 $, ça fait 330 $.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CALCUL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fait la semaine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Multipliez le salaire de l'heure par le nombre d'heures.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16,00 $ de l'heure, 20 h par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16,50 $ de l'heure, 20 h par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16,50 $ de l'heure, 35 h par semaine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20,00 $ de l'heure, 20 h par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20,00 $ de l'heure, 35 h par semaine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fait la semaine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16,00 $ de l'heure, 20 h par semaine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320 $ par semaine, 640 $ aux deux semaines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16,50 $ de l'heure, 20 h par semaine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330 $ par semaine, 660 $ aux deux semaines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16,50 $ de l'heure, 35 h par semaine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577,50 $ par semaine, 1 155 $ aux deux semaines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20,00 $ de l'heure, 20 h par semaine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400 $ par semaine, 800 $ aux deux semaines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20,00 $ de l'heure, 35 h par semaine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700 $ par semaine, 1 400 $ aux deux semaines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le montant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 montant, en toutes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16,50 $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330 $ par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1 155 $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 h par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9 h à 13 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jours sur sept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le montant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16,50 $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seize dollars cinquante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330 $ par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cent trente dollars par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1 155 $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mille cent cinquante-cinq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 h par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 heures par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9 h à 13 h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neuf heures à treize heures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jours sur sept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six jours sur sept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Combien fait une semaine à 17 $ de l'heure, 20 heures par semaine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calcul et le résultat.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le montant aux deux semaines.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