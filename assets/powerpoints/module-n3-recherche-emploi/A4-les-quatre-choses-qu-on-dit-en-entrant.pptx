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Elle prépare tout le défi 1 : à la fin, chacun doit avoir ses quatre phrases écrites sur un papier qu'il garde dans sa poche.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la scène une fois, sans préparation, avec un volontaire. Le silence qui suit « Bonjour » est ce que la séance vient combler.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photographier, la plus importante du bloc A. Faire recopier à la main : ce qui est écrit de sa main se retient autrement.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Demander à trois élèves de dire leurs disponibilités réelles à voix haute, et corriger la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épeler son propre nom à chaque élève, debout, à voix haute. C'est l'exercice le plus utile de la séance et le plus vite bâclé.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délicat : plusieurs élèves croient qu'en dire plus vaut mieux. Faire l'expérience — écouter deux versions, redire ce qu'on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exercice que prQuatre dans le module. Faire lire chaque phrase complétée à voix haute avant de passer à la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Passer dans les rangées et corriger à voix basse, une personne à la fois. Les quatre phrases doivent tenir sur un seul papier.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oral. Vérifier en B1 : demander qui l'a fait et devant 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quatre choses qu'on dit en entrant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Pourquoi je viens, ce que je sais faire, quand je suis libre, où on me joint. Quatre renseignements, toujours les mêmes, toujours dans le même ordre. Trente secondes.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On embauche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quatre renseignements à donner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ses propres quatre phrases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son nom et l'épeler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un numéro de téléphone chiffre par chiffre.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entrez. La personne lève les yeux. Vous dites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est la toute première phrase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avez-vous, à votre avis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le plus difficile à dire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oublie toujours de laisser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renseignements,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1. Pourquoi je viens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vu votre affiche dans la vitrine.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2. Ce que je sais faire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sais faire le ménage.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3. Quand je suis libre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libre du lundi au vendredi, le matin.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4. Où on me joint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pouvez me joindre au 438 555-0192.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 phrases. Apprises par cœur, elles servent dans tous les commerces.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DES JOURS ET DES HEURES, JAMAIS « N'IMPORTE QUAND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suis libre du lundi au vendredi, de 8 h à 13 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patron ne vous écoute pas : il remplit un tableau. Chaque mot que vous dites doit pouvoir entrer dans une case. « Je suis disponible n'importe quand » sonne bien et ne remplit rien.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DIRE SON NOM ET SON NUMÉRO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gestes qui se ratent souvent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Épeler son 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Traoré : T-R-A-O-R-É. On épelle lentement, une lettre à la fois, et on s'arrête si la personne écrit. Un nom mal noté, c'est un rappel qui n'arrive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Les lettres qui se confondent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 et P, D et T, M et N, G et J. Quand l'une d'elles est dans votre nom, ajoutez un mot : « B comme bateau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Donner son numéro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438, 555, 0192 : par groupes, pas d'un trait. On laisse le temps d'écrire entre les groupes.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Le geste qui change tout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peux vous l'écrire ? » Un numéro dit à l'oral se perd. Écrit de votre main, il reste sur le comptoir.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RÉCITER DIX CHOSES QU'ON SAIT FAIRE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sais faire le ménage, la cuisine, la couture, le repassage…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sais faire le ménage. J'ai de l'expérience en garde d'enfants.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liste de dix choses ne laisse rien en tête. Deux choses précises, dites avec assurance, restent. On garde le reste pour la deuxième conversation, celle qui suivra le rappel.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chaque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: bonjour, affiche, engagez, faire, libre, joindre.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, monsieur. Excusez-moi de vous déranger.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vu votre ___ dans la vitrine.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___ encore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ménage, je sais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___ du lundi au vendredi, le matin.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pouvez me ___ au 438 555-0192.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chaque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, monsieur. Excusez-moi de vous déranger.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Bonjour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vu votre ___ dans la vitrine.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affiche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___ encore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engagez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ménage, je sais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___ du lundi au vendredi, le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libre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pouvez me ___ au 438 555-0192.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joindre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vos quatre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vous. Quatre lignes, sur un papier que vous gardez.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1. Pourquoi vous venez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2. Ce que vous savez faire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3. Quand vous êtes libres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4. Votre nom et votre numéro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Dites vos quatre phrases à voix haute, à quelqu'un, avant demain.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À un membre de votre famille, ou devant un miroir.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fois de suite, sans regarder votre papier la troisième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On embauche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