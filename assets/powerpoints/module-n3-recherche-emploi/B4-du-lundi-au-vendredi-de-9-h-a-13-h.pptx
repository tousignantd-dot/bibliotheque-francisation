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À la fin, chacun doit pouvoir dire ses vraies disponibilités sans hésiter et sans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que les paires ne se mélangent pas : « de lundi à vendredi » est l'erreur du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convertir cinq horaires à l'oral : 17 h, 14 h 30, 20 h, 11 h, 22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ses disponibilités réelles, debout, en une seule phrase. Corriger la forme, jamais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phrase modèle au tableau et la laisser affichée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t1dispo dans le module. Faire relire chaque phrase complète : c'est l'oreille qui retient les paires, pas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t1qui dans le module. Demander à chaque fois ce qui permet de trancher : le verbe, le vouvoiement, l'impératif.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tour du groupe, debout. Personne ne se rassoit avant d'avoir dit une phrase complète et juste. C'est le contrôle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Cette phrase entre dans le formulaire du défi 3 et dans la petite annonce de E2 : elle sera relue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Du lundi au vendredi, de 9 h à 13 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quand on est libre, c'est donner deux choses : des jours et des heures. Le français les encadre par deux paires de petits mots qui ne se séparent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suite de jours avec « du... au...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tranche d'heures avec « de... à...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enlever un jour avec « sauf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qui parle dans un échange d'embauche.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paires, et rien d'autre à retenir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suite de jours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du... au...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 lundi au vendredi.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tranche d'heures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de... à...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9 h à 13 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moment qui revient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le, 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matin. La fin de semaine.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jour qu'on enlève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sauf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 mardi au samedi, sauf le mercredi.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mots d'une paire vont ensemble : jamais l'un sans l'autre.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13 H, C'EST UNE HEURE DE L'APRÈS-MIDI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L'horaire officiel va jusqu'à 24 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offre d'emploi écrit « de 9 h à 13 h » : cela fait quatre heures, du matin au début de l'après-midi. On écrit 8 h avec une espace avant le h, et rien après.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SE DIT ET CE QUI NE SE DIT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répondre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Précis, donc utile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suis libre du lundi au vendredi, le matin, de 8 h à 13 h. » Le patron peut écrire cela directement dans son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Vague, donc inutile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suis disponible n'importe quand. » Cela sonne bien et ne remplit aucune case. Le patron devra redemander, ou passer au suivant.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Dire aussi ce qui bloque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suis à l'école l'après-midi. » Le dire tout de suite vaut mieux que de le dire après que l'horaire est fait.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mot du Québec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fin de semaine, c'est samedi et dimanche. « Week-end » se comprend partout, mais dans un commerce de quartier, on dit la fin de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MÉLANGER LES DEUX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lundi à vendredi, du 9 h au 13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Du lundi au vendredi, de 9 h à 13 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les jours, c'est « du... au... » ; pour les heures, « de... à... ». Les deux paires se ressemblent assez pour qu'on les échange, et l'échange s'entend tout de suite. Une seule phrase modèle à retenir, et elle contient les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du, au, de, à, le, sauf.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libre ___ lundi ___ vendredi.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travailler ___ neuf heures ___ une heure.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à l'école ___ après-midi.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travaille du mardi au samedi, ___ le jeudi.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disponible ___ matin seulement.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___ vendredi, ça me convient.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libre ___ lundi ___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du...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travailler ___ neuf heures ___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de... 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à l'école ___ 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travaille du mardi au samedi, ___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sauf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disponible ___ matin seulement.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___ vendredi, ça me convient.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Fanta ou Gilles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 dit cette phrase : celle qui cherche, ou celui qui engage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votre affiche dans la vitrine.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on cherche quelqu'un.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disponible quels jours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lundi au vendredi, le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Écrivez-le ici, sur le carnet.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vous l'écrire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Fanta ou Gilles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votre affiche dans la vitrine.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Fanta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on cherche quelqu'un.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Gilles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disponible quels jours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Gilles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lundi au vendredi,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Fanta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Écrivez-le ici, sur le carnet.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Gilles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vous l'écrire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vraies disponibilités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dit les siennes, en une phrase, avec des jours et des 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attendue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bloque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 de semaine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disponibilités, en une phrase, avec des jours et des 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Du... au..., de... à...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ce qui bloque : école, enfants, autre travail.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