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Reprendre les billets de A3 et de B2 : le commerce que chacun avait nommé, et la question qu'il comptait poser. La production orale porte sur ce commerce-là.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photographier, et à laisser affichée pendant toute la production. C'est le seul soutien autorisé.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au module, chacun sur son appareil. Passer voir qui reste bloqué à la première réplique et lui souffler la phrase du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lister les quatre questions au tableau avant de lancer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une prise trop longue et la faire refaire en trente secondes : la deuxième version est presque toujours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aQui dans le module. Il sert d'échauffement avant l'enregistrement : dix minutes,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Rappeler la marche : je m'enregistre, je m'écoute, je corrige, j'envoie. L'assistant donne une rétroaction avant l'envoi ; cette rétroaction reste privée tant que l'élève n'envoie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Reprendre les billets à la prochaine session et demander qui y est allé. C'est la seule évaluation qui compte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Pousse la porte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tient en trente secondes debout devant un comptoir. On répète avec l'assistant, puis on s'enregistre, puis on y va pour de vrai.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offrir ses services de vive voix, sans papier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sa question et comprendre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ses disponibilités et ses coordonnées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s'écouter, recommencer.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et rien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1. Saluer et demander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J'ai vu votre affiche. Est-ce que vous engagez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2. Se faire connaître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sais faire… J'ai de l'expérience en… Je suis libre du… au…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3. Laisser sa trace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m'appelle… Vous pouvez me joindre au… Merci, bonne journée 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Trente à quarante-cinq secondes en tout. Pas davantage.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 AVEC L'ASSISTANT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au 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La boulangerie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affiche rouge dans la vitrine : « On embauche ». Vous entrez à neuf heures et demie, quand le comptoir est calme.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centre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d'affiche : c'est une voisine qui vous l'a dit. Vous entrez à l'accueil et vous demandez d'abord à qui parler.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L'épicerie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petite annonce punaisée au babillard. Vous l'apportez à la caisse et vous offrez vos services.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que l'assistant ne fera pas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ne donnera ni l'horaire, ni le salaire, ni les tâches si vous ne les demandez pas. C'est exprès : c'est ce que fait un vrai gérant occupé.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ON DEMANDE, SINON ON N'APPREND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horaire ? Combien de l'heure ? Quelles tâches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gérant répond à ce qu'on lui demande et n'explique rien d'avance. Trois questions valent la peine d'être posées avant de partir, et une quatrième : quand est-ce que vous rappelez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PARLER TROP LONGTEMPS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réponse de deux minutes à « vous savez faire quoi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Deux phrases, puis on se tait et on écoute.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en face travaille pendant qu'elle vous parle. Deux phrases nettes laissent de la place à sa question suivante, et c'est sa question suivante qui fait avancer la conversation.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 qui cherche, ou celui qui engage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 et dites qui la 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votre affiche dans la vitrine.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déjà travaillé en boulangerie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de l'expérience en garde d'enfants.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Remplissez ce formulaire.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libre du lundi au vendredi, le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rappelle vendredi, avant cinq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 qui cherche, ou celui qui engage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votre affiche dans la vitrine.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 qui cherche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déjà travaillé en boulangerie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qui engage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de l'expérience en garde d'enfants.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 qui cherche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Remplissez ce formulaire.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qui engage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libre du lundi au vendredi, le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 qui cherche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rappelle vendredi, avant cinq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qui engage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Enregistrez-vous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Quarante-cinq secondes. Vous pouvez recommencer autant de fois que vous voulez.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À quel commerce irez-vous cette semaine, et quel jour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nom, la rue, le jour et l'heure.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 entre onze heures et deux heures.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