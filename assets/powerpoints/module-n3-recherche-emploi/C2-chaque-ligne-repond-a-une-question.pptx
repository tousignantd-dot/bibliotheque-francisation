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lecture. Prévoir des surligneurs : le geste de marquer chaque ligne d'une couleur est ce qui fixe la méthode.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recopier la colonne de droite : ce sont les questions à se poser devant n'importe quelle annonce.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La dernière ligne est celle qu'on lit le moins et celle qui décide du déplacement.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relire la dernière ligne des annonces réelles apportées par le groupe, s'il y en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l'annonce entière à voix haute une fois, puis la faire relire par quatre élèves, une carte chacun.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Rappeler l'exemple de Fanta en C1 : la meilleure offre pour elle n'était pas la première qu'elle a 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Mêmes énoncés que l'exercice t2offre du module. Faire pointer la ligne exacte de l'annonce pour chaque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Même appariement que t2lignes dans le module. Le refaire ensuite sur une annonce apportée par un 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Faire échanger les feuilles ensuite : chacun lit l'offre du voisin et dit en une phrase si elle lui conviendrait.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Les réponses sont utiles à relire en C4, quand il sera question de ce qui est exigé.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Chaque ligne répond à une question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offre d'emploi tient en huit lignes, et chaque ligne répond à une question précise. Les lire dans l'ordre, c'est savoir en trente secondes si l'on se déplace.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On embauche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les six renseignements d'une offre d'emploi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rapidement l'horaire et le salaire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à qui s'adresser et comment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décider si l'offre convient.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haut de l'annonce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LIGNE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 À LAQUELLE ELLE RÉPOND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Aide à la cuisine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 poste ? Le nom du travail.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20 heures par semaine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Combien d'heures ? Plein ou partiel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Du mardi au samedi, de 9 h à 13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Quels jours et quelles heures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08576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864608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Trois lignes, et l'on sait déjà si l'horaire est possible.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bas de l'annonce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862072"/>
          </a:xfrm>
          <a:prstGeom prst="roundRect">
            <a:avLst>
              <a:gd name="adj" fmla="val 511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LIGNE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 À LAQUELLE ELLE RÉPOND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16,50 $ de l'heure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Combien pour chaque heure travaillée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Aucune expérience exigée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Faut-il avoir déjà fait ce travail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Demander Hugo Pelletier, 514 555-0148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qui s'adresser, et comment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910328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5166360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Aucune des six lignes n'est facultative : une seule suffit à écarter l'offre.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DERNIÈRE LIGNE DIT COMMENT S'Y PRENDRE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Se présenter en personne, entre 9 h et 11 h. Demander Hugo Pelletier.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la ligne qu'on lit le moins et celle qui décide de tout : elle donne l'heure, l'adresse et le nom de la personne. Arriver à un autre moment, c'est arriver pour rien.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L'OFFRE DU CENTRE LÉO-BOURDON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Lire les huit lignes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haut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CENTRE COMMUNAUTAIRE LÉO-BOURDON. Recherche : AIDE À LA CUISINE. Le nom du lieu, puis le poste, en gros.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milieu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20 heures par semaine, du mardi au samedi, de 9 h à 13 h. Salaire : 16,50 $ de l'heure, payé aux deux semaines.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Les tâches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Laver les légumes, servir les repas, faire la vaisselle. Trois verbes : c'est ce qu'on fera vraiment de ses journées.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bas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Aucune expérience exigée. Formation donnée sur place. Il faut parler français. Se présenter au 2140, rue Bélanger, et demander Hugo Pelletier.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NE LIRE QUE LE SALAIRE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16,50 $ de l'heure, ça me va. J'y vais.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lis les six lignes, puis je décide.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salaire ne dit ni quand on travaille, ni ce qu'on fait, ni s'il faut de l'expérience, ni à qui se présenter. Une offre bien payée dont l'horaire est impossible ne vaut rien, et la visite est perdue.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Lisez l'offre du centre Léo-Bourdon, puis répondez.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travail est de vingt heures par semaine.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travaille le dimanche et le lundi.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salaire est payé chaque semaine.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Faire la vaisselle fait partie des tâches.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avoir déjà travaillé en cuisine.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L'annonce donne une adresse et un numéro.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travail est de vingt heures par semaine.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travaille le dimanche et le lundi.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du mardi au samedi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salaire est payé chaque semaine.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aux deux semaines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Faire la vaisselle fait partie des tâches.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avoir déjà travaillé en cuisine.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aucune expérience exigée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L'annonce donne une adresse et un numéro.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APPARIEMENT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question pose chaque ligne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Reliez la ligne de l'annonce à la question qu'elle règle.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Aide à la cuisine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20 heures par semaine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Du mardi au samedi, de 9 h à 13 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16,50 $ de l'heure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Aucune expérience exigée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Demander Hugo Pelletier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question pose chaque ligne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Aide à la cuisine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Quel poste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20 heures par semaine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Combien d'heures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Du mardi au samedi, de 9 h à 13 h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Quel horaire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16,50 $ de l'heure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Combien d'argent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Aucune expérience exigée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Faut-il de l'expérience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Demander Hugo Pelletier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 qui parler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une offre en six lignes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Inventez un poste de votre quartier et écrivez son offre.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Ligne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Ligne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Ligne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Ligne 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Ligne 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Ligne 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Quelle ligne d'une offre regardez-vous en premier, et pourquoi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phrase, avec « parce que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Il n'y a pas de mauvaise réponse : la vôtre dépend de votre vie.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On embauche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