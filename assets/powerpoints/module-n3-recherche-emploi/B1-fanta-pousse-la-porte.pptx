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Commencer par vérifier le devoir de A4 : qui a dit ses quatre phrases à voix haute, et devant qui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Noter les hypothèses au tableau avant d'écouter, puis les cocher pendant le dialogue. Elles sont presque toujours plus longues que la réalité.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répliques, et la conversation est ouverte. Faire compter : combien de mots a-t-il fallu à Fanta pour poser sa question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« non, jamais » de Fanta est suivi d'un « mais ». C'est ce « mais » qui garde la porte ouverte : le faire remarquer et le faire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Elle épelle sans qu'on le lui demande, et elle demande à écrire son numéro. Ce sont deux gestes appris en A4 : les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dernière ligne rassure : beaucoup craignent des questions personnelles qui ne viendront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Elle prépare B4 et le jeu de rôle de E1, où l'assistant est fait pour ne rien donner d'avance.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 exacte. Les six énoncés sont ceux de l'exercice t1vf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la suite à deux, debout, une fois l'ordre trouvé. C'est la première répétition du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phrases ramassées servent d'exemples en B2, sans nommer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Fanta pousse la porte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conversation entière tient en seize répliques : elle entre, elle demande, elle dit ce qu'elle sait faire, elle laisse son numéro. C'est le modèle du défi.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On embauche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conversation d'embauche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quatre renseignements dans le dialogue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questions que pose un patron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 se demande et ce qui se donne.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ANTICIPATION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Le patron va poser trois questions. Lesquelles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a besoin de savoir avant tout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va demander votre âge ? votre pays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ne demandera pas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ne dira pas si vous ne le demandez pas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vous engagez encore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6173" y="2322576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Bonjour, monsieur. Excusez-moi de vous déranger.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6173" y="3071876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peux vous aider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6173" y="3821175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vu votre affiche dans la vitrine. Est-ce que vous engagez encore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6173" y="4570475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on cherche quelqu'un. Vous avez déjà travaillé en boulangerie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je sais faire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6173" y="1901952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jamais. Mais j'ai de l'expérience en ménage et en garde d'enfants.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1348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6173" y="2651252"/>
            <a:ext cx="8929954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poste, c'est commis au comptoir. Servir les clients, remplir les tablettes, nettoyer à la fermeture.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6173" y="3738371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ménage, je sais faire. Servir les clients, je peux apprendre vite.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6173" y="4487672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êtes disponible quels jours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Écrivez-le ici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6173" y="1901952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Du lundi au vendredi, le matin. Je suis à l'école de français l'après-midi.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6173" y="2651252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matin, ça m'arrange. On ouvre à six heures et demie.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6173" y="3400551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Fanta Traoré. F-A-N-T-A. Traoré : T-R-A-O-R-É.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21348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GILLES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6173" y="4149851"/>
            <a:ext cx="8929954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Écrivez-le ici, sur le carnet. Je vous rappelle cette semaine.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dit quoi, et dans quel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FANTA DONNE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GILLES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Pourquoi elle vient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 elle a de l'expérience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Ce qu'elle sait faire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Quels jours elle est libre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Ses disponibilités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Comment elle s'appelle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Son nom, épelé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Où la joindre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Son numéro, écrit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Rien de sa vie privée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Cinq échanges. Personne ne parle de son pays, de son âge ni de sa famille.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POSTE NE SE DÉCRIT PAS TOUT SEUL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patron ne dit l'horaire et le salaire que si on les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Gilles ne parle de six heures et demie qu'au moment où Fanta parle de disponibilités. Il ne dit jamais le salaire : personne ne le lui a demandé. Ce qu'on ne demande pas, on l'apprendra trop tard.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Gilles cherche encore quelqu'un.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Fanta a déjà travaillé en boulangerie.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poste, c'est commis au comptoir.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Fanta est disponible l'après-midi.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boulangerie ouvre à six heures et demie.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Fanta laisse son numéro par écrit.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Gilles cherche encore quelqu'un.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Fanta a déjà travaillé en boulangerie.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jamais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poste, c'est commis au comptoir.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Fanta est disponible l'après-midi.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est à l'école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boulangerie ouvre à six heures et demie.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Fanta laisse son numéro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RECONSTITUTION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la conversation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Six répliques mêlées. Quel est leur ordre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monsieur. Excusez-moi de vous déranger.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vu votre affiche. Est-ce que vous engagez encore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 l'expérience en ménage et en garde d'enfants.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lundi au vendredi, le matin.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Fanta Traoré. T-R-A-O-R-É.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me joindre au 438 555-0192.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la conversation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monsieur. Excusez-moi de vous déranger.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vu votre affiche. Est-ce que vous engagez encore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de l'expérience en ménage et en garde d'enfants.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lundi au vendredi,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Fanta Traoré. T-R-A-O-R-É.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pouvez me joindre au 438 555-0192.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première phrase que vous direz en entrant.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celle qui dit pourquoi vous venez.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Relisez-la à voix haute avant de la remettre.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On embauche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