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Si des élèves ont rapporté de vraies annonces du quartier, les lire avant celles du dialogue : elles auront plus d'effet.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voter à main levée sur le premier critère regardé. Le vote sera repris à la fin de la séance : il change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Fanta ne s'arrête pas à un seul commerce : elle a continué à chercher. Le faire remarquer, c'est déjà une leçon de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calcul est fait par Fanta elle-même. Le refaire au tableau avec le groupe : 16,50 fois 20. C'est le cœur de la séance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Écarter une offre est une décision, pas un échec. Insister : Fanta donne une raison précise, et elle passe à la suivante le jour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Elle montre qu'une offre se juge sur l'ensemble, pas sur le seul salaire.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Elle annonce la séance C2, qui reprend les six lignes une à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Mêmes énoncés que l'exercice t2vf du module. Faire justifier chaque « faux » par la ligne exacte de l'annonce.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Reprendre ensuite le vote du début : le premier critère a-t-il changé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raisons servent en E1 : savoir dire non poliment fait partie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offres au babillard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Fanta rapporte deux annonces prises à l'épicerie. Une seule lui convient, et ce n'est pas celle qui paie le mieux : c'est celle dont l'horaire est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la lecture de deux offres d'emploi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de l'heure », « par semaine », « temps partiel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offres et dire laquelle convient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écarter une offre pour une bonne 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offres. Qu'est-ce qui vous fait choisir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salaire ? L'horaire ? La distance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impossible pour vous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bon salaire vaut un mauvais horaire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regarderiez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Vingt heures par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7507" y="2322576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Alors, la boulangerie ? Il vous a rappelée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507" y="3071876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encore. Mais j'ai pris deux annonces au babillard de l'épicerie.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507" y="3821175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Montrez-moi. On va les lire ensemble. La première dit quoi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507" y="4570475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Préposée à l'entretien. Vingt heures par semaine. Le soir.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Seize dollars cinquante de l'heure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507" y="1901952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Vingt heures, c'est du temps partiel. Et le salaire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248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507" y="2651252"/>
            <a:ext cx="89186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Seize dollars cinquante de l'heure. » Ça veut dire quoi, « de l'heure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507" y="3738371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vous recevez seize dollars cinquante pour chaque heure travaillée.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507" y="4487672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vingt heures, ça fait trois cent trente dollars par semaine.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Hugo Pelletier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507" y="1901952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l'horaire du soir, ça vous convient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507" y="2651252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Mes enfants sont à la maison le soir. Je cherche le jour.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248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507" y="3400551"/>
            <a:ext cx="89186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Centre Léo-Bourdon. Aide à la cuisine, de neuf heures à une heure, du mardi au samedi.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2248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507" y="4487671"/>
            <a:ext cx="89186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c'est celle-là qu'il faut essayer. Demandez Hugo Pelletier.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offres, ligne par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PREMIÈRE OFFRE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DEUXIÈME OFFRE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Le poste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préposée à l'entretien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aide à la cuisine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Les heures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20 h par semaine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20 h par semaine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Quand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9 h à 13 h, mardi au samedi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Expérience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 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exigée, formation sur place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Pour Fanta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impossible : les enfants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possible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Même nombre d'heures, et une seule des deux est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OFFRE QU'ON LIT MAL, C'EST UN MATIN PERDU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lit les six lignes avant de se déplacer.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poste, les heures, l'horaire, le salaire, l'expérience demandée, à qui s'adresser. Six renseignements, et chacun peut décider à lui seul que l'offre ne convient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offre est un poste d'entretien.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heures par semaine, c'est du temps plein.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de 16,50 $ de l'heure.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écarte la première offre à cause de l'horaire.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deuxième offre demande deux ans d'expérience.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demander Hugo Pelletier.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offre est un poste d'entretien.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heures par semaine, c'est du temps plein.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temps partiel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de 16,50 $ de l'heure.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écarte la première offre à cause de l'horaire.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deuxième offre demande deux ans d'expérience.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aucune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demander Hugo Pelletier.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 : laquelle choisiriez-vous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choisit une offre et donne sa raison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phrase attendue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raison d'horaire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raison d'expérience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raison d'écarter une offre.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: « Je ne peux pas le soir, parce que…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raison vraie, la vôtre.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