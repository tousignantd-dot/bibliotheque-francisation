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graphie-phonie. Prévoir un miroir de poche ou demander à chacun de poser une main sous le menton : le mouvement de la mâchoire est ce qui rend la différence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mots dix fois en alternance, sans explication. L'oreille précède la règle : la règle vient à la diapo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Ne pas allonger la liste des écritures : celles-ci couvrent tous les mots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la liste en chaîne, un verbe par élève, sans reprendre : c'est la vitesse qui installe le réflexe.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carte par le groupe entier avant de passer à la suivante. Corriger la mâchoire, pas la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les deux versions au groupe et demander laquelle ressemble à ce qu'ils entendent au 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liste que l'exercice prPhon du module. Dire les mots deux fois, puis les faire redire par le groupe avant de donner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corriger la grammaire pendant cette diapo : seulement les deux sons. Les phrases reviennent telles quelles dans les défis.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: les erreurs d'écriture révèlent qui confond encore les deux sons, avant que le défi 2 n'arrive avec ses salaires.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é de métier, le è de salaire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sons voisins, et deux mots du travail pour les tenir. Ce n'est pas un détail de prononciation : c'est ce qui sépare « j'ai travaillé » de « je travaillais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On embauche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é fermé et le è ouvert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écritures de chaque son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les mots du travail sans hésiter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plus dire le r final des verbes en -er.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Métier, salaire. Est-ce le même son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 les deux mots à voix haute, l'un après l'autre.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 votre mâchoire pour le premier ? Pour le second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fait sourire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votre langue a ces deux sons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Deux sons, deux bouches, plusieurs écritures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BOUCHE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L'ÉCRIT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é fermé, comme dans métier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presque fermée, lèvres étirées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é, er, ez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è ouvert, comme dans salaire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ouverte, mâchoire basse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ai, è, ê, ei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4411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é : un employé, un congé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94411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sourit presque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94411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embaucher, vous engagez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45008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è : un horaire, la semaine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45008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doigt entre les 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45008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formulaire, une aide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Deux mots repères : métier pour le fermé, salaire pour l'ouvert.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R FINAL D'UN VERBE EN -ER NE SE PRONONCE JAMAIS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Embaucher se dit « embauché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Travailler, chercher, engager, demander : la fin s'entend « é » et rien d'autre. C'est vrai de tous les verbes du premier groupe, et c'est la moitié des verbes du module.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DEUX SONS DANS LES MOTS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écouter et à répéter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3B49A0"/>
                </a:solidFill>
                <a:latin typeface="Verdana"/>
              </a:rPr>
              <a:t>Le son é — bouche presque fermée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métier, un employé, un congé, embaucher, vous engagez. Les lèvres s'étirent comme au début d'un sourire ; la mâchoire ne bouge presque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3B49A0"/>
                </a:solidFill>
                <a:latin typeface="Verdana"/>
              </a:rPr>
              <a:t>Le son è — bouche ouverte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salaire, un horaire, un formulaire, la semaine, une aide. La mâchoire descend d'un cran : on peut glisser un doigt entre les dents.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3B49A0"/>
                </a:solidFill>
                <a:latin typeface="Verdana"/>
              </a:rPr>
              <a:t>Le mot qui contient les deux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 employé reçoit un salaire. » Garder cette phrase comme repère : elle redonne les deux sons chaque fois qu'on la 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3B49A0"/>
                </a:solidFill>
                <a:latin typeface="Verdana"/>
              </a:rPr>
              <a:t>Ce qui trompe l'œil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lettres ai s'entendent è, jamais é. Salaire, horaire, formulaire, aide : les quatre mots les plus fréquents d'une offre d'emploi.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FERMER LE È DE SALAIRE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salére est de seize dollars.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salaire est de seize dollars.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lettres ai ouvrent le son. Fermé, le mot ne ressemble plus à rien et l'interlocuteur cherche ce qu'on a voulu dire au lieu d'écouter la suite. Même chose pour horaire, formulaire et aide.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de métier, ou le son de salaire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dit le mot ; vous dites quel son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métier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salaire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embaucher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horaire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employé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formulaire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congé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semaine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de métier, ou le son de salaire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métier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de métier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salaire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de salaire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embaucher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de métier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horaire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de salaire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employé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de métier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formulaire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de salaire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congé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de métier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semaine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de salaire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lit une phrase. Le groupe dit quels sons il a entendus.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métier que j'aimerais apprendre.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salaire est de seize dollars de l'heure.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boulangerie va embaucher quelqu'un.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horaire va de neuf heures à une heure.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engagez encore ? J'ai vu votre affiche.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remplis le formulaire cette semaine.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métier que j'aimerais apprendre.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 deux fois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salaire est de seize dollars de l'heure.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è trois fois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boulangerie va embaucher quelqu'un.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 à la fin du verbe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horaire va de neuf heures à une 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è au début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engagez encore ? J'ai vu votre affiche.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é, puis 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remplis le formulaire cette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è deux fois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mots avec le son é et deux mots avec le son 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Prenez-les dans les mots du module, pas ailleurs.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la lettre ou les lettres qui font le 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On embauche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