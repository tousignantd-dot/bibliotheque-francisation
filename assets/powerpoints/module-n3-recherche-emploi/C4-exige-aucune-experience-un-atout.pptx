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2. Relire les billets de C2 : la ligne que chacun regarde en premier. Beaucoup n'auront pas nommé celle-ci.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Laisser le groupe découvrir la colonne de droite ligne par ligne avant de la commenter.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Demander qui, dans le groupe, a déjà renoncé à cause d'une ligne comme celle-là. Il y en a toujours.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ces quatre formulations dans des annonces réelles, si le groupe en a apporté. Elles y sont presque toutes.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Nuance à tenir des deux côtés : ne pas promettre que ça marche, ne pas laisser croire que c'est fermé d'avance.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Même exercice que t2faut dans le module. Faire remarquer l'accord de « exigé » d'une ligne à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cas, six fois « oui ». Le faire remarquer à la fin : c'est le message de la séance, et il vaut mieux que le groupe le trouve lui-même.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Dix minutes. C'est la phrase la plus utile du module après « Est-ce que vous engagez ? ». Faire le tour du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La ramasser et la redonner en E1 : elle servira au jeu de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C4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Exigé, aucune expérience, un atout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bas d'une offre décide qui peut se présenter. Trois mots y suffisent, et beaucoup de gens renoncent à un poste qu'ils pouvaient avoir, faute de les avoir lus.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On embauche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qui est exigé de ce qui est un atout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« aucune expérience exigée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« formation donnée sur place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décider si l'on peut se présenter.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mots, trois portes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EST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EST-CE QUE J'Y VAIS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Expérience exigée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obligatoire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oui, en disant ce que je sais faire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07543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20344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Aucune expérience exigée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20344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ouvert aux débutants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20344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oui, sans hésiter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5981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72618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Anglais un atout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72618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utile, pas obligatoire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72618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oui, le français suffit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1208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24891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Formation donnée sur place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24891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ils vont m'apprendre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24891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oui, c'est fait pour moi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06425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32028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Dans les quatre cas, la réponse est la même. C'est la leçon de la séance.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 ATOUT N'EST JAMAIS UNE EXIGENCE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Anglais un atout » veut dire : présentez-vous quand même.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Cette ligne est écrite exprès pour dire que l'absence de cette chose ne bloque pas. Beaucoup de postes sont donnés à quelqu'un qui n'avait pas l'atout mais qui s'est présenté.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BAS DE L'ANNONCE, MOT PAR MOT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qu'il faut savoir lire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Il faut, exigé, obligatoire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Les trois disent la même chose : sans cela, on ne prend personne. « Exigé » s'accorde avec ce qu'il suit : expérience exigée, diplôme exigé.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Aucune expérience exigée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ligne qui ouvre la porte. Elle va presque toujours avec « formation donnée sur place » : le travail sera montré au nouvel employé.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Un atout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Utile, pas obligatoire. Si vous l'avez, dites-le sans insister ; si vous ne l'avez pas, présentez-vous quand même.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dernière ligne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Se présenter en personne, apporter son curriculum vitæ, demander telle personne, entre telle et telle heure. C'est la marche à suivre : la respecter.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RENONCER DEVANT LE MOT « EXIGÉ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Expérience exigée. Ce n'est pas pour moi.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me présente en disant ce que je sais faire d'autre.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Souvent, « exigé » veut bien dire obligatoire. Mais si vous savez faire un travail proche, la visite coûte quinze minutes et peut se retourner : « Je n'ai pas travaillé en cuisine, mais je sais faire le ménage et j'apprends vite. 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le bas de l'annonce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: faut, exigée, demandé, aucune, atout.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parler français pour ce poste-là.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___ expérience exigée » : je peux me présenter.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ans d'expérience sont ___ pour ce poste.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Parler anglais n'est pas obligatoire : c'est un ___ 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___ de se présenter entre 9 h et 11 h.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Aucun diplôme n'est ___ : formation sur place.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le bas de l'annonce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parler français pour ce poste-là.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___ expérience exigée » : je peux me présenter.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Aucune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ans d'expérience sont ___ pour ce poste.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exigés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Parler anglais n'est pas obligatoire : c'est un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atout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___ de se présenter entre 9 h et 11 h.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demandé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Aucun diplôme n'est ___ : formation sur place.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exigé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DÉCISION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je peux me présenter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L'annonce dit ceci, et vous avez cela. Vous y allez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Aucune expérience exigée / vous n'en avez aucune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Aucune expérience exigée / vous en avez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Expérience exigée / vous n'en avez pas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Expérience exigée / vous en avez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Anglais un atout / vous ne parlez pas anglais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Anglais un atout / vous parlez anglais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je peux me présenter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Aucune expérience exigée / vous n'en avez aucune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oui, sans hésiter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Aucune expérience exigée / vous en avez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oui, et dites-le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Expérience exigée / vous n'en avez pas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oui, en disant ce que vous savez faire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Expérience exigée / vous en avez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oui, dites le nombre d'années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Anglais un atout / vous ne parlez pas anglais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oui, le français suffit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Anglais un atout / vous parlez anglais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oui, mentionnez-le sans insister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dire quand on n'a pas ce qui est exigé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Chacun compose sa phrase et la dit à voix haute.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un travail proche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Sans aucune expérience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phrase que vous direz si l'on vous demande une expérience que vous n'avez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Avec un « mais » au milieu.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phrase, celle que vous pourrez vraiment dire.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On embauche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