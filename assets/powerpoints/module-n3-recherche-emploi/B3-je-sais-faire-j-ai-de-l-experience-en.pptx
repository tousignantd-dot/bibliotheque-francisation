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le devoir de A1 : les trois choses que chacun sait faire. Elles vont servir d'exemples pendant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note du bas règle une erreur très fréquente et très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dix phrases en chaîne, un élève après l'autre, sans reprendre : la vitesse installe le réflexe.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à chacun une phrase avec « pendant » et une avec « depuis », tirées de sa propre vie, et les faire dire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point le plus important du défi. Faire répéter la phrase entière par tout le groupe, deux fois, avant de passer à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exercice que t1sais dans le module. Faire relire chaque phrase complète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appariement que t1rep dans le module. Deuxième tour : chacun répond pour lui-même, avec sa vraie disponibilité et son vrai 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Écouter surtout le « mais » après le « non » : c'est l'objectif de la séance, pas la grammaire.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Ces deux phrases entreront telles quelles dans la petite annonce de E2 : le dire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B3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sais faire, j'ai de l'expérience 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qu'on sait faire aujourd'hui, et ce qu'on a déjà fait avant : deux choses différentes, deux constructions différentes, et le patron écoute les deux.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On embauche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sait faire avec « je sais » et un infinitif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son expérience avec « j'ai de l'expérience en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combien de temps avec « pendant » et « depuis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« non » sans fermer la porte.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façons de parler de son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9923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VEUT DIRE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CONSTRUIT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peux le faire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je sais + infinitif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sais faire le ménage.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6816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l'ai déjà fait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6816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de l'expérience en + domaine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68168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de l'expérience en cuisine.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34060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a duré et c'est fini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34060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pendant + durée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34060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gardé des enfants pendant six ans.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919727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47743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dure encore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47743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depuis + durée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47743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fais le ménage depuis longtemps.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47488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03520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Après « en », on nomme le travail, jamais le bâtiment : en cuisine, pas en restaurant.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APRÈS « JE SAIS », LE VERBE NE CHANGE JAMAIS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sais faire. Je sais servir. Je sais cuisiner.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deuxième verbe reste à l'infinitif, la forme du dictionnaire. C'est vrai aussi après « je peux » et « je veux ». Trois verbes à connaître, et la construction est la même pour les trois.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PENDANT OU DEPUIS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mots, deux histoires différentes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Pendant : c'est terminé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J'ai gardé des enfants pendant six ans. » Le travail a duré six ans et il est fini. C'est ce qu'on dit d'un emploi laissé derrière soi, ou d'un pays quitté.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Depuis : ça continue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fais le ménage depuis longtemps. » Ça a commencé et ça dure encore aujourd'hui. Le patron entend que vous êtes en train de le faire.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forme courte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Six ans d'expérience en garde d'enfants. » Sans verbe, sans phrase. C'est celle qu'on écrit dans une annonce ou sur un formulaire.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nombre d'abord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Devant un patron pressé, commencer par le nombre d'années : c'est le renseignement qu'il retient, avant même le domaine.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S'ARRÊTER À « JE NE SAIS PAS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Vous savez servir au comptoir ? — Non.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Non, mais je peux apprendre vite.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« non » tout seul ferme la porte, et c'est vous qui la fermez. Il y a toujours un « mais » à dire après : ce que vous savez faire d'autre, ou ce que vous pouvez apprendre. C'est cette moitié de phrase qui décide de la 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: sais, ai, en, pendant, jamais.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faire le ménage et la vaisselle.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de l'expérience en garde d'enfants.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de l'expérience ___ cuisine et ___ entretien.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gardé des enfants ___ six ans, à Conakry.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n'ai ___ travaillé en boulangerie, mais j'apprends vite.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___ pas encore servir, mais je peux apprendre.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faire le ménage et la vaisselle.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de l'expérience en garde d'enfants.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de l'expérience ___ cuisine et ___ entretien.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gardé des enfants ___ six ans, à Conakry.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pendant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n'ai ___ travaillé en boulangerie, mais j'apprends vite.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jamais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___ pas encore servir, mais je peux apprendre.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 ET RÉPONDS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chaque question du patron, sa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pose la question ; vous donnez la réponse de Fanta.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déjà travaillé en boulangerie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êtes disponible quels jours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vous appelez comment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je vous joins où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heures et demie, c'est trop tôt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plein ou temps partiel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chaque question du patron, sa réponse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avez déjà travaillé en boulangerie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Non, jamais. Mais j'ai de l'expérience en ménage.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êtes disponible quels jours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Du lundi au vendredi, le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vous appelez comment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Fanta Traoré. T-R-A-O-R-É.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je vous joins où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 438 555-0192. Je peux vous l'écrire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heures et demie, c'est trop tôt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Non, ce n'est pas un problème pour moi.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plein ou temps partiel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Du temps partiel. Je suis à l'école l'après-midi.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Deux par deux : trois questions, trois réponses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joue le patron et pose les trois questions. On change de rôle.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déjà fait ce travail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savez faire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quand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: ce que vous savez faire, et votre expérience.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je sais » et un infinitif.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j'ai de l'expérience en » et un nombre d'années.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On embauche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