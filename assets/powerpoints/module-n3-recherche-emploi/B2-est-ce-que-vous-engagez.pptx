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Lire d'abord deux ou trois billets de B1, sans nommer personne, et faire améliorer la formulation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est l'erreur la plus fréquente : la faire entendre une fois, puis ne plus la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fabriquer cinq questions au groupe à partir de phrases ordinaires,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à chacun les deux questions qu'il apprendra par cœur, et les faire écrire sur le papier commencé en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difficile à sentir. La faire entendre en jouant les deux versions, avec le même ton, et demander laquelle donne envie.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t1quest dans le module. Faire relire chaque question complétée à voix haute, avec l'intonation montante.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: « est-ce qu'il » se dit d'une seule coulée. Le faire répéter séparément.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Passer dans les rangées et n'écouter que la question d'ouverture : le reste vient en B3 et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Garder les billets : ils servent de liste de départ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Est-ce que vous engagez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se pose de trois façons en français. Au comptoir d'un commerce, c'est toujours la même qui sert, et elle s'apprend par cœur.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est-ce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bonne question selon la situation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à qui parler quand le patron est absent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éviter les formulations qui ferment la 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poser la même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voix qui monte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engagez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entre gens qui se connaissent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devant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Est-ce que vous engagez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partout, et c'est celle-ci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verbe retourné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Engagez-vous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l'écrit, dans une lettre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Jamais les deux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Est-ce que engagez-vous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cette forme n'existe pas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Est-ce que » se pose devant, et la phrase ne change pas d'ordre.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EST-CE QUE », RIEN NE BOUGE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vous engagez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qui suit garde l'ordre normal : sujet, puis verbe. On ne retourne rien. C'est ce qui rend cette forme si commode : on prend n'importe quelle phrase et on pose « est-ce que » devant.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QUESTIONS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Selon ce qu'on trouve sur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Il y a une affiche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vous engagez encore ? » Le mot « encore » évite le malaise : une affiche reste souvent collée une semaine après l'embauche.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Il n'y a pas d'affiche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vous cherchez quelqu'un ? » La plus large. Elle sert dans n'importe quel commerce, même sans rien d'affiché.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poste est peut-être comblé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le poste est encore libre ? » Polie et prudente : elle laisse à l'autre une réponse facile s'il a déjà engagé.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patron n'est pas là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À qui est-ce que je peux parler ? » Repartir avec un nom et une heure vaut mieux qu'une visite perdue. On revient le lendemain en demandant la personne.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JE VEUX DU TRAVAIL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du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du travail. / Je viens offrir mes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» sonne exigeant en français, et l'effet est immédiat sur le visage de l'autre. « Je cherche » dit exactement la même chose sans l'exigence. « J'offre mes services » va encore plus loin : c'est vous qui apportez quelque chose.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engagez, cherchez, poste, travail, embauche.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encore, madame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quelqu'un pour le matin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___ est encore libre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du ___ pour le matin seulement.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l'affiche, c'est écrit : « On ___ 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___ de commis au comptoir.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encore, madame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engagez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quelqu'un pour le matin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cherchez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___ est encore libre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cherche du ___ pour le matin seulement.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travail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l'affiche, c'est écrit : « On ___ 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embauche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___ de commis au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 avec « est-ce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Transformez chaque phrase en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engagez.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quelqu'un.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est encore libre.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laisser mon numéro.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engagez pour le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de l'expérience.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 avec « est-ce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engagez.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vous engagez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vous cherchez quelqu'un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est encore libre.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le poste est encore libre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laisser mon numéro.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je peux laisser mon numéro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engagez pour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vous engagez pour le matin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de l'expérience.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qu'il faut de l'expérience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trois situations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entre, l'autre tient le commerce. On change après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affiche dans la vitrine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Aucune affiche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patron est absent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question que vous poserez, et à quel commerce.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question, mot pour 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 du commerce, celui de votre billet de A3.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