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Question d'entrée : « qui n'a jamais commandé à un comptoir ici ? ». Souvent la moitié du groupe. Nommer la raison : on ne sait pas quoi dire, et il y a du monde derrière.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troisième piste est la vraie difficulté : on peut toujours montrer du doigt et dire « celui-là », et personne ne s'en formalise.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temps distincts : le produit, puis la quantité. La personne au comptoir les demande l'un après l'autre — c'est toujours comme 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Est-ce que je peux en avoir deux emballées séparément ? » : une demande parfaitement ordinaire que beaucoup n'osent pas faire. La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petit mot « en » apparaît quatre fois dans ces trois dialogues. Les faire compter : la séance C2 s'en 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: c'est le script complet d'une commande.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débloque beaucoup d'élèves. Le dire clairement : montrer du doigt n'est ni impoli ni un aveu d'ignorance.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quatrième temps de la commande.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lien avec B1 est direct. La question est la même : elle sert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commandes servent directement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 de la boucherie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on ne se sert pas soi-même. Il faut dire ce qu'on veut, et combien. Quatre poitrines, une livre, deux cents grammes — et quelqu'un attend derrière.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commander un produit en quatre temps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une quantité avec une unité juste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une demande particulière : emballer à part, trancher mince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le prix avant de repartir.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le prochain. Que dites-vous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boucher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quoi commencez-vous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dites-vous la quantité que vous voulez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faites-vous si vous ne connaissez pas le nom de la coupe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gêne le plus, ici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Dire ce qu'on veut, et combien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5165" y="2322576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Qu'est-ce que je vous sers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5165" y="3071876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voudrais du poulet, s'il vous plaît. Des poitrines.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5165" y="3821175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vous en voulez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5165" y="4570475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Quatre. Ça fait combien de poids, à peu près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demande particulière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5324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5165" y="1901952"/>
            <a:ext cx="86109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poitrines, ça fait environ une livre et demie. Autour de huit dollars.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5324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5165" y="2989072"/>
            <a:ext cx="86109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parfait. Est-ce que je peux en avoir deux emballées séparément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5165" y="4076191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sûr. Deux et deux. Autre chose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825492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5165" y="4825492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du bœuf haché. Il vous en reste du maigre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Vérifier avant de partir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5165" y="1901952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m'en reste, oui. Une livre, ça va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5165" y="2651252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livre, parfait. Et ça se garde combien de temps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00551"/>
            <a:ext cx="15324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JOHANNE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5165" y="3400551"/>
            <a:ext cx="86109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haché, deux jours au frigo. C'est ce qui se garde le moins longtemps.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1"/>
            <a:ext cx="15324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5165" y="4487671"/>
            <a:ext cx="86109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vais le cuisiner demain. Merci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Commander en quatre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1. Le produit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du poulet, s'il vous plaît.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2. La sorte ou la coupe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poitrines. · Du maigre. · Tranché mince.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3. La quantité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Quatre. · Une livre. · Deux cents grammes.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4. La vérification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fait combien ? · Ça se garde combien de temps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au comptoir demande les temps 2 et 3 si vous ne les donnez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DEMANDES PARTICULIÈRES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Toutes parfaitement ordinaires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Emballer séparément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Est-ce que je peux en avoir deux emballées à part ? » Utile pour congeler par portions.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Trancher mince ou épais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la charcuterie, la question est posée d'office. Répondre « mince, s'il vous plaît » suffit.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peu plus, un peu moins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Un peu moins, s'il vous plaît » quand la balance dépasse. Personne ne s'en formalise.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Montrer du doigt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Celui-là, s'il vous plaît. » Quand on ne connaît pas le nom de la coupe, c'est la solution la plus simple et la plus employée.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VÉRIFIER LE PRIX AVANT DE PARTIR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Ça fait combien ? » — quatre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poids exact est presque jamais celui qu'on a demandé : la personne coupe un peu plus ou un peu moins. Le prix final n'est donc jamais celui qu'on avait calculé. Le demander évite la surprise à la caisse.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REPARTIR SANS AVOIR DEMANDÉ LA CONSERVATION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 cuisinerai en fin de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se garde combien de temps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bœuf haché tient deux jours. Acheter le mardi pour cuisiner le samedi veut dire jeter — ou congeler tout de suite, ce qui n'est possible que si on le sait au comptoir.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commande six poitrines.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poitrines font environ une livre et demie.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de tout emballer ensemble.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reste plus de bœuf haché maigre.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bœuf haché se garde une semaine au frigo.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décide de le cuisiner le lendemain.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commande six poitrines.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quatre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Quatre poitrines font environ une livre et demie.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de tout emballer ensemble.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et deux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reste plus de bœuf haché maigre.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en reste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bœuf haché se garde une semaine au frigo.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jours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décide de le cuisiner le lendemain.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commande complète en quatre temps, pour un produit que vous achetez.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produit, la sorte, la quantité, la vérification.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une demande particulière.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