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module. Question d'entrée : « combien de temps prend votre épicerie ? ». Les réponses varient du simple au triple, et c'est presque toujours le temps passé à chercher.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La troisième piste fait souvent sortir des produits du pays d'origine : c'est une bonne occasion de parler des épiceries de quartier.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est celle qui parle au groupe : presque tout le monde a déjà fait deux fois le tour d'une épicerie.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formule complète est dans la première réplique : « Excusez-moi, je cherche… ». Faire répéter par le groupe. Noter aussi « de la pâte de tomate » : la forme sera travaillée au bloc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fois plus de sel pour un produit qui se ressemble : le faire remarquer. C'est ce qui justifie la séance D1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est celle à retenir : demander est normal et attendu. Beaucoup d'élèves croient déranger.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Un spécial » est un québécisme très employé. Donner aussi « en solde », compris partout.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prix au kilo est le grand oublié. Le montrer sur une vraie étiquette de tablette si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la phrase par deux élèves. C'est la diapo à photographier.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culpabiliser : cette gêne est très commune, y compris chez les gens d'ici.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Les questions serviront au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A1  ·  MODULE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Dans l'allée des conserves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Farida est arrivée du Maroc il y a deux ans. Elle fait son épicerie chaque semaine, mais elle perd du temps à chercher — et elle n'a jamais vraiment su lire une étiquette.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Faire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où se trouve un produit dans un magasin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réponse qui situe un produit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8922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9745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regarder sur un emballage : le tableau, la provenance, la date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comparer deux marques du même produit.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cherchez un produit et vous ne le trouvez pas. Que faites-vous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llee-conserv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cherchez-vous avant de demander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qui demandez-vous ? Comment commencez-vous la phrase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 a-t-il un produit que vous n'avez jamais réussi à trouver ici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choisissez-vous entre deux marques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de Farida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D'où elle vient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Du Maroc. Elle est au Québec depuis deux ans et fait son épicerie chaque semaine.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Ce qui lui coûte du temps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cherche. Elle a fait deux fois le tour du magasin avant de demander.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Ce qu'elle ne sait pas faire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Lire une étiquette. Elle ne sait pas où regarder, et il y a quarante chiffres.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Ce qu'elle apprend aujourd'hui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Que le commis connaît ses allées par cœur, et que le tableau nutritif est toujours au même endroit.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Demander où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 l'enregistrement, diapo masquée. Lisez ensuite.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944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FARIDA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27135" y="2322576"/>
            <a:ext cx="88489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Excusez-moi, je cherche de la pâte de tomate. J'ai fait deux fois le tour.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409696"/>
            <a:ext cx="12944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SIMON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7135" y="3409696"/>
            <a:ext cx="88489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la pâte de tomate… C'est dans l'allée cinq, avec les sauces. Pas avec les légumes en conserve.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33222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496816"/>
            <a:ext cx="129444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FARIDA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7135" y="4496816"/>
            <a:ext cx="884899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Ah, je cherchais du mauvais côté. Il y a plusieurs marques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246116"/>
            <a:ext cx="12944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SIMON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27135" y="5246116"/>
            <a:ext cx="88489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 ou quatre. Celle du bas est la moins chère, mais elle est plus salée.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Comparer deux marques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129444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FARIDA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7135" y="1901952"/>
            <a:ext cx="884899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vous savez ça 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651252"/>
            <a:ext cx="12944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SIMON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27135" y="2651252"/>
            <a:ext cx="88489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écrit sur l'étiquette. Regardez la ligne du sodium : deux cent quarante milligrammes contre quatre-vingts.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738371"/>
            <a:ext cx="129444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FARIDA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27135" y="3738371"/>
            <a:ext cx="884899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sais jamais où regarder sur ces étiquettes.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3230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487672"/>
            <a:ext cx="12944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SIMON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27135" y="4487672"/>
            <a:ext cx="88489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tableau de la valeur nutritive est toujours au dos, en noir et blanc. Toujours au même endroit.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D'où ça vient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9444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FARIDA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27135" y="1901952"/>
            <a:ext cx="884899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ça, ça vient d'où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2944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SIMON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7135" y="2651252"/>
            <a:ext cx="88489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provenance est écrite en petit, sous le code-barres. Celle-là vient de l'Ontario.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738371"/>
            <a:ext cx="129444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FARIDA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27135" y="3738371"/>
            <a:ext cx="884899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 beaucoup. Vous m'avez sauvé dix minutes.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3230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487672"/>
            <a:ext cx="12944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SIMON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27135" y="4487672"/>
            <a:ext cx="88489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fait plaisir. Si vous ne trouvez pas quelque chose, demandez : on connaît nos allées par cœur.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magasin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97824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allée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85255" y="2121408"/>
            <a:ext cx="807375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corridor entre deux rangées d'étagères.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197824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conserve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5255" y="2909620"/>
            <a:ext cx="807375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aliment vendu dans une boîte de métal fermée.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197824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comptoir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5255" y="3697833"/>
            <a:ext cx="807375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L'endroit où un employé sert : boucherie, poissonnerie, charcuterie.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197824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commis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85255" y="4486046"/>
            <a:ext cx="807375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L'employé qui remplit les tablettes et renseigne les clients.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197824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spécial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85255" y="5274259"/>
            <a:ext cx="807375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rabais temporaire. Au Québec, on dit « il y a un spécial ».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L'emballage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6146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étiquette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21620" y="2121408"/>
            <a:ext cx="74373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collé sur un produit, avec le prix et les informations.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6146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valeur nutritive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21620" y="2909620"/>
            <a:ext cx="74373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tableau des calories, du sodium et des sucres.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6146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provenance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21620" y="3697833"/>
            <a:ext cx="74373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pays ou la région d'où vient le produit.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6146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code-barres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21620" y="4486046"/>
            <a:ext cx="74373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Les traits noirs que la caisse lit. La provenance est souvent juste en dessous.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6146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prix au kilo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1620" y="5274259"/>
            <a:ext cx="74373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prix ramené au poids : c'est lui qui permet de comparer deux formats.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QU'IL FAUT RETENIR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Demandez. Le commis connaît ses allées par cœur.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Dix minutes de recherche contre dix secondes de question. Les employés d'épicerie sont là pour ça, et personne ne trouve la question dérangeante. « Excusez-moi, je cherche… » suffit.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CHERCHER AU LIEU DE DEMANDER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fait deux fois le tour.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Excusez-moi, je cherche de la pâte de tomate.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deux mènent au produit, mais l'une prend dix minutes et l'autre dix secondes. La gêne de demander coûte, chaque semaine, plus de temps que tout le reste de l'épicerie.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trois produits que vous cherchez souvent et où ils se trouvent.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Dans votre épicerie habituelle.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 vous ne savez pas, écrivez la question que vous poserez.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Faire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