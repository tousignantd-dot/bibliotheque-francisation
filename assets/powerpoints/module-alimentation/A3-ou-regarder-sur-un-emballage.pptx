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Apporter trois emballages vides du même type de produit, de marques différentes. La séance ne vaut que sur du vrai.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noir et blanc et l'encadrement sont obligatoires au Canada : c'est ce qui rend le tableau reconnaissable d'un coup d'œil, même sans lire.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vérifier sur les trois emballages apportés : la constance surprend.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: cette régularité est une aide, pas une contrainte. Elle vaut pour tous les aliments emballés vendus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une vraie étiquette de tablette si possible. Beaucoup d'élèves ne l'ont jamais remarqué.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le calcul au tableau avec le groupe. C'est de l'arithmétique simple qui économise chaque semaine.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pour de vrai sur les emballages apportés avant de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est celle qui compte : le grand format n'est pas toujours le plus avantageux. C'est justement pour cela qu'on regarde.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point revient en D1. L'installer ici suffit ; ne pas développer.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concret. Le temps noté diminue nettement du premier au troisième emballage : c'est encourageant à faire remarquer.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A3  ·  MODULE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Où regarder sur un emballage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emballage porte quarante informations. Quatre seulement servent au moment d'acheter — et chacune est toujours au même endroit, quelle que soit la marque.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Faire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le tableau de la valeur nutritive sur n'importe quel emballage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la provenance et la date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comparer deux marques en regardant la bonne ligne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prix au kilo pour comparer deux formats.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qui est écrit là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etiquette-d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se trouve ce tableau, sur tous les produits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est-il toujours en noir et blanc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ligne regardez-vous, vous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 a-t-il une information que vous cherchez et que vous ne trouvez jamais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informations, quatre endroits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JE CHERCHE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OÙ JE REGARDE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 valeur nutritive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dos, encadré, en noir et blanc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 provenance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petit, sous le code-barres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 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avant ou sur le dessus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prix au kilo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sur l'étiquette de la tablette, en petit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Aucune ne change de place d'une marque à l'autre.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TABLEAU NE BOUGE JAMAIS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 dos, encadré, en noir et blanc. Sur tous les produits.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une obligation légale au Canada. Vous n'avez donc jamais à le chercher : vous savez d'avance où il est et à quoi il ressemble. C'est ce qui rend la comparaison rapide.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PRIX AU KILO, POUR COMPARER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formats différents ne se comparent que par le prix au poids.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grand sac de riz de huit kilos et un petit sac de deux kilos : seul le prix au kilo dit lequel est avantageux. Il est écrit en petit sur l'étiquette de la tablette, à côté du prix total.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COMPARER DEUX PRIX TOTAUX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petit sac coûte 6 $, le grand 20 $. Le petit est moins cher.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7181A"/>
                </a:solidFill>
                <a:latin typeface="Verdana"/>
              </a:rPr>
              <a:t>Le petit fait 2 kg (3 $/kg), le grand 8 kg (2,50 $/kg). Le grand est moins cher.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prix total ne dit rien tant qu'on ne connaît pas la quantité. C'est le prix au kilo qui compare — et l'écart peut atteindre le double, comme dans le dialogue du riz au bloc 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je regarde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où se trouve chaque information.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nombre de calories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quantité de sel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pays d'origine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date « meilleur avant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prix au kilo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je regarde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nombre de calories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 dos, dans le tableau encadré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quantité de sel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 dos, à la ligne du sodium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pays d'origine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 petit, sous le code-barres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date « meilleur avant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 avant ou sur le dessus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prix au kilo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sur l'étiquette de la tablette, en petit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format est le plus avantageux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Calculez le prix au kilo.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Riz : 2 kg à 6 $ ou 8 kg à 20 $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Pâtes : 500 g à 2 $ ou 1 kg à 3,50 $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Café : 300 g à 9 $ ou 1 kg à 26 $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Yogourt : 500 g à 4 $ ou 750 g à 6,75 $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format est le plus avantageux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Riz : 2 kg à 6 $ ou 8 kg à 20 $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3 $/kg contre 2,50 $/kg — le grand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Pâtes : 500 g à 2 $ ou 1 kg à 3,50 $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4 $/kg contre 3,50 $/kg — le grand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Café : 300 g à 9 $ ou 1 kg à 26 $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30 $/kg contre 26 $/kg — le grand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Yogourt : 500 g à 4 $ ou 750 g à 6,75 $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8 $/kg contre 9 $/kg — le petit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DEUX DATES, DEUX SENS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ne pas confondre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« Meilleur avant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date de </a:t>
            </a:r>
            <a:r>
              <a:rPr sz="1500" b="1" i="0">
                <a:solidFill>
                  <a:srgbClr val="3A3D40"/>
                </a:solidFill>
                <a:latin typeface="Verdana"/>
              </a:rPr>
              <a:t>qualité</a:t>
            </a:r>
            <a:r>
              <a:rPr sz="1500" b="0" i="0">
                <a:solidFill>
                  <a:srgbClr val="3A3D40"/>
                </a:solidFill>
                <a:latin typeface="Verdana"/>
              </a:rPr>
              <a:t>. Après, le goût ou la texture changent, mais l'aliment n'est pas dangereux. On la trouve sur la plupart des produits.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« Date limite d'utilisation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date de </a:t>
            </a:r>
            <a:r>
              <a:rPr sz="1500" b="1" i="0">
                <a:solidFill>
                  <a:srgbClr val="3A3D40"/>
                </a:solidFill>
                <a:latin typeface="Verdana"/>
              </a:rPr>
              <a:t>sécurité</a:t>
            </a:r>
            <a:r>
              <a:rPr sz="1500" b="0" i="0">
                <a:solidFill>
                  <a:srgbClr val="3A3D40"/>
                </a:solidFill>
                <a:latin typeface="Verdana"/>
              </a:rPr>
              <a:t>. Après, on ne consomme pas. Elle est rare : surtout les préparations pour nourrissons et quelques produits frais.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0D7A6F"/>
                </a:solidFill>
                <a:latin typeface="Verdana"/>
              </a:rPr>
              <a:t>Ce que ça change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Confondre les deux fait jeter beaucoup de nourriture encore bonne — ou garder ce qui ne l'est plus.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Prenez trois emballages chez vous et notez, pour chacun, les quatre informations.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Valeur nutritive, provenance, date, format.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Notez aussi le temps que ça vous a pris de les trouver.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Faire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