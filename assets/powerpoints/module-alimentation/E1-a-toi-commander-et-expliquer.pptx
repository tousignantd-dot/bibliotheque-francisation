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production. Prévoir les postes et les écouteurs. Rendre d'abord les billets corrigés de B2, C1 et C2 : ce sont les brouillons.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: une quantité avec son unité, deux « en », une question sur la provenance, une comparaison. Tout le module y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Passer dans les rangées. Rappeler les quatre temps de la commande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plat est libre. Les billets de B2 et B3 contiennent déjà les formes nécessaires : du/de la/des, et « ça se garde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justifie une consigne qui peut sembler artificielle.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liste de vérification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comparer les deux à voix haute. La différence d'information est frappante.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clairement, comme dans les autres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annoté à la séance E2, où les élèves font leur autoévaluation.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commander et expliquer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productions, dans l'ordre : une commande au comptoir avec l'assistant, un plat expliqué à voix haute, une liste d'épicerie écrite.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commander un produit à un comptoir, à l'oral, avec un interlocuteur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ce qu'il faut acheter pour un plat, avec les quantités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liste d'épicerie en phrases complètes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 relire et me corriger avant d'envoyer.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comptoir de la charcuterie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Repérez tout ce que vous avez appris dans ces quatre répliques.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FARIDA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7135" y="2322576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Mince, s'il vous plaît. Deux cents grammes.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SIMON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7135" y="3071876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cents grammes… ça vous en fait une douzaine de tranches. Ça va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FARIDA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7135" y="4158995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parfait. Il vient d'où, celui-là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908296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SIMON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7135" y="4908296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Québec. Il y en a un autre moins cher, mais il est plus salé.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1 ·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ça 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Tu choisis le comptoir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boucherie, le poisson ou la charcuterie. Trois situations ordinaires.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Tu choisis ton 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client, ou la personne au comptoir. Servir est plus difficile que commander.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L'assistant demande une chose à la fois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produit, puis la quantité. Il ne dit pas d'où ça vient ni combien de temps ça se garde : c'est à toi de le demander.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Ton but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Repartir avec la bonne quantité, en sachant la provenance, la conservation et le prix.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2 · UN PLAT EXPLIQUÉ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quarante-cinq secondes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1 · Ce qu'il faut acheter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Il faut du bœuf haché, des oignons et de la pâte de tomate.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2 · Les quantités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Une livre de bœuf haché, deux oignons, une boîte de pâte de tomate.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3 · La préparation et la conservation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Ça se cuisine en trente minutes. Ça se garde trois jours au frigo.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3 · LA LISTE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phrases complètes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qu'elle doit contenir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Six produits au moins ; une quantité pour chacun ; deux précisions — sorte, coupe, format ; et ce qu'il ne faut PAS prendre.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vérifie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du, de la et des au moins une fois chacun, et une phrase négative avec « pas de ». Cinq à huit phrases.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Pourquoi en phrases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liste de mots ne se corrige pas. En phrases, chaque quantité et chaque article se vérifient — et la personne qui fait vos courses comprend mieux.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AVANT D'ENVOYER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Relis-toi une fois, à voix basse.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choses à vérifier, toujours les mêmes : « de » après une négation et après une quantité, la place de « en » devant le verbe, et l'unité de chaque quantité. Ce sont les trois fautes du module.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 UNE LISTE DE MOTS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poulet, riz, savon, jambon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7181A"/>
                </a:solidFill>
                <a:latin typeface="Verdana"/>
              </a:rPr>
              <a:t>Il me faudrait du poulet — quatre poitrines. Prends du riz, mais pas de petit format.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liste de mots ne dit ni la quantité, ni la sorte, ni ce qu'il ne faut pas prendre. En phrases, tout y est — et c'est exactement ce que le module a appris à dire.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L'ENSEIGNANT REÇOIT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ce qu'il ne reçoit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Le plat expliqué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Ton enregistrement et sa transcription, si tu choisis de les envoyer. Rien ne part tant que tu n'as pas cliqué.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La liste écrite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texte que tu déposes, tel que tu l'as écrit. Tu peux le reprendre autant de fois que tu veux.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Ce qui n'est jamais conservé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corrections de l'assistant et la conversation du jeu de rôle. Elles servent à t'entraîner, pas à t'évaluer.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avoir envoyé : notez une chose que vous corrigeriez si vous recommenciez.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la plus importante pour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j'ai oublié de demander combien de temps ça se garde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