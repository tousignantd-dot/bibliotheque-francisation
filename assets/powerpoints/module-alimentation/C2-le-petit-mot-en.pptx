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groupe a fait le module des déplacements, commencer par rappeler « y » : la moitié de la leçon est déjà acquise.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 parallèle rend la leçon deux fois plus courte.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trois phrases par trois élèves,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j'en veux » tout seul est correct mais vague. Au comptoir, on donne presque toujours la quantité.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entendre la faute : lire la phrase de gauche à voix haute, lentement. Le groupe réagit.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ligne contient « y » et « en » ensemble : c'est la phrase la plus fréquente d'un magasin.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la faute avant de corriger : place du pronom, ou répétition du produit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les trois par le groupe. Elles couvrent la majorité des échanges d'un comptoir.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la place du pronom et l'absence de répétition. Rendre avant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petit mot « en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— Combien de poitrines voulez-vous ? — J'en veux quatre. » Sans ce mot, il faudrait répéter « poitrines » à chaque phrase. Il remplace le produit et garde la quantité.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remplacer un produit par « en » sans répéter son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« en » devant le verbe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la quantité à la fin de la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en » à la forme négative.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y et en, les deux compagnons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719072"/>
          </a:xfrm>
          <a:prstGeom prst="roundRect">
            <a:avLst>
              <a:gd name="adj" fmla="val 851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PRONOM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REMPLACE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J'y vais le jeudi.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quantité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J'en veux quatre.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767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023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se placent devant le verbe. Aucun des deux ne se répète après.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SA PLACE : DEVANT LE VERBE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 y, comme tous les petits pronoms du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J'en veux quatre », jamais « je veux en quatre ». Au passé composé, il passe devant l'auxiliaire : « j'&lt;b&gt;en&lt;/b&gt; ai pris deux ». C'est l'inverse de plusieurs langues, et c'est ce qui demande de la pratique.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QUANTITÉ RESTE À LA FIN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différence avec les autres pronoms.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J'en veux &lt;b&gt;quatre&lt;/b&gt;. » · « J'en prends &lt;b&gt;une livre&lt;/b&gt;. » · « Il m'en reste &lt;b&gt;trois&lt;/b&gt;. » Le produit disparaît, la quantité demeure. C'est justement ce qui rend le mot utile au comptoir.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RÉPÉTER LE PRODUIT APRÈS « EN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J'en prends deux poitrines.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J'en prends deux.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produit est déjà dans le &lt;b&gt;en&lt;/b&gt;. Le répéter est une faute, et elle s'entend immédiatement — comme si on disait deux fois le même mot. La phrase juste est plus courte, et c'est tout l'intérêt.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« en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Combien de poitrines ? — Je veux quatre poitrines.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reste du bœuf haché ? — Il me reste du bœuf haché.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deux savons.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plus de riz.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combien de jambon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Remplacez par « en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Combien de poitrines ? — Je veux quatre poitrines.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J'en veux quatre.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— Il reste du bœuf haché ? — Il me reste du bœuf haché.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m'en reste.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deux savons.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J'en prends deux.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n'y a plus de riz.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n'y en a plus.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combien de jambon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en voulez combien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faute de place ou une répétition.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en quatre.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J'en prends deux savons.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en trois.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prends pas 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veux en quatre.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J'en veux quatre.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J'en prends deux savons.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J'en prends deux.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reste en trois.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en reste trois.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prends pas en.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n'en prends pas.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PHRASES DU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à savoir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J'en veux quatre.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réponse standard à « combien en voulez-vous ? ». Trois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Il m'en reste.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dit la personne au comptoir quand il reste du produit.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« Il n'y en a plus.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phrase qu'on entend quand un produit est épuisé. Elle contient y et 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échanges courts au comptoir, avec « en » dans chaque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question, une réponse. Deux à la forme négative.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— Vous en voulez combien ? — J'en veux une livre.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