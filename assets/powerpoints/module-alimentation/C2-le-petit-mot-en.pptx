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 le groupe a fait le module des déplacements, commencer par rappeler « y » : la moitié de la leçon est déjà acquise.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centrale. Faire recopier. Le parallèle rend la leçon deux fois plus courte.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produire trois phrases par trois élèves, au tableau.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remarquer que « j'en veux » tout seul est correct mais vague. Au comptoir, on donne presque toujours la quantité.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entendre la faute : lire la phrase de gauche à voix haute, lentement. Le groupe réagit.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quatrième ligne contient « y » et « en » ensemble : c'est la phrase la plus fréquente d'un magasin. La faire répéter.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nommer la faute avant de corriger : place du pronom, ou répétition du produit 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répéter les trois par le groupe. Elles couvrent la majorité des échanges d'un comptoir.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surtout la place du pronom et l'absence de répétition. Rendre avant E1.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SÉANCE C2  ·  MODULE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Le petit mot « en »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— Combien de poitrines voulez-vous ? — J'en veux quatre. » Sans ce mot, il faudrait répéter « poitrines » à chaque phrase. Il remplace le produit et garde la quantité.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Faire l'épicerie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Faire l'épicerie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remplacer un produit par « en » sans répéter son nom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placer « en » devant le verbe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garder la quantité à la fin de la phrase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employer « en » à la forme négative.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Faire l'épicerie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y et en, les deux compagnons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1719072"/>
          </a:xfrm>
          <a:prstGeom prst="roundRect">
            <a:avLst>
              <a:gd name="adj" fmla="val 851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PRONOM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74794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QU'IL REMPLACE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16900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EXEMPLE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2395728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74794" y="2395728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un lieu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16900" y="2395728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J'y vais le jeudi.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2935224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en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74794" y="2935224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une quantité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16900" y="2935224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J'en veux quatre.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3767328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69264" y="4023360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Les deux se placent devant le verbe. Aucun des deux ne se répète après.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Faire l'épicerie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SA PLACE : DEVANT LE VERBE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Comme y, comme tous les petits pronoms du français.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J'en veux quatre », jamais « je veux en quatre ». Au passé composé, il passe devant l'auxiliaire : « j'</a:t>
            </a:r>
            <a:r>
              <a:rPr sz="2000" b="1" i="0">
                <a:solidFill>
                  <a:srgbClr val="4B4F52"/>
                </a:solidFill>
                <a:latin typeface="Verdana"/>
              </a:rPr>
              <a:t>en</a:t>
            </a:r>
            <a:r>
              <a:rPr sz="2000" b="0" i="0">
                <a:solidFill>
                  <a:srgbClr val="4B4F52"/>
                </a:solidFill>
                <a:latin typeface="Verdana"/>
              </a:rPr>
              <a:t> ai pris deux ». C'est l'inverse de plusieurs langues, et c'est ce qui demande de la pratique.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Faire l'épicerie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LA QUANTITÉ RESTE À LA FIN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C'est la différence avec les autres pronoms.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J'en veux </a:t>
            </a:r>
            <a:r>
              <a:rPr sz="2000" b="1" i="0">
                <a:solidFill>
                  <a:srgbClr val="4B4F52"/>
                </a:solidFill>
                <a:latin typeface="Verdana"/>
              </a:rPr>
              <a:t>quatre</a:t>
            </a:r>
            <a:r>
              <a:rPr sz="2000" b="0" i="0">
                <a:solidFill>
                  <a:srgbClr val="4B4F52"/>
                </a:solidFill>
                <a:latin typeface="Verdana"/>
              </a:rPr>
              <a:t>. » · « J'en prends </a:t>
            </a:r>
            <a:r>
              <a:rPr sz="2000" b="1" i="0">
                <a:solidFill>
                  <a:srgbClr val="4B4F52"/>
                </a:solidFill>
                <a:latin typeface="Verdana"/>
              </a:rPr>
              <a:t>une livre</a:t>
            </a:r>
            <a:r>
              <a:rPr sz="2000" b="0" i="0">
                <a:solidFill>
                  <a:srgbClr val="4B4F52"/>
                </a:solidFill>
                <a:latin typeface="Verdana"/>
              </a:rPr>
              <a:t>. » · « Il m'en reste </a:t>
            </a:r>
            <a:r>
              <a:rPr sz="2000" b="1" i="0">
                <a:solidFill>
                  <a:srgbClr val="4B4F52"/>
                </a:solidFill>
                <a:latin typeface="Verdana"/>
              </a:rPr>
              <a:t>trois</a:t>
            </a:r>
            <a:r>
              <a:rPr sz="2000" b="0" i="0">
                <a:solidFill>
                  <a:srgbClr val="4B4F52"/>
                </a:solidFill>
                <a:latin typeface="Verdana"/>
              </a:rPr>
              <a:t>. » Le produit disparaît, la quantité demeure. C'est justement ce qui rend le mot utile au comptoir.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Faire l'épicerie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RÉPÉTER LE PRODUIT APRÈS « EN 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J'en prends deux poitrines.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J'en prends deux.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Le produit est déjà dans le </a:t>
            </a:r>
            <a:r>
              <a:rPr sz="2000" b="1" i="0">
                <a:solidFill>
                  <a:srgbClr val="4B4F52"/>
                </a:solidFill>
                <a:latin typeface="Verdana"/>
              </a:rPr>
              <a:t>en</a:t>
            </a:r>
            <a:r>
              <a:rPr sz="2000" b="0" i="0">
                <a:solidFill>
                  <a:srgbClr val="4B4F52"/>
                </a:solidFill>
                <a:latin typeface="Verdana"/>
              </a:rPr>
              <a:t>. Le répéter est une faute, et elle s'entend immédiatement — comme si on disait deux fois le même mot. La phrase juste est plus courte, et c'est tout l'intérêt.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Faire l'épicerie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1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Remplacez par « en 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Récrivez la réponse.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— Combien de poitrines ? — Je veux quatre poitrines.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— Il reste du bœuf haché ? — Il me reste du bœuf haché.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Je prends deux savons.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Il n'y a plus de riz.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Vous voulez combien de jambon ?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Faire l'épicerie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Remplacez par « en 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— Combien de poitrines ? — Je veux quatre poitrines.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J'en veux quatre.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— Il reste du bœuf haché ? — Il me reste du bœuf haché.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Il m'en reste.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Je prends deux savons.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J'en prends deux.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Il n'y a plus de riz.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Il n'y en a plus.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Vous voulez combien de jambon ?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Vous en voulez combien ?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Faire l'épicerie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2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Corrigez la phrase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Chaque phrase contient une faute de place ou une répétition.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Je veux en quatre.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J'en prends deux savons.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Il reste en trois.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Je ne prends pas en.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Faire l'épicerie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Corrigez la phrase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Je veux en quatre.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J'en veux quatre.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J'en prends deux savons.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J'en prends deux.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Il reste en trois.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Il en reste trois.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Je ne prends pas en.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Je n'en prends pas.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Faire l'épicerie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LES PHRASES DU COMPTOIR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Trois à savoir par cœur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« J'en veux quatre. 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La réponse standard à « combien en voulez-vous ? ». Trois mots.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« Il m'en reste. 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Ce que dit la personne au comptoir quand il reste du produit.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« Il n'y en a plus. 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La phrase qu'on entend quand un produit est épuisé. Elle contient y et en.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Faire l'épicerie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six échanges courts au comptoir, avec « en » dans chaque réponse.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Une question, une réponse. Deux à la forme négative.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Exemple : « — Vous en voulez combien ? — J'en veux une livre. 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Faire l'épicerie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