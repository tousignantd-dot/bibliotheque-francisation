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Question d'entrée : « qui a déjà jeté un aliment parce qu'il ne savait pas combien de temps le garder ? ». Beaucoup de 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réponse est non — deux jours seulement. La dernière piste est la clé : il suffit de demander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Ça se garde » : première apparition de la construction du bloc B. La signaler sans l'expliquer — c'est la séance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« de la » dans quatre répliques. Les faire compter par le groupe : la forme sera expliquée en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 fais quoi exactement ? » est la question qui obtient trois étapes précises. Le mot « exactement » revient encore : c'est un fil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 : c'est la liste de vérification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noter ces durées : elles ne s'inventent pas et elles évitent de vrais gaspillages.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Beaucoup d'élèves rangent la viande sur la tablette du haut, où il fait le moins froid.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calcul est concret : le prix du poisson jeté vaut plusieurs fois le temps de la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questions servent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Ça se garde combien de temps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Farida veut du poisson frais, mais pas pour ce soir. Combien de temps ça se garde ? Où le mettre dans le frigo ? Trois questions qui évitent de jeter.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combien de temps un aliment se garde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comment le conserver, et où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d'où il vient et comment il se cuisine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réponse qui donne une durée et une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achetez du poisson frais un lundi. Vous le cuisinez jeudi. Est-ce possible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le poisson frais se garde-t-il au réfrigérateur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faut-il faire si on ne le cuisine pas tout de suite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le placer dans le réfrigérateur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tout cela avant d'acheter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5165" y="2322576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acheter du poisson frais, mais je ne le cuisine pas ce soir.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324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5165" y="3071876"/>
            <a:ext cx="86109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se garde deux jours au réfrigérateur, pas plus. Après, il faut le congeler.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5165" y="4158995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je le congèle tout de suite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08296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5165" y="4908296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mois, facilement. Emballez-le bien, sinon il sèche.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D'où ça vient, comment ça se cuisine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5165" y="1901952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 la truite aujourd'hui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324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5165" y="2651252"/>
            <a:ext cx="86109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de la truite d'élevage, du Québec. Il y a aussi du saumon, mais lui vient de l'Atlantique.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5165" y="3738371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de la truite. Elle est comment, à la cuisson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5324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5165" y="4487672"/>
            <a:ext cx="86109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 délicate que le saumon. Ne la faites pas trop cuire : dix minutes suffisent.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le conserver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5165" y="1901952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la conserver, je fais quoi exactement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324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5165" y="2651252"/>
            <a:ext cx="86109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la sortez du papier, vous la mettez dans un contenant fermé, et vous la placez dans le bas du frigo.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5165" y="3738371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le bas, d'accord. Pourquoi le bas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5165" y="4487672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l'endroit le plus froid. Et ça évite que le jus coule sur le reste.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 du comptoir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ÉVITE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Ça se garde combien de temps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 jeter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Comment le conserver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 le perdre en deux jours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Ça vient d'où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d'acheter sans savoir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C'est comment à la cuisson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 rater le plat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questions, quatre pertes évitées. Aucune n'est indiscrète.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DURÉES À CONNAÎTRE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garde le moins longtemps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poisson frais et le bœuf haché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jours au réfrigérateur. Ce sont les deux aliments les plus fragiles du comptoir.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jambon tranché, une fois ouvert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Trois jours, dans un contenant fermé.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viandes en morceaux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Trois à cinq jours, selon la coupe. Toujours dans le bas du frigo.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Au congélateur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Trois mois pour le poisson, jusqu'à six mois pour la viande — à condition d'être bien emballé.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BAS DU RÉFRIGÉRATEUR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l'endroit le plus froid — et celui où le jus ne coule sur rien.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viande et le poisson vont en bas, toujours. Deux raisons : c'est plus froid, et si l'emballage fuit, rien ne tombe sur les autres aliments. C'est une règle d'hygiène de base, rarement expliquée.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ACHETER SANS DEMANDER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 cuisinerai dans trois ou quatre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se garde combien de temps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poisson frais tient deux jours. Acheter le lundi pour cuisiner le jeudi veut dire jeter — ou congeler tout de suite, ce qui n'est possible que si on le sait le lundi.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poisson frais se garde deux jours au réfrigérateur.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Congelé, il se garde environ trois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le congeler dans son papier.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truite vendue ce jour-là vient de l'Atlantique.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truite demande une cuisson plus longue que le saumon.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la placer dans le bas du réfrigérateur.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poisson frais se garde deux jours au réfrigérateur.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Congelé, il se garde environ trois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le congeler dans son papier.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faut bien l'emballer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truite vendue ce jour-là vient de l'Atlantique.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du Québec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truite demande une cuisson plus longue que le saumon.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plus délicate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la placer dans le bas du réfrigérateur.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trois aliments que vous achetez souvent et combien de temps ils se gardent.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savez pas, écrivez la question que vous poserez au comptoir.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Indiquez aussi où vous les rangez dans le réfrigérateur.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