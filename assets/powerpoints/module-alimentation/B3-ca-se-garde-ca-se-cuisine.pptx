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« Le poisson se garde deux jours » et demander : qui le garde ? Le flottement du groupe 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Les deux colonnes sont correctes ; celle de droite est plus courante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au tableau. Faire produire trois phrases au pluriel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mérite d'être répétée par le groupe. C'est une phrase qu'ils emploieront la semaine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ne se fait pas » est très utile culturellement : elle dit qu'une chose n'est pas interdite, mais qu'on ne la fait pas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paire par le groupe : « elle se coupe » et « ça se coupe en tranches ». La différence saute aux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est au pluriel : c'est celle qui départage. Faire venir un élève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 exercice vérifie la compréhension du mécanisme, pas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l'accord au pluriel. Rendre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Ça se garde, ça se cuisine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poisson se garde deux jours. » Qui le garde ? Personne en particulier. C'est une façon de donner une information générale, et elle est partout dans l'alimentation.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phrase avec « on » en phrase avec « se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verbe avec la chose, au singulier comme au pluriel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cette forme pour parler de conservation et de préparation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distinguer du verbe pronominal ordinaire.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ON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SE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garde le poisson deux 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poisson se garde deux jours.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mange ce fruit cru.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fruit se mange cru.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ne dit pas ça ici.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ne se dit pas ici.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chose devient le sujet. Personne n'est nommé, ni avant ni après.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SE FAIT AVEC LA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elle le sujet, pas la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poisson se garde » au singulier. « Les conserves se conservent » au pluriel. C'est la seule difficulté de la leçon, et elle se règle en regardant le sujet.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VERBES DE L'ALIMENTATION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 une famille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la conservation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se garde · ça se conserve · ça se congèle · ça se réchauffe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la préparation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se mange · ça se cuisine · ça se coupe · ça se 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question la plus posée d'une épicerie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Ça se garde combien de temps ? » — quatre mots qui évitent de jeter.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AILLEURS AUSSI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construction déborde largement l'alimentation.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se dit beaucoup ici. » · « Ça ne se fait pas. » · « Ce mot s'écrit avec deux l. » · « Ça se comprend. » Toutes ces phrases parlent d'un usage général, sans nommer personne.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LES DEUX EMPLOIS DE « SE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se lave. / Ce chandail se lave à l'eau froide.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Sujet personne › il fait l'action sur lui. Sujet chose › la phrase est générale.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même petit mot sert à deux choses. Le test tient en une question : le sujet est-il une personne ou une chose ? Une personne fait l'action sur elle-même ; une chose ne fait rien du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« se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garde le poisson frais deux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congèle ce poisson trois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mange ce fruit cru.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conserve les conserves des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dit pas ça ici.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Transformez avec « se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garde le poisson frais deux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poisson frais se garde deux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congèle ce poisson trois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poisson se congèle trois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mange ce fruit cru.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fruit se mange cru.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conserve les conserves des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conserves se conservent des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ne dit pas ça ici.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Ça ne se dit pas ici.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Personne ou chose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si le sujet est une personne ou une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se lave les 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chandail se lave à l'eau froide.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se coupe les cheveux.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se coupe en tranches minces.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poisson se garde deux jours.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Personne ou chose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se lave les mains.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personne — il fait l'action sur lui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chandail se lave à l'eau froide.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chose — phrase générale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se coupe les cheveux.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personne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se coupe en tranches minces.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poisson se garde deux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avec « se » sur des aliments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sur la conservation, deux sur la préparation.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au pluriel.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