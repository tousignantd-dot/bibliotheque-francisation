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courte. Elle clôt le bloc C sur une compétence de décision autant que de langue.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La deuxième piste surprend souvent : oui, on peut demander, et il y en a fréquemment en réserve.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Il en reste peut-être en arrière » : à faire remarquer. Demander est souvent payant, et personne n'y pense.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décision de Farida est le cœur de la séance : ne pas acheter est aussi une décision, et elle se justifie par le prix au kilo vu en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remarquer que la réponse dépend beaucoup de la question posée.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question par le groupe. Elle est courte et très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avec des chiffres réels au tableau. C'est de l'arithmétique simple qui économise chaque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Conseil pratique simple, rarement donné. Il change la façon dont les élèves abordent un magasin.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C. Les récits alimentent le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C4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n'en prends pas aujourd'hui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produit qu'on cherche n'est pas là. Faut-il prendre autre chose, revenir, ou s'en passer ? Une décision de deux secondes qui coûte ou qui économise.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55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si un produit reviendra, et quand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formats avant de choisir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qu'on ne prend pas quelque chose, et pourquoi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où se trouve un autre rayon dans la foulée.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Le produit que vous cherchez n'est pas sur la tablette. Que faites-vous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prenez un autre format ? Une autre marque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s'il en reste en arrière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revenez un autre jour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savoir si le petit format est un bon achat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n'y en a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SIMON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7135" y="2322576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trouvé tout ce que vous cherchiez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71876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7135" y="3071876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Presque. Je voulais du riz basmati, mais il n'y en a plus.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821175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SIMON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7135" y="3821175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en reste peut-être en arrière. Quel format vous voulez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570475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27135" y="4570475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grand sac, celui de huit kilos.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Choisir de ne pas prendre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SIMON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7135" y="1901952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Ah, celui-là, on n'en a plus jusqu'à jeudi. Il en reste des petits, par exemple.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2944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7135" y="2989072"/>
            <a:ext cx="88489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attendre jeudi. Je n'en prends pas de petits, ça revient plus cher.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SIMON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7135" y="4076191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raison. Le grand format coûte presque moitié moins au kilo.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825492"/>
            <a:ext cx="12944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27135" y="4825492"/>
            <a:ext cx="88489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savon à vaisselle, il est dans quelle allée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façons de dire qu'il n'y en a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LAISSE ENTENDRE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n'y en a plus.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épuisé, sans plus de précision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n'en a plus jusqu'à jeudi.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revient — une date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en reste peut-être en arrière.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vaut la peine d'attendre deux minutes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en reste des petits.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autre format existe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trois dernières ouvrent une possibilité. La première ferme.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DEMANDER LA DATE DE RETOUR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Ça revient quand ? » — trois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produit épuisé revient presque toujours, et la personne au comptoir connaît le jour de livraison. Le savoir permet de décider : attendre, ou prendre autre chose.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PRENDRE PLUSIEURS PETITS FORMATS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n'y a plus de grand sac, je vais prendre quatre petits.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grand format coûte presque moitié moins au kilo. J'attends jeudi.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petits sacs de deux kilos coûtent souvent le double d'un grand sac de huit. C'est le prix au kilo qui tranche — et il est écrit sur l'étiquette de la tablette.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reste du riz basmati en grand format.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grand format revient jeudi.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décide de prendre plusieurs petits sacs.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grand format coûte moins cher au kilo.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savon à vaisselle est dans l'allée huit.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n'y a aucun spécial cette semaine.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reste du riz basmati en grand format.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n'y en a plus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grand format revient jeudi.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décide de prendre plusieurs petits sacs.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attend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grand format coûte moins cher au kilo.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savon à vaisselle est dans l'allée huit.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n'y a aucun spécial cette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y en a 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ENCHAÎNER UNE DEUXIÈME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réflexe utile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La personne est déjà là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Et le savon à vaisselle, il est dans quelle allée ? » Farida enchaîne sans transition : c'est du temps gagné.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Une question de plus ne dérange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commis répond à des dizaines de questions par jour. Deux d'affilée ne changent rien pour lui.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Préparer sa deuxième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Avant d'aborder quelqu'un, pensez à ce que vous chercherez ensuite. Vous économiserez un deuxième tour du magasin.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en quatre phrases une fois où vous n'avez pas trouvé un produit.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Qu'avez-vous fait ? Avez-vous demandé ? Qu'auriez-vous pu faire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« en » au moins deux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