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savoir pratique. Apporter une balance de cuisine si possible, et quelques objets à peser : la conversion devient concrète en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et garder dans le portefeuille la première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plusieurs élèves n'osent pas commander parce qu'ils croient devoir employer la livre.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recettes d'ici mélangent tasses et millilitres : ces quatre repères permettent de passer de l'une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 avec un prix réel : l'écart parle de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Approximatif suffit : personne n'a besoin de la troisième décimale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le « de » après la quantité — c'est le rappel du bloc B, appliqué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celle qui rassure le plus : cette question n'est pas un piège, c'est une politesse.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conversions approximatives sans sévérité : l'ordre de grandeur est ce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Livres, kilos et grammes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étiquettes sont en grammes, la conversation en livres. Les deux cohabitent au même comptoir, et il faut savoir passer de l'un à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convertir approximativement livres et grammes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commander dans l'unité que je maîtrise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mesures de liquide : litres, millilitres, tasses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le poids et le prix affichés sur la balance.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repères à mémoriser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QUANTITÉ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ÉQUIVALENT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 livre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454 g — un peu moins qu'un demi-kilo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 kilo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2,2 livres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250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une demi-livre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100 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petite tranche de jambon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repères suffisent pour tout le quotidien.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SYSTÈMES, AUCUN CONFLIT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 dans l'unité que vous connaissez.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Une livre » et « cinq cents grammes » sont tous les deux compris et acceptés partout. La balance affiche les deux, et la personne au comptoir fait la conversion sans y penser. Personne ne vous corrigera.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LIQUIDES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en litres et millilitres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MESURE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ÉQUIVALENT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litre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1000 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tasse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250 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cuillère à soupe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15 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30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2 cuillères à soupe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dernière ligne est celle du mode d'emploi du nettoyant, au bloc 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LIVRE ET KILO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livre de bœuf haché ? Je commande un kilo, c'est pareil.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livre ≈ 454 g. Un kilo, c'est plus du double.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Commander un kilo en pensant une livre double la quantité — et le prix. C'est l'erreur de conversion la plus coûteuse, et elle se fait en une seconde d'inattention.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Convertissez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l'équivalent approximatif.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livre, c'est environ…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kilo, c'est environ…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livre et demie, c'est environ…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500 grammes, c'est environ…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30 millilitres, c'est environ…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Convertissez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livre, c'est environ…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454 grammes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kilo, c'est environ…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2,2 livres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livre et demie, c'est environ…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680 grammes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500 grammes, c'est environ…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peu plus d'une livre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30 millilitres, c'est environ…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cuillères à soupe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commande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poulet, quatre poitrines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bœuf haché, une livre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jambon, 200 g, tranché mince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truite, deux filets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poulet, quatre poitrines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du poulet, s'il vous plaît. Quatre poitrines.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bœuf haché, une livre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une livre de bœuf haché,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jambon, 200 g, tranché mince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cents grammes de jambon, tranché mince, s'il vous plaît.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truite, deux filets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de la truite, s'il vous plaît. Deux filets.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LA 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poids exact est rarement celui demandé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personne coupe un peu plus ou un peu moins. C'est normal et attendu.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Un peu plus, ça va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question qu'on vous posera presque toujours. Répondre « oui, parfait » ou « un peu moins, s'il vous plaît » suffit.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L'affichage donne les deux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Poids et prix. Vous pouvez le lire pendant qu'on emballe — et demander le total si vous ne l'avez pas vu.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quantités que vous achetez habituellement, dans les deux unités.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Cinq produits : en livres et en grammes.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deux mesures de liquide.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