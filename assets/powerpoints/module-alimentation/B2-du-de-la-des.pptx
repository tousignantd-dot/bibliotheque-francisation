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longue, et la plus rentable du module : cette forme revient à chaque phrase d'une épicerie.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note est ce qui débloque le plus d'élèves : ils cherchent souvent à faire varier la forme selon la quantité voulue.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paires au tableau. C'est une des rares règles du français sans exception : le dire, ça encourage.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partie qui demande le plus de pratique. Faire produire cinq exemples par cinq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faute se comprend, mais elle sonne étrange. Beaucoup de langues n'ont pas cette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haute, pour chaque ligne, ce qui décide : le genre, la négation, ou la quantité.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demande « d' » devant la voyelle.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trois phrases au comptoir. Les réactions de la personne seraient différentes à chaque fois : c'est ce qui rend la distinction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Cette liste est le brouillon de la production écrite de E1 — la rendre avant cette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Du, de la, 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voudrais du poulet. » Trois lettres qui changent tout : ni « le poulet », ni « un poulet », mais une certaine quantité, sans dire laquelle.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du, de la, de l' et des selon le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la quantité n'y change rien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 après une négation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 après une quantité précise.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masculin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poulet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féminin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la truite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voyelle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l'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l'eau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pluriel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poitrines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nom qui décide, jamais la quantité.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FORME NÉGATIVE : TOUJOURS «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 se réduisent à une seule.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prends du riz » devient « je ne prends pas &lt;b&gt;de&lt;/b&gt; riz ». « Il y a des tomates » devient « il n'y a pas &lt;b&gt;de&lt;/b&gt; tomates ». Cette règle n'a pas d'exception.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APRÈS UNE QUANTITÉ PRÉCISE : « DE » AUSSI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Dès qu'il y a un poids, un volume ou un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du bœuf haché » devient « une livre &lt;b&gt;de&lt;/b&gt; bœuf haché ». « du jambon » devient « deux cents grammes &lt;b&gt;de&lt;/b&gt; jambon ». Aussi : un kilo &lt;b&gt;de&lt;/b&gt; riz, un litre &lt;b&gt;d'&lt;/b&gt;eau, une douzaine &lt;b&gt;d'&lt;/b&gt;œufs, beaucoup &lt;b&gt;de&lt;/b&gt; monde.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L'ARTICLE DÉFINI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le poulet,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du poulet,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poulet » désigne un poulet précis, que les deux personnes connaissent — celui qui est sur le comptoir, par exemple. Au moment de commander, on veut une certaine quantité, sans dire laquelle : c'est &lt;b&gt;du&lt;/b&gt;.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du, de la, de l', des ou 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___ poulet,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y a ___ truite aujourd'hui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achète ___ poitrines de poulet.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me faut ___ eau tiède pour diluer le produit.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prends pas ___ riz aujourd'hui.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une livre ___ bœuf haché.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___ poulet,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y a ___ truite aujourd'hui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achète ___ poitrines de poulet.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me faut ___ eau tiède pour diluer le produit.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l'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prends pas ___ riz aujourd'hui.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une livre ___ bœuf haché.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chaque phrase en la niant.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du riz.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tomates.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achète de la truite.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du bœuf haché.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de l'eau.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du riz.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prends pas de riz.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tomates.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n'y a pas de tomates.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achète de la truite.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n'achète pas de truite.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du bœuf haché.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ne reste pas de bœuf haché.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de l'eau.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veux pas d'eau.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FORMES QUI SE RESSEMBLENT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qui ne disent pas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voudrais du poulet.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certaine quantité de poulet, sans préciser. C'est ce qu'on dit au comptoir.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voudrais le poulet.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poulet précis, que la personne voit — celui qui est devant 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voudrais un poulet.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poulet entier, compté comme une unité. C'est autre chose encore.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liste d'épicerie en phrases complètes.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produits, en employant du, de la, de l' et 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deux phrases négatives : ce que vous ne prenez pas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