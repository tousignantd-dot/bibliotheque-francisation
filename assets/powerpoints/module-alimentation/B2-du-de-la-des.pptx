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longue, et la plus rentable du module : cette forme revient à chaque phrase d'une épicerie.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recopier. La note est ce qui débloque le plus d'élèves : ils cherchent souvent à faire varier la forme selon la quantité voulue.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paires au tableau. C'est une des rares règles du français sans exception : le dire, ça encourage.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partie qui demande le plus de pratique. Faire produire cinq exemples par cinq élèves.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faute se comprend, mais elle sonne étrange. Beaucoup de langues n'ont pas cette distinction.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à voix haute, pour chaque ligne, ce qui décide : le genre, la négation, ou la quantité.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demande « d' » devant la voyelle. Le faire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jouer les trois phrases au comptoir. Les réactions de la personne seraient différentes à chaque fois : c'est ce qui rend la distinction concrète.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individuellement. Cette liste est le brouillon de la production écrite de E1 — la rendre avant cette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Du, de la, 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voudrais du poulet. » Trois lettres qui changent tout : ni « le poulet », ni « un poulet », mais une certaine quantité, sans dire laquelle.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Faire l'épicerie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du, de la, de l' et des selon le nom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la quantité n'y change rien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de après une négation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de après une quantité précise.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formes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DEVANT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masculin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du poulet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féminin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 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la truite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voyelle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 l'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l'eau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pluriel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poitrines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C'est le nom qui décide, jamais la quantité.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À LA FORME NÉGATIVE : TOUJOURS « DE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formes se réduisent à une seule.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prends du riz » devient « je ne prends pas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de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riz ». « Il y a des tomates » devient « il n'y a pas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de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tomates ». Cette règle n'a pas d'exception.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APRÈS UNE QUANTITÉ PRÉCISE : « DE » AUSSI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Dès qu'il y a un poids, un volume ou un nombre.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du bœuf haché » devient « une livre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de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bœuf haché ». « du jambon » devient « deux cents grammes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de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jambon ». Aussi : un kilo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de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riz, un litre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d'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eau, une douzaine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d'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œufs, beaucoup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de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monde.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EMPLOYER L'ARTICLE DÉFINI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voudrais le poulet, s'il vous plaît.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voudrais du poulet, s'il vous plaît.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 poulet » désigne un poulet précis, que les deux personnes connaissent — celui qui est sur le comptoir, par exemple. Au moment de commander, on veut une certaine quantité, sans dire laquelle : c'est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du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forme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du, de la, de l', des ou 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voudrais ___ poulet, s'il vous plaît.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qu'il y a ___ truite aujourd'hui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achète ___ poitrines de poulet.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me faut ___ eau tiède pour diluer le produit.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ne prends pas ___ riz aujourd'hui.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voudrais une livre ___ bœuf haché.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forme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voudrais ___ poulet, s'il vous plaît.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qu'il y a ___ truite aujourd'hui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 la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achète ___ poitrines de poulet.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me faut ___ eau tiède pour diluer le produit.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 l'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ne prends pas ___ riz aujourd'hui.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voudrais une livre ___ bœuf haché.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à la forme négative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Récrivez chaque phrase en la niant.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prends du riz.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des tomates.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achète de la truite.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reste du bœuf haché.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veux de l'eau.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à la forme négative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prends du riz.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ne prends pas de riz.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des tomates.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n'y a pas de tomates.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achète de la truite.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Elle n'achète pas de truite.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reste du bœuf haché.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ne reste pas de bœuf haché.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veux de l'eau.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ne veux pas d'eau.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FORMES QUI SE RESSEMBLENT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qui ne disent pas la même chose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Je voudrais du poulet.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certaine quantité de poulet, sans préciser. C'est ce qu'on dit au comptoir.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Je voudrais le poulet.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poulet précis, que la personne voit — celui qui est devant elle.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Je voudrais un poulet.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poulet entier, compté comme une unité. C'est autre chose encore.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votre liste d'épicerie en phrases complètes.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Six produits, en employant du, de la, de l' et 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deux phrases négatives : ce que vous ne prenez pas cette semaine.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Faire l'épicerie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