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Rendre tous les billets corrigés du module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redire l'article avec chaque mot. Dernière occasion de le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mots suffisent pour commander à n'importe quel comptoir.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Se conserver » réunit le vocabulaire et le point de langue de B3.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La portion » est le mot le plus important du bloc D. Dernier rappel.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reformuler chaque ligne par un élève différent avant d'afficher la colonne de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est celle que les élèves rapportent le plus souvent comme utile. La faire répéter.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phrase de clôture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trois à l'écran, une minute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complète est dans l'activité interactive. La faire remplir là : elle est conservée avec les traces de l'élève.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Quinze mots, sept points de langue, quatre questions de comptoir. Dernière séance : on rassemble, on révise, et chacun fait le point.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Faire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rassembler le vocabulaire du module en quatre familles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avec les cartes mémoire, seul ou à deux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reformuler les points de langue en une phrase chacun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maintenant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le magasin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08026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allée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87268" y="2121408"/>
            <a:ext cx="79717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corridor entre deux rangées d'étagères.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08026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conserve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87268" y="2909620"/>
            <a:ext cx="79717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aliment vendu dans une boîte de métal.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08026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comptoir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87268" y="3697833"/>
            <a:ext cx="79717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L'endroit où un employé sert les clients.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08026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étiquette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87268" y="4486046"/>
            <a:ext cx="79717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collé sur un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08026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provenance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87268" y="5274259"/>
            <a:ext cx="79717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pays ou la région d'où vient un produit.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Commander et mesurer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10616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livre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13176" y="2121408"/>
            <a:ext cx="794583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Environ 454 grammes — encore très employée ici.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10616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bœuf haché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3176" y="2909620"/>
            <a:ext cx="794583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 la viande de bœuf passée au hachoir.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10616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poitrine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3176" y="3697833"/>
            <a:ext cx="794583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morceau de poulet, vendu à l'unité ou au poids.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10616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tranché mince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13176" y="4486046"/>
            <a:ext cx="794583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Coupé en tranches fines, à la charcuterie.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10616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balance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13176" y="5274259"/>
            <a:ext cx="794583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L'appareil qui donne le poids et le prix.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Garder les aliments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63635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emballer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3367" y="2121408"/>
            <a:ext cx="64156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Envelopper pour protéger.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63635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congeler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3367" y="2909620"/>
            <a:ext cx="64156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Mettre au congélateur pour garder longtemps.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63635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se conserver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3367" y="3697833"/>
            <a:ext cx="64156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Se garder. « Ça se conserve trois jours. 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63635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contenant hermétique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3367" y="4486046"/>
            <a:ext cx="64156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boîte qui ferme complètement.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63635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date de péremption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3367" y="5274259"/>
            <a:ext cx="64156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date après laquelle on ne consomme plus.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Lire une étiquette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6146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valeur nutritive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21620" y="2121408"/>
            <a:ext cx="743738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tableau des calories, du sodium et des sucres.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6146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portion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21620" y="2909620"/>
            <a:ext cx="743738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La quantité à laquelle tous les chiffres du tableau se rapportent.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6146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mode d'emploi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21620" y="3697833"/>
            <a:ext cx="743738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texte qui explique comment utiliser un produit.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6146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diluer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21620" y="4486046"/>
            <a:ext cx="743738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Mélanger avec de l'eau pour rendre moins fort.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6146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avertissement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1620" y="5274259"/>
            <a:ext cx="743738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texte qui prévient d'un danger.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liaison des quantités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c'est le mot suivant qui décide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du, de la, 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nom décide, pas la quantité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pas de, une livre 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négation ou quantité : toujours « de 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Quatre autres au tableau suivant.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 (suite)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ça se garde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la chose est le sujet, personne n'est nommé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pronom 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devant le verbe, la quantité reste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livres et grammes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les deux sont compris partout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l'étiquette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portion, sodium, sucres — trois lignes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CE QU'IL FAUT RETENIR DU 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Demandez, et vérifiez avant de partir.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Farida n'a pas appris le français en douze semaines. Elle a appris à demander où est un produit, combien de temps il se garde, et combien ça coûte en tout. Trois questions qui lui font gagner du temps et de l'argent chaque semaine.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RÉVISER SEUL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de le 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cartes mémoire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l'activité interactive, section « Je retiens des mots ». La traduction est masquée par défaut.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trois exercices de vocabulaire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mot et sa définition, le mot et l'image, le mot à écrire. Les mêmes quinze mots.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sept mini-leçons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Sept panneaux « En apprendre plus », avec de l'audio. Ils restent accessibles après la fin du module.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Autoévaluation : pour chaque énoncé,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commander à un comptoir en donnant une quantité avec la bonne unité.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demander comment un aliment se garde et se prépare.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7851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940551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lire les trois lignes qui comptent sur une étiquette.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