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suffisent pour commander à n'importe quel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conserver » réunit le vocabulaire et le point de langue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portion » est le mot le plus important du bloc D.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quatre questions de comptoir.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87268" y="2121408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corridor entre deux rangées d'étagères.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7268" y="2909620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aliment vendu dans une boîte de métal.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7268" y="3697833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un employé sert les clients.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7268" y="4486046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collé sur un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0802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87268" y="5274259"/>
            <a:ext cx="79717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pays ou la région d'où vient un produit.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Commander et mesurer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176" y="2121408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454 grammes — encore très employée ici.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bœuf haché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176" y="2909620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viande de bœuf passée au hachoir.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poitrine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3176" y="3697833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morceau de poulet, vendu à l'unité ou au poids.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tranché mince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3176" y="4486046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Coupé en tranches fines, à la charcuterie.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10616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3176" y="5274259"/>
            <a:ext cx="79458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donne le poids et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Garder les aliments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emballer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3367" y="2121408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Envelopper pour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congeler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3367" y="2909620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Mettre au congélateur pour garder longtemps.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conserver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3367" y="3697833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garder. « Ça se conserve trois jours.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contenant hermétique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3367" y="4486046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boîte qui ferme complètement.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de péremption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3367" y="5274259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après laquelle on ne consomme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une 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valeur nutritive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1620" y="2121408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calories, du sodium et des sucres.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portion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1620" y="2909620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quantité à laquelle tous les chiffres du tableau se rapportent.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mode d'emploi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1620" y="3697833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explique comment utiliser un produit.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diluer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1620" y="4486046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Mélanger avec de l'eau pour rendre moins fort.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146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1620" y="5274259"/>
            <a:ext cx="74373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texte qui prévient d'un danger.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liaison des quantités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c'est le mot suivant qui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du, de la, 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nom décide, pas la quantité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de, une livre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négation ou quantité : toujours « de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se garde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chose est le sujet, personne n'est nommé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pronom 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devant le verbe, la quantité reste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livres et grammes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deux sont compris partout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l'étiquette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portion, sodium, sucres — trois lignes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Demandez, et vérifiez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n'a pas appris le français en douze semaines. Elle a appris à demander où est un produit, combien de temps il se garde, et combien ça coûte en tout. Trois questions qui lui font gagner du temps et de l'argent chaque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commander à un comptoir en donnant une quantité avec la bonne unité.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comment un aliment se garde et se prépare.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851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940551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trois lignes qui comptent sur une étiquette.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