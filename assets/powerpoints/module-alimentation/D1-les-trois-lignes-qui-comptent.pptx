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trois emballages du même type de produit, marques différentes. Toute la séance se fait sur du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immédiatement sur les vrais emballages. La portion est souvent beaucoup plus petite que ce que les gens croient.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entre les deux dates est le point le plus utile de la séance. Y consacrer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 repère du pourcentage est officiel et figure sur les documents de Santé Canada.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sur les emballages apportés. Il arrive que les portions diffèrent entre deux marques du même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Confondre les deux fait jeter beaucoup de nourriture encore bonne.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tableau. C'est le moment où le groupe comprend pourquoi la portion est en haut.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sur les emballages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celle qui compte. Prendre le temps de la faire calculer.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mérite une minute : pour une allergie, c'est la liste d'ingrédients qu'il faut lire, pas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concret, à faire à l'épicerie ou avec deux emballages de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trois lignes qui comptent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tableau de valeur nutritive contient une quarantaine de chiffres. Trois seulement servent au quotidien. Le reste ne se lit que si on cherche quelque chose de précis.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portion, le sodium et les sucres sur n'importe quel tableau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colonne du pourcentage pour juger vite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marques correctement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deux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lignes, pas quarante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cherchez la portion sur les emballages distribués.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185" y="2322576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regardes toujours les étiquettes ? Moi, je n'y comprends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8185" y="3071876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appris à regarder trois lignes seulement. Le reste, je le saute.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21175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8185" y="3821175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Lesquelles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570475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8185" y="4570475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portion, en haut. Tout le tableau parle de cette portion-là, pas du contenant.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185" y="1901952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Ensuite le sodium, et le sucre. Ce sont les deux qui varient le plus d'une marque à l'autre.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8185" y="2989072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date, tu la regardes où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8185" y="3738371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Meilleur avant », en avant ou sur le dessus. Ce n'est pas une date de danger, c'est une date de qualité.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8185" y="4825491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Date limite d'utilisation », ça, c'est sérieux.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portion, en haut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chiffres valent pour 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sodium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ligne qui varie le plus entre marques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sucres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l'autre ligne à surveiller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colonne % à droite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5 % ou moins = peu · 15 % ou plus = beaucoup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première ligne conditionne toutes les autres.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PORTION DÉCIDE DE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marques qui affichent des portions différentes ne se comparent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marque annonce 30 g par portion, l'autre 55 g. Les chiffres de sodium ne sont pas comparables tels quels : il faut d'abord ramener au même poids. C'est le piège le plus fréquent — et il est parfois voulu.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DATES, DEUX SENS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Meilleur avant » est une date de qualité ; « date limite d'utilisation » est une date de sécurité.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meilleur avant », le goût ou la texture changent, mais l'aliment n'est pas dangereux. « Date limite d'utilisation » est rare : préparations pour nourrissons, quelques produits frais. Après celle-là, on ne consomme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COMPARER SANS REGARDER LA PORTION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Marque A : 240 mg. Marque B : 180 mg. B est moins salée.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 : 240 mg par 100 g. B : 180 mg par 55 g. B est deux fois plus salée.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ramener à la même portion, la comparaison est fausse — et elle peut l'être dans les deux sens. La première ligne du tableau n'est pas un détail : c'est la clé de lecture de tout le reste.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je regarde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la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Ces chiffres valent pour combien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c'est salé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c'est sucré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15 %, c'est beaucoup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encore bon après la date ?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je regarde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Ces chiffres valent pour combien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portion, tout en haut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c'est salé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ligne du sodium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c'est sucré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ligne des sucres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15 %, c'est beaucoup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15 % ou plus, c'est beaucoup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encore bon après la date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si c'est « meilleur avant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marques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Laquelle choisir,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240 mg de sodium / portion de 100 g · B : 80 mg / 100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12 g de sucre / 250 ml · B : 5 g / 250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200 mg / 100 g · B : 150 mg / 55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marques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240 mg de sodium / portion de 100 g · B : 80 mg / 100 g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 — trois fois moins de sel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12 g de sucre / 250 ml · B : 5 g / 250 ml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 — même portion, moins de sucre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: 200 mg / 100 g · B : 150 mg / 55 g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 — B est presque deux fois plus salée au poids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PEUT SAUTER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reste du tableau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calories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Utiles pour un suivi particulier, rarement pour choisir entre deux marques du même produit.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vitamines et minéraux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bas du tableau. Ils ne varient presque pas d'une marque à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liste des ingrédients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Séparée du tableau. Elle sert surtout aux allergies — et là, elle est essentielle : les allergènes y sont en gras.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marques du même produit et écrivez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portion de chacune, le sodium, les sucres, votre choix.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une comparaison : plus salée que, la moins sucrée des deux.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