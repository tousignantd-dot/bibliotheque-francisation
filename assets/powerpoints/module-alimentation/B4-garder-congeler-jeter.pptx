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et de savoir pratique. Elle clôt le bloc B. Question d'entrée : « combien jetez-vous, chaque semaine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amène les tomates, les pommes de terre, les oignons, le pain — plusieurs élèves les réfrigèrent par habitude.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Ces durées sont celles des autorités sanitaires canadiennes : elles ne se discutent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la plus utile et la plus simple à adopter. Beaucoup de gaspillage vient de sacs non datés.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une règle d'hygiène de base, rarement enseignée.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à traiter avec doigté : certains élèves ont une règle stricte pour des raisons de santé. Nuancer sans imposer.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Hermétique » est un mot précis et utile ; il figure sur beaucoup d'emballages.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voix haute avant d'afficher. Ces durées se retiennent par répétition, pas par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Bilan du bloc B. Devoir très concret : plusieurs élèves reviennent en disant qu'ils ont réorganisé tout le frigo.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Garder, congeler, jeter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jours, trois jours, trois mois. Les durées de conservation ne s'inventent pas — et les connaître, c'est de l'argent qui reste dans le portefeuille.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55 minutes  ·  Faire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durées de conservation des aliments courants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comment emballer avant de congeler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ranger le réfrigérateur : ce qui va en haut, ce qui va en bas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aliment abîmé d'un aliment simplement moins bon.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va où, dans ce réfrigérateur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rigo-b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mettez-vous la viande et le poisson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mettez-vous les restes de la veille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l'endroit le plus froid, selon 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ne va pas au réfrigérateur du tout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temps au réfrigérateur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ALIMENT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DURÉE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Poisson frais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 jours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Bœuf haché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2 jours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Jambon tranché ouvert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3 jours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Viande en morceaux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3 à 5 jours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Restes cuisinés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3 jours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deux premiers sont les plus fragiles du comptoir.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BIEN CONGELER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règles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Congeler tout de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de l'achat, pas le surlendemain. Congeler un aliment déjà vieux de deux jours ne le rajeunit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Bien emballer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Sac refermable ou contenant hermétique. Sinon, l'aliment sèche et prend le goût du congélateur.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Étiqueter la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ruban et un crayon suffisent. Sans date, on ne sait plus, et on finit par jeter.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Décongeler au réfrigérateur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Jamais sur le comptoir. La veille, dans le bas du frigo : c'est plus long, mais c'est la seule façon sûre.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RANGEMENT DU RÉFRIGÉRATEUR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Viande et poisson en bas. Toujours.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raisons : le bas est l'endroit le plus froid, et si l'emballage fuit, le jus ne coule sur rien. Les restes cuisinés et les produits laitiers vont plus haut ; les légumes, dans le tiroir.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JETER APRÈS LA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C'était « meilleur avant » hier, je jette.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Meilleur avant » est une date de qualité. Je regarde, je sens.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d'aliments restent parfaitement bons plusieurs jours après cette date : yogourt, fromage, conserves, pâtes sèches. Ce qui décide, c'est l'aspect et l'odeur. Seule « date limite d'utilisation » est une date de sécurité.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Garder les aliments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363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emballer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3367" y="2121408"/>
            <a:ext cx="64156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Envelopper pour protéger.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6363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congeler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3367" y="2909620"/>
            <a:ext cx="64156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Mettre au congélateur pour garder longtemps.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6363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décongeler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3367" y="3697833"/>
            <a:ext cx="64156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Ramener à température, de préférence au réfrigérateur.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6363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contenant hermétique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3367" y="4486046"/>
            <a:ext cx="64156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boîte qui ferme complètement, sans laisser passer l'air.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6363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se conserver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3367" y="5274259"/>
            <a:ext cx="64156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Se garder. « Ça se conserve trois jours.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temps, et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pour chaque aliment.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poisson frais acheté aujourd'hui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bœuf haché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jambon tranché, ouvert hier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conserve non ouverte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reste de repas d'hier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de temps, et où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poisson frais acheté aujourd'hui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2 jours, dans le bas du frigo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bœuf haché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2 jours au frigo, 3 mois congelé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jambon tranché, ouvert hier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 jours, contenant fermé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conserve non ouverte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mois, dans l'armoire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reste de repas d'hier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 jours, contenant fermé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Faites le tour de votre réfrigérateur et notez trois choses à changer.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qui est mal placé, ce qui n'est pas daté, ce qui devrait être congelé.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lignes suffisent.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