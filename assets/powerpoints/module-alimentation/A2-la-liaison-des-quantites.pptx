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par dicter « deux œufs, trois oranges, six oignons » et faire écrire : la surprise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C'est exactement la même logique que la chute des consonnes, vue dans le module des déplacements.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paire par le groupe, deux fois. L'exagération aide ici : elle installe le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trois formes à voix haute par tout le groupe. C'est la diapo la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une stratégie d'écoute. Le dire clairement : on travaille la compréhension, pas la prononciation.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 Les élèves peuvent le refaire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par toute la classe en même temps : l'effet de groupe lève la gêne. Puis deux ou trois élèves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bloc C : la commande au comptoir est exactement l'endroit où cette séance servira.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le repérage : c'est la compétence visée, pas la prononciation parfaite.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liaison des quantités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Deux œufs » se dit « deu-zeu ». Ce n'est pas du français rapide : c'est la prononciation normale. Et c'est ce qui rend les quantités méconnaissables.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liaison entre un nombre et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c'est le mot suivant qui décide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six et dix de leurs trois façons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couper un groupe de mots avant la voyelle pour retrouver le nombre.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suivant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voyelle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consonne se réveille et se lie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consonne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consonne finale reste muette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rien (fin de phrase)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prononce la forme pleine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même nombre se prononce de deux ou trois façons.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LIAISONS OBLIGATOIRES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une voyelle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deux œufs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« deu-zeufs ». Le x de « deux » devient un son [z].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trois oranges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« troi-zoranges ». Même mécanique.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ananas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« u-nananas ». Le n de « un » se prononce avec le mot suivant.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cent euros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dit « cen-teuros ». Le t de « cent » se réveille.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CAS DE SIX ET DIX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nombres se prononcent de trois façons.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Seuls, en fin de phrase : « siss », « diss ». Devant une consonne : « si », « di ». Devant une voyelle : « siz », « diz ». « J'en veux six » · « six citrons » · « six oignons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CHERCHER UN MOT INCONNU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Deuzeufs » ? Je ne connais pas ce mot.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Coupez avant la voyelle : deux — œufs.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groupe de mots lié sonne comme un seul mot long et inconnu. Le réflexe qui sauve : couper avant la voyelle et rendre au nombre sa forme habituelle. Dans presque tous les cas, le nombre réapparaît.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Liaison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œufs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poires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oranges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tomates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oignons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citrons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Liaison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œufs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liaison — voyelle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poires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de liaison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oranges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liaison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tomates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de liaison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oignons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liaison — « siz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citrons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 de liaison — « si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Prononcez chaque quantité, puis vérifiez avec l'enregistrement.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œufs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ananas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 oranges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10 œufs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100 grammes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Dites-le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 œufs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deu-zeufs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 ananas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troi-zananas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 oranges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si-zoranges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10 œufs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di-zeufs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100 grammes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cent grammes — aucune liaison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POURQUOI ÇA COMPTE ICI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quantités sont partout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Au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Quatre poitrines », « deux cents grammes », « une livre et demie ». Chaque commande contient un nombre suivi d'un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À la caisse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montant est dit à voix haute et rarement répété. « Cent euros » et « cent grammes » ne se prononcent pas pareil.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une recette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Deux œufs », « trois oignons », « huit onces ». Les liaisons y sont partout, et une recette mal entendue se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quantités que vous achetez souvent, et dites-les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Marquez d'un trait celles qui demandent une liaison.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2 œufs (liaison) · 3 tomates (pas de liaison).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