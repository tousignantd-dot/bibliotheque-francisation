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Apporter deux bouteilles de produit d'entretien vides. La séance se fait sur du vrai, et le danger dont on parle est réel.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immédiatement. Les trois blocs sont visibles d'un coup d'œil une fois qu'on sait qu'ils existent.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recopier, puis vérifier sur les bouteilles apportées.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repères ont déjà servi en C3. La répétition entre les blocs est voulue.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d'élèves reconnaîtront l'habitude. Le dire sans reproche : c'est un réflexe très répandu.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le point le plus important de toute la séance, et il sauve des gens chaque année.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Renverser l'ordre de lecture est un conseil pratique fort : sur un produit inconnu, on commence par le 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vérifier sur les bouteilles réelles : les six phrases s'y retrouvent presque mot pour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mesurer pour de vrai avec une cuillère si vous en avez une : l'équivalence devient concrète.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les six lignes à voix haute, dans l'ordre. C'est le mode d'emploi type de n'importe quel nettoyant.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très concret. Beaucoup découvrent qu'ils employaient deux à quatre fois la dose recommandée.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 mode d'emploi en trois blocs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dose en haut, les étapes au milieu, les avertissements en bas. Toujours dans cet ordre. Une fois qu'on le sait, on trouve ce qu'on cherche en cinq secondes.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l'épicerie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la dose, les étapes et les avertissements sur une étiquette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convertir millilitres et cuillères à soupe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pourquoi il ne faut pas mélanger deux produits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 mode d'emploi du début à la fin.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Trente millilitres, c'est combien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cherchez les trois blocs sur les bouteilles distribuées.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1549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CLAUDE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8185" y="2322576"/>
            <a:ext cx="882794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Diluer trente millilitres dans quatre litres d'eau tiède. » Trente millilitres, c'est combien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31549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FARIDA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8185" y="3409696"/>
            <a:ext cx="882794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cuillères à soupe, à peu près. Il y a un bouchon doseur sur la bouteille.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96816"/>
            <a:ext cx="131549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CLAUDE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8185" y="4496816"/>
            <a:ext cx="882794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après ? Il faut rincer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246116"/>
            <a:ext cx="131549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FARIDA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8185" y="5246116"/>
            <a:ext cx="882794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écrit juste en dessous : « Rincer à l'eau claire. Ne pas mélanger avec un produit chloré. 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blocs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BLOC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TROUVE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 · En haut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dose : combien de produit, dans combien d'eau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 · Au milieu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étapes, dans l'ordre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 · En bas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avertissements, souvent en gras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troisième bloc est séparé du reste justement pour être trouvé vite.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MESURES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repères suffisent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MESURE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ÉQUIVALENT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30 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≈ 2 cuillères à soupe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15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≈ 1 cuillère à soupe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250 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≈ 1 tasse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1 litre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1000 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Sans bouchon doseur, une cuillère à soupe de cuisine fait l'affaire.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DOSE EST CALCULÉE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 mettre plus ne nettoie pas mieux.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fois la dose laisse un film collant sur la surface, qui attire la poussière et oblige à nettoyer plus souvent. C'est exactement ce que faisait Farida avant de lire l'étiquette.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NE JAMAIS MÉLANGER DEUX PRODUITS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nettoyant et de l'eau de Javel dégagent un gaz toxique.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l'accident domestique le plus fréquent avec les produits d'entretien. L'avertissement figure sur presque toutes les bouteilles, en bas, avec un triangle. Ce n'est pas une formalité juridique.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SAUTER LES AVERTISSEMENTS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en bas et en petit, ce n'est sûrement pas important.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en bas et séparé pour être trouvé vite.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avertissements sont détachés du reste du texte précisément pour qu'on puisse les repérer d'un coup d'œil. Sur un produit qu'on ne connaît pas, c'est le premier bloc à lire, pas le dernier.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quel bloc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où se trouve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Diluer 30 ml dans 4 litres d'eau tiède.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Laisser agir deux minutes.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Rincer à l'eau claire.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Ne pas mélanger avec un produit chloré.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Tenir hors de la portée des enfants.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Utiliser le bouchon doseur fourni.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quel bloc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Diluer 30 ml dans 4 litres d'eau tiède.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dose — en haut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Laisser agir deux minutes.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étapes — au milieu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Rincer à l'eau claire.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étapes — au milieu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Ne pas mélanger avec un produit chloré.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avertissements — en bas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Tenir hors de la portée des enfants.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avertissements — en bas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Utiliser le bouchon doseur fourni.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dose — en haut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de produit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Calculez la quantité.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30 ml, sans bouchon doseur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15 ml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60 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demi-litre d'eau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de produit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30 ml, sans bouchon doseur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deux cuillères à soupe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15 ml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cuillère à soupe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60 ml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quatre cuillères à soupe, ou un quart de tasse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demi-litre d'eau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500 ml, soit deux tasses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 MODE D'EMPLOI COMPLET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lignes types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dose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Diluer 30 ml dans 4 litres d'eau tiède. » · « Utiliser le bouchon doseur fourni.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Les étapes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Appliquer sur la surface. » · « Laisser agir deux minutes. » · « Rincer à l'eau claire.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Les avertissements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Ne pas mélanger avec un produit chloré. » · « Tenir hors de la portée des enfants. 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Prenez un produit d'entretien de chez vous et relevez ses trois blocs.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dose exacte, les étapes, les avertissements.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si vous employiez la bonne dose jusqu'à maintenant.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Faire l'épicerie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