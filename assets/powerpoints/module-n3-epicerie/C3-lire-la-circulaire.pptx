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pratique : les élèves travaillent sur les circulaires qu'ils ont apportées. En avoir quelques-unes de réserve.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gros chiffre attire l'œil ; le prix régulier et la date sont écrits petit. Ce n'est pas un hasard, et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Deux autres mentions au tableau suivant.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ces deux mentions sur les circulaires apportées.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le calcul au tableau avec un exemple tiré d'une circulaire de la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transformer la séance en procès du commerce : donner les outils de lecture, c'est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Conseil réaliste, surtout pour des élèves sans automobile.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3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Vingt-cinq minutes. C'est l'activité la plus utile du bloc C : elle produit une vraie liste, avec de vrais chiffres.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totaux se comparent bien en début de séance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Lire la circulaire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mentions à repérer, et le reste est du décor. Une fois qu'on sait où regarder, une circulaire se lit en deux 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À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six mentions dans une circulaire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calculer ce qu'un spécial fait économiser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faux rabais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préparer une liste à partir des spéciaux.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Ouvrez votre circulaire. Que voyez-vous en premier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gros chiffre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photo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est le prix régulier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est la date de fin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mentions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MENTION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gros prix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prix du spécial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Prix régulier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que ça coûte les autres semaines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/ lb ou / kg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prix est au poids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 pour 5 $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faut en prendre deux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Sans le prix régulier, on ne sait pas si le rabais est réel.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mentions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719072"/>
          </a:xfrm>
          <a:prstGeom prst="roundRect">
            <a:avLst>
              <a:gd name="adj" fmla="val 851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MENTION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Jusqu'au 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date de fin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Limite de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au-delà, c'est le prix régulier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7328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9264" y="4023360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date est toujours écrite, toujours en petit, toujours en bas.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CALCULER L'ÉCONOMIE RÉELLE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Prix régulier moins prix du spécial, fois la quantité.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poulet passe de 4,79 $ à 3 $ la livre : l'économie est de &lt;b&gt;1,79 $ la livre&lt;/b&gt;. Pour trois livres, cela fait &lt;b&gt;5,37 $&lt;/b&gt;. C'est ce chiffre-là qui compte, pas la taille du rabais annoncé.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FAUX RABAIS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reconnaître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spécial sur un autre format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rabais vaut pour le format de 500 ml ; celui de 1 litre est au prix régulier, juste à côté.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« 2 pour 5 $ » qui n'économise rien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 un seul article coûte 2,50 $, « 2 pour 5 $ » n'est pas un rabais du tout — c'est le prix normal, présenté autrement.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prix régulier gonflé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« prix régulier » qu'on ne voit jamais le reste de l'année. Le seul contrôle est de connaître le prix habituel de ce qu'on achète.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SE DÉPLACER POUR UN SEUL SPÉCIAL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Trois magasins pour économiser quatre dollars.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temps et le transport comptent aussi.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dollars de billet d'autobus et quarante minutes de trajet effacent le rabais. Les spéciaux servent à ajuster une liste dans un magasin où l'on va déjà — pas à courir la ville.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veut dire cette mention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en une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2 pour 5 $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3,99 $ / lb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Jusqu'au mercredi 27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Limite de 4 par famille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Prix régulier 6,49 $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Quantités limitées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veut dire cette mention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2 pour 5 $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faut en prendre deux ; un seul coûte plus cher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3,99 $ / lb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prix d'une livre — le total dépend du poids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Jusqu'au mercredi 27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date de fin du spécial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Limite de 4 par famille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au-delà de quatre, c'est le prix régulier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Prix régulier 6,49 $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prix des autres semaines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Quantités limitées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peut ne plus y en avoir : venir tôt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liste de la semaine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deux, avec vos circulaires.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ce que votre liste vous fera économiser cette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produits, trois calculs.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total : combien en tout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À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