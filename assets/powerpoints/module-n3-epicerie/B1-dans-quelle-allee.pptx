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Demander au groupe qui a déjà cherché longtemps un produit qui était juste à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troisième. Les deux premières font redire la même phrase à la même vitesse ; la troisième obtient une réponse d'un seul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commis compte à voix haute : c'est une réponse fréquente et très efficace. Elle ne demande aucun effort de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pose trois questions de suite, une à la fois. C'est le bon rythme : une question, une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Ça me fait plaisir » et « bienvenue » sont les deux réponses les plus courantes ici à un merci. « Bienvenue » ne veut pas dire « entrez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remarquer que Marisol a posé trois questions pour obtenir les quatre morceaux.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technique centrale du défi 1. Faire pratiquer avec cinq paires de nombres.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la question de relance : « C'est quelle allée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phrases servent à la pratique orale de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quelle allée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Allée cinq » ou « allée quinze » ? Un chiffre mal entendu, et on cherche dix minutes pour rien. Demander, comprendre, et savoir faire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où se trouve un produit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réponse qui donne un numéro et une position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en donnant les deux possibilités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avant de partir chercher.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On vous répond « allée cinq ». Vous n'êtes pas sûr. Que dites-vous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Pardon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pouvez répéter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Allée cinq ou allée quinze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la plus rapide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Excusez-moi. Je cherche l'huile.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L'huile, c'est allée cinq.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Pardon ? Allée cinq ou allée quinze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5704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Cinq. Un, deux, trois, quatre, cinq.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repérer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cinq. Et c'est où, l'allée cinq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voyez le grand panneau blanc ? C'est juste en dessous.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Et l'huile est en haut ou en bas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milieu. À côté du vinaigre.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Remercier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Vous êtes gentil.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me fait plaisir.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contient une réponse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numéro d'allée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allée cinq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repère visible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sous le grand panneau blanc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hauteur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au milieu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produit voisin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à côté du vinaigre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Rarement les quatre d'un coup : on les obtient en posant des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VÉRIFIER LE CHIFFRE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Allée cinq ou allée quinze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Répéter en donnant les &lt;b&gt;deux&lt;/b&gt; possibilités transforme une question difficile en question facile : la personne répond par un seul mot. C'est plus rapide que « pardon ? », et cela ne demande aucun effort à personne.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PARTIR SANS LE NUMÉRO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par là. » — et on cherche dix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quelle allée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direction du bras ne suffit pas dans un magasin de quinze rangées. Le numéro est ce qui fait gagner du temps : il est écrit en grand, visible des deux côtés, et impossible à manquer une fois qu'on le connaît.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cherche l'huile.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dans l'allée quinze.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n'est pas sûre d'avoir bien entendu.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commis compte jusqu'à cinq pour être clair.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sur la tablette du haut.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à côté du vinaigre.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cherche l'huile.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dans l'allée quinze.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l'allée cinq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n'est pas sûre d'avoir bien entendu.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commis compte jusqu'à cinq pour être clair.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sur la tablette du haut.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milieu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à côté du vinaigre.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demandes complètes.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Excusez-moi, je cherche…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la question de vérification : « … ou …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