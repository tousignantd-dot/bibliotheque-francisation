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D. Demander au groupe ce qui est le plus intimidant à la caisse : c'est presque toujours la vitesse.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reconstituer l'ordre complet : déposer, répondre aux questions, payer, emballer, prendre la facture.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demande ce que c'est au lieu de dire non. C'est le réflexe du module : demander plutôt que subir.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sacs de plastique à usage unique ne sont plus distribués au Québec. Beaucoup d'élèves le découvrent à la caisse, sans sac.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répond d'abord à la question, puis demande de répéter. L'ordre compte : on ne bloque pas la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les trois réponses jusqu'à ce qu'elles viennent sans réfléchir.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montant est aussi affiché sur le terminal : le signaler, c'est un filet de sécurité.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une information honnête, rarement donnée. Elle permet un choix éclairé, sans militer dans un sens ou dans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le filet : l'écran affiche toujours le montant.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quatre phrases doivent être sues par cœur à la fin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la caisse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questions, toujours les mêmes : la carte de points, les sacs, débit ou crédit. Les connaître d'avance, c'est passer la caisse sans stress.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trois questions de la caisse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répondre en une phrase courte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montant et le faire répéter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une carte de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ici, et dans quel ordre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isse-tap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fait en arrivant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questions pose la personne à la caisse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paie-t-on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emporte en partant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carte de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STÉPHANE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4705" y="2322576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Vous avez la carte de points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4705" y="3071876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carte de points ? Non. C'est quoi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66201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STÉPHANE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4705" y="3821175"/>
            <a:ext cx="848142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gratuit. Vous ramassez des points, et après vous avez des rabais.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5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4705" y="4908295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Ah. Je peux avoir une carte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STÉPHANE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4705" y="1901952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je vous donne le formulaire. Vous avez des sacs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4705" y="2651252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Je dois acheter des sacs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6201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STÉPHANE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4705" y="3400551"/>
            <a:ext cx="848142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sacs de plastique, on n'en donne plus. Les sacs réutilisables sont à deux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4705" y="4487671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D'accord, un sac, s'il vous plaît.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montant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STÉPHANE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4705" y="1901952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quarante-deux dollars et quinze. Débit ou crédit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4705" y="2651252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Débit. Pardon, vous pouvez répéter le montant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STÉPHANE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4705" y="3400551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Quarante-deux quinze. Quarante-deux dollars et quinze cents.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UNE RÉPONSE COURTE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la carte de points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la voici. / Non, merci.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des sacs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J'en ai deux. / Non, j'en prends un.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Débit ou crédit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Débit, s'il vous plaît.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questions, trois réponses de quatre mots. Elles ne changent jamais.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COMPRENDRE UN MONTANT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Quarante-deux quinze » = 42 $ et 15 ¢.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on dit souvent le montant sans le mot « dollars » ni le mot « cents » : « quarante-deux quinze ». Le premier nombre est en dollars, le second en cents. Si vous n'avez pas compris :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Pardon, vous pouvez répéter le montant ?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CARTE DE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savoir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Elle est gratuite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la demande à la caisse ou au service à la clientèle. Il faut donner un nom, un courriel, parfois une adresse.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Elle donne des rabais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points s'accumulent et se transforment en argent sur une facture, ou en rabais réservés.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Elle enregistre vos achats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prix à payer : le magasin sait ce que vous achetez. À vous de juger si l'échange vous convient.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SE TAIRE QUAND ON N'A PAS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Faire oui de la tête, et payer sans savoir combien.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vous pouvez répéter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file derrière n'est pas une raison : redire un montant prend deux secondes, et la personne à la caisse le fait cinquante fois par jour. Le montant est aussi affiché sur le terminal de paiement — on peut le lire.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a déjà une carte de 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carte de points est gratuite.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magasin donne encore des sacs de plastique.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sac réutilisable coûte deux dollars.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paie avec sa carte de crédit.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de répéter le montant.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a déjà une carte de points.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n'en a 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carte de points est gratuite.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magasin donne encore des sacs de plastique.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sac réutilisable coûte deux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paie avec sa carte de crédit.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débit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de répéter le montant.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vos réponses aux trois questions de la caisse.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courte par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la phrase qui fait répéter un montant.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