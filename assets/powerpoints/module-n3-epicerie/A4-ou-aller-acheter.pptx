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qui clôt le bloc A. Elle prépare le vocabulaire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lait peut coûter un ou deux dollars de plus au dépanneur. Ce n'est pas un abus : c'est un petit commerce ouvert tard, avec peu de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nommer un commerce de chaque type dans le quartier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compte beaucoup pour un groupe de francisation : c'est là qu'on trouve les produits de son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Chez l'épicerie » est l'erreur la plus fréquente, et elle s'entend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moraliser sur le prix du dépanneur : donner les raisons et laisser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avec tact : plusieurs élèves n'ont pas d'auto et le dépanneur est parfois le seul commerce accessible à pied.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mécanique. Faire dire à voix haute : l'oreille corrige plus vite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Les réponses servent d'exemples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aller acheter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commerces, six usages. Le dépanneur dépanne, l'épicerie nourrit la semaine, et le marché public ne vend pas la même chose en janvier qu'en août.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types de commerces d'alimentation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convient à quel besoin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 dépanneur coûte plus cher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chez » et « à » devant un commerce.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Il est vingt-deux heures et il n'y a plus de lait. Où allez-vous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L'épicerie est-elle ouverte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 le lait au dépanneur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cette différence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vaut la peine quand même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commerces du quotidien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VA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l'épicerie, le supermarché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pour la semaine, au meilleur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dépanneur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chose qui manque, tard le soir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marché public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fruits et légumes frais, l'été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 n'est meilleur : chacun répond à un besoin.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commerces spécialisés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VA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viande coupée devant 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boulangerie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pain sorti du four le matin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l'épicerie spécialisée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d'un pays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est souvent la seule à vendre ce qu'on cherche.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CHEZ OU À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boucher, à la boucherie.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1" i="0">
                <a:solidFill>
                  <a:srgbClr val="4B4F52"/>
                </a:solidFill>
                <a:latin typeface="Verdana"/>
              </a:rPr>
              <a:t>Chez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s'emploie devant une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personne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chez le boucher, chez le boulanger, chez le pharmacien.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s'emploie devant un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lieu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à la boucherie, à la boulangerie, à l'épicerie, au dépanneur. Les deux sont corrects — mais pas mélangés.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PRIX, ET POURQUOI IL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supermarché achète par camions entiers ; un dépanneur, par caisses. Le prix d'achat n'est pas le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heures d'ouverture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Rester ouvert jusqu'à minuit coûte cher en salaires, pour peu de clients.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boucherie, quelqu'un coupe la viande devant vous et répond à vos questions. Ce temps se paie.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FAIRE TOUTES SES COURSES AU DÉPANNEUR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plus près, j'y vais tous les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dépanneur dépanne ; l'épicerie nourrit la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une semaine complète, la différence atteint facilement vingt ou trente dollars. Pour un ménage qui compte, c'est un montant qui se sent — et une sortie d'épicerie par semaine suffit à l'éviter.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aller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commerce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courses de la semaine pour quatre personnes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lait à vingt-deux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tomates fraîches en août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rôti coupé à l'épaisseur voulue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farine de maïs et des piments séchés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pain chaud le dimanche matin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aller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courses de la semaine pour quatre personnes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l'épicerie ou le supermarché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lait à vingt-deux heures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dépanneur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tomates fraîches en août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marché public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rôti coupé à l'épaisseur voulue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boucherie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farine de maïs et des piments séchés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épicerie spécialisée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pain chaud le dimanche matin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boulangerie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boucherie.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épicerie.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dépanneur.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boulanger.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boucherie.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épicerie.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dépanneur.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boulanger.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quatre commerces d'alimentation de votre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Leur type, et ce que vous y achetez.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Lequel est le plus près de chez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