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courte qui clôt le bloc A. Elle prépare le vocabulaire du défi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lait peut coûter un ou deux dollars de plus au dépanneur. Ce n'est pas un abus : c'est un petit commerce ouvert tard, avec peu de volume.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nommer un commerce de chaque type dans le quartier de l'école.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troisième ligne compte beaucoup pour un groupe de francisation : c'est là qu'on trouve les produits de son pays.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« Chez l'épicerie » est l'erreur la plus fréquente, et elle s'entend tout de suite.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pas moraliser sur le prix du dépanneur : donner les raisons et laisser juger.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avec tact : plusieurs élèves n'ont pas d'auto et le dépanneur est parfois le seul commerce accessible à pied.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chaque réponse en une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mécanique. Faire dire à voix haute : l'oreille corrige plus vite que la règle.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A. Les réponses servent d'exemples au bloc 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A4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Où aller acheter 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Six commerces, six usages. Le dépanneur dépanne, l'épicerie nourrit la semaine, et le marché public ne vend pas la même chose en janvier qu'en août.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50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six types de commerces d'alimentation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convient à quel besoin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pourquoi le dépanneur coûte plus cher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chez » et « à » devant un commerce.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Il est vingt-deux heures et il n'y a plus de lait. Où allez-vous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L'épicerie est-elle ouverte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coûte le lait au dépanneur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cette différence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ça vaut la peine quand même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commerces du quotidien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5603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VA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l'épicerie, le supermarché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pour la semaine, au meilleur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dépanneur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chose qui manque, tard le soir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marché public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fruits et légumes frais, l'été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08576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864608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Aucun n'est meilleur : chacun répond à un besoin.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commerces spécialisés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COMMERCE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VA CHERCHER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boucherie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 la viande coupée devant vous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boulangerie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pain sorti du four le matin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l'épicerie spécialisée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produits d'un pays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dernière est souvent la seule à vendre ce qu'on cherche.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CHEZ OU À 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le boucher, à la boucherie.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&lt;b&gt;Chez&lt;/b&gt; s'emploie devant une &lt;b&gt;personne&lt;/b&gt; : chez le boucher, chez le boulanger, chez le pharmacien. &lt;b&gt;À&lt;/b&gt; s'emploie devant un &lt;b&gt;lieu&lt;/b&gt; : à la boucherie, à la boulangerie, à l'épicerie, au dépanneur. Les deux sont corrects — mais pas mélangés.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PRIX, ET POURQUOI IL CHANGE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raisons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volume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supermarché achète par camions entiers ; un dépanneur, par caisses. Le prix d'achat n'est pas le même.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heures d'ouverture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Rester ouvert jusqu'à minuit coûte cher en salaires, pour peu de clients.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service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la boucherie, quelqu'un coupe la viande devant vous et répond à vos questions. Ce temps se paie.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FAIRE TOUTES SES COURSES AU DÉPANNEUR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plus près, j'y vais tous les jours.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dépanneur dépanne ; l'épicerie nourrit la semaine.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Sur une semaine complète, la différence atteint facilement vingt ou trente dollars. Pour un ménage qui compte, c'est un montant qui se sent — et une sortie d'épicerie par semaine suffit à l'éviter.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aller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Choisissez le commerce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courses de la semaine pour quatre personnes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lait à vingt-deux heures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tomates fraîches en août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rôti coupé à l'épaisseur voulue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farine de maïs et des piments séchés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pain chaud le dimanche matin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aller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courses de la semaine pour quatre personnes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l'épicerie ou le supermarché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lait à vingt-deux heures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dépanneur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Des tomates fraîches en août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marché public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 rôti coupé à l'épaisseur voulue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boucherie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 la farine de maïs et des piments séchés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une épicerie spécialisée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Du pain chaud le dimanche matin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boulangerie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boucherie.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épicerie.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dépanneur.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boulanger.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Chez ou à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boucherie.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boucher.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chez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épicerie.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l'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dépanneur.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vais ___ le boulanger.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chez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Nommez quatre commerces d'alimentation de votre quartier.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Leur type, et ce que vous y achetez.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Lequel est le plus près de chez vous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