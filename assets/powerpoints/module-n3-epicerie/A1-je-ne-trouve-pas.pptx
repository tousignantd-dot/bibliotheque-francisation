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d'abord au groupe qui fait ses courses dans une grande épicerie et qui préfère les petits commerces. Les réponses ouvrent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monde répond « avec les farines ». C'est logique — et c'est faux dans la plupart des épiceries d'ici. C'est le point de départ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commence par « Excusez-moi » et ne pose sa question qu'après. Faire remarquer les deux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ne fait pas semblant de comprendre : elle demande ce que veut dire l'expression. C'est exactement ce qu'il faut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dernière réplique est vraie : les commis le disent, et ils le pensent. Beaucoup d'élèves croient qu'on ne peut demander qu'une seule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résumé du module en quatre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l'information la plus utile de la séance pour des élèves nouvellement arrivés.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dessiner au tableau le plan d'une épicerie que le groupe connaît.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personne ne juge quelqu'un qui demande où est un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Il prépare le défi 1 et donne des exemples réels pour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ne trouve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grande épicerie compte quinze allées et vingt mille produits. Celui qu'on cherche n'est pas toujours là où on l'attend — et demander est plus rapide que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trouve dans une épicerie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produit peut être rangé ailleurs qu'avec sa famille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l'aide à un commis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qui donne un numéro d'allée.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chercheriez-vous de la farine de maïs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lee-numerot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les autres farines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le pain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Ailleurs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ne trouvez pas, que faites-vous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monsieur. Je cherche quelque chose.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 ? Qu'est-ce que vous cherchez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farine de maïs. Pour faire des tortillas.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farine de maïs… Attendez. Vous avez regardé où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 où on croit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Là-bas. Avec les autres farines. Il n'y en a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non. Elle n'est pas avec les farines. Elle est dans les produits du monde.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produits du monde ? Qu'est-ce que c'est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allée pour les produits d'autres pays. Allée douze, tout au fond.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porte reste ouverte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Allée douze. Merci beaucoup.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ne trouvez pas, revenez me voir. Je suis ici toute la journée.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retenir de ce dialogue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48356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Le produit n'est pas là où on croit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demande, au lieu de chercher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083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Un mot qu'on ne connaît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3639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demande ce qu'il veut dire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975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2559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Une réponse avec un numéro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2559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le répète pour vérifier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On n'a toujours pas trouvé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14800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revient voir la même personne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9661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5264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Chercher seul dans quinze allées prend vingt minutes. Demander en prend une.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PRODUITS DU MONDE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allée à part, pour les produits d'autres pays.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d'épiceries d'ici rassemblent dans une seule allée les produits d'Amérique latine, d'Asie et d'Afrique — au lieu de les ranger avec leur famille. La farine de maïs n'est donc pas avec les farines, et le lait de coco n'est pas avec les autres laits.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TROUVE DANS UNE ÉPICERIE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allées numérotées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grand chiffre suspendu au bout de chaque rangée, visible des deux côtés.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affichettes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panneau au-dessus de l'allée, qui nomme les familles : pâtes, riz, conserves.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frais, sur les murs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Fruits, viande, lait et pain sont presque toujours sur les côtés du magasin.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caisses, à la sortie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souvent, un comptoir de service à la clientèle juste à côté.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CHERCHER SEUL PAR FIERTÉ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bien finir par le trouver.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Excusez-moi, je cherche…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commis répondent à cette question cent fois par jour : elle fait partie de leur travail, et ils ne trouvent pas étrange qu'on la pose. Chercher seul dans quinze allées peut prendre vingt minutes ; demander en prend une.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cherche de la farine de maïs.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farine de maïs est avec les autres farines.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l'allée cinq.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demande ce que veut dire « produits du monde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commis lui dit de revenir si elle ne trouve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veut faire du pain.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cherche de la farine de maïs.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farine de maïs est avec les autres farines.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dans les produits du monde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l'allée cinq.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l'allée douze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demande ce que veut dire « produits du monde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commis lui dit de revenir si elle ne trouve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veut faire du pain.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des tortillas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 produit que vous cherchez souvent sans le trouver.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quelle allée est-il, dans votre épicerie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le savez pas, allez demander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