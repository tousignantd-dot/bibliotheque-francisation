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Elle donne les mots que B1 a fait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sont utiles, et elles ne se remplacent pas : la première dit où aller, la deuxième comment s'y rendre, la troisième où regarder une fois sur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une indication à deux repères par cinq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confusion est fréquente et fait perdre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précision évite beaucoup de malentendus.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 de A3. Le lien entre la hauteur et le format est ce qui rend la règle facile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fréquente, et facile à corriger une fois nommée.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relever deux bonnes indications à lire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 l'emploi de « à côté du / de la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où c'est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sortes de repères : le numéro de l'allée, la position dans le magasin, la hauteur de la tablette. Avec les mots des trois, on comprend n'importe quelle réponse.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dans, au fond, au bout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à côté de, en face de, près 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en haut, au milieu, en bas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soi-même une indication complète.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Ces trois réponses disent-elles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dans l'allée cinq.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au fond, à gauche.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en bas, à côté du vinaigre.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vous aide le plus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sortes de repères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numéro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l'allée cinq, allée douze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fond, près de l'entrée, en face des caisses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hauteur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haut, au milieu, en bas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bonne réponse en contient souvent deux : le numéro, puis la hauteur.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 FOND, OU AU BOUT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proches, deux endroits différents.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&lt;b&gt;Au fond&lt;/b&gt; parle du &lt;b&gt;magasin&lt;/b&gt; : le mur le plus loin de la porte d'entrée. &lt;b&gt;Au bout de l'allée&lt;/b&gt; parle d'une &lt;b&gt;seule rangée&lt;/b&gt; : là où elle se termine. « Tout au fond » et « au bout de l'allée cinq » n'envoient pas au même endroit.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DE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Près de / loin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Près de l'entrée », « loin des caisses ». Utile quand on ne connaît pas encore les numéros.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côté de / en face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À côté du vinaigre » : juste à droite ou à gauche, dans la même allée. « En face des caisses » : de l'autre côté, quand on se tourne.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droite / à gauche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Toujours du point de vue de celui qui avance dans l'allée. En cas de doute, demandez : « à droite en entrant ?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hauteur, et pourquoi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S'Y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haut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formats rares, les marques moins vendues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milieu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format le plus vendu, à hauteur des yeux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grands formats, les sacs lourds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lourd est en bas : ce n'est pas un hasard, c'est plus sûr à porter.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CHERCHER SEULEMENT À HAUTEUR DES YEUX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n'y en a plus, la tablette est vide.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Baisser les yeux avant de conclure.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grand format est en bas, et c'est souvent celui qu'on cherche quand on achète pour une famille. Une tablette vide à hauteur des yeux ne veut pas dire que le magasin n'en a plus.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l'indication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le mot de lieu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___ l'allée cinq.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produits du monde sont tout au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___ côté du vinaigre.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grands sacs sont ___ bas.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pharmacie est ___ face des caisses.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est ___ de l'entrée.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l'indication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___ l'allée cinq.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produits du monde sont tout au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___ côté du vinaigre.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grands sacs sont ___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pharmacie est ___ face des caisses.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est ___ de l'entrée.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près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donnez l'indication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client demande, l'autre répond avec deux repères.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change de rôle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où se trouvent cinq produits, chez vous ou à l'épicerie.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repères par phrase : « dans le placard du haut, à côté du sucre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cinq mots de lieu différents.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