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si possible un paquet, une boîte de conserve et une bouteille. Les faire nommer avant d'ouvrir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laisse la personne deviner la quantité. Les deux autres sont complètes : l'une par le contenant, l'autre par le poids.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une phrase par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ligne surprend souvent : « une douzaine » ne décrit pas l'emballage.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une particularité d'ici qui déroute beaucoup de nouveaux arrivants.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seule vraie difficulté grammaticale de la séance, et elle est sans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évite « paquets deux », erreur d'ordre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tableau. C'est le genre de comparaison qui revient chaque semaine dans une circulaire.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réponses justes par ligne. Faire dire à voix haute, avec « s'il vous plaît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Prolonge le billet de B4. La liste devient utilisable telle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qui mesurent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n'achète pas « du riz » : on achète un sac de riz, un kilo de pommes, une bouteille d'huile. Le mot de quantité, puis « de » — toujours.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de contenant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livre et le kilo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de » et « d' » après un mot de quantité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composer une commande complète.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 ces demandes est complète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Du riz, s'il vous plaît.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sac de riz, s'il vous plaît.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Deux kilos de riz, s'il vous plaît.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 à la première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contient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 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paquet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pâtes, biscuits, café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boîte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conserve, céréales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sac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riz, farine, pommes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bouteille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huile, jus, vinaigre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contenant donne la quantité, sans qu'on ait à peser.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cas à part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 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pot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confiture, yogourt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douzaine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œufs — c'est un nombre, pas un contenant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Une douzaine », c'est douze : le mot dit le nombre, pas la boîte.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LIVRE ET LE KILO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s'emploient ici, et ce n'est pas la même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&lt;b&gt;livre&lt;/b&gt; pèse environ 450 grammes, un peu moins d'un demi-kilo. La viande s'annonce souvent à la livre ; les fruits et légumes, au kilo. Sur l'étiquette du rayon, les deux prix sont souvent écrits : &lt;b&gt;3,99 $ / lb&lt;/b&gt; et &lt;b&gt;8,80 $ / kg&lt;/b&gt;.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TOUJOURS « DE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kilo de pommes, une bouteille d'huile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de quantité est toujours suivi de &lt;b&gt;de&lt;/b&gt; — et de rien d'autre. Devant une voyelle, « de » devient &lt;b&gt;d'&lt;/b&gt; : une bouteille &lt;b&gt;d'&lt;/b&gt;huile, une douzaine &lt;b&gt;d'&lt;/b&gt;œufs. On ne dit jamais « un kilo &lt;s&gt;des&lt;/s&gt; pommes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SE VERSE, CE QUI SE COMPTE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autres façons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se 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litre de lait, 500 millilitres de crème. Le contenant l'indique en chiffres, sur l'étiquette.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se compte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 pommes, quatre morceaux de poulet. Sans mot de quantité : le nombre suffit.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nombre devant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Deux paquets de pâtes », « trois boîtes de tomates ». Le nombre se place avant le contenant, jamais après.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COMPARER UNE LIVRE ET UN KILO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3,99 $ la livre, c'est moins cher que 6,50 $ le kilo.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livre pèse moins de la moitié d'un kilo.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3,99 $ la livre, le kilo revient à près de 8,80 $ — donc plus cher que 6,50 $. Pour comparer deux prix, il faut d'abord les ramener à la même unité.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de quantité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de pâtes,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___ de conserve de tomates.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poulet est à trois dollars la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d'huile, la grande.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d'œufs, ça fait douze.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kilo ___ pommes.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de quantité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de pâtes,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paquet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___ de conserve de tomates.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boîtes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poulet est à trois dollars la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livre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d'huile, la grande.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bouteille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d'œufs, ça fait douze.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douzaine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kilo ___ pommes.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Composez la commande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produit, une quantité, une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pâtes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poulet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pommes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l'huile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Composez la commande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pâtes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paquet de pâtes / deux paquets de pâtes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poulet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livre de poulet / quatre morceaux de poulet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pommes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kilo de pommes / six pommes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l'huile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bouteille d'huile / un litre d'huile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votre liste d'épicerie et ajoutez les quantités.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de quantité pour chaque produit.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 poids, un contenant et un nombre.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