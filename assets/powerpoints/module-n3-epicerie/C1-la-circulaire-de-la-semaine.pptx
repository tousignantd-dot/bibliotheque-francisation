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deux ou trois circulaires réelles, si possible de chaînes différentes. Elles circulent pendant le déclencheur.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plupart des élèves le jettent. C'est le point de bascule de la séance : montrer ce qu'il y a dedans.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Marisol est celle de beaucoup d'élèves : ils reçoivent la circulaire sans savoir ce que c'est.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 de la publicité, mais elle est utile » : la nuance est juste et vaut d'être reprise.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date de fin est toujours écrite, toujours en petit. La faire chercher sur les circulaires apportées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trouver chacune de ces mentions sur une vraie circulaire.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dates varient un peu d'une chaîne à l'autre, mais le rythme hebdomadaire est le même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est la plus sournoise : on prend le grand format en croyant profiter du rabais.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importante. C'est le mécanisme même de la publicité, et le dire clairement rend la circulaire plus utile, pas moins.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les deux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essentiel : la séance C3 s'appuie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circulaire de la semaine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papier qu'on jette avec la publicité annonce les prix de la semaine. Bien lue, elle change une facture d'épicerie de vingt ou trente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une circulaire et quand elle arrive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prix au poids et un prix « deux pour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date de fin d'un spécial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limites : quantité, format, exclusions.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que c'est, et qu'est-ce qu'on en fait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irculaire-ouve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le recevez-vous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lisez-vous, ou le jetez-vous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arrive-t-il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y trouve, exactement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papier qu'on jette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! Vous magasinez ici aussi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 Ginette. Oui, mais c'est 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regardez la circulaire avant de venir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5704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circulaire ? Le papier dans la boîte aux lettres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 contient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Elle arrive le mercredi. Elle montre les spéciaux de la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la jette. Je pensais que c'était de la publicité.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de la publicité, mais elle est utile. Regardez : le poulet est à trois dollars la livre cette semaine.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4876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semaine prochaine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semaine prochaine, ce sera autre chose. Les spéciaux changent le jeudi.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dois acheter aujourd'hui.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 demain. Le spécial finit mercredi soir. C'est écrit en petit, en 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quon lit dans une circulaire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3,99 $ / lb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prix à la livre — le total dépend du poids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pour 5 $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faut en prendre deux pour ce prix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Prix régulier 6,49 $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prix des autres semaines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Jusqu'au mercredi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date de fin du spécial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2 pour 5 $ » : un seul article coûte souvent presque le même prix que deux.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SPÉCIAUX CHANGENT LE JEUDI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semaine de spéciaux va du jeudi au mercredi.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circulaire arrive le mardi ou le mercredi dans la boîte aux lettres, et annonce les prix qui commenceront le &lt;b&gt;jeudi&lt;/b&gt;. Le spécial finit le &lt;b&gt;mercredi soir&lt;/b&gt; suivant. Acheter le jeudi matin, c'est avoir le choix complet ; acheter le mercredi soir, c'est risquer que le produit soit épuisé.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LIMITES, ÉCRITES EN PETIT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à connaître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Limite de 4 par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ne peut pas acheter dix articles au prix du spécial. Au-delà, c'est le prix régulier.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Quantités limitées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peut ne plus y en avoir. Aucune obligation pour le magasin d'en recommander.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Certains formats seulement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spécial vaut souvent pour un format précis. Le grand format à côté peut être au prix régulier.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ACHETER PARCE QUE C'EST EN SPÉCIAL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à moitié prix, j'en prends quatre.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avais-je besoin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rabais sur un produit qu'on n'utilise pas ne fait économiser rien du tout. La circulaire sert à acheter &lt;b&gt;moins cher&lt;/b&gt; ce qu'on achète déjà — pas à acheter davantage.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circulaire arrive le mercredi.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lisait la circulaire chaque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poulet est à trois dollars la livre.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spéciaux durent tout le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spéciaux changent le jeudi.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de fin est écrite en petit, en bas.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circulaire arrive le mercredi.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lisait la circulaire chaque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la jetait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poulet est à trois dollars la livre.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spéciaux durent tout le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spéciaux changent le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de fin est écrite en petit, en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Apportez la circulaire de cette semaine à la prochaine séance.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Entourez trois produits que vous achetez d'habitude.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leur prix régulier et leur prix en spécial.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