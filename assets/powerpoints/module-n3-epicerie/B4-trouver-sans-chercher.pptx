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défi 1. La moitié de la séance est de la pratique orale à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parler trois ou quatre élèves. Les habitudes du groupe sont le vrai point de départ de cette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résumé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liste de révision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Répéter le chiffre à voix haute aide aussi à le retenir jusqu'à l'allée.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Conseil réaliste, qui soulage. Beaucoup d'élèves croient devoir tout mémoriser.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4 du module. Il prépare le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La contrainte sur les nombres fait travailler A2 et B1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B. Cette liste servira de matière première à la production écrite de la section « Je me lance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Trouver sans chercher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Lire l'affichette, demander, vérifier le chiffre, regarder en bas. Quatre réflexes qui transforment une heure d'épicerie en vingt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enchaîner les quatre réflexes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nombre dans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le vocabulaire du défi 1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préparer le jeu de rôle de la section « Je me lance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Sans vos notes : que faites-vous en arrivant à l'épicerie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une liste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Regardez-vous les affichettes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Demandez-vous, ou cherchez-vous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y passez-vous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réflexes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RÉFLEXE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ÉVITE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Lire l'affichette du bout de l'allée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parcourir la rangée pour rien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Demander au lieu de chercher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vingt minutes dans quinze allées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Vérifier le chiffre entendu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aller dans la mauvaise allée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Regarder aussi en bas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croire qu'il n'y en a plus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Trente secondes de questions valent vingt minutes de recherche.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MOTS DU DÉFI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revoir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lieux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allée, une affichette, une tablette, un rayon, le fond, l'entrée, la caisse.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positions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dans, au fond, au bout, à côté de, en face de, près de, en haut, au milieu, en bas.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demandes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Excusez-moi. Je cherche… Où est… ? Pourriez-vous m'indiquer…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vérifications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Pardon ? Vous pouvez répéter ? Plus lentement. Cinq ou quinze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NOMBRE DANS LA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arrive vite, et il ne se répète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allée cinq, au milieu, à côté du vinaigre. » Le nombre passe en une demi-seconde, au milieu d'une phrase. C'est pour cela qu'on le &lt;b&gt;répète à voix haute&lt;/b&gt; tout de suite : « allée cinq », avant même de remercier.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RETENIR TROIS CHOSES À LA FOIS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Allée cinq, au milieu, à côté du vinaigre, et le grand format en bas…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chose à la fois, et on demande le reste sur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mémoire de travail ne tient pas quatre informations dans une langue qu'on apprend. Retenez le numéro d'allée — le reste se retrouve une fois sur place, et on peut toujours redemander.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ça veut dire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expression à son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Allée douze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Trois dollars la livre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Deux pour cinq dollars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Quarante-deux quinze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Format de 750 millilitres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ça veut dire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Allée douze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numéro d'une rangée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Trois dollars la livre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prix au poids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Deux pour cinq dollars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spécial : il faut en prendre deux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Quarante-deux quinze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montant : 42 $ et 15 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Format de 750 millilitres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grosseur du contenant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deux · la course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client cherche trois produits ; le commis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commis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contrainte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change de rôle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liste d'épicerie de la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Six produits au moins.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côté de chacun : dans quelle allée il se trouve, si vous le savez.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