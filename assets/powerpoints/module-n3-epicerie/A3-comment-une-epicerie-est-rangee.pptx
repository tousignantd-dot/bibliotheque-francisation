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possible, projeter le plan d'une épicerie du quartier — plusieurs chaînes en publient un. Sinon, faire dessiner le plan au tableau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L'affichette se lit du bout de l'allée, avant d'y entrer. Trois secondes évitent de parcourir la rangée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note explique le « pourquoi », qui rend le plan facile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de gens repartent en croyant qu'un produit est épuisé alors qu'il est à leurs pieds.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s'emploient tous les jours et se confondent facilement. Faire produire une phrase avec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Lien avec A1 : un produit peut avoir deux emplacements.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: le frais a besoin de froid, donc de murs.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court. Dix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agréable et révélateur : la plupart des élèves connaissent le plan sans jamais y avoir pensé.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Comment une épicerie est rangée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 hasard : le frais sur les murs, les boîtes au milieu, le lourd en bas. Comprendre le plan, c'est trouver sans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affichette d'allée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trouve le frais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trouvent les grands formats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endroits et objets de l'épicerie.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 ce panneau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ffichette-ray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est-il placé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annonce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lit-on avant ou après être entré dans l'allée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ça prend, de le 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d'une épicerie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Sur les murs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fruits, la viande, le lait, le pain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 milieu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boîtes, les sacs, les conserves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allée à part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du monde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la sortie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caisses, et le service à la clientèle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frais a besoin de réfrigérateurs, et les réfrigérateurs sont contre les murs.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GRANDS FORMATS SONT EN BAS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lourd se range à hauteur des genoux.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format le plus vendu est placé à hauteur des yeux ; les grands sacs et les grosses bouteilles sont sur la tablette du bas, parce qu'ils sont lourds. Si vous ne voyez pas ce que vous cherchez,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baissez les yeux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avant de conclure qu'il n'y en a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MOTS À 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Allée, rayon, tablette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passage entre deux rangées. Elle porte un numéro, suspendu au bout.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rayon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 de produits : le rayon des fruits, le rayon de la viande. Ce n'est pas un lieu numéroté.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tablette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planche où les produits sont posés. Il y en a du bas jusqu'en haut dans chaque allée.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CROIRE QU'IL N'Y EN A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a pas de riz, la tablette est vide.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Regarder en bas, et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grand format est en bas, le petit à hauteur des yeux, et parfois une deuxième place existe ailleurs dans le magasin — le riz peut être avec les pâtes et aussi dans les produits du monde.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les murs, au milieu, ou dans une allée à part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pâtes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conserves de tomates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frais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lait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 — au réfrigérateur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pâtes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milieu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murs, souvent près de l'entrée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farine de maïs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l'allée des produits du monde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conserves de tomates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milieu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frais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les murs, près de la boulangerie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Allée, rayon ou tablette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l'___ douze.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___ des fruits est à l'entrée.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grands sacs sont sur la ___ du bas.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Cette ___ est vide, il n'y en a plus.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l'___ douze.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allée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___ des fruits est à l'entrée.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rayon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grands sacs sont sur la ___ du bas.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tablette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Cette ___ est vide, il n'y en a plus.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tablette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Dessinez le plan de votre épicerie, de mémoire.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sont les fruits, la viande, le lait, le pain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d'allées ? Où sont les caisses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