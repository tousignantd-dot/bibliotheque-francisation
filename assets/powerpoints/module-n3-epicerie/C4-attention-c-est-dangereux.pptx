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sécurité autant que de langue. Apporter si possible deux bouteilles de produits d'entretien avec des pictogrammes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plus importante : beaucoup de gens rangent ces produits sous l'évier, à hauteur d'enfant.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Attention à quoi ? » : Marisol demande une précision au lieu d'acquiescer. C'est le réflexe travaillé dans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exacte : l'avertissement est imprimé sur presque toutes les bouteilles d'eau de Javel.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faire chercher sur les bouteilles apportées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l'information la plus importante de la séance, et peut-être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trois gestes valent d'être répétés à voix haute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utile : ne pas opposer naturel et chimique, mais renvoyer au pictogramme.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module. Enchaîner avec le Vrai ou Faux de l'exercice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C. Devoir concret, et qui peut réellement éviter un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Attention, c'est dangereux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dessins dans un losange, les mêmes partout au Canada. Ils disent : ça tue, ça brûle, ça prend feu, ça éclate. Et une règle qui ne tient à aucun dessin.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pictogrammes de mise en garde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qu'ils veulent dire, en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faire et où ranger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règle du non-mélange.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 dessin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ictogramme-po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L'avez-vous déjà remarqué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quels produits se trouve-t-il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faire quand on le voit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rangez-vous ces produits chez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Regardez les dessins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Ginette, je cherche un produit pour le plancher.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dans l'allée des produits d'entretien. Mais faites attention.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Attention à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57047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les petits dessins sur la bouteille. Celui-là veut dire « poison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ne faut jamais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mets des gants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gants, et vous ouvrez la fenêtre. Et surtout : vous ne mélangez jamais deux produits.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4876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ça peut faire un gaz dangereux. C'est écrit sur la bouteille, mais personne ne le 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dessins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DESSIN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tête de mort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poison — tue si on l'avale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main percée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corrosif — brûle la peau et les yeux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flamme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inflammable — prend feu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bombe qui éclate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explosif — le contenant peut éclater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mêmes dans tout le Canada, quelle que soit la marque.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JAMAIS MÉLANGER DEUX PRODUITS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règle qui ne tient à aucun dessin.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L'eau de Javel et un nettoyant à l'ammoniac produisent ensemble un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gaz toxique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qui envoie des gens à l'hôpital chaque année. Mélanger ne rend pas un produit « plus fort » : cela le rend dangereux. L'avertissement est écrit sur la bouteille — et presque personne ne le 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GESTES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maison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Ranger en haut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Hors de portée des enfants, dans une armoire fermée si possible. Jamais sous l'évier, qui est à hauteur d'enfant.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Garder le contenant d'origine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Ne jamais transvider dans une bouteille d'eau ou de jus. C'est la cause d'empoisonnements chaque année.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Aérer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Ouvrir une fenêtre quand on lave avec un produit fort, même sans mise en garde. Et des gants pour tout ce qui porte une main percée.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QUE « NATUREL » VEUT DIRE « SANS DANGER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du vinaigre, il n'y a pas de risque.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Regarder le dessin, pas le mot.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produit naturel peut être corrosif : le vinaigre concentré brûle les yeux, et mélangé à de l'eau de Javel il dégage du chlore. Le pictogramme dit la vérité ; le mot sur l'étiquette est du marketing.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 dessin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pour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tête de mort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main percée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flamme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bombe qui éclate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 dessin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 dessin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tête de mort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poison — ne pas avaler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main percée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brûle la peau — mettre des gants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flamme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prend feu — loin de la cuisinière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bombe qui éclate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peut éclater — jamais dans l'auto l'été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 dessin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dangereux, mais on aère quand même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Regardez trois produits d'entretien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Quels dessins portent-ils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sont-ils rangés ? Faut-il les déplacer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