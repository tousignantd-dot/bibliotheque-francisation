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bilan. Rendre tous les billets corrigés du module avant de commencer.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Dépanneur » est un mot d'ici. En France, on dirait « supérette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Un spécial » comme nom est propre au Québec : ailleurs on dit « une promotion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quatre mots reviennent à chaque passage à la caisse, toutes les semaines.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reformuler chaque ligne par un élève différent avant d'afficher la colonne de droite.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ligne du milieu est celle que les élèves rapportent le plus souvent comme utile à la maison.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la phrase de clôture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Montrer les trois à l'écran, une minute chacun.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L'autoévaluation complète est dans l'activité interactive. La faire remplir là : elle est conservée avec les traces de l'élève.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E2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retiens des mots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Quinze mots, six points de langue, huit questions. Dernière séance : on rassemble, on révise, et chacun fait le point.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À l'épicerie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rassembler le vocabulaire du module en trois familles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réviser avec les cartes mémoire, seul ou à deux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reformuler les points de langue en une phrase chacun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évaluer honnêtement ce que je suis maintenant capable de faire.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FAMILLE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Dans le magasin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06082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allée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67837" y="2121408"/>
            <a:ext cx="799117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passage entre deux rangées. Elle porte un numéro.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206082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affichette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7837" y="2909620"/>
            <a:ext cx="799117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panneau au-dessus de l'allée.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206082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tablette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67837" y="3697833"/>
            <a:ext cx="799117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planche où les produits sont posés.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206082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panier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67837" y="4486046"/>
            <a:ext cx="799117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contenant qu'on porte ou qu'on pousse.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206082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dépanneur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67837" y="5274259"/>
            <a:ext cx="799117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petit commerce ouvert tard.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FAMILLE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Choisir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18135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circulaire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8358" y="2121408"/>
            <a:ext cx="687064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journal des spéciaux de la semaine.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318135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spécial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8358" y="2778252"/>
            <a:ext cx="687064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prix réduit pendant quelques jours.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318135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livre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8358" y="3435096"/>
            <a:ext cx="687064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Environ 450 grammes — un peu moins d'un demi-kilo.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318135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paquet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8358" y="4091939"/>
            <a:ext cx="687064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qui contient plusieurs morceaux ensemble.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318135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boîte de conserve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8358" y="4748784"/>
            <a:ext cx="687064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boîte de métal qui garde longtemps.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318135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mise en garde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8358" y="5405628"/>
            <a:ext cx="687064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dessin qui avertit d'un danger.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FAMILLE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caisse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666428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caisse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73436" y="2121408"/>
            <a:ext cx="738557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L'endroit où on paie, à la sortie.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2666428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facture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73436" y="3106674"/>
            <a:ext cx="738557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papier qui montre ce qu'on a payé.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2666428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sac réutilisable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73436" y="4091939"/>
            <a:ext cx="738557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sac solide qu'on rapporte chaque semaine.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2666428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carte de points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73436" y="5077205"/>
            <a:ext cx="738557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carte gratuite qui donne des rabais.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LES POINTS DE LANGUE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phrase chacun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EN UNE PHRASE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treize ou trente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la fin du mot qui décide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dire où c'est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numéro, une position, une hauteur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demander de l'aide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excusez-moi, puis la question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Trois autres au tableau suivant.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LES POINTS DE LANGUE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phrase chacun (suite)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EN UNE PHRASE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mots qui mesurent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un contenant ou un poids, puis « de 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dessins qui avertissent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poison, corrosif, inflammable, explosif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lire une facture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sous-total, taxes, total, économies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CE QU'IL FAUT RETENIR DU MODULE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CE9F0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Demander coûte une minute ; chercher en coûte vingt.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Marisol n'a pas appris le nom de tous les produits d'une épicerie. Elle a appris quatre phrases : attirer l'attention, demander où c'est, faire répéter un chiffre, remercier. C'est ce qui lui permet de faire ses courses seule, dans n'importe quel magasin.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RÉVISER SEUL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façons de le faire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A5335F"/>
                </a:solidFill>
                <a:latin typeface="Verdana"/>
              </a:rPr>
              <a:t>Les cartes mémoire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Dans l'activité interactive, section « Je retiens des mots ». La traduction est masquée par défaut.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A5335F"/>
                </a:solidFill>
                <a:latin typeface="Verdana"/>
              </a:rPr>
              <a:t>Les trois exercices de vocabulaire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mot et sa définition, le mot et l'image, le mot à écrire. Les mêmes quinze mots.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A5335F"/>
                </a:solidFill>
                <a:latin typeface="Verdana"/>
              </a:rPr>
              <a:t>Les six mini-leçons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Six panneaux « Ouvrir la mini-leçon », avec de l'audio. Ils restent accessibles après la fin du module.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Autoévaluation : pour chaque énoncé, pas encore, un peu, ou oui.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peux demander où se trouve un produit.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fais la différence entre treize et trente, quinze et cinquante.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peux dire une quantité : un paquet de, un kilo 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6178296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6333744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reconnais les dessins de mise en garde et je sais lire ma facture.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À l'épicerie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