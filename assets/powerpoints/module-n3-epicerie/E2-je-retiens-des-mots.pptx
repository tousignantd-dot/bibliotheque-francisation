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Dépanneur » est un mot d'ici. En France, on dirait « supérette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spécial » comme nom est propre au Québec : ailleurs on dit « une promotion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reviennent à chaque passage à la caisse, toutes les semaines.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ligne du milieu est celle que les élèves rapportent le plus souvent comme utile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huit questions.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trois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magasin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0608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allée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7837" y="2121408"/>
            <a:ext cx="79911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passage entre deux rangées. Elle porte un numéro.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0608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affichette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7837" y="2909620"/>
            <a:ext cx="79911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panneau au-dessus de l'allée.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0608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tablette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7837" y="3697833"/>
            <a:ext cx="79911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planche où les produits sont posés.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0608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panier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7837" y="4486046"/>
            <a:ext cx="79911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contenant qu'on porte ou qu'on pousse.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0608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dépanneur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7837" y="5274259"/>
            <a:ext cx="79911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commerce ouvert tard.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circulaire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8358" y="2121408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journal des spéciaux de la semaine.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spécial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8358" y="2778252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prix réduit pendant quelques jours.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livre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8358" y="3435096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450 grammes — un peu moins d'un demi-kilo.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paquet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8358" y="4091939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contient plusieurs morceaux ensemble.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boîte de conserve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8358" y="4748784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boîte de métal qui garde longtemps.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mise en garde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8358" y="5405628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dessin qui avertit d'un danger.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caisse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664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caisse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73436" y="2121408"/>
            <a:ext cx="73855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paie, à la sortie.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6664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facture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73436" y="3106674"/>
            <a:ext cx="73855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montre ce qu'on a payé.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6664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sac réutilisable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3436" y="4091939"/>
            <a:ext cx="73855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sac solide qu'on rapporte chaque semaine.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6664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 de 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3436" y="5077205"/>
            <a:ext cx="73855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gratuite qui donne des rabais.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treize ou trente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la fin du mot qui décide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dire où c'est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numéro, une position, une hauteur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demander de l'aide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excusez-moi, puis la question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mots qui mesurent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 contenant ou un poids, puis « de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dessins qui avertissent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poison, corrosif, inflammable, explosif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lire une facture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sous-total, taxes, total, économies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coûte une minute ; chercher en coûte vingt.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Marisol n'a pas appris le nom de tous les produits d'une épicerie. Elle a appris quatre phrases : attirer l'attention, demander où c'est, faire répéter un chiffre, remercier. C'est ce qui lui permet de faire ses courses seule, dans n'importe quel magasin.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six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où se trouve un produit.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fais la différence entre treize et trente, quinze et cinquante.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une quantité : un paquet de, un kilo 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reconnais les dessins de mise en garde et je sais lire ma facture.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