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de confiance. Beaucoup d'élèves évitent de demander par crainte de mal dire : c'est ce qu'il faut désamorcer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temps que la personne se tourne — une seconde ou deux. Poser la question à quelqu'un de dos oblige à tout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quatre à voix haute, en chœur, puis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: « je cherche » n'a rien d'impoli, c'est ce que disent les gens d'ici.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quatre phrases valent bien au-delà de l'épicerie.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Le dire deux fois, et le rappeler à chaque pratique orale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module, qui accepte plusieurs formulations.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Exiger les quatre étapes à chaque fois, même quand la compréhension est bonne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devoir le plus important du module. Prendre cinq minutes à la séance suivante pour entendre trois récits.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de l'aide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: une pour attirer l'attention, une pour demander, une pour remercier. Et une quatrième, la plus utile de toutes — celle qui fait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attirer l'attention avant de poser sa question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trois façons différentes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sans gêne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et comprendre la réponse.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voulez demander où est le riz.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la question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« excusez-moi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la personne est de dos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attendre avant de parler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 (monsieur, madame)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cherche… / Où est…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répéter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 ? / Plus lentement, s'il vous plaît.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est celle qu'on ose le moins — et celle qui sert le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sont correctes et polies.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Où est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le riz ? » — court et clair.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Je cherche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le riz. » — encore plus simple, et c'est la formule la plus employée.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Pourriez-vous m'indiquer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le riz ? » — plus long, plus poli. Choisissez celle que vous direz sans hésiter : c'est la meilleure pour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Pardon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plus courte. Elle suffit dans la plupart des 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Vous pouvez répéter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claire. La personne redira la même phrase.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plus utile quand on a entendu sans comprendre : ce n'est pas le volume qui manque, c'est la vitesse.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Allée cinq ou allée quinze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meilleure : donner les deux possibilités obtient une réponse d'un seul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OUI » SANS AVOIR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oui, merci. — et on cherche vingt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vous pouvez répéter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poli coûte plus cher qu'un « pardon ». Personne ne juge quelqu'un qui demande de répéter — tout le monde le fait, même les gens nés ici, quand il y a du bruit dans le magasin.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Attirer l'attention d'un commis.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numéro.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vient de vous aider.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Attirer l'attention d'un commis.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Excusez-moi.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cherche le riz. / Où est le riz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numéro.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Pardon ? Vous pouvez répéter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lentement, s'il vous plaît.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vient de vous aider.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 beaucoup.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demande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produits, trois demandes, du début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demandez où se trouve un produit, pour vrai.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phrase que vous avez dite.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réponse : l'avez-vous comprise du premier coup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