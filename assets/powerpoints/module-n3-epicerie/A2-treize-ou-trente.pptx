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Commencer en disant « treize » puis « trente » sans prévenir, et demander au groupe ce qui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paires avant toute explication. Le groupe entend qu'il y a une différence bien avant de pouvoir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centrale, à photographier. Faire lire la colonne de gauche, puis celle de droite, puis en alternance.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d'élèves écoutent le début et devinent le reste : c'est la cause de presque toutes les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cas est celui qu'il faut retenir : à la caisse, il n'y a aucun indice pour deviner.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technique la plus utile de toute la séance, et elle vaut bien au-delà des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dramatiser : deviner juste arrive souvent. C'est quand on devine faux que ça coûte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 Deux écoutes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 difficile : le nombre est noyé dans une phrase. Faire écouter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à la séance suivante. Corriger surtout la lecture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Treize ou trente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paires de nombres se ressemblent, et ce sont celles qu'on entend le plus souvent : un numéro d'allée, un prix, une quantité. Toute la différence est à la fin du 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13 et 30, 14 et 40, 15 et 50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c'est la fin du mot qui décide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en donnant les deux possibilités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ces nombres dans un prix et un numéro d'allée.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deux mots sont-ils différents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treize » et « trente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quatorze » et « quarante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début, ou la fin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fin du mot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 « ZE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 « TE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treize ·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·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quatorze ·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quarante · 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quinze ·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cinquante · 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seize ·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soixante · 60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colonne de gauche vibre, celle de droite claque.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ÉCOUTER LA FIN, PAS LE DÉBUT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tr… » ne dit rien : les deux commencent pareil.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son &lt;b&gt;ze&lt;/b&gt; — celui du z de « zéro » — annonce un nombre entre 13 et 16. Le son &lt;b&gt;te&lt;/b&gt; — celui du t de « table » — annonce une dizaine : 30, 40, 50, 60. La fin est plus courte que le début, mais c'est elle qui porte toute l'information.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LÀ OÙ CES NOMBRES APPARAISSENT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endroits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numéro d'allée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Allée treize » ou « allée trente » ? Une épicerie n'a pas trente allées : le contexte aide, mais il ne suffit pas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prix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Treize dollars » ou « trente dollars » ? Ici, le contexte n'aide pas du tout — et l'erreur coûte dix-sept dollars.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quantité et la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Quinze pommes », « le spécial finit le quinze ». Même son, deux usages différents.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FAIRE RÉPÉTER, LA BONNE FAÇON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Pardon, treize ou trente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Donner les &lt;b&gt;deux&lt;/b&gt; possibilités est la façon la plus rapide de régler la question : la personne répond en un mot. Demander « vous pouvez répéter ? » fait redire la même phrase à la même vitesse — et on n'entend pas mieux la deuxième fois.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DEVINER D'APRÈS LE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Trente dollars pour du pain ? Ça doit être treize.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treize ou trente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contexte trompe : les prix ont monté, et un panier d'épicerie ordinaire dépasse souvent ce qu'on imagine. Une question de deux secondes vaut mieux qu'une supposition.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nombre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quatorze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quinze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cinquante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nombre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treize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13 — la fin vibre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30 — la fin claque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quatorze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quinze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cinquante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et écrivez le nombre en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Allée treize, à côté des conserves.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 dollars pour la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Quarante-deux dollars et quinze cents.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finit le quinze.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 millilitres, c'est très peu.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Allée treize, à côté des conserves.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 dollars pour la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Quarante-deux dollars et quinze cents.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42,15 $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finit le quinze.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 millilitres, c'est très peu.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prix que vous avez payés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chiffres et en lettres : « 13,45 $ — treize dollars et quarante-cinq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Lisez-les à voix haute avant de les écrire.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