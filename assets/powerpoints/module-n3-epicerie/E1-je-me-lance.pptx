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Prévoir des écouteurs : la production orale se fait à l'ordinateur, chacun de son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grille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combinaisons en tout.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par l'IA arrive tout de suite. Elle n'est pas conservée : l'élève la lit, la note, et recommence s'il le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hésiter, se reprendre et chercher un mot est normal et n'est pas pénalisé.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liste des billets de B4 et C2 sert de matière première : les élèves l'ont déjà écrite en partie.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dire avant que les élèves commencent.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 avant de lancer la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de l'IA n'est pas conservée par le système. Cette note est la seule trace qu'il en restera.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qui a été appris se rassemble : demander où c'est, faire répéter, dire une quantité, comprendre un prix. Une production orale, une production écrite.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une conversation complète dans une épicerie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trois défis dans une même production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liste d'épicerie avec les quantités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recevoir une correction et la relire.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trouver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Attirer l'attention, demander où c'est, faire répéter le numéro en donnant les deux possibilités.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choisir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le format ou le prix, employer un mot de quantité suivi de « de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3 · payer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Répondre aux trois questions de la caisse, comprendre le montant.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interactive : la &lt;b&gt;farine de maïs&lt;/b&gt; (un produit qui n'est pas là où on croit), le &lt;b&gt;spécial&lt;/b&gt; (vérifier un prix de circulaire), le &lt;b&gt;produit d'entretien&lt;/b&gt; (comprendre une mise en garde). Vous choisissez d'être le &lt;b&gt;client&lt;/b&gt; ou le &lt;b&gt;commis&lt;/b&gt; — faites les deux, ils n'emploient pas les mêmes phrases.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minutes,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Comprendre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Préciser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Vérifier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Fermer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RÉCITER AU LIEU DE PARLER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Apprendre le dialogue par cœur et le redire.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Employer les structures avec ses propres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dialogue récité s'entend, et il ne prépare à rien : le vrai commis ne dira pas la réplique attendue. Les structures — « je cherche… », « cinq ou quinze ? », « un sac de… » — se réemploient ; les phrases entières, non.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liste d'épicerie, de 5 à 8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 aussi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vérifier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trois moments sont là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vocabulaire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mots du module sont employés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langue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de » après la quantité, les mots de lieu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du premier coup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 : une phrase simple et juste vaut mieux qu'une phrase compliquée et fausse.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SI VOUS BLOQUEZ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secours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mini-leçons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Six panneaux « En apprendre plus » dans l'activité, avec l'audio. Ils restent ouverts pendant la production.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cartes mémoire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Quinze mots avec définition, exemple et image. Section « Je retiens des mots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bouton d'aide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envoie un signal à l'enseignante avec le titre de l'exercice où vous êtes. Elle vient sans que vous ayez à lever la main.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que la correction vous a signalé.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choses réussies, deux choses à travailler.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 la note : elle sert à la séance E2.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