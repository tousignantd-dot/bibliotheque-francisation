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des écouteurs : la production orale se fait à l'ordinateur, chacun de son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combinaisons en tout.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par l'IA arrive tout de suite. Elle n'est pas conservée : l'élève la lit, la note, et recommence s'il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 et chercher un mot est normal et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liste des billets de B4 et C2 sert de matière première : les élèves l'ont déjà écrite en partie.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 avant de lancer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de l'IA n'est pas conservée par le système. Cette note est la seule trace qu'il en restera.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se rassemble : demander où c'est, faire répéter, dire une quantité, comprendre un prix. Une production orale, une production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conversation complète dans une épicerie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défis dans une même production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liste d'épicerie avec les quantités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recevoir une correction et la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trouver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Attirer l'attention, demander où c'est, faire répéter le numéro en donnant les deux possibilités.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choisir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le format ou le prix, employer un mot de quantité suivi de « de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3 · payer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Répondre aux trois questions de la caisse, comprendre le montant.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interactive : 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farine de maïs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(un produit qui n'est pas là où on croit),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spécial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(vérifier un prix de circulaire),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produit d'entretien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(comprendre une mise en garde). Vous choisissez d'être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client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commis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— faites les deux, ils n'emploient pas les mêmes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minutes,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Comprendre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Préciser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Vérifier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AU LIEU DE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le dialogue par cœur et le redire.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Employer les structures avec ses propres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dialogue récité s'entend, et il ne prépare à rien : le vrai commis ne dira pas la réplique attendue. Les structures — « je cherche… », « cinq ou quinze ? », « un sac de… » — se réemploient ; les phrases entières, non.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liste d'épicerie, de 5 à 8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 aussi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vérifier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moments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vocabulaire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du module sont employés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 » après la quantité, les mots de lieu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 : une phrase simple et juste vaut mieux qu'une phrase compliquée et fausse.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 VOUS BLOQUEZ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mini-leçons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panneaux « Ouvrir la mini-leçon » dans l'activité, avec l'audio. Ils restent ouverts pendant la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cartes mémoire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Quinze mots avec définition, exemple et image. Section « Je retiens des mots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bouton d'aide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envoie un signal à l'enseignante avec le titre de l'exercice où vous êtes. Elle vient sans que vous ayez à lever la 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la correction vous a signalé.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choses réussies, deux choses à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note : elle sert à la séance E2.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