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liste des billets de B4 et C2 sert de matière première : les élèves l'ont déjà écrite en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: demander où c'est, faire répéter, dire une quantité, comprendre un prix.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dans une épicerie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liste d'épicerie avec les quantités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trouver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l'attention, demander où c'est, faire répéter le numéro en donnant les deux possibilités.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choisir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le format ou le prix, employer un mot de quantité suivi de « de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payer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Répondre aux trois questions de la caisse, comprendre le montant.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farine de maïs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(un produit qui n'est pas là où on croit),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spécial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(vérifier un prix de circulaire),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produit d'entretien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(comprendre une mise en garde). Vous choisissez d'être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client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commis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minutes,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Comprendre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Préciser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Vérifier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le vrai commis ne dira pas la réplique attendue. Les structures — « je cherche… », « cinq ou quinze ? », « un sac de…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liste d'épicerie, de 5 à 8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» après la quantité, les mots de lieu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panneaux « En apprendre plus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