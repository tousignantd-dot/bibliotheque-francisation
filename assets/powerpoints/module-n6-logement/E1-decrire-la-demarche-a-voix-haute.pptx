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Le dire clairement : la situation du programme ne demande que de la lecture, mais les attentes de fin de cours demandent, elles, de décrire une démarche à l'oral. C'est de là que vient la tâche.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distingue une bonne production d'une production moyenne : « il a quinze jours » compte, « il a un certain temps » ne compte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circuler et relever qui saute l'étape « prouver la date ». C'est celle qu'on oublie le plus, et c'est celle qui fait tenir tout le reste. Ne rien corriger pendant : on relève.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faire recopier au dos du cahier : c'est le seul papier autorisé pendant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trois premières cartes par trois élèves différents, à voix haute et debout. Entendre le modèle avant d'enregistrer vaut mieux que toutes les consignes.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critère que la correction par l'IA cherchera en premier. Le laisser au tableau pendant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jeu de rôle se fait avec l'assistant, sur les postes, avant l'enregistrement. Il sert de répétition : personne n'enregistre sans avoir tenu la conversation au moins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chacun son propre enregistrement une fois avant d'envoyer. La liste est la même que celle du module : elle est déjà à l'écran, à côté du micro.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minutes, à la toute fin. Le dire soi-même désamorce le sentiment d'échec, et l'enseignante voit d'un coup d'œil quelle étape reprendre avec le groupe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la démarche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semaines de lecture tiennent dans quatre-vingt-dix secondes de parole : ce qu'on a lu, on doit pouvoir le redire à quelqu'un qui n'a rien lu.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 quoi il s'agit avant d'entrer dans les détails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étapes dans l'ordre, avec leurs délais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exemple par « par exemple » ou « notamment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le site écrit de ce qu'on en pense.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Expliquez la démarche à votre voisin, sans notes. Deux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Commencez par dire de quoi il s'agit et où vous l'avez lu.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Nommez les étapes dans l'ordre : trouver, écrire, prouver, attendre.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 au moins un délai exact.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quatre-vingt-dix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s'agit, et où vous l'avez 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 dans l'ordre, avec les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exemple, puis ce que vous feriez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même plan paraît à l'écran dans le module, mot pour mot.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pour ouvrir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Quand on part pour un temps, on peut sous-louer son logement au lieu de le perdre. C'est écrit sur le site du Tribunal administratif du logement.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D'abord, on trouve quelqu'un. Ensuite, on écrit un avis avec son nom et son adresse. À partir du jour où le locateur le reçoit, il a quinze jours pour répondre.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Prenons le refus : il faut un motif sérieux, par exemple un défaut de paiement au dossier. À votre place, je ferais signer la copie de l'avis.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évite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Il faut aller voir le propriétaire » n'est pas une démarche : c'est un début de phrase. Une démarche a des étapes, un ordre et des 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CITEZ AU LIEU D'AFFIRMER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Selon la page du Tribunal… » plutôt que « la loi dit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rapportez une règle que vous avez lue, vous ne rendez pas un jugement. La différence est de trois mots et elle change tout : elle vous met à l'abri, et elle laisse à l'autre la possibilité de vérifier. Même chose pour votre opinion : « à mon avis » avant, toujours.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moments, deux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projet, annoncé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exposez votre projet à un locateur qui ne sait rien. Il croit d'abord que vous résiliez, et il doute qu'un étudiant paie.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refus, à peser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 répondu dans le délai et il refuse, avec deux motifs. Un seul se vérifie. Vous répondez sans vous fâcher.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deux cents dollars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exige des frais fixes. Vous ne refusez pas : vous demandez par écrit à quoi ils correspondent.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deux rôles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jouez la locataire qui a lu, ou le locateur méfiant. Jouer le locateur apprend autant : on voit ce qui, dans un discours, ne convainc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vérifie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Réécoutez-vous une fois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dit de quoi il s'agit avant les détails.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nommé les étapes dans l'ordre.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donné au moins une date ou un délai exact.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annoncé un exemple.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dit d'où vient la règle.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séparé mon avis de ce que dit le 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étape avez-vous oubliée à votre première tentative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Personne ne les dit toutes du premier coup.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