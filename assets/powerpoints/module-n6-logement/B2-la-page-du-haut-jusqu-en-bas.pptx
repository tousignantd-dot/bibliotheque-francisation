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la plus longue du bloc, et la plus importante du module : c'est ici que se travaille l'unique intention de la situation. Prévoir les postes pour la seconde heure.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quatrième objectif est le seul qui compte vraiment. Les trois autres sont des chemins pour y arriver.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réponse est simple et elle rassure : la page doit être vraie pour tout le monde, donc elle ne peut nommer personne. La difficulté n'est pas dans les mots, elle est dans cette distance-là.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vérifier l'ordre sur la page projetée : les quatre intertitres y sont, numérotés.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chaque tournure à voix haute, puis sa traduction. Faire chercher laquelle des quatre est la plus dangereuse à mal comprendre : c'est la dernière, et la classe le trouve seule.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relever dans la page projetée tous les « doit » et tous les « peut », au surligneur, avant de passer à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de repérage, pas de compréhension : on cherche l'endroit, pas la réponse. C'est exactement ce que fait l'exercice interactif, où l'élève clique le passage dans la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l'exercice dans l'autre sens à la fin : l'enseignante dit la colonne de droite, la classe retrouve la formule de gauche. C'est ce qui prépare l'écriture de l'avis, en C2.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le compte à main levée : qui, dans la classe, lit un papier officiel jusqu'au bout ? La réponse est toujours la même, et elle rend la règle inoubliable.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Deux minutes. Les réponses attendues : le nom de l'organisme et la date de mise à jour. Elles ouvrent la séance B3, qui porte justement sur ce qu'une page dit avant ses phrases.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B2  ·  MODULE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La page, du haut jusqu'en bas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texte qui ne parle de personne, et qui parle de vous. C'est l'intention même du programme : s'informer sur ses droits en consultant un site Web.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90 minutes  ·  Six mois ailleurs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reconnaître les quatre morceaux d'une fiche de droits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décoder quatre tournures juridiques courantes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retrouver dans un texte suivi le passage qui répond à une question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7782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860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traduire chaque ligne de la fiche en phrase qui commence par « moi, je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Pourquoi un texte de droits ne dit-il jamais « vous »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combien de personnes cette page doit-elle servir 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se passerait-il si elle nommait quelqu'un 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plus difficile à lire ? Pourquoi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300" b="1" i="0">
                <a:solidFill>
                  <a:srgbClr val="17181A"/>
                </a:solidFill>
                <a:latin typeface="Verdana"/>
              </a:rPr>
              <a:t>Les quatre morceaux, toujours dans cet ordre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MORCEAU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Y TROUVE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1. Ce que c'est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définition, et ce avec quoi on la confond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2. Ce qu'il faut faire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l'action, sa forme, son contenu obligatoire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3. Le délai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nombre de jours, et à partir de quand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4. Ce qui suit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refus, les frais, les recours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délai est au milieu, et c'est celui qu'on saute.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DÉCODAGE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tournures, et ce qu'elles veulent dire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« est réputé avoir consenti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La loi considère qu'il a dit oui, même s'il n'a rien dit. C'est le silence qui parle à sa place, et c'est ce qui protège le locataire.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« doit faire connaître 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6938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est obligé de le dire, et de le dire à vous. Un refus qu'on ne vous transmet pas n'a pas été fait.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« peut exiger 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a le droit de demander. Ce n'est pas le droit d'obtenir n'importe quoi : ce qui suit le verbe fixe la limite.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571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200" b="1" i="0">
                <a:solidFill>
                  <a:srgbClr val="0D7A6F"/>
                </a:solidFill>
                <a:latin typeface="Verdana"/>
              </a:rPr>
              <a:t>« demeure tenu de 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86808"/>
            <a:ext cx="4806543" cy="1119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Ça reste sur vos épaules, malgré tout le reste. C'est la formule qui dit que la sous-location ne vous libère de rien.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« PEUT » ET « DOIT » NE SE LISENT JAMAIS ASSEZ LENTEMENT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texte de droits ne les emploie jamais l'un pour l'autre.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Le locataire doit aviser par écrit » : il n'a pas le choix. « Le locateur peut exiger le remboursement » : il a le droit de demander, et vous avez le droit de demander à quoi cela correspond. Deux mots de trois lettres, et toute la différence entre une obligation et une possibilité.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la réponse dans la page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Nommez l'intertitre où se trouve la réponse.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doit contenir l'avis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le locateur a-t-il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se passe-t-il s'il ne répond pas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quelle condition peut-il refuser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argent peut-il réclamer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doit le loyer pendant la sous-location 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la réponse dans la page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doit contenir l'avis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1. Aviser le locateur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Combien de temps le locateur a-t-il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2. Le délai de réponse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 se passe-t-il s'il ne répond pas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2. Le délai de réponse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À quelle condition peut-il refuser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3. Le refus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Quel argent peut-il réclamer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4. Les frais et les obligations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Qui doit le loyer pendant la sous-location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4. Les frais et les obligations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TRADUCTION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La fiche, dite en « moi, je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401568"/>
          </a:xfrm>
          <a:prstGeom prst="roundRect">
            <a:avLst>
              <a:gd name="adj" fmla="val 430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PAGE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FARIDA COMPREND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aviser par écrit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dois écrire, pas seulement parler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le nom et l'adresse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dois avoir trouvé quelqu'un avant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quinze jours de la réception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mon délai part du jour où il l'a eu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0D7A6F"/>
                </a:solidFill>
                <a:latin typeface="Verdana"/>
              </a:rPr>
              <a:t>demeure tenu de ses obligations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je reste responsable du loyer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lire seulement le premier paragraphe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descendre jusqu'au délai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premier paragraphe définit ; il ne dit jamais ce qu'il faut faire ni quand. Gilles le disait dès la première séance : c'est toujours au milieu du texte qu'il y a le chiffre qui compte.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Une page trouvée sur Internet : à quoi voyez-vous qu'elle est fiable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Deux indices suffisent.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Pensez à ce qu'on regarde avant de lire.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Six mois ailleurs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