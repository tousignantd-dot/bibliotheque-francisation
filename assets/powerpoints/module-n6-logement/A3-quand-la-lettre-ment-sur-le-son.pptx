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courte et vivante. Elle se tient debout : beaucoup de répétition, peu d'écriture. Prévoir les postes pour la seconde moitié, l'exercice se fait à l'oreille.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plus utile de la séance : c'est celui qui sert dans la vraie vie, quand on cherche un mot entendu au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de langues des élèves s'écrivent comme elles se disent. Le français les déroute pour cette raison précise, et le dire soulage : ce n'est pas leur oreille qui est en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Ne pas chercher de règle générale : il n'y en a pas. Ces mots s'apprennent un par un, et ils sont peu nombreux.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exemple par le groupe entier avant de commenter. L'oreille apprend en répétant, pas en écoutant l'enseignante expliquer.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douze cartes de l'exercice interactif reprennent la même liste, avec l'audio. Faire cet échauffement de vive voix d'abord : le casque vient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faire l'essai en direct sur un poste, avec un mot que le groupe choisit lui-même.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faire entendre deux fois, dans les deux prononciations. Les élèves qui parlent anglais entendent la différence tout de suite ; les autres ont besoin de la comparaison.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les billets et en faire une liste de classe : elle sert de banque d'exercices pour les séances suivantes, et elle vient des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A3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Quand la lettre ment sur le 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groupes de lettres qui ne se disent pas comme ils s'écrivent — et le jour où ça vous fait perdre une heure.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Six mois ailleurs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le son [k] derrière les lettres ch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le son [s] derrière la lettre x, dans les nombres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le son de « chat » derrière sh et sch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un mot entendu quand la première orthographe ne donne rien.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entendez un mot au téléphone. Vous le cherchez ensuite, et rien ne sort. Que faites-vous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écrit un mot comme vous l'entendiez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mot français vous a le plus surpris à l'écrit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votre langue, l'orthographe suit-elle la prononciation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groupes, trois sons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ch (mots d'étude)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[k] — une chorale, la technologie, le chaos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x (dans les nombres)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[s] — dix-huit, soixante-quinze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sh et sch (emprunts)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son de « chat » — un schéma, un flash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cas seulement, mais très fréquents.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DÉTAIL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se cache derrière chaque groupe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ch qui dit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Des mots venus du grec : une chorale, la technologie, un psychologue, le chaos. Presque toujours des mots d'école ou de science.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Ce qui ne change 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Chercher, chaque, chambre, chauffage gardent le son ordinaire. Le k est l'exception, jamais la règle.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x qui dit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Dix-huit, soixante-quinze. Seul, le s s'entend ; devant une consonne, il se tait ; devant une voyelle, il se lie.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sh et sch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schéma, un sushi, un flash, un t-shirt. Trois de ces quatre mots existent aussi en anglais : la bouche doit rester française.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porte le groupe de lettres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dites : comme K, comme S, ou comme 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chorale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technologie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dix-huit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six mois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schéma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sushi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porte le groupe de lettres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chorale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technologie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dix-huit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six mois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schéma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sushi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UN MOT INTROUVABLE SE CHERCHE AUTREMENT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Quand l'orthographe entendue ne donne rien, changez de lettre.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entendez « tecnologie » : essayez « ch » à la place du k. Vous entendez « soisante » : essayez « x » à la place du s. Deux essais suffisent presque toujours, et ils remplacent une demi-heure de recherche.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un t-shirt » dit à l'anglaise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un t-shirt » dit à la française : ti-cheurt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Ces mots sont français depuis longtemps. La consonne est bien celle de « chat », mais la voyelle aussi doit être française. Un mot emprunté se prononce avec la bouche de la langue qui l'accueille.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un mot français dont l'orthographe vous a déjà trompé.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mot suffit.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Écrivez-le comme vous l'entendiez, puis comme il s'écrit.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Six mois ailleurs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