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Rendre les billets de C2 et de C5 en ouvrant : l'objet et la dernière phrase sont déjà écrits, il reste à bâtir le milieu.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transférable : une demande au conditionnel avec une date sert à l'école, à la banque, au travail et au bureau du médecin.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corriger l'objet par le voisin avant d'écrire le reste. C'est deux minutes, et ça évite les objets vagues qu'on ne rattrape plus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même plan est à l'écran dans le module, au-dessus du cadre de rédaction.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phrases sont des modèles, pas un texte à recopier : le faire dire. Un courriel identique pour toute la classe ne sera corrigé par personne, et l'IA le remarquera aussi.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vérifier que la date écrite dans le courriel est bien celle de l'avis : une incohérence de date défait tout le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même liste est dans le module, à côté du cadre de rédaction. La faire cocher sur papier d'abord : on relit mieux un texte imprimé qu'un texte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mise en garde du module. Elle vaut pour tous les écrits administratifs, et c'est souvent celle dont les élèves se souviennent le plus longtemps.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là-dessus : ces quatre mots servent bien au-delà du logement. Un avis, un délai, un motif et une preuve de date, c'est la charpente de presque toute démarche administrative au Québec.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minutes, et c'est la fin. Ces billets sont les meilleurs qu'on ramasse de tout le module : les garder pour la présentation du module suivant, ils disent mieux que n'importe quelle consigne à quoi ça 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courriel,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Huit à douze phrases, trois paragraphes, un objet qui se comprend sans ouvrir le message. Puis on referme le dossier.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en trois paragraphes séparés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y placer le nom, l'adresse et les dates sans en oublier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formuler la demande au conditionnel, avec une échéance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qu'on sait faire à la fin du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RETOUR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Relisez votre objet, écrit en B3. Le comprendriez-vous sans ouvrir le message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un verbe conjugué ? Il ne devrait pas y en avoir.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mots ? Cinq ou six suffisent.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numéro du logement y est-il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trois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Premier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vous écrivez, et à quel document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Deuxième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faits : la personne, les dates, l'engagement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Troisième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demandez, et pour quand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ligne blanche entre les trois : le lecteur voit ce qu'on lui 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MODÈLES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pour ouvrir chaque paragraphe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Premier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Monsieur Tardif, je vous transmets ci-joint mon avis de sous-location pour le logement 2, daté du 18 novembre.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Deuxième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La personne proposée est monsieur Nicolas Trudel, domicilié au 745, avenue du Bourg-Royal. La sous-location irait du 5 janvier au 28 juin, et je demeure responsable du loyer.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Troisième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Pourriez-vous me confirmer votre réponse par écrit d'ici le 3 décembre ? Il faut que cette réponse soit écrite pour que je puisse en tenir compte.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signature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Farida Belkacem, logement 2, 418 555-0142. » Dans un immeuble de six logements, un prénom ne suffit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DEMANDE SANS DATE N'OBTIENT RIEN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Quand vous pourrez » ne fait bouger personne.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Pourriez-vous me répondre d'ici le 3 décembre ? » transforme une question en demande. La date n'est pas une menace : c'est celle qui figure déjà dans votre avis, et la rappeler évite au lecteur d'avoir à la chercher.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AUTOCORRECTION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je vérifie avant d'envoyer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une fois et cochez.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objet tient en cinq ou six mots, sans verbe conjugué.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nommé la personne à qui j'écris, suivie d'une virgule.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trois paragraphes sont séparés par une ligne blanche.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écrit le nom, l'adresse et les deux dates.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demande est au conditionnel, avec une échéance.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employé « il faut que » ou « je souhaite que » correctement.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ce qu'on pense du locateur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ce qu'on attend de lui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jugement sur quelqu'un reste écrit et se retourne toujours. Une demande datée, elle, appelle une réponse. Ce n'est pas de la prudence excessive : c'est ce qui distingue un dossier qui avance d'une chicane qui s'enlise.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mots qu'on emporte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1736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375" y="2121408"/>
            <a:ext cx="67346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écrit qui informe et qui fait partir un délai — jamais une demande de permission.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31736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4375" y="3106674"/>
            <a:ext cx="67346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temps qui commence à une date précise et qui finit à une date précise.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31736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motif sérieux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4375" y="4091939"/>
            <a:ext cx="67346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raison qui regarde la personne ou le logement, et qui peut se montrer.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31736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accusé de réception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375" y="5077205"/>
            <a:ext cx="673463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preuve de la date, et rien d'autre. C'est déjà l'essentiel.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vous saurez faire, maintenant, que vous ne saviez pas faire il y a quatre semaines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Pensez à un papier que vous n'auriez pas lu avant.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