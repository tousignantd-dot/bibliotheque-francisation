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 du texte. C'est ce qui distingue le niveau 6 des niveaux 3 et 5 : on ne travaille plus la phrase seule, on travaille ce qui relie deux phrases.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premiers objectifs sont de compréhension, les deux derniers de production. Ne pas mélanger : on ne demande pas d'employer « en » spontanément à ce stade, on demande de savoir à quoi il renvoie.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Projeter la phrase seule, sans contexte. Personne ne peut répondre — c'est la démonstration. Ajouter ensuite la phrase précédente : tout s'éclaire d'un coup.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règle est mécanique et c'est ce qui la rend sûre : ce n'est pas le sens du mot qui décide, c'est la construction du verbe.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produire un exemple de classe pour chaque carte, tiré du dossier et non inventé de nulle part. Un exemple qui vient du texte se retient ; un exemple abstrait se perd.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réponse par la question au verbe. Corriger le raisonnement, pas seulement le mot : c'est le raisonnement qui servira sur une phrase nouvelle.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Trois essais pour trancher : « il » donne qui, « le » donne que, « là » donne où. Le faire dire à voix haute avant l'exercice.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trois essais à chaque ligne, à voix haute. L'exercice interactif reprend la même liste ; ce qui se fait ici de vive voix s'y fera au clavier, avec la correction immédiate.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Ceux qui écrivent « le jour que » sont ceux à reprendre individuellement : la faute est tenace parce qu'elle est correcte à l'oreille.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B4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Ne pas tout redire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Il en dispose », « elle le sait », « le jour où ». Les petits mots qui tiennent un texte suivi, et qui font perdre le fil quand on ne les rattache pas.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90 minutes  ·  Six mois ailleurs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rattacher « en » à ce qui vient après « de »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rattacher « le » à toute une idée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où » pour un lieu et pour un moment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entre qui, que et où en trois essais.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Il en dispose. » De quoi parle-t-on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faut-il avoir lu avant pour comprendre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la page n'écrit-elle pas « il dispose de quinze jours »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se passe-t-il si on saute la phrase d'avant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verbe commande le pronom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VERBE DEMANDE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PRONOM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parler de, disposer 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avoir besoin de, répondre 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savoir, dire, ignorer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voir, comprendre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48072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Posez la question au verbe, pas au mot repris.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DÉTAIL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emplois, deux tests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« en » reprend un groupe en « de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La page parle du délai : elle en parle. Elle a besoin d'une preuve : elle en a besoin. Le test : le verbe demande-t-il « de »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« le » reprend une idée entière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silence vaut consentement. Elle le sait. Ici, « le » ne remplace pas un objet mais toute la phrase d'avant. Le test : peut-on dire « cela »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La place du pronom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Devant le verbe conjugué, toujours. Aux temps composés, devant l'auxiliaire : « elle en a parlé », jamais « elle a en parlé 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« en » ne remplace pas une personne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Je parle de monsieur Tardif donne « je parle de lui », pas « j'en parle ». Les personnes gardent leur pronom à elles.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en » ou « le »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la deuxième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page parle d'un délai. Farida … parle aussi.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silence vaut consentement. Elle … sait.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besoin d'une preuve. Elle … a besoin.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L'avis doit nommer la personne. La page … répète deux fois.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dispose de quinze jours. Il … dispose jusqu'au 3 décembre.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refus doit être écrit. Beaucoup ne … savent pas.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en » ou « le »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page parle d'un délai. Farida … parle aussi.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silence vaut consentement. Elle … sait.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besoin d'une preuve. Elle … a besoin.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L'avis doit nommer la personne. La page … répète deux fois.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dispose de quinze jours. Il … dispose jusqu'au 3 décembre.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refus doit être écrit. Beaucoup ne … savent pas.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« OÙ » RATTACHE UN LIEU, ET AUSSI UN MOMENT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jour où, l'année où, le mois où.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l'emploi qu'on oublie. « Le trois décembre est le jour où le délai finit » — pas « que ». À l'oral, « le jour que je suis arrivée » s'entend partout ; à l'écrit, dans un avis ou un courriel, « où » est ce qui distingue tout de suite un texte tenu d'un texte parlé.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qui, que ou où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chaque phrase avec un seul mot.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Limoilou est le quartier … elle habite.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trois décembre est le jour … le délai finit.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L'avis … elle a remis porte un nom.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locateur … refuse doit écrire ses motifs.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L'année … elle est arrivée, elle ne parlait pas français.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page … elle a lue répond à ses questions.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qui, que ou où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Limoilou est le quartier … elle habite.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trois décembre est le jour … le délai finit.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L'avis … elle a remis porte un nom.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qu'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locateur … refuse doit écrire ses motifs.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L'année … elle est arrivée, elle ne parlait pas français.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page … elle a lue répond à ses questions.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qu'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une phrase avec « le jour où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phrase.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Parlez d'une vraie date, la vôtre.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Six mois ailleurs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