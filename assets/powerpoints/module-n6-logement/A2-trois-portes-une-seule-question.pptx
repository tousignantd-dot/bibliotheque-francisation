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billets de sortie de A1 : lire deux ou trois réponses à voix haute, sans nommer personne. Elles disent où en est le groupe, et elles ouvrent la séance mieux qu'une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 objectif de prudence, pas de grammaire. On ne cherche pas à décourager : on cherche à ce que personne ne signe sans savoir de quoi il répond.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se tromper. Presque tous répondent « la personne qui habite là ». La correction fait tout le poids de la séance : le locateur ne connaît que son locataire.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fois. Demander un exemple de vie réelle entre chaque : quelqu'un qui part aux études, quelqu'un qui déménage, quelqu'un qui ne peut plus payer. Les trois cas existent dans presque tous les groupes.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ligne par la question du tableau de A1. Ne pas donner la réponse : la faire trouver, ligne par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à retenir de tout le bloc A. La faire redire par trois élèves différents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Prendre le temps. Demander à quelqu'un de reformuler dans ses mots, puis vérifier avec un deuxième élève que la reformulation était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préfixe « sous- » : il veut dire « qui dépend de ». Un sous-locataire dépend du locataire, jamais directement du locateur. Ce préfixe explique à lui seul toute la responsabilité.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faisant reposer la question à chaque fois : après, qui est encore au bail ? Le but n'est pas la bonne réponse, c'est le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ceux qui écrivent « céder » sans s'en rendre compte sont ceux à suivre de près en A4 et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portes, une seule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Sous-louer, céder, résilier. Les trois mots parlent du même moment de la vie et ne mènent pas au même endroit.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seule question qui départage les trois démarches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qui reste au bail dans chaque cas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risque de la sous-location et l'accepter en connaissance de cause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mot juste dans une phrase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prêtez votre logement à quelqu'un. Il ne paie pas. Qui le propriétaire appelle-t-il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aviez cédé votre bail plutôt que sous-loué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connaît-il seulement la personne qui habite là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auriez voulu savoir avant de dire oui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chaque démarche fait de 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Sous-louer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prêtez pour un temps. Le bail reste à votre nom, vous revenez à la date prévue, et vous répondez du loyer jusqu'au bout.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Céder son bail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transmettez le contrat. L'autre personne prend votre place aux mêmes conditions, et vous sortez du dossier pour de bon.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Résilier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mettez fin au bail avant son terme. La loi ne le permet que dans des situations précises, et il faut un avis en bonne et due forme.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question qui tranche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Après, qui est encore au bail ? Vous, l'autre, ou personne. Trois réponses possibles, trois portes différentes.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situation, trois issues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LA PERSONNE VEUT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pars six mois et je reviens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sous-location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déménage en février pour de bon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cession de bail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sœur prendra le logement jusqu'à la fin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cession de bail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J'accepte de répondre si l'autre ne paie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sous-location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SOUS-LOCATION NE VOUS LIBÈRE DE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locateur ne connaît que son locataire.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votre sous-locataire ne paie pas, c'est vous qui devez le loyer. Si votre sous-locataire abîme le logement, c'est vous qu'on ira voir. C'est ensuite à vous de vous retourner vers lui. C'est le prix à payer pour garder son logement — et c'est pour cela qu'on demande des références.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sous-loué, donc je ne suis plus responsable de rien.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sous-loué, et je réponds encore de tout jusqu'au 30 juin.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croyance la plus répandue, et la plus coûteuse. La sous-location déplace l'occupant, jamais la responsabilité. Elle n'existe d'ailleurs que pour ça : garder le bail à son nom.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06122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sous-location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3130" y="2121408"/>
            <a:ext cx="7545876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prêter son logement à quelqu'un pour un temps, en gardant son bail à son nom.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2506122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cession de bail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3130" y="3435096"/>
            <a:ext cx="7545876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transmettre son bail à quelqu'un d'autre et de sortir du contrat pour de bon.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2506122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résiliation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0" y="4748784"/>
            <a:ext cx="7545876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fin d'un contrat avant la date prévue, dans les cas que la loi permet.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Sous-location ou cession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de quoi il s'agit dans chaque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garde son bail et reprend son logement le premier juillet.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arrive devient locataire à la place de celle qui 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locataire de départ reste responsable du loyer jusqu'à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bail change, et l'ancien locataire n'a plus rien à y voir.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porte sur une période avec une date de fin.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prête son logement pendant qu'on travaille ailleurs six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Sous-location ou cession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garde son bail et reprend son logement le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arrive devient locataire à la place de celle qui 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locataire de départ reste responsable du loyer jusqu'à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bail change, et l'ancien locataire n'a plus rien à y voir.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porte sur une période avec une date de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prête son logement pendant qu'on travaille ailleurs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complète qui commence par « Je veux sous-louer parce que…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Inventez la raison si vous voulez.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Attention au mot : sous-louer, pas céder.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