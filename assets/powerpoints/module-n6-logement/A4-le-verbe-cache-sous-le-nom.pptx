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A. Elle prépare directement le Défi 1 : la page qu'on lira lundi est écrite en noms, et sans ce travail elle paraîtra trois fois plus difficile qu'elle n'est.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vrai. Les trois premiers ne sont que des moyens : ce qu'on veut, c'est qu'une phrase de texte officiel cesse d'être un mur.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Répondre honnêtement à la question : un nom se numérote, se cite et se met en titre ; un verbe demande un sujet, donc quelqu'un de précis. Un texte qui vaut pour tout le monde ne peut pas nommer quelqu'un.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règle du genre vaut la peine d'être dite : elle règle à elle seule la moitié des fautes d'accord dans les productions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carte est un conseil de survie, pas une facilité. Un élève qui écrit « je veux sous-louer » est parfaitement clair ; un élève qui invente un nom savant ne l'est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l'article à chaque fois. Un nom sans article n'est pas su : c'est au moment de l'employer dans une phrase que la faute se voit.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l'exercice en direct sur une phrase que l'enseignante écrit au tableau, tirée de la page qui sera lue en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la colonne de droite à voix haute, puis demander la gauche. L'exercice est plus difficile dans ce sens-là, et c'est celui dont l'élève aura besoin lundi.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La bonne réponse est « le locataire continue de payer le loyer ». Ceux qui n'y arrivent pas encore auront besoin d'aide en B2 : les repérer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verbe caché sous le nom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La reconduction du bail s'effectue de plein droit » veut dire « le bail continue tout seul ». Même chose, deux habits.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Six mois ailleurs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le verbe sous un nom en -tion et en -ment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deux noms irréguliers du dossier : cession, indemnité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bon article selon le suffixe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traduire une phrase administrative en phrase parlée.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Pourquoi les textes officiels sont-ils écrits comme ça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paiement du loyer » ou « vous payez votre loyer » : lequel est plus clair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un texte de loi préfère-t-il le premier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renoncé à lire un papier à cause de sa langue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suffixe fabrique le nom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SUFFIXE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MOTS DU DOSSIER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-tion (féminin)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location, la sous-location, la résiliation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-ment (masculin)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renouvellement, le consentement, le paiement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irréguliers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céder donne la cession · indemniser donne une indemnité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genre suit le suffixe, presque sans exception.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DÉTAIL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préfixes, et ce qu'ils changent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sous-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veut dire « en dessous », donc « qui dépend de ». Un sous-locataire dépend du locataire, jamais directement du locateur.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re-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refait : louer donne relouer, conduire donne reconduire. La reconduction du bail, c'est le bail qu'on reconduit — qu'on refait rouler.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mot qui trompe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Cession » se prononce comme « session » et n'a aucun rapport. Dans un écrit, seul le contexte les distingue.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mot qui manque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Un sous-louage » n'existe pas, « une cédation » non plus. Devant un doute, écrivez le verbe : personne ne vous reprochera une phrase simple.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nom de la même famille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nom qui correspond au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veut sous-louer : elle prépare une…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céder le bail : on parle d'une…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bail se renouvelle tout seul : c'est le…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locateur consent : elle obtient son…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met fin au bail : la loi encadre la…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paie le premier du mois : le… du loyer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nom de la même famille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veut sous-louer : elle prépare une…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sous-location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céder le bail : on parle d'une…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cession de bail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bail se renouvelle tout seul : c'est le…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renouvellement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locateur consent : elle obtient son…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consentement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met fin au bail : la loi encadre la…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résiliation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paie le premier du mois : le… du loyer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paiement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RETROUVER LE VERBE, C'EST COMPRENDRE LA PHRASE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Sous chaque nom d'un texte officiel, il y a un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La reconduction du bail » veut dire que le bail continue. « Le consentement du locateur » veut dire que le locateur accepte. « Le remboursement des dépenses » veut dire qu'on rembourse les dépenses. Faites l'opération à voix basse pendant que vous lisez : la phrase se dégonfle d'elle-même.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TRADUCTION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dit, ce qu'on 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DIRAIT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DOCUMENT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bail continue tout seul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reconduction du bail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accepte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son consentement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prête son logement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sous-location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met fin au bail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résiliation du bail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Traduisez en langage parlé : « Le paiement du loyer demeure à la charge du locataire.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avec un verbe et un sujet.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Qui paie, et quoi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Six mois ailleurs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