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méthode. Elle sert autant à lire qu'à écrire : les six repères d'une page se retrouvent, à l'envers, dans le courriel du bloc E. Le dire dès l'ouverture.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dépasse le module : c'est celui qui servira le jour où quelqu'un tombera sur une page de conseils douteux.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pour vrai : projeter la page trois secondes, couper, puis interroger. Le groupe retient toujours plus qu'il ne croit, et c'est la démonstration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Deux repères de plus sont dans l'exercice interactif : le gras et le lien souligné. Les nommer à l'oral pour ne pas charger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relever les mots en gras de la page projetée et les écrire au tableau : ce sont ceux que l'élève réemploiera en C2 et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est une honnêteté nécessaire. Le dire clairement : ce qu'on lit ici est vrai, mais ce n'est pas le document officiel, et l'élève doit savoir où est le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vite : l'exercice est facile et il doit le rester. Ce qui compte, c'est le réflexe de regarder avant de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pont vers le bloc E. Le poser maintenant fait gagner une demi-séance en E2 : l'élève aura déjà vu que lire et écrire se servent des mêmes repères.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et lire trois objets à voix haute, sans nommer personne : la classe juge lequel se comprend le mieux. L'exercice revient en E2, corrigé.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la page dit avant ses phrases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secondes de survol donnent la carte du texte. Sans elle, on lit sans savoir où l'on 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repères d'une page Web officielle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chacun apprend avant la lecture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juger de la fiabilité d'une page en deux indices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appliquer les mêmes repères à un texte qu'on écrit soi-même.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Regardez la page trois secondes, écran éteint ensuite. Qu'avez-vous retenu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d'étapes la page décrit-elle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était en gras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avait-il un encadré ? Où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repères, et ce qu'ils apprennent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REPÈRE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VOUS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titre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ça parle, et si vous êtes au bon endroit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mise à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ce que vous lisez tient encore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intertitres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d'étapes, et dans quel ordre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l'encadré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les gens oublient le plus souvent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gras marque le terme exact à recopier dans vos papiers.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GRAS N'EST PAS UNE DÉCORATION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fiche de droits, il marque les mots qui ont une valeur précise.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Motif sérieux », « dépenses raisonnables », « réputé avoir consenti » : ce sont les mots à recopier tels quels dans un avis ou un courriel. Les remplacer par un synonyme affaiblit la phrase — et parfois change ce qu'elle demande.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FIABILITÉ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indices avant de faire confiance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Qui écrit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organisme public, un cabinet, un forum, une personne ? Une page sans nom d'auteur n'est pas fausse — elle est seulement invérifiable.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Depuis quand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date de mise à jour ancienne n'est pas rédhibitoire, mais elle demande vérification : les règles de logement changent.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doute utile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pages qui se contredisent, c'est normal : l'une est peut-être périmée. Le téléphone tranche en quatre minutes, gratuitement.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page de ce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imite la forme d'une fiche officielle et elle est écrite pour le cours. Pour un vrai dossier, on ouvre celle du Tribunal.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repère répond à la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quel élément de la page vous renseigne.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Suis-je au bon endroit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encore à jour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y a-t-il d'étapes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mot dois-je recopier dans mon avis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je ne dois surtout pas manquer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en lire plus long sur ce point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repère répond à la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Suis-je au bon endroit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titre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encore à jour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ligne « mise à jour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y a-t-il d'étapes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intertitres numérotés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mot dois-je recopier dans mon avis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mot en gras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je ne dois surtout pas manquer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l'encadré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en lire plus long sur ce point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lien souligné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Les mêmes repères, quand c'est vous qui écrivez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LA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VOTRE COURRIEL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titre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l'objet du 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intertitres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paragraphe par idée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gras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dates et les noms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l'encadré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demande, seule, à la fin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l'objet d'un courriel qui annonce une sous-location.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Cinq ou six mots, sans verbe conjugué.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Quelqu'un doit comprendre sans ouvrir le message.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