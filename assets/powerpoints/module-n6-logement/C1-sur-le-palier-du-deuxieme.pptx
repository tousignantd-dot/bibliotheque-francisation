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Faire le lien à voix haute : tout ce qui a été lu au Défi 1 sert maintenant à tenir une conversation debout dans un escalier, sans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plus fin de la séance, et le plus utile : faire signer une copie ne veut pas dire obtenir un oui.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les récits venir : plusieurs élèves ont eu des conversations difficiles avec un propriétaire. Ne pas juger les stratégies, les comparer ensuite avec celle de Farida.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malentendu est instructif : le locateur entend « départ » et pense « résiliation ». C'est le tableau de A1 qui règle la question, et Farida le fait en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choses à faire remarquer : elle reconnaît l'inquiétude de l'autre avant de répondre, et elle cite la règle sans dire « c'est la loi ». Les deux se réutilisent au jeu de rôle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le cœur de la séance. Beaucoup de locateurs refusent de signer parce qu'ils croient s'engager : dire « ce n'est pas un accord, c'est une date » lève le refus neuf fois sur 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grille du jeu de rôle de E1 : les quatre gestes s'y retrouvent, et l'assistant les attend.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jouer la phrase par deux ou trois élèves, debout, avec le ton : c'est une phrase qui se dit, pas une phrase qui se sait.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cinq mots paraîtront dans la lettre de refus lue en C3. Les poser maintenant évite d'avoir à s'arrêter en pleine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cinquième énoncé est celui qui compte. Faire relire la réplique exacte avant de corriger : la nuance ne s'entend qu'une fois qu'on la cherche.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réponses servent à ouvrir E1 : ce que la classe a repéré comme habile est ce qu'elle réemploiera au jeu de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Sur le palier du deuxième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règle du site ne parlait de personne. Ce soir, elle rencontre un propriétaire de soixante-trois ans qui n'aime pas les surprises.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Six mois ailleurs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21203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20268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une conversation où les deux personnes ne veulent pas la même chose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06343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1841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266439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075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 qui, dans le discours de Farida, vient du site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5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5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1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3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cinq mots de la réponse écrite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demande de signature d'une demande d'accord.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Comment annoncer une chose que l'autre ne veut pas entendre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Faut-il commencer par la mauvaise nouvelle ou par la bonne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met l'autre sur la défensive tout de suite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eu à annoncer quelque chose à un propriétaire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malentendu du début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7135" y="2322576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Monsieur Tardif ? Vous avez deux minutes ? J'ai un papier à vous remettre et j'aimerais mieux vous l'expliquer moi-même.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LUCIEN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7135" y="3409696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papier. Ça commence bien. Ne me dites pas que vous résiliez : le bail court jusqu'au trente juin.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322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96816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27135" y="4496816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résilie rien. C'est le contraire : je veux garder mon logement. Je pars six mois et je reviens le premier juillet.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41934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583936"/>
            <a:ext cx="12944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LUCIEN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7135" y="5583936"/>
            <a:ext cx="88489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Six mois. Et le loyer, pendant ce temps-là, il tombe du ciel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arrive avec un nom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9444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LUCIEN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7135" y="1901952"/>
            <a:ext cx="884899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Sous-louer. J'ai déjà donné, moi. Il y a six ans, au quatre, ç'a été un vrai cirque.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88920"/>
            <a:ext cx="11057839" cy="1289303"/>
          </a:xfrm>
          <a:prstGeom prst="roundRect">
            <a:avLst>
              <a:gd name="adj" fmla="val 1134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53512"/>
            <a:ext cx="1294447" cy="1014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7135" y="2953512"/>
            <a:ext cx="8848991" cy="1014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comprends que ça vous rende méfiant. C'est pour ça que je ne viens pas demander la permission en l'air : je viens avec un nom, une adresse et des dates.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160520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325112"/>
            <a:ext cx="1294447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LUCIEN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7135" y="4325112"/>
            <a:ext cx="884899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étudiant. Il va me faire des partys jusqu'à trois heures du matin.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892040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56631"/>
            <a:ext cx="129444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7135" y="5056631"/>
            <a:ext cx="884899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le droit de vérifier son dossier, et je vous encourage à le faire. Mais pour refuser, il faut un motif sérieux, et il doit regarder la personne.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date, pas l'accord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9444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7135" y="1901952"/>
            <a:ext cx="884899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Voici l'avis. Daté d'aujourd'hui, le dix-huit novembre. Le nom de monsieur Trudel, son adresse, et les dates : du cinq janvier au vingt-huit juin.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88920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53512"/>
            <a:ext cx="1294447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LUCIEN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7135" y="2953512"/>
            <a:ext cx="884899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Et je fais quoi avec ça, moi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20439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85031"/>
            <a:ext cx="129444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7135" y="3685031"/>
            <a:ext cx="884899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quinze jours pour me répondre par écrit. Si vous ne répondez pas d'ici le trois décembre, la loi considère que vous avez consenti.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572000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736592"/>
            <a:ext cx="129444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7135" y="4736592"/>
            <a:ext cx="884899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vous accepteriez de me signer cette copie ? Ce n'est pas un accord, c'est une date.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qu'elle fait, et pourquoi ça marche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ELLE FAIT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ÉVITE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elle corrige le malentendu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conversation sur une résiliation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elle nomme la personne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refus vague sur un projet vague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elle cite la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parler comme si elle décidait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elle demande la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ne pas pouvoir prouver le délai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FAIRE SIGNER UNE COPIE, CE N'EST PAS OBTENIR UN ACCORD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signature de réception prouve une date, rien de plus.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Et c'est déjà l'essentiel : le délai de quinze jours part de la réception. Sans preuve de cette date, on ne peut pas établir la fin du délai — donc pas se prévaloir du silence. Le dire à la personne avant de lui tendre le stylo enlève toute la méfiance.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mots de la réponse écrite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31736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consentement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4375" y="2121408"/>
            <a:ext cx="673463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L'accord donné par une personne à ce que l'autre lui propose.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31736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accusé de réception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4375" y="2909620"/>
            <a:ext cx="673463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preuve écrite qu'une personne a bien reçu un document, avec la date.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31736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indemnité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4375" y="3697833"/>
            <a:ext cx="673463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L'argent versé pour réparer une perte causée à quelqu'un.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31736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des dommages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4375" y="4486046"/>
            <a:ext cx="673463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Les dégâts causés à un logement, ou la perte d'argent qui en résulte.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31736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défaut de paiement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4375" y="5274259"/>
            <a:ext cx="673463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fait de ne pas payer son loyer à la date prévue.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scène du palier.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Farida vient annoncer qu'elle résilie son bail.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arrive avec un nom, une adresse et des 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Monsieur Tardif a déjà eu une mauvaise sous-location.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lui demande la permission de chercher quelqu'un.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fait signer la copie pour prouver l'accord.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Sans réponse avant le 3 décembre, il a consenti.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Farida vient annoncer qu'elle résilie son bail.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veut le garder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arrive avec un nom, une adresse et des dates.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Monsieur Tardif a déjà eu une mauvaise sous-location.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lui demande la permission de chercher quelqu'un.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a déjà trouvé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fait signer la copie pour prouver l'accord.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pour prouver la date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Sans réponse avant le 3 décembre, il a consenti.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Quelle phrase de Farida vous a paru la plus habile ? Pourquoi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phrase, et une raison.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Pensez à ce qui aurait pu mal tourner sans elle.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Six mois ailleurs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