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Ouvrir par une question au groupe : combien de temps avez-vous mis à trouver votre logement ? Presque tout le monde a une histoire, et elle est longue. C'est ce qui rend la suite évidente.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du module entier. Le dire tout de suite : ici, on n'apprend pas à se défendre, on apprend à se renseigner avant de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sans mauvaise réponse. Laisser venir les récits : plusieurs élèves ont déjà sous-loué sans le savoir, ou ont hébergé quelqu'un. Noter au tableau les mots qu'ils emploient — ils reviendront corrigés en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ressortir le paradoxe : elle a un logement de trop, pas un de moins. Beaucoup d'élèves n'ont jamais entendu poser le problème dans ce sens-là.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au plus-que-parfait : le signaler sans l'expliquer, il sera travaillé en C4. Ici, on veut seulement que le mot « sous-loué » soit entendu en contexte.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Faire répéter la dernière réplique par deux élèves. La distinction sera reprise, exercée et corrigée en A2 : ici, elle est seulement posée.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module : il revient en A2, et il sert encore en C1 quand monsieur Tardif croit qu'elle résilie.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ce n'est pas de la méfiance envers le propriétaire, c'est de la préparation. Un locateur bien informé préfère, lui aussi, une demande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Locateur » étonne toujours : la plupart disent « propriétaire ». Expliquer que les deux ne se recouvrent pas — on peut être propriétaire sans louer.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quatrième énoncé est le seul qui résiste : la confusion entre céder et sous-louer est la plus répandue, et elle coûte cher dans la vraie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réponses servent en A2 : elles montrent qui a saisi que la question est celle du retour, et non celle du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Six mois ailleurs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contrat de six mois à l'autre bout de la province, et un logement qu'on ne veut pas perdre. Tout le module tient dans ce nœud-là.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on peut vouloir garder un logement qu'on n'habite pas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sous-louer, céder son bail et résilier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six mots du contrat, avec leur article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chercher une règle avant d'en parler à quelqu'un.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 feriez-vous de votre logement si vous deviez partir six mois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avez-vous cherché votre logement actuel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ça coûterait de le retrouver aujourd'hui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Connaissez-vous quelqu'un qui a prêté son logement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poseriez-vous la question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contrat, et 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m'offre un remplacement de six mois à Sept-Îles. Du six janvier au trente juin. Après, je reviens ici.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7135" y="340969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mois, ce n'est pas rien. C'est payé combien de plus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7135" y="4158995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 de l'heure, et le logement est fourni là-bas. C'est justement ça, mon problème : le logement.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135" y="524611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ton quatre et demie sur la Canardière, si je me souviens bien.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elle ne veut pas le lâcher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cent quatre-vingt-quinze piastres par mois, chauffé, deux minutes de l'autobus. Tu sais ce que ça coûterait de retrouver ça en juillet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8907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sais trop bien. Ma fille cherche depuis le mois de mars et elle n'a rien trouvé sous mille deux cents.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4076191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ne veux pas le lâcher. Mais je ne vais pas payer huit cent quatre-vingt-quinze dollars pendant six mois pour un logement vide.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516331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ça n'a pas de bon sens. Mon cousin avait sous-loué son appartement à un étudiant quand il est parti à Baie-Comeau.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Prêter, ou passer à quelqu'un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Sous-loué. Parce que j'ai entendu parler de céder son bail aussi, et je ne vois pas la différence.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8907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tu cèdes, tu t'en vas pour de bon : le bail continue avec l'autre, et toi tu es sorti du dossier.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4076191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quand je sous-loue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482549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prêtes pour un temps, mais le bail reste à ton nom. Si l'autre ne paie pas, c'est toi que le propriétaire va voir.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Après, qui est encore au bail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DÉMARCHE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PASSE APRÈS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Sous-louer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reste au bail et je reprends mon logement à la date prévue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Céder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l'autre personne prend ma place au bail, et je n'y suis plus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Résilier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 s'éteint, dans les cas que la loi permet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question suffit à trancher les trois.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RÈGLE SE CHERCHE AVANT DE SE DISCUTER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ne va pas voir son propriétaire les mains vides.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ne demande pas la permission : elle lit d'abord ce que la loi prévoit, elle téléphone ensuite pour vérifier, et elle arrive avec un nom, des dates et un papier. La conversation du Défi 2 ne ressemble à rien de ce qu'elle aurait été autrement.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mots du contrat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745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1578" y="2121408"/>
            <a:ext cx="77774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personne qui loue son logement à quelqu'un d'autre et qui signe le bail de ce côté-là.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745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8" y="2778252"/>
            <a:ext cx="77774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contrat écrit qui dit qui occupe le logement, pour combien de temps et à quel prix.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745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1578" y="3435096"/>
            <a:ext cx="77774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phrase du contrat qui pose une règle à part, souvent numérotée.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745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1578" y="4091939"/>
            <a:ext cx="77774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 papier écrit qu'on remet à l'autre partie pour l'informer officiellement.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745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1578" y="4748784"/>
            <a:ext cx="77774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qu'une personne a pour agir avant qu'il soit trop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745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reconduction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1578" y="5405628"/>
            <a:ext cx="77774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qu'un bail continue tout seul aux mêmes conditions.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 de Farida et de Gilles.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part six mois à Sept-Îles, du six janvier au trente juin.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se débarrasser de son logement.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loyer est de huit cent quatre-vingt-quinze dollars, chauffé.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cède son bail, on reste responsable du loyer.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sous-loue, le bail reste au nom du locataire de départ.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lui conseille de donner ses clés sans prévenir personne.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part six mois à Sept-Îles, du six janvier au trente juin.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se débarrasser de son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veut le garder pour juillet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loyer est de huit cent quatre-vingt-quinze dollars, chauffé.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cède son bail, on reste responsable du loyer.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on sort du dossier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sous-loue, le bail reste au nom du locataire de départ.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lui conseille de donner ses clés sans prévenir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l'envoie lire le site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Sous-louer ou céder : lequel des deux choisiriez-vous,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ce que vous voulez qu'il arrive dans six mois.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