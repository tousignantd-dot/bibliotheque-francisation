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dense. Deux points, deux demi-heures, et un exercice interactif chacun. Ne pas chercher à tout couvrir en profondeur : le plus-que-parfait est de compréhension, le subjonctif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piège du niveau. « Espérer » ressemble à « souhaiter » et ne se construit pas pareil : c'est une bizarrerie, il faut le dire comme telle.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au tableau avec les deux verbes au passé composé, puis avec le plus-que-parfait. La différence de sens saute aux yeux, et c'est tout ce que la première demi-heure doit établir.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 vous savez faire un passé composé, vous savez faire un plus-que-parfait : il ne reste qu'à mettre l'auxiliaire à l'imparfait. Le dire exactement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chaque fois laquelle des deux actions est la plus ancienne. C'est le sens qui se travaille, la forme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les six formes à voix haute, deux fois. Elles s'apprennent par la bouche, pas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par carte, sur le dossier. Les phrases avec « il faut que » serviront directement dans le courriel de E2 : les meilleures vont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lignes sont le cœur de l'exercice : « de » commande l'infinitif, « espérer que » commande l'indicatif. Corriger lentement, et faire écrire les deux phrases au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les fautes de subjonctif se voient d'un coup d'œil et disent exactement qui aura besoin d'aide pour le courriel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était déjà fait, et ce qu'il faut qui se fasse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temps de verbe pour un dossier : l'un place les faits les uns avant les autres, l'autre dit ce qu'on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plus-que-parfait place une action avant une autre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 former avec l'auxiliaire à l'imparfait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« il faut que » et « je souhaite que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l'employer après « espérer que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Il a refusé parce qu'un locataire lui avait causé des ennuis. » Qu'est-ce qui est arrivé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l'ordre des mots qui le dit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le fait comprendre, alors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passerait-il si les deux verbes étaient au passé composé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plus-que-parfait, en une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 à l'imparfait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avait lu la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 à l'imparfait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était parti la veille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qu'il 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c'était déjà fait 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mots qui l'annoncent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déjà, la veille, deux ans plus tôt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deux actions sont passées ; l'une est plus ancienne.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elle a remis son avis, elle … (lire) la page trois fois.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cousin … (sous-louer) son logement deux ans plus tôt.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s'est méfié : un locataire lui … (causer) des ennuis.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29, il a écrit : il … (vérifier) le dossier la veille.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pu prouver la date : elle … (faire) signer sa copie.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finissait le 3 : il … (commencer) le 18.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elle a remis son avis, elle … (lire) la page trois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lu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cousin … (sous-louer) son logement deux ans plus tôt.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sous-loué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s'est méfié : un locataire lui … (causer) des ennuis.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causé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29, il a écrit : il … (vérifier) le dossier la veille.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vérifié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pu prouver la date : elle … (faire) signer sa copie.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fait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finissait le 3 : il … (commencer) le 18.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commencé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« IL FAUT QUE », LE VERBE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Volonté, obligation, souhait : le subjonctif.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faut que vous répondiez par écrit. » Au moment où on le dit, la réponse n'existe pas : elle est demandée. C'est le temps de ce qui est visé et non constaté. Six formes couvrent la moitié des cas : que je sois, que j'aie, que je fasse, que j'aille, que je sache, que je puisse.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l'impose, ce qui ne l'impose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Il faut que, je veux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Subjonctif, sans exception. « Il faut que Farida ait un nom avant d'écrire. » Rien n'est encore fait au moment où on parle.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J'exige que, je souhaite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Subjonctif aussi. « Il exige qu'on lui paie deux cents dollars » — la demande existe, le paiement 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J'espère 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Indicatif. « J'espère qu'il répondra avant le 3 décembre. » C'est la bizarrerie du français, et elle s'apprend telle quelle.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Je pense que, je vois 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Indicatif également : ces verbes constatent ou prévoient. Le fait est posé comme réel, donc pas de subjonctif.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verbe à la forme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Farida … (avoir) un nom avant d'écrire.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loi exige que l'avis … (être) 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faut pas qu'un locataire … (partir) sans avertir.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que Nicolas … (savoir) qu'elle appellera ses références.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à monsieur Tardif de … (répondre) par écrit.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espère qu'il … (répondre) avant le 3 décembre.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Farida … (avoir) un nom avant d'écrire.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loi exige que l'avis … (être)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faut pas qu'un locataire … (partir) sans avertir.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que Nicolas … (savoir) qu'elle appellera ses références.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à monsieur Tardif de … (répondre)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répondre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espère qu'il … (répondre) avant le 3 décembre.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répondra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qui commence par « Il faut que vous…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Adressez-vous à un locateur.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Attention à la forme du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