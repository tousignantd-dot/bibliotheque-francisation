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le bloc E. Elle donne les deux outils de la production : la phrase avec « si », qui permet de parler d'une suite sans s'engager, et la forme du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la faute la plus visible du niveau, et la plus facile à corriger : une leçon suffit si elle est faite pour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dialogue n'a pas de section à lui dans le module : il est porté par l'exercice interactif sur « si ». Le faire écouter en entier avant de projeter, il ne dure pas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choix de la suite change le ton, pas le sens : le présent constate, le futur promet, l'impératif conseille.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test à voix haute sur trois phrases, dont une du second type. Le test tranche en une seconde et il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le contre-exemple : ce « si » n'est pas une condition, et le futur y est permis. Ne pas la corriger comme une faute si un élève écrit « répond » — expliquer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paragraphes du milieu comptent pour trois parties : les compter à voix haute pour arriver à sept.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tournures sont exactement ce que la correction par l'IA cherchera dans le texte de E2. Le dire : ce n'est pas un caprice de style, c'est la grille.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là-dessus. C'est la consigne la plus concrète du bloc, et elle vaut pour tous les écrits administratifs de leur 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Ces phrases se recopient directement dans le courriel de E2 : le dire aux élèves, ils écrivent mieux quand ils savent que ça servira.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C5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Si, et les sept parties du courriel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Toute la fin du dossier tient dans des hypothèses. Et tout ce qu'on en écrit tient dans sept parties, toujours les mêmes.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si » avec le présent, jamais avec le futur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présent, futur et impératif dans la suite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« si » de condition du « si » de question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sept parties d'un courriel formel.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visite, un samedi de novembre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6123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FARIDA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3918" y="2322576"/>
            <a:ext cx="868220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Avant de faire le tour, je veux être claire : ce n'est pas une location, c'est une sous-location.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NICOLAS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3918" y="340969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C'est-à-dire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61230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FARIDA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3918" y="4158995"/>
            <a:ext cx="868220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bail reste à mon nom. Si vous ne payez pas, c'est moi que le propriétaire va poursuivre. Alors je vais demander des références, et je vais les appeler.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1934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583936"/>
            <a:ext cx="146123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NICOLAS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3918" y="5583936"/>
            <a:ext cx="868220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monsieur Tardif ne répond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« si », le présent. Ensuite, trois choix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s'il ne répond pas, il est réputé avoir consenti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futur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vous donnez vos références, je les appellerai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impératif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vous voulez une preuve, faites signer la copie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jamais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vous ne paierez pas — le futur est interdit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JAMAIS DE FUTUR APRÈS LE « SI » DE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qui suit « si » reste au présent, quoi qu'il arrive après.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faute qui se remarque le plus vite, et elle se corrige en une leçon. Attention à l'autre « si », celui qui veut dire « oui ou non » : « je ne sais pas s'il répondra » est correct, parce que ce n'est pas une condition. Le test : peut-on remplacer par « dans le cas où »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après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forme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monsieur Tardif ne … (répondre) pas, il a consenti.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ne payez pas, c'est moi que le locateur … (poursuivre).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refus … (être) motivé, la sous-location ne se fait pas.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… (vouloir) une preuve, faites signer la copie.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locateur … (exiger) des frais, il doit dire lesquels.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sais pas s'il … (répondre) avant mardi.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après « si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monsieur Tardif ne … (répondre) pas, il a consenti.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ne payez pas, c'est moi que le locateur … (poursuivre).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poursuivra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refus … (être) motivé, la sous-location ne se fait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… (vouloir) une preuve, faites signer la copie.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voulez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le locateur … (exiger) des frais, il doit dire lesquels.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exige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ne sais pas s'il … (répondre) avant mardi.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sept parties,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 ou six mots, sans verbe conjugué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l'appel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de la personne, puis une virgule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les trois paragraphes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pourquoi j'écris, les faits, ma demande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signature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nom, logement, moyen de vous joindre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salutation ferme le message, sans familiarité.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Ferme et poli en même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La demande au conditionnel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Pourriez-vous me confirmer par écrit… » Le conditionnel ne dit pas que vous doutez : il laisse à l'autre la place de répondre.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L'obligation impersonnelle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Il faut que votre réponse soit écrite » passe mieux que « vous devez me répondre », et dit exactement la même chose.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La source citée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Selon la page du Tribunal… » plutôt que « la loi dit ». Vous rapportez, vous ne tranchez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B45309"/>
                </a:solidFill>
                <a:latin typeface="Verdana"/>
              </a:rPr>
              <a:t>L'avis annoncé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À mon avis, ce motif ne regarde pas monsieur Trudel. » Trois mots, et l'affirmation devient une opinion discutable.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sujets dans le même 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message, un sujet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L'avis, les frais et la fenêtre du salon qui ferme mal : trois courriels. Un message à trois sujets reçoit une réponse à un seul, et c'est toujours celui qui vous intéresse le moins.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dernière phrase de votre courriel : votre demande, au conditionnel, avec une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Pourriez-vous… d'ici le…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C5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