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Rappeler où on en est : Farida a lu la page hier soir, elle n'a pas tout compris, elle téléphone. Le module montre exprès la démarche dans le bon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se pratique en fin de séance et se réutilise toute la vie : personne n'appelle un service public sans avoir noté ses questions, et presque tout le monde le fait quand même.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Sujet sensible : plusieurs ont raccroché sans oser redemander. Le dire soi-même désamorce la honte. Rappeler qu'on a le droit de faire répéter trois fois, et que c'est le travail de la personne au bout du 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méthode de la préposée : la situation d'abord, les détails ensuite. C'est aussi celle de la production orale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explique pourquoi Farida a visité avec Nicolas avant d'écrire. C'est contre-intuitif pour presque tout le monde : on croit qu'on demande d'abord la permission.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diapositive à faire réécouter deux fois. « Réputé avoir consenti » sera repris en B2 dans le texte écrit : ici, on veut seulement que l'oreille l'ait entendu une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Expliquer la raison : le même organisme tranche les litiges. Il ne peut pas conseiller une partie et juger l'autre. Ce n'est pas de la mauvaise volonté, c'est une règle d'impartialité.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Ne pas laisser croire que le refus est toujours abusif : c'est au Tribunal d'apprécier, jamais à l'élève. Ce qu'on apprend ici, c'est quoi regarder.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de ces mots ont été vus en A2 : les redire vite. Les deux nouveaux — motif sérieux, obligations — méritent une phrase d'exemple chacun, prise dans le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énoncé est celui qui se trompe le plus : le réflexe veut que le silence soit un refus. Prendre le temps de le retourner.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Corriger deux ou trois questions à voix haute en les rendant plus précises : c'est l'exercice le plus utile de la séance, et il ne demande aucun matériel.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service de renseignements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numéro gratuit, une préposée, et quatre questions notées d'avance. La conversation du Défi 2 se joue ici.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Six mois ailleurs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explication longue donnée au téléphone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qu'un service de renseignements peut faire de ce qu'il ne peut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cinq mots de la démarche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préparer par écrit les questions d'un appel.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Avez-vous déjà téléphoné à un service public au Québec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était le plus difficile : comprendre, ou se faire comprendre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Aviez-vous préparé vos questions avant d'appeler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que vous auriez voulu savoir avant de composer le numéro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situation, en gros puis au précis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Écouter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3007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MYLÈNE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2759" y="2322576"/>
            <a:ext cx="881336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Tribunal administratif du logement, service de renseignements, Mylène Poitras. Bonjour.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33007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2759" y="3303016"/>
            <a:ext cx="881336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Bonjour madame. J'ai lu votre page sur la sous-location hier soir et il me reste deux ou trois choses que je n'ai pas comprises.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33007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MYLÈNE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2759" y="4283456"/>
            <a:ext cx="881336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C'est exactement pour ça que le service existe. Dites-moi d'abord votre situation, en gros, et on ira au précis après.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9930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63895"/>
            <a:ext cx="1330071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2759" y="5263895"/>
            <a:ext cx="8813368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Je pars travailler six mois à l'extérieur. Je voudrais sous-louer mon logement pendant ce temps-là et le reprendre en juillet.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L'avis, et ce qu'il doit contenir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00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2759" y="1901952"/>
            <a:ext cx="8813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je peux simplement lui en parler quand je le croise dans l'escalier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30071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2759" y="2989072"/>
            <a:ext cx="8813368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pouvez, mais ça ne remplace pas l'avis. L'avis doit être écrit. Et il doit contenir le nom et l'adresse de la personne à qui vous voulez sous-louer.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4942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414012"/>
            <a:ext cx="13300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2759" y="4414012"/>
            <a:ext cx="88133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Donc il faut que j'aie déjà trouvé quelqu'un avant d'écrire.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3300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MYLÈNE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2759" y="5163312"/>
            <a:ext cx="8813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le faut. Beaucoup de gens font la démarche à l'envers : ils demandent la permission en général, et on leur répond en général.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Quinze jours, et le silence qui dit oui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00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MYLÈNE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2759" y="1901952"/>
            <a:ext cx="8813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locateur a quinze jours pour vous répondre à partir du moment où il reçoit votre avis.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82447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89072"/>
            <a:ext cx="13300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2759" y="2989072"/>
            <a:ext cx="88133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s'il ne répond pas du tout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7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3300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MYLÈNE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2759" y="3738371"/>
            <a:ext cx="881336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S'il ne répond pas dans les quinze jours, il est réputé avoir consenti. Son silence vaut un oui.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8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1"/>
            <a:ext cx="13300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FARIDA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62759" y="4825491"/>
            <a:ext cx="881336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il faut que je puisse prouver quel jour il l'a reçu.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ce service fait, et ne fait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DONNE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IL NE DONNE PAS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une règle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décision sur votre cas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délai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conseil de stratégie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mot juste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lettre rédigée pour vous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qu'un papier doit contenir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appel à votre place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MOTIF SÉRIEUX REGARDE LA PERSONNE, PAS VOTRE PROJET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locateur peut refuser — mais pas pour n'importe quoi.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motif sérieux se rapporte à la personne proposée ou au logement, et il doit pouvoir se montrer : un défaut de paiement inscrit à un dossier, par exemple. Préférer un couple à un étudiant n'est pas un motif sérieux. Et le refus doit être écrit, avec ses raisons.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mots de la démarche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sous-location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3130" y="2121408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fait de prêter son logement à quelqu'un pour un temps, en gardant son bail.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76331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909620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cession de bail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3130" y="2909620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Le fait de transmettre son bail et de sortir du contrat pour de bon.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551529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697833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la résiliation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3130" y="3697833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La fin d'un contrat avant la date prévue, dans les cas que la loi permet.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33974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6046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un motif sérieux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3130" y="4486046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Une raison solide, vérifiable, qui touche la personne ou le logement.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512795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74259"/>
            <a:ext cx="2506122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1" i="0">
                <a:solidFill>
                  <a:srgbClr val="17181A"/>
                </a:solidFill>
                <a:latin typeface="Verdana"/>
              </a:rPr>
              <a:t>les obligations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3130" y="5274259"/>
            <a:ext cx="7545876" cy="5687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 qu'une personne doit faire à cause du contrat ou de la loi.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 de Farida.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peut se donner de vive voix dans l'escalier.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doit contenir le nom et l'adresse de la personne.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locateur a quinze jours pour répondre.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ne répond pas, la sous-location est refusée.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locateur qui refuse doit dire pourquoi, par écrit.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Préférer un couple à un étudiant est un motif sérieux.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peut se donner de vive voix dans l'escalier.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il doit être écrit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L'avis doit contenir le nom et l'adresse de la personne.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locateur a quinze jours pour répondre.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S'il ne répond pas, la sous-location est refusée.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son silence vaut un oui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locateur qui refuse doit dire pourquoi,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Préférer un couple à un étudiant est un motif sérieux.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c'est une préférence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questions que vous poseriez si vous téléphoniez demain.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Des questions précises, pas générales.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Il a combien de temps ? » est vague ; « à partir de quel jour ? » ne l'est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Six mois ailleurs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