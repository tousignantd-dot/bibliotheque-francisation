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et de lecture. C'est l'intention « lire une étiquette » du programme, appliquée au prix. L'entretien viendra en D1.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personne ne répond « sur une partie seulement ». C'est pourtant le cas le plus fréquent, et c'est écrit en petit sous l'affiche.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couleur de l'étiquette est un vrai repère, employé par la plupart des magasins d'ici. Ce n'est pas une règle universelle, mais elle est fiable.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choses à retenir : le rabais se calcule à la caisse, et une erreur se signale sans gêne.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Apporter une vraie étiquette si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 taxes en sus » : sur les vêtements, il y en a, contrairement aux aliments de 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remarquer que « ça arrive souvent » est dit par la conseillère elle-même : ce n'est pas une accusation.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calculer trois exemples au tableau avec le groupe. L'ordre de grandeur suffit : il s'agit de décider, pas de vérifier la caisse.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déception la plus fréquente à la caisse. La prévenir vaut mieux que la corriger.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Utiliser l'exercice 3 du défi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Utiliser l'exercice 5 du défi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calcul. Corriger l'ordre de grandeur plutôt que la précision au cent près.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C3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une étiquette de prix</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grande affiche annonce trente pour cent de rabais. Elle ne dit pas sur quoi. La réponse est sur la petite étiquette attachée au vêtement.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Magasiner du linge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qu'un rabais ne s'applique pas à tout le magasin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les six mentions d'une étiquette de prix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 le vrai prix apparaît à la caisse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signaler poliment un prix qui ne correspond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Trente pour cent de rabais — sur 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ffiche-rabais.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tout le magasin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une partie seulement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le savoir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faut-il regarder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Sur les chandails seulement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FARIDA</a:t>
            </a:r>
          </a:p>
        </p:txBody>
      </p:sp>
      <p:sp>
        <p:nvSpPr>
          <p:cNvPr id="10" name="TextBox 9"/>
          <p:cNvSpPr txBox="1"/>
          <p:nvPr/>
        </p:nvSpPr>
        <p:spPr>
          <a:xfrm>
            <a:off x="2538031" y="2322576"/>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une grande affiche : trente pour cent de rabais.</a:t>
            </a:r>
          </a:p>
        </p:txBody>
      </p:sp>
      <p:sp>
        <p:nvSpPr>
          <p:cNvPr id="11" name="Rounded Rectangle 10"/>
          <p:cNvSpPr/>
          <p:nvPr/>
        </p:nvSpPr>
        <p:spPr>
          <a:xfrm>
            <a:off x="566928" y="2907283"/>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JOCELYNE</a:t>
            </a:r>
          </a:p>
        </p:txBody>
      </p:sp>
      <p:sp>
        <p:nvSpPr>
          <p:cNvPr id="13" name="TextBox 12"/>
          <p:cNvSpPr txBox="1"/>
          <p:nvPr/>
        </p:nvSpPr>
        <p:spPr>
          <a:xfrm>
            <a:off x="2538031" y="3071876"/>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sur les chandails seulement. Pas sur les manteaux.</a:t>
            </a:r>
          </a:p>
        </p:txBody>
      </p:sp>
      <p:sp>
        <p:nvSpPr>
          <p:cNvPr id="14" name="Rounded Rectangle 13"/>
          <p:cNvSpPr/>
          <p:nvPr/>
        </p:nvSpPr>
        <p:spPr>
          <a:xfrm>
            <a:off x="566928" y="3656583"/>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FARIDA</a:t>
            </a:r>
          </a:p>
        </p:txBody>
      </p:sp>
      <p:sp>
        <p:nvSpPr>
          <p:cNvPr id="16" name="TextBox 15"/>
          <p:cNvSpPr txBox="1"/>
          <p:nvPr/>
        </p:nvSpPr>
        <p:spPr>
          <a:xfrm>
            <a:off x="2538031" y="3821175"/>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je fais pour savoir ?</a:t>
            </a:r>
          </a:p>
        </p:txBody>
      </p:sp>
      <p:sp>
        <p:nvSpPr>
          <p:cNvPr id="17" name="Rounded Rectangle 16"/>
          <p:cNvSpPr/>
          <p:nvPr/>
        </p:nvSpPr>
        <p:spPr>
          <a:xfrm>
            <a:off x="566928" y="4405883"/>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JOCELYNE</a:t>
            </a:r>
          </a:p>
        </p:txBody>
      </p:sp>
      <p:sp>
        <p:nvSpPr>
          <p:cNvPr id="19" name="TextBox 18"/>
          <p:cNvSpPr txBox="1"/>
          <p:nvPr/>
        </p:nvSpPr>
        <p:spPr>
          <a:xfrm>
            <a:off x="2538031" y="4570475"/>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Regardez la petite étiquette. Si elle est rouge, l'article est en rabais.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vrai prix est à la caisse</a:t>
            </a:r>
          </a:p>
        </p:txBody>
      </p:sp>
      <p:sp>
        <p:nvSpPr>
          <p:cNvPr id="7" name="Rounded Rectangle 6"/>
          <p:cNvSpPr/>
          <p:nvPr/>
        </p:nvSpPr>
        <p:spPr>
          <a:xfrm>
            <a:off x="566928" y="1737360"/>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FARIDA</a:t>
            </a:r>
          </a:p>
        </p:txBody>
      </p:sp>
      <p:sp>
        <p:nvSpPr>
          <p:cNvPr id="9" name="TextBox 8"/>
          <p:cNvSpPr txBox="1"/>
          <p:nvPr/>
        </p:nvSpPr>
        <p:spPr>
          <a:xfrm>
            <a:off x="2538031" y="1901952"/>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Trente-neuf dollars quatre-vingt-dix-neuf.</a:t>
            </a:r>
          </a:p>
        </p:txBody>
      </p:sp>
      <p:sp>
        <p:nvSpPr>
          <p:cNvPr id="10" name="Rounded Rectangle 9"/>
          <p:cNvSpPr/>
          <p:nvPr/>
        </p:nvSpPr>
        <p:spPr>
          <a:xfrm>
            <a:off x="566928" y="2486659"/>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05343"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JOCELYNE</a:t>
            </a:r>
          </a:p>
        </p:txBody>
      </p:sp>
      <p:sp>
        <p:nvSpPr>
          <p:cNvPr id="12" name="TextBox 11"/>
          <p:cNvSpPr txBox="1"/>
          <p:nvPr/>
        </p:nvSpPr>
        <p:spPr>
          <a:xfrm>
            <a:off x="2538031" y="2651252"/>
            <a:ext cx="853809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 prix régulier. Avec le rabais, ça fait environ vingt-huit dollars.</a:t>
            </a:r>
          </a:p>
        </p:txBody>
      </p:sp>
      <p:sp>
        <p:nvSpPr>
          <p:cNvPr id="13" name="Rounded Rectangle 12"/>
          <p:cNvSpPr/>
          <p:nvPr/>
        </p:nvSpPr>
        <p:spPr>
          <a:xfrm>
            <a:off x="566928" y="3573780"/>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FARIDA</a:t>
            </a:r>
          </a:p>
        </p:txBody>
      </p:sp>
      <p:sp>
        <p:nvSpPr>
          <p:cNvPr id="15" name="TextBox 14"/>
          <p:cNvSpPr txBox="1"/>
          <p:nvPr/>
        </p:nvSpPr>
        <p:spPr>
          <a:xfrm>
            <a:off x="2538031" y="3738371"/>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ce n'est pas le bon prix ?</a:t>
            </a:r>
          </a:p>
        </p:txBody>
      </p:sp>
      <p:sp>
        <p:nvSpPr>
          <p:cNvPr id="16" name="Rounded Rectangle 15"/>
          <p:cNvSpPr/>
          <p:nvPr/>
        </p:nvSpPr>
        <p:spPr>
          <a:xfrm>
            <a:off x="566928" y="4323080"/>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605343"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JOCELYNE</a:t>
            </a:r>
          </a:p>
        </p:txBody>
      </p:sp>
      <p:sp>
        <p:nvSpPr>
          <p:cNvPr id="18" name="TextBox 17"/>
          <p:cNvSpPr txBox="1"/>
          <p:nvPr/>
        </p:nvSpPr>
        <p:spPr>
          <a:xfrm>
            <a:off x="2538031" y="4487672"/>
            <a:ext cx="853809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le dites tout de suite. On corrige, ça arrive souvent.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est écrit en gros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Prix régulier 130,00 $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des autres semaines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50 % de rabais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enlève la moitié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Liquidation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derniers articles</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 trois mentions parlent du prix qu'on paie aujourd'hui.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est écrit en petit</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2 pour 25 $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il faut en prendre deux</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Vente finale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ni retour ni échange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Taxes en sus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prix va monter à la caisse</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Écrit petit, mais c'est le plus important.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VRAI PRIX APPARAÎT À LA CAISSE</a:t>
            </a:r>
          </a:p>
        </p:txBody>
      </p:sp>
      <p:sp>
        <p:nvSpPr>
          <p:cNvPr id="6" name="Rounded Rectangle 5"/>
          <p:cNvSpPr/>
          <p:nvPr/>
        </p:nvSpPr>
        <p:spPr>
          <a:xfrm>
            <a:off x="566928" y="1225296"/>
            <a:ext cx="11057839" cy="1441196"/>
          </a:xfrm>
          <a:prstGeom prst="roundRect">
            <a:avLst>
              <a:gd name="adj" fmla="val 1015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C'est là qu'il faut vérifier.</a:t>
            </a:r>
          </a:p>
        </p:txBody>
      </p:sp>
      <p:sp>
        <p:nvSpPr>
          <p:cNvPr id="8" name="Rounded Rectangle 7"/>
          <p:cNvSpPr/>
          <p:nvPr/>
        </p:nvSpPr>
        <p:spPr>
          <a:xfrm>
            <a:off x="566928" y="294081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rabais n'est presque jamais réécrit sur l'étiquette : c'est la caisse qui l'applique. Regarder l'écran pendant que le caissier passe les articles, et vérifier la facture avant de partir. Un prix qui ne correspond pas se corrige en trente secondes.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TROIS FAÇONS DE CALCULER VITE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Sans calculatrice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10 %</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On enlève le dernier chiffre : 10 % de 40 $, c'est 4 $. Le prix devient 36 $.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50 %</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C'est la moitié : 50 % de 130 $, c'est 65 $. Le calcul le plus facile, et le rabais le plus fréquent en liquidation.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30 %</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C'est trois fois 10 % : 30 % de 40 $, c'est 12 $. Le prix devient 28 $. Ça donne un ordre de grandeur, ce qui suffit pour décider.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CROIRE QUE L'AFFICHE VAUT POUR TOUT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Trente pour cent, donc mon manteau aussi.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Regardez la petite étiquette.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affiche annonce un rabais sur une famille d'articles, rarement sur tout le magasin. La petite étiquette du vêtement, elle, dit la vérité — souvent par sa couleur.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ça veut dire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mention à son sens.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Prix régulier 130,00 $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50 % de rabais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Liquidation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2 pour 25 $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Vente finale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Taxes en sus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ça veut dire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Prix régulier 130,00 $ »   </a:t>
            </a:r>
            <a:r>
              <a:rPr sz="1400" b="1" i="0">
                <a:solidFill>
                  <a:srgbClr val="07734A"/>
                </a:solidFill>
                <a:latin typeface="Verdana"/>
              </a:rPr>
              <a:t>» le prix des autres semaines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50 % de rabais »   </a:t>
            </a:r>
            <a:r>
              <a:rPr sz="1400" b="1" i="0">
                <a:solidFill>
                  <a:srgbClr val="07734A"/>
                </a:solidFill>
                <a:latin typeface="Verdana"/>
              </a:rPr>
              <a:t>» on enlève la moitié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Liquidation »   </a:t>
            </a:r>
            <a:r>
              <a:rPr sz="1400" b="1" i="0">
                <a:solidFill>
                  <a:srgbClr val="07734A"/>
                </a:solidFill>
                <a:latin typeface="Verdana"/>
              </a:rPr>
              <a:t>» les derniers articles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2 pour 25 $ »   </a:t>
            </a:r>
            <a:r>
              <a:rPr sz="1400" b="1" i="0">
                <a:solidFill>
                  <a:srgbClr val="07734A"/>
                </a:solidFill>
                <a:latin typeface="Verdana"/>
              </a:rPr>
              <a:t>» il faut en prendre deux</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Vente finale »   </a:t>
            </a:r>
            <a:r>
              <a:rPr sz="1400" b="1" i="0">
                <a:solidFill>
                  <a:srgbClr val="07734A"/>
                </a:solidFill>
                <a:latin typeface="Verdana"/>
              </a:rPr>
              <a:t>» ni retour ni échange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Taxes en sus »   </a:t>
            </a:r>
            <a:r>
              <a:rPr sz="1400" b="1" i="0">
                <a:solidFill>
                  <a:srgbClr val="07734A"/>
                </a:solidFill>
                <a:latin typeface="Verdana"/>
              </a:rPr>
              <a:t>» le prix monte à la caisse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le dialogue « Trente pour cent de rabais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rabais vaut pour tout le magasin.</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L'étiquette rouge signale un rabais.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39,99 $ est le prix régulier.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Avec le rabais, le chandail coûte environ 28 $.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vrai prix apparaît à la caisse.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ne faut jamais signaler un prix erroné.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rabais vaut pour tout le magasin.   </a:t>
            </a:r>
            <a:r>
              <a:rPr sz="1400" b="1" i="0">
                <a:solidFill>
                  <a:srgbClr val="07734A"/>
                </a:solidFill>
                <a:latin typeface="Verdana"/>
              </a:rPr>
              <a:t>» faux — les chandails seulement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L'étiquette rouge signale un rabais.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39,99 $ est le prix régulier.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Avec le rabais, le chandail coûte environ 28 $.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vrai prix apparaît à la caisse.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ne faut jamais signaler un prix erroné.   </a:t>
            </a:r>
            <a:r>
              <a:rPr sz="1400" b="1" i="0">
                <a:solidFill>
                  <a:srgbClr val="07734A"/>
                </a:solidFill>
                <a:latin typeface="Verdana"/>
              </a:rPr>
              <a:t>» faux — on le dit tout de suite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Calculez le prix de trois vêtements avec 30 % de rabais.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Prenez des prix réels, vus en magasin ou dans une circulaire.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le calcul, pas seulement le résultat.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Magasiner du linge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