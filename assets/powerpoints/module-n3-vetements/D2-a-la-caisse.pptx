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d'écoute. Prévoir le son : les montants doivent être entendus, pas lus. C'est ce qui est difficile.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montant est presque toujours la réponse : il est dit vite et il contient deux nombres.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caissier répète en deux façons : le raccourci, puis la forme complète. C'est ce que font les gens d'ici quand on leur demande de répéter.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Farida vérifie le prix du défi 2. C'est la boucle du module : elle emploie ce qu'elle a appris trois séances plus tôt.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réplique du module. Elle dit pourquoi on garde une facture, sans aller jusqu'à l'échange — qui appartient au niveau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le script complet de la caisse.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écouter cinq montants au raccourci, puis les mêmes en forme longue.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donner de conseil financier : nommer les trois modes et leur fonctionnement suffit à ce niveau.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la question par tout le groupe. C'est la même phrase de secours que celle du défi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Seconde moitié du banc, la première était en A4. Faire répéter avec l'article.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Utiliser l'exercice 5 du défi 3, à cartes écoutables. Deux écoutes avant de corriger. Le premier montant est le piège : il est tout près de 50 $.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 du défi 3. Rendre à la séance suivante. Corriger surtout la lecture à voix haute.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D2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À la caisse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caissier pose toujours les mêmes questions. Il reste ensuite un chiffre à comprendre, une carte à insérer, et un papier à garder.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Magasiner du linge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les questions courantes d'un caissier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 montant dit à voix haute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de répéter le montant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vérifier un prix et garder sa facture.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vous demande-t-on, à la caisse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terminal-paiem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questions, d'habitude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Lesquelles comprenez-vous bien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Laquelle est la plus difficile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faites-vous quand vous n'avez pas compris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montant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29444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KEVIN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27135" y="2322576"/>
            <a:ext cx="884899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manteau grand, et les bottes en liquidation. Ça fait cent soixante-quatre dollars et quatre-vingt-quinze.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24510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409696"/>
            <a:ext cx="129444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FARIDA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27135" y="3409696"/>
            <a:ext cx="884899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Pardon, vous pouvez répéter le montant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99440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158995"/>
            <a:ext cx="129444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KEVIN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27135" y="4158995"/>
            <a:ext cx="884899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Cent soixante-quatre quatre-vingt-quinze. Cent soixante-quatre dollars et quatre-vingt-quinze cents.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vérification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29444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FARIDA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27135" y="1901952"/>
            <a:ext cx="884899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Attendez… les bottes, c'est bien soixante-cinq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29444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KEVIN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27135" y="2651252"/>
            <a:ext cx="884899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regarde… oui, soixante-cinq. La liquidation est passée.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facture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29444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KEVIN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27135" y="1901952"/>
            <a:ext cx="884899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voulez la facture dans le sac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29444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FARIDA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27135" y="2651252"/>
            <a:ext cx="884899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Non, je la garde dans ma poche.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29444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KEVIN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27135" y="3400551"/>
            <a:ext cx="884899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Bonne idée. Gardez-la : c'est elle qui prouve le prix que vous avez payé.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Cinq questions, cinq réponses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86100"/>
          </a:xfrm>
          <a:prstGeom prst="roundRect">
            <a:avLst>
              <a:gd name="adj" fmla="val 474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CAISSIER DEMANDE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RÉPOND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Vous avez tout trouvé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Oui, merci. 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569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884932"/>
            <a:ext cx="3291492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Ça fait cent soixante-quatre.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884932"/>
            <a:ext cx="6595914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Vous pouvez répéter ? 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4612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374136"/>
            <a:ext cx="3291492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Débit ou crédit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374136"/>
            <a:ext cx="6595914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Débit, s'il vous plaît. 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735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863339"/>
            <a:ext cx="3291492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Insérez votre carte.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863339"/>
            <a:ext cx="6595914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on insère et on tape le NIP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22452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352544"/>
            <a:ext cx="3291492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La facture dans le sac 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352544"/>
            <a:ext cx="6595914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Non, je la garde.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3435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39038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Cinq échanges, et l'achat est fini.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UN MONTANT CONTIENT DEUX NOMBRES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Cent soixante-quatre quatre-vingt-quinze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dollars d'abord, les cents ensuite, et souvent sans dire ni « dollars » ni « cents ». C'est ce raccourci qui rend le montant difficile à saisir. Demander de répéter fait presque toujours obtenir la forme longue — celle qu'on comprend.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TROIS FAÇONS DE PAYER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le caissier demande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Comptant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 argent, avec des billets et de la monnaie. Le caissier demande « vous payez comptant ?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Débit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carte de la banque : l'argent sort du compte tout de suite. On insère la carte et on tape son NIP.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Crédit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carte de crédit : on paie plus tard, et il y a des intérêts si on ne paie pas tout le mois suivant.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DIRE OUI SANS AVOIR COMPRIS LE MONTANT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Oui, oui… (et on insère la carte)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Pardon, vous pouvez répéter le montant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montant est le seul chiffre que la machine vous fera approuver. Une fois la carte insérée, c'est fait. Deux secondes de question valent mieux qu'une surprise sur le relevé.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huit derniers mots du module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599116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cintre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6124" y="2121408"/>
            <a:ext cx="6452882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crochet qui tient le vêtement suspendu.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467737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14041"/>
            <a:ext cx="3599116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serré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6124" y="2614041"/>
            <a:ext cx="6452882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Se dit d'un vêtement trop petit, qui presse le corps.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106674"/>
            <a:ext cx="3599116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rabais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6124" y="3106674"/>
            <a:ext cx="6452882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L'argent qu'on enlève du prix pendant quelques jours.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45300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3599307"/>
            <a:ext cx="3599116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étiquette de prix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6124" y="3599307"/>
            <a:ext cx="6452882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petit carton attaché au vêtement, qui dit le prix.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091939"/>
            <a:ext cx="3599116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liquidation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06124" y="4091939"/>
            <a:ext cx="6452882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vente des derniers articles, à très bas prix.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443826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584573"/>
            <a:ext cx="3599116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étiquette d'entretien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6124" y="4584573"/>
            <a:ext cx="6452882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L'étiquette du col, qui dit comment laver.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2688" y="493090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077206"/>
            <a:ext cx="3599116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sécheuse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06124" y="5077206"/>
            <a:ext cx="6452882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machine chaude qui sèche le linge.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32688" y="54235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32688" y="5569839"/>
            <a:ext cx="3599116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facture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06124" y="5569839"/>
            <a:ext cx="6452882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papier qui prouve le prix payé.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Moins de 50 $ ou plus de 50 $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chaque montant.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quarante-neuf dollars et quatre-vingt-dix-neuf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soixante-cinq dollars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vingt-huit dollars et cinquante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cent trente dollars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quatorze dollars et quatre-vingt-dix-neuf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cent soixante-quatre dollars et quatre-vingt-quinze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Moins de 50 $ ou plus de 50 $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quarante-neuf dollars et quatre-vingt-dix-neuf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moins de 50 $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soixante-cinq dollars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plus de 50 $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vingt-huit dollars et cinquante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moins de 50 $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cent trente dollars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plus de 50 $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quatorze dollars et quatre-vingt-dix-neuf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moins de 50 $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cent soixante-quatre dollars et quatre-vingt-quinze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plus de 50 $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cinq montants en lettres, puis lisez-les à voix haute.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Prenez des prix réels de vêtements.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Ex. : « 39,99 $ — trente-neuf quatre-vingt-dix-neuf 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Magasiner du linge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