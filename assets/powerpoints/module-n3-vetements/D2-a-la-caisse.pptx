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 : les montants doivent être entendus, pas lus. C'est ce qui est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montant est presque toujours la réponse : il est dit vite et il contient deux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caissier répète en deux façons : le raccourci, puis la forme complète. C'est ce que font les gens d'ici quand on leur demande de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Farida vérifie le prix du défi 2. C'est la boucle du module : elle emploie ce qu'elle a appris trois séances plus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réplique du module. Elle dit pourquoi on garde une facture, sans aller jusqu'à l'échange — qui appartient au niveau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script complet de la caisse.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écouter cinq montants au raccourci, puis les mêmes en forme longue.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donner de conseil financier : nommer les trois modes et leur fonctionnement suffit à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par tout le groupe. C'est la même phrase de secours que celle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Seconde moitié du banc, la première était en A4. Faire répéter avec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5 du défi 3, à cartes écoutables. Deux écoutes avant de corriger. Le premier montant est le piège : il est tout près de 50 $.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3. Rendre à la séance suivante. Corriger surtout la lecture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la caisse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caissier pose toujours les mêmes questions. Il reste ensuite un chiffre à comprendre, une carte à insérer, et un papier à garder.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courantes d'un caissier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montant dit à voix haute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le montant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un prix et garder sa facture.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vous demande-t-on, à la caisse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rminal-pai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questions, d'habitude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Lesquelles comprenez-vous bien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difficile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vous n'avez pas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KEVIN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grand, et les bottes en liquidation. Ça fait cent soixante-quatre dollars et quatre-vingt-quinze.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40969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Pardon, vous pouvez répéter le montant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158995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soixante-quatre quatre-vingt-quinze. Cent soixante-quatre dollars et quatre-vingt-quinze cents.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vérification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Attendez… les bottes, c'est bien soixante-cinq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6512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regarde… oui, soixante-cinq. La liquidation est passée.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la facture dans le sac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65125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je la garde dans ma poche.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KEVIN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400551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idée. Gardez-la : c'est elle qui prouve le prix que vous avez payé.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questions, cinq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CAISSIER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Vous avez tout trouvé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Oui, merci.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Ça fait cent soixante-quatre.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Vous pouvez répéter ?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Débit ou crédit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Débit, s'il vous plaît.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Insérez votre carte.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insère et on tape le NIP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La facture dans le sac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Non, je la garde.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échanges, et l'achat est fini.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MONTANT CONTIENT DEUX NOMBRES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Cent soixante-quatre quatre-vingt-quinze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dollars d'abord, les cents ensuite, et souvent sans dire ni « dollars » ni « cents ». C'est ce raccourci qui rend le montant difficile à saisir. Demander de répéter fait presque toujours obtenir la forme longue — celle qu'on comprend.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FAÇONS DE PAYER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caissier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Comptant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argent, avec des billets et de la monnaie. Le caissier demande « vous payez comptant ?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de la banque : l'argent sort du compte tout de suite. On insère la carte et on tape son NIP.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Crédit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de crédit : on paie plus tard, et il y a des intérêts si on ne paie pas tout le mois suivant.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 OUI SANS AVOIR COMPRIS LE MONTANT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Oui, oui… (et on insère la carte)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vous pouvez répéter le montant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montant est le seul chiffre que la machine vous fera approuver. Une fois la carte insérée, c'est fait. Deux secondes de question valent mieux qu'une surprise sur le relevé.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derniers mots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cintre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6124" y="2121408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crochet qui tient le vêtement suspendu.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serré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6124" y="2614041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 vêtement trop petit, qui presse le corps.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rabais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6124" y="3106674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qu'on enlève du prix pendant quelques jours.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 de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124" y="3599307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carton attaché au vêtement, qui dit le prix.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liquidation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124" y="4091939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vente des derniers articles, à très bas prix.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 d'entretien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6124" y="4584573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L'étiquette du col, qui dit comment laver.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sécheuse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6124" y="5077206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machine chaude qui sèche le linge.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359911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6124" y="5569839"/>
            <a:ext cx="645288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le prix payé.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Moins de 50 $ ou plus de 50 $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montant.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quarante-neuf dollars et quatre-vingt-dix-neuf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soixante-cinq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vingt-huit dollars et cinquante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trente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 dollars et quatre-vingt-dix-neuf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soixante-quatre dollars et quatre-vingt-quinze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Moins de 50 $ ou plus de 50 $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quarante-neuf dollars et quatre-vingt-dix-neuf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de 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soixante-cinq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 de 50 $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vingt-huit dollars et cinquante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de 50 $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trente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 de 50 $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 dollars et quatre-vingt-dix-neuf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de 50 $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soixante-quatre dollars et quatre-vingt-quinze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 de 50 $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montants en lettres, puis lisez-les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des prix réels de vêtements.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Ex. : « 39,99 $ — trente-neuf quatre-vingt-dix-neuf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