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3. Faire chercher l'étiquette d'entretien dans le vêtement que chacun porte : elle est presque toujours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deviner. La règle du dessin barré se trouve toujours par le groupe lui-même : elle est visuelle, pas linguistique.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chiffre dans le bassin est pris pour un prix par beaucoup d'élèves. Le corriger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fois la même structure : dessin barré, « ne pas + infinitif ». Faire remarquer la répétition.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séance tient dans cette réplique. La faire répéter, et l'écrire au tableau avant de passer au tableau d'analyse.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dessiner les cinq symboles dans le carnet, avec et sans la croix.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chercher d'autres exemples affichés dans le centre : « ne pas stationner », « ne pas déranger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accidents coûtent chaque année des vêtements neufs. Le dire concrètement, avec des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Conseil très pratique. Beaucoup d'élèves coupent l'étiquette dès le premier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1 du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concret, faisable par tout le monde le soir même. Il donne des cas réels pour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L'étiquette d'entretien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le col, une petite étiquette de tissu porte quatre ou cinq dessins. Une seule règle suffit pour les lire tous : un dessin barré veut dire « ne pas faire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l'étiquette d'entretien sur un vêtement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cinq dessins et la règle du dessin barré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la forme « ne pas + infinitif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qui abîme la laine.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disent ces dessins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ictogrammes-entreti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y en a-t-il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Lesquels sont barrés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veut dire une croix sur un dessin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trouve-t-on cette étiquette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bassin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031" y="2322576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petite étiquette dans le col. Avec des dessins.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8031" y="3071876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l'étiquette d'entretien. Elle dit comment laver le vêtement.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8031" y="3821175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 dessin, c'est un petit bassin avec de l'eau.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6053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8031" y="4570475"/>
            <a:ext cx="85380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veut dire : laver à la machine. Le chiffre dedans, c'est la température.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carré et le triangle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031" y="19019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carré avec un rond dedans, barré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031" y="26512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pas mettre à la sécheuse. Ce vêtement sèche à l'air.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031" y="340055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triangle barré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8031" y="414985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pas javelliser. Le javellisant ferait des taches jaunes.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règle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031" y="19019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compliqué…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053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031" y="2651252"/>
            <a:ext cx="85380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 : un dessin barré, c'est toujours « ne pas faire ». Gardez ça et vous comprendrez tout.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dessins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DESSIN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un bassin d'eau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laver — le chiffre donne la température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un carré avec un rond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sécheuse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un triangle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javellisant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un 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repassage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un rond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nettoyage à sec, chez le nettoyeur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Barré, chacun veut dire « ne pas faire ». C'est toute la règle.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NE PAS + INFINITIF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Ne pas javelliser. » « Ne pas mettre à la sécheuse.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forme courte des consignes écrites : plus brève que « ne javellisez pas », donc elle tient sur une étiquette. On la retrouve partout — sur les portes, sur les machines, sur les médicaments. La reconnaître sert bien au-delà du linge.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QUI ABÎME LE LINGE D'HIVER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accidents fréquents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La laine à l'eau chaude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chandail rapetisse et ne revient jamais. Eau froide — trente degrés — et séchage à plat.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La sécheuse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ce qui abîme le plus. Un carré barré dans le col veut dire que le vêtement sèche à l'air, sur un séchoir ou à plat sur une serviette.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Le javellisant sur la couleur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ne nettoie pas : il décolore. Des taches jaunes apparaissent, et elles ne partent plus.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COUPER L'ÉTIQUETTE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pique, je l'enlève.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Prenez-la en photo avant de la couper.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mois plus tard, plus personne ne sait comment laver le vêtement. La photo dans le téléphone règle le problème sans le désagrément — et elle se retrouve plus vite qu'une étiquette froissée dans un col.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L'étiquette d'entretien est dans le col.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bassin d'eau veut dire « laver à la machine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chiffre dans le bassin est le prix.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l'eau chaude, la laine rapetisse.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carré barré veut dire « mettre à la sécheuse ».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dessin barré veut toujours dire « ne pas faire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L'étiquette d'entretien est dans le col.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bassin d'eau veut dire « laver à la machine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chiffre dans le bassin est le prix.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la température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l'eau chaude, la laine rapetisse.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carré barré veut dire « mettre à la sécheuse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ne pas mettre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dessin barré veut toujours dire « ne pas faire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 dit ce dessin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dessin barré veut dire : ___ pas faire.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chiffre 30 dans le bassin veut dire 30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carré avec un rond parle de la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triangle barré veut dire : ne pas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l'eau chaude, la laine ___ 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dessin barré veut dire : ___ pas faire.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chiffre 30 dans le bassin veut dire 30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degrés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carré avec un rond parle de la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sécheuse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triangle barré veut dire : ne pas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javelliser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l'eau chaude, la laine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rapetisse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Photographiez l'étiquette d'entretien de deux vêtements.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Comptez les dessins et repérez ceux qui sont barrés.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ce que chacun veut dire.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