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orale. Prévoir le son. Fin du défi 1 : la séance rassemble tout ce qui a été vu depuis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 regarde seulement, merci » est une réponse parfaitement acceptable et très employée. Beaucoup d'élèves ne savent pas qu'elle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remarque du bas soulage : on n'a pas à répondre à tout. Ajouter « il vous fait bien », qui est un avis.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répéter les trois par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est importante : beaucoup d'élèves achètent parce qu'ils ne savent pas comment dire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« Pardon, vous pouvez répéter ? » — c'est la phrase de secours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4 du défi 1. Faire jouer les échanges à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5 du défi 1. Insister sur « il vous fait bien » : c'est un avis, pas une obligation d'acheter.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1. Le devoir est une observation, pas un achat :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qu'on entend dans le magasin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conseillère parle vite, parce qu'elle dit les mêmes phrases cent fois par jour. Les reconnaître d'avance, c'est n'avoir plus qu'à répondre.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six phrases courantes d'une conseillère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qu'elles demandent réellement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en une phrase courte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saluer et remercier au bon moment.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Vous entrez. Que se passe-t-il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bine-essay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Quelqu'un vous regarde et vous dit quelque chose.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dit-on, d'habitude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répondre tout de suite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vous voulez seulement regarder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qu'elles demandent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CONSEILLÈRE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Vous portez quelle taille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petit, moyen ou grand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Je vous le décroche.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 — elle vous aide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La cabine est au fond.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rien — elle vous indique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On ne l'a plus en moyen.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d'essayer une autre taille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Vous le prenez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si vous achetez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Deux de ces phrases ne demandent rien : il suffit de remercier.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TROIS MOMENTS, TROIS PHRASES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Bonjour · Je cherche… · Merci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salue en entrant, on dit ce qu'on cherche, on remercie en partant. Entre les deux, il n'y a que des réponses courtes à donner. Ces trois phrases-là ne changent jamais, quel que soit le magasin.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QUATRE RÉPONSES COURTES QUI SUFFISENT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dire sans hésiter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Quand on vous accueille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Bonjour. Je cherche un manteau. » Ou, si vous voulez regarder : « Bonjour, je regarde seulement, merci.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Quand on vous demande la taille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Du moyen. » Ou : « Je ne connais pas ma taille ici.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Quand on vous propose un vêtement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peux l'essayer ? » — la phrase la plus utile du défi.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Quand vous décidez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le prends. » Ou : « Je vais y penser, merci. » Les deux se disent, et la seconde ne vexe personne.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QU'IL FAUT TOUT COMPRENDRE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dit quelque chose, je n'ai pas compris… je pars.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Pardon, vous pouvez répéter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phrase manquée n'oblige à rien : on demande de répéter, et on repart avec ce qu'on était venu chercher. Partir sans rien dire est la seule issue qui coûte quelque chose.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pour chaque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entrez et une conseillère vous regarde.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un manteau noir.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vous demande votre taille.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essayer.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la cabine.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vient de vous aider.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entrez et une conseillère vous regarde.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Bonjour.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un manteau noir.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cherche un manteau noir.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vous demande votre taille.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porte du moyen.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essayer.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peux l'essayer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cherchez la cabine.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 est la cabine d'essayage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vient de vous aider.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Merci beaucoup.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la phrase à son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le décroche du cintre.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vous fait bien.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ne l'a plus en moyen.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le prenez ?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ça veut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vous le décroche du cintre.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enlève le vêtement de son crochet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vous fait bien.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vêtement est à votre grandeur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ne l'a plus en moyen.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 taille est vendue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le prenez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décidez-vous de l'acheter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Allez dans un magasin cette semaine et écoutez.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deux phrases que vous avez entendues.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n'êtes pas obligé d'acheter quoi que ce soit.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