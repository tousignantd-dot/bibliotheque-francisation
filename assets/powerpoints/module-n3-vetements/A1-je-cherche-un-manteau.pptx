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d'abord au groupe qui a déjà acheté du linge d'hiver ici, et ce qui a été difficile. Les réponses ouvrent la séance et donnent des exemples réels pour toute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les mots dans n'importe quelle langue, puis les traduire ensemble au tableau. C'est la liste de vocabulaire du module qui se construit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Farida dit ce qu'elle cherche en quatre mots. C'est assez : la conseillère pose les questions suivantes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moment central de la séance : Farida ne fait pas semblant de comprendre. « Qu'est-ce que ça veut dire ? » est la phrase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Celui-ci » et « celui-là » apparaissent ici pour la première fois. Ne pas les expliquer : ils reviennent au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de route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à voix haute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chaque famille par un élève différent, avec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moraliser : tout le monde le fait, y compris dans sa propre langue. Le but est de rendre la question facile à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A4 sur le genre des vêtements et donne des exemples personnels pour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cherche un manteau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hiver est celui où l'on découvre qu'un manteau n'est pas un manteau : il y en a pour l'automne, pour janvier, avec ou sans capuchon. Avant de choisir, il faut savoir nommer.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vêtements de l'hiver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couleur et un motif : pâle, foncé, uni, rayé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d'une conseillère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que veut dire un mot qu'on ne connaît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Qu'est-ce qu'il faut, pour passer un hiver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nteaux-suspend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vêtements différents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Lesquels ne se trouvent pas dans votre pays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Lesquels sont les plus chers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lequel commenceriez-vous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quelle saison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23225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 Je cherche un manteau.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31" y="30718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Un manteau pour l'automne ou pour l'hiver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031" y="38211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l'hiver. C'est mon premier hiver ici.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5704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bienvenue ! Alors il vous faut un manteau chaud.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Pâle ou foncé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quelle couleur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pas. Bleu, peut-être. Ou noir.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Bleu pâle ou bleu foncé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1498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 ? Pâle, foncé… Qu'est-ce que ça veut dire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45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991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031" y="48991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Pâle, c'est clair, comme le ciel. Foncé, c'est presque noir.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Uni, pas rayé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foncé. Le pâle, ça salit vite.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: celui-ci est bleu foncé. Et celui-là est noir, avec des rayures.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73837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Rayé ? Non, merci. Je préfère uni.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et ce qu'elles demandent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CONSEILLÈRE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 AVEC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Pour l'automne ou pour l'hiver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saison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Vous voulez quelle couleur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couleur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Pâle ou foncé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nuance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Uni ou rayé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motif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renseignements, et la conseillère sait quoi aller chercher.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CE QU'UN MOT VEUT DIRE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Pardon ? Qu'est-ce que ça veut dire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trouve étrange qu'on pose cette question, et une conseillère répond en une phrase. Faire semblant de comprendre coûte beaucoup plus cher : on repart avec un manteau pâle qu'on ne voulait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VÊTEMENTS DE L'HIVER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Sur le corps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manteau, un chandail, un pantalon. Le manteau se met par-dessus tout le reste.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Sur la tête et le cou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tuque, un foulard, un capuchon. La tuque couvre les oreilles — c'est ce qui gèle en premier.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Aux 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mitaines ou des gants. Les mitaines sont plus chaudes : les doigts se réchauffent l'un l'autre.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Aux pieds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bottes et des bas de laine. Les bottes doivent être doublées, sinon elles ne servent à rien en janvier.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SEMBLANT DE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Oui, oui… (sans avoir compris « foncé »)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qu'est-ce que ça veut dire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réflexe le plus courant, et le plus coûteux. Une question de deux secondes évite un achat qu'on regrettera tout l'hiver — et la conseillère préfère largement répondre que reprendre un vêtement une semaine plus tard.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cherche un manteau d'hiver.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son premier hiver au Québec.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un manteau bleu pâle.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Foncé » veut dire presque noir.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préfère un manteau rayé.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conseillère va lui montrer trois modèles.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cherche un manteau d'hiver.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son premier hiver au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un manteau bleu pâle.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foncé, le pâle salit vite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Foncé » veut dire presque noir.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préfère un manteau rayé.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conseillère va lui montrer trois modèles.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vêtements que vous portez cet hiver.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leur article : un manteau, une tuque, des bottes…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leur couleur, si vous la connaissez.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