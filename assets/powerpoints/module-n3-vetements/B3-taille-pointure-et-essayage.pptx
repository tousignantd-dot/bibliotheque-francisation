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 et de production orale. Prévoir le son : les quatre questions du magasin doivent être entendues avant d'être dites.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deux questions du module. Le groupe repère vite que les deux mots ne s'emploient pas au même 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dernier point est celui qui surprend le plus les nouveaux arrivants.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Rassurer : à l'oral, aucune erreur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scène à deux : un élève dit le problème, l'autre propose la suite. Deux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dire qu'on ne sait pas est une phrase d'adulte, pas un aveu d'ignorance.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défi 1. Faire dire à voix haute avant d'écrire : c'est de la production orale déguisée.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production écrite. Il sert de brouillon au jeu de rôle de E1 : garder les copies.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Taille, pointure et essayage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vêtement a une taille, le pied a une pointure. Deux mots différents pour la même idée — et l'un des deux ne sert qu'aux chaussures.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taille et la pointure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quel » et « quelle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ne va pas avec un adjectif et un endroit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autre taille ou un autre modèle.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vous pose-t-on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portez quelle taille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Quelle pointure faites-vous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pour un manteau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pour des bottes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deux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Vous portez quelle taille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manteau, un chandail, un pantalon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Quelle pointure faites-vous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bottes, des souliers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 · M · G · TG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lettres de l'étiquette de taille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6 · 7 · 8 ·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chiffres de la pointure, ici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38 européen fait environ un 7 ici : les chiffres ne se traduisent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QUESTION AVEC « QUEL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&lt;b&gt;Quelle&lt;/b&gt; taille ? &lt;b&gt;Quelle&lt;/b&gt; couleur ? &lt;b&gt;Quel&lt;/b&gt; modèle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s'accorde avec ce qui suit. Taille, couleur et pointure sont féminins : &lt;b&gt;quelle&lt;/b&gt;. Modèle et prix sont masculins : &lt;b&gt;quel&lt;/b&gt;. À l'oral, les deux formes se prononcent pareil — c'est à l'écrit que la différence compte.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 CE QUI NE VA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adjectif et un endroit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Trop petit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trop &lt;b&gt;serré&lt;/b&gt; aux épaules. » Serré veut dire que le vêtement presse le corps.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Trop grand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un peu &lt;b&gt;large&lt;/b&gt;. » Ou « c'est trop grand », qui se dit aussi.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Trop long ou trop court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Les &lt;b&gt;manches&lt;/b&gt; sont trop longues. » Sur un pantalon, ce sont les jambes.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demande ensuite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l'avez en grand ? » « Vous avez un autre modèle ? » « Vous l'avez dans une autre couleur ?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TRADUIRE SON CHIFFRE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du 42.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connais pas ma taille ici, je vais essayer.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systèmes de tailles ne se correspondent pas d'un pays à l'autre, et deux magasins d'ici ne taillent même pas pareil. Essayer est la seule méthode sûre, et personne ne trouve étrange qu'on le fasse.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dialogue et l'encadré.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l'étiquette, M veut dire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Farida pense qu'elle est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moyen est trop ___ aux épaules.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les bottes, on dit la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essayer, on va dans la ___ d'essayage.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l'étiquette, M veut dire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moyen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Farida pense qu'elle 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moyenne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moyen est trop ___ aux épaules.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serré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les bottes, on dit la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pointure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essayer, on va dans la ___ d'essayage.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cabine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courte et polie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un manteau noir.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vous demande votre taille.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mettre le manteau pour voir.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la cabine.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presse aux épaules.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la taille au-dessus.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un manteau noir.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cherche un manteau noir.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vous demande votre taille.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porte du moyen.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mettre le manteau pour voir.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peux l'essayer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la cabine.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 est la cabine d'essayage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presse aux épaules.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trop serré aux épaules.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la taille au-dessus.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l'avez en grand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dialogue complet d'un essayage, en six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entrez, vous demandez, on vous demande votre taille.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essayez, quelque chose ne va pas, vous demandez autre chose.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