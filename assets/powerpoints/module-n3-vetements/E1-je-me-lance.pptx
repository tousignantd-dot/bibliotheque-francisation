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B2 et C4 servent de matière première : les élèves ont déjà écrit une partie de ces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: nommer, dire sa taille, comparer deux prix. Un jeu de rôle,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dans un magasin de vêtements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liste de linge d'hiver avec couleurs et tailles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demander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Saluer, dire le vêtement avec sa couleur, donner sa taille, demander à essayer.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comparer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le prix de deux articles, dire lequel est moins cher, montrer du doigt avec « celui-ci » et « celui-là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conclure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Comprendre le montant, faire répéter s'il le faut, garder la facture.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le &lt;b&gt;manteau d'hiver&lt;/b&gt; (premier hiver, taille inconnue), les &lt;b&gt;bottes en liquidation&lt;/b&gt; (une étiquette à deux prix), le &lt;b&gt;chandail en rabais&lt;/b&gt; (une affiche qui ne dit pas sur quoi). Vous choisissez d'être le &lt;b&gt;client&lt;/b&gt; ou la &lt;b&gt;conseillère&lt;/b&gt;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45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Préciser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Comparer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la vraie conseillère ne dira pas la réplique attendue. Les structures — « je cherche un… », « je porte du… », « celui-ci est moins cher que…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liste de linge d'hiver, de 5 à 8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couleur après le nom, l'accord, le « que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Sept panneaux « En apprendre plus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Seize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