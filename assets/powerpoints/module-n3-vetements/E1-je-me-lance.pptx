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des écouteurs : la production orale se fait à l'ordinateur, chacun de son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combinaisons en tout.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par l'IA arrive tout de suite. Elle n'est pas conservée : l'élève la lit, la note, et recommence s'il le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se reprendre et chercher un mot est normal et n'est pas pénalisé.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B2 et C4 servent de matière première : les élèves ont déjà écrit une partie de ces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 avant de lancer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de l'IA n'est pas conservée par le système. Cette note est la seule trace qu'il en restera.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appris se rassemble : nommer, dire sa taille, comparer deux prix. Un jeu de rôle, une production orale, une production écrite.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conversation complète dans un magasin de vêtements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défis dans une même production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liste de linge d'hiver avec couleurs et tailles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recevoir une correction et la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demander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Saluer, dire le vêtement avec sa couleur, donner sa taille, demander à essayer.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comparer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le prix de deux articles, dire lequel est moins cher, montrer du doigt avec « celui-ci » et « celui-là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3 · conclure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Comprendre le montant, faire répéter s'il le faut, garder la facture.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interactive :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manteau d'hiver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(premier hiver, taille inconnue), les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bottes en liquidation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(une étiquette à deux prix),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chandail en rabais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(une affiche qui ne dit pas sur quoi). Vous choisissez d'être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client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ou la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conseillère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— faites les deux, ils n'emploient pas les mêmes phrases.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45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Préciser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Comparer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Fermer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RÉCITER AU LIEU DE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Apprendre le dialogue par cœur et le redire.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Employer les structures avec ses propres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dialogue récité s'entend, et il ne prépare à rien : la vraie conseillère ne dira pas la réplique attendue. Les structures — « je cherche un… », « je porte du… », « celui-ci est moins cher que… » — se réemploient ; les phrases entières, non.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liste de linge d'hiver, de 5 à 8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employer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employer aussi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vérifier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trois moments sont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vocabulaire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du module sont employés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couleur après le nom, l'accord, le « que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 : une phrase simple et juste vaut mieux qu'une phrase compliquée et fausse.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 VOUS BLOQUEZ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mini-leçons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Sept panneaux « Ouvrir la mini-leçon » dans l'activité, avec l'audio. Ils restent ouverts pendant la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cartes mémoire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Seize mots avec définition, exemple et image. Section « Je retiens des mots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bouton d'aide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envoie un signal à l'enseignante avec le titre de l'exercice où vous êtes. Elle vient sans que vous ayez à lever la 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la correction vous a signalé.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choses réussies, deux choses à travailler.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note : elle sert à la séance 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