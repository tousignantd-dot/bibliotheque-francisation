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d'écriture. Reprendre les chiffres relevés au billet de C1 : la comparaison se fait sur des prix réels, pas inventés.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Laisser produire des phrases fautives, les noter au tableau, et corriger après le tableau d'analyse. C'est plus efficace que l'inverse.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centrale, à photographier. Faire lire les quatre lignes, puis faire produire une phrase complète pour chacune.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Faire relire les phrases fautives du déclencheur en ajoutant le « que » manquant.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produire une phrase de chaque type, à partir de vêtements réels du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Deux formes, pas davantage : ne pas alourdir.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Rappeler la règle de B2 : c'est le même accord, dans une autre phrase.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Utiliser l'exercice 2 du défi 2. Faire relire la phrase complète après correction, avec l'accord de l'adjectif.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Ramasser. Vérifier surtout la présence du « que » et l'accord de l'adjectif : ce sont les deux points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C2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Plus cher, moins cher, aussi cher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Trois mots, un adjectif, et le petit mot « que ». Une fois ce moule appris, il sert pour le prix, la chaleur, la longueur — tout ce qui se compare.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Magasiner du linge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plus … que, moins … que, aussi … que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ne pas oublier le mot « que »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l'adjectif dans une comparaison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meilleur » au lieu de « plus bon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QUESTION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900" b="1" i="0">
                <a:solidFill>
                  <a:srgbClr val="17181A"/>
                </a:solidFill>
                <a:latin typeface="Verdana"/>
              </a:rPr>
              <a:t>Comment dites-vous que 65 $ est moins que 99 $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50976" y="2039112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En une phrase complète.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642108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66928" y="2751836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50976" y="2824988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Avec le mot « bottes » dedans.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427984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66928" y="3537712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50976" y="3610864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si les deux coûtaient 99 $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213860"/>
            <a:ext cx="11057839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66928" y="4323588"/>
            <a:ext cx="50292" cy="484123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4396740"/>
            <a:ext cx="10372039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Et pour la chaleur, pas le prix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moule de la comparaison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ÇA VEUT DIRE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plus cher que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coûte davantage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moins cher que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coûte moins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aussi cher que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les deux coûtent pareil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meilleur que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irrégulier — jamais « plus bon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L'adjectif se glisse au milieu, et « que » ferme toujours la phrase.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 « QUE » NE SE SAUTE PAS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Les bottes sont moins chères &lt;b&gt;que le manteau&lt;/b&gt;.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« que », la phrase reste en l'air : moins chères que quoi ? Quand le deuxième article vient d'être nommé, on peut dire « que l'autre » — mais on dit quelque chose. C'est l'erreur la plus fréquente, et la plus facile à corriger.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TROIS CHOSES QUI SE COMPARENT, AU MAGASIN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Et les mots qui vont avec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plus cher, moins cher, aussi cher. C'est la comparaison la plus utile — et celle qui décide l'achat.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chaleur et la matière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plus chaud, moins chaud. « La laine est plus chaude que l'acrylique » : une phrase qu'on entend vraiment dans un magasin d'ici.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taille et la longueur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plus grand, plus long, plus court. « Celui-ci est plus long que celui-là » sert à choisir entre deux manteaux.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FORMES IRRÉGULIÈRES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bon donne &lt;b&gt;meilleur&lt;/b&gt; · bien donne &lt;b&gt;mieux&lt;/b&gt;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Plus bon » n'existe pas. On dit « la laine est &lt;b&gt;meilleure&lt;/b&gt; que l'acrylique ». Et « meilleur » s'accorde comme un adjectif ordinaire : meilleur, meilleure, meilleurs, meilleures. Ce sont les deux seules irrégularités de ce niveau.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OUBLIER D'ACCORDER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Ces bottes sont plus cher.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Ces bottes sont plus chères.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Comparer ne dispense pas d'accorder : l'adjectif suit toujours le vêtement. Des bottes, c'est féminin pluriel — donc « chères », avec un e et un s, comme au défi 1.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PRATIQUE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Plus, moins ou aussi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chaque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65 $ et 99 $ : les bottes en liquidation sont ___ chères.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laine est ___ chaude que l'acrylique.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120 $ et 120 $ : les deux manteaux sont ___ chers.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chandail à 28 $ est ___ cher que celui à 40 $.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tuque de laine est ___ chaude qu'une casquette.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tuque à 22 $ est ___ chère que celle à 14 $.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Plus, moins ou aussi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65 $ et 99 $ : les bottes en liquidation sont ___ chères.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laine est ___ chaude que l'acrylique.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120 $ et 120 $ : les deux manteaux sont ___ chers.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aussi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chandail à 28 $ est ___ cher que celui à 40 $.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Une tuque de laine est ___ chaude qu'une casquette.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Cette tuque à 22 $ est ___ chère que celle à 14 $.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plus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Comparez deux vêtements que vous possédez, en quatre phrases.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prix, la chaleur, la longueur, la matière.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N'oubliez pas le mot « que ».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C2 · Magasiner du linge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