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Reprendre les chiffres relevés au billet de C1 : la comparaison se fait sur des prix réels, pas inventés.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produire des phrases fautives, les noter au tableau, et corriger après le tableau d'analyse. C'est plus efficace que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centrale, à photographier. Faire lire les quatre lignes, puis faire produire une phrase complète pour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relire les phrases fautives du déclencheur en ajoutant le « que » manquant.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type, à partir de vêtements réels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Deux formes, pas davantage : ne pas alourdir.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règle de B2 : c'est le même accord, dans une autre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défi 2. Faire relire la phrase complète après correction, avec l'accord de l'adjectif.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Vérifier surtout la présence du « que » et l'accord de l'adjectif : ce sont les deux points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Plus cher, moins cher, aussi 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un adjectif, et le petit mot « que ». Une fois ce moule appris, il sert pour le prix, la chaleur, la longueur — tout ce qui se compare.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plus … que, moins … que, aussi …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oublier le mot «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l'adjectif dans une comparaison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meilleur » au lieu de « plus bon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Comment dites-vous que 65 $ est moins que 99 $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une phrase complète.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 mot « bottes » dedans.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les deux coûtaient 99 $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la chaleur, pas le prix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moule de la comparaison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plus cher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coûte davantage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moins cher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coûte moins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aussi cher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coûtent 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meilleur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irrégulier — jamais « plus bon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L'adjectif se glisse au milieu, et « que » ferme toujours la phrase.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QUE » NE SE SAUTE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Les bottes sont moins chères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que le manteau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« que », la phrase reste en l'air : moins chères que quoi ? Quand le deuxième article vient d'être nommé, on peut dire « que l'autre » — mais on dit quelque chose. C'est l'erreur la plus fréquente, et la plus facile à corriger.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CHOSES QUI SE COMPARENT, AU MAGASIN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les mots qui vont avec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plus cher, moins cher, aussi cher. C'est la comparaison la plus utile — et celle qui décide l'achat.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chaleur et la matière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plus chaud, moins chaud. « La laine est plus chaude que l'acrylique » : une phrase qu'on entend vraiment dans un magasin d'ici.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taille et la longueur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plus grand, plus long, plus court. « Celui-ci est plus long que celui-là » sert à choisir entre deux manteaux.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FORMES IRRÉGULIÈRES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 donne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meilleur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· bien donne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mieux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Plus bon » n'existe pas. On dit « la laine est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meilleure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que l'acrylique ». Et « meilleur » s'accorde comme un adjectif ordinaire : meilleur, meilleure, meilleurs, meilleures. Ce sont les deux seules irrégularités de ce niveau.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D'ACCORDER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Ces bottes sont plus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Ces bottes sont plus chères.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Comparer ne dispense pas d'accorder : l'adjectif suit toujours le vêtement. Des bottes, c'est féminin pluriel — donc « chères », avec un e et un s, comme au défi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Plus, moins ou aussi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65 $ et 99 $ : les bottes en liquidation sont ___ chères.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laine est ___ chaude que l'acrylique.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120 $ et 120 $ : les deux manteaux sont ___ chers.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chandail à 28 $ est ___ cher que celui à 40 $.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tuque de laine est ___ chaude qu'une casquette.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tuque à 22 $ est ___ chère que celle à 14 $.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Plus, moins ou aussi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65 $ et 99 $ : les bottes en liquidation sont ___ chères.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laine est ___ chaude que l'acrylique.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120 $ et 120 $ : les deux manteaux sont ___ chers.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aussi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chandail à 28 $ est ___ cher que celui à 40 $.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tuque de laine est ___ chaude qu'une casquette.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tuque à 22 $ est ___ chère que celle à 14 $.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vêtements que vous possédez,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prix, la chaleur, la longueur, la matière.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le mot «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