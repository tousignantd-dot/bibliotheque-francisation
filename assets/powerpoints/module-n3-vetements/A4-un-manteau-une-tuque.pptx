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d'écriture. Reprendre le billet de sortie de A1 : la plupart des élèves ont écrit les vêtements sans article. C'est le point de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réponse est : rien ne décide. Le dire franchement soulage — beaucoup d'élèves cherchent une règle qui n'existe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recopier dans le carnet, en deux colonnes, et ajouter « un rabais » et « une taille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remarquer que « une paire de » est suivi du pluriel : une paire de bottes, pas de botte.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première carte est la seule qui compte vraiment. Les deux autres aident.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Rassurer : les enfants d'ici mettent des années à tout savoir, et se trompent encore à l'oral.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moitié du banc. La seconde est en D2. Faire répéter chaque mot avec son article.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5 du module. Faire lire la phrase entière à voix haute après correction : c'est la phrase qui fixe l'article, pas le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bloc A. Ramasser les billets : ils disent qui a compris le genre et qui devra être suivi pendant le défi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A4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Un manteau, une tuque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Rien dans un vêtement ne dit s'il est masculin ou féminin. Il n'y a donc rien à comprendre — il y a quelque chose à ranger : on apprend le mot avec son article.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Magasiner du linge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un », « une » et « des » devant un vêtement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le genre ne se devine pas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une paire de » pour ce qui va par deux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les seize mots du module avec leur article.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Pourquoi « un manteau » et « une veste »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deux se portent au même endroit.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deux servent à la même chose.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décide, alors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fait-on dans votre langue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genre des mots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MASCULIN — 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FÉMININ — UNE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un manteau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tuque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un chandail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jupe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un pantalon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cabine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un foulard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étiquette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un cintre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facture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À apprendre par cœur, avec l'article.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QUI VA PAR DEUX PREND « DES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des bottes, des mitaines, des gants, des bas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sont deux objets qu'on achète ensemble : on ne dit jamais « une botte » en magasinant. Pour en compter une, on dit «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une paire de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bottes ». Même chose pour les souliers et les chaussettes.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FAÇONS DE RETENIR LE GENRE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marche vraiment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Écrire l'article avec 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Dans le carnet, jamais « manteau » tout seul : toujours « un manteau ». Deux lettres de plus, et la question est réglée pour toujours.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Dire le mot dans une phrase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Je cherche </a:t>
            </a:r>
            <a:r>
              <a:rPr sz="1600" b="1" i="0">
                <a:solidFill>
                  <a:srgbClr val="3A3D40"/>
                </a:solidFill>
                <a:latin typeface="Verdana"/>
              </a:rPr>
              <a:t>un</a:t>
            </a:r>
            <a:r>
              <a:rPr sz="1600" b="0" i="0">
                <a:solidFill>
                  <a:srgbClr val="3A3D40"/>
                </a:solidFill>
                <a:latin typeface="Verdana"/>
              </a:rPr>
              <a:t> manteau. » Un mot isolé se perd ; une phrase se retient.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Se méfier des ressemblances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mot qui finit par un e muet est souvent féminin — souvent, pas toujours : « un cintre » finit par un 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CHERCHER UNE LOGIQUE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manteau est plus gros, donc masculin.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n'y a aucune logique : on apprend.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veste est féminine et un manteau masculin, pour la même chose portée au même endroit. Chercher une règle fait perdre du temps et donne de fausses certitudes ; ranger le mot avec son article règle la question.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seize mots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255835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manteau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62843" y="2121408"/>
            <a:ext cx="6796163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4B4F52"/>
                </a:solidFill>
                <a:latin typeface="Verdana"/>
              </a:rPr>
              <a:t>Le grand vêtement qu'on met par-dessus les autres pour sortir.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467737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14041"/>
            <a:ext cx="3255835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tuque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843" y="2614041"/>
            <a:ext cx="6796163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chapeau de laine qui couvre les oreilles, l'hiver.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106674"/>
            <a:ext cx="3255835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chandail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843" y="3106674"/>
            <a:ext cx="6796163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4B4F52"/>
                </a:solidFill>
                <a:latin typeface="Verdana"/>
              </a:rPr>
              <a:t>Le vêtement du haut du corps, avec ou sans manches longues.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45300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3599307"/>
            <a:ext cx="3255835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des bottes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843" y="3599307"/>
            <a:ext cx="6796163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chaussures hautes qui protègent de la neige.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091939"/>
            <a:ext cx="3255835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rayé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2843" y="4091939"/>
            <a:ext cx="6796163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Se dit d'un tissu à lignes. Le contraire est « uni ».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43826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584573"/>
            <a:ext cx="3255835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foncé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2843" y="4584573"/>
            <a:ext cx="6796163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4B4F52"/>
                </a:solidFill>
                <a:latin typeface="Verdana"/>
              </a:rPr>
              <a:t>Se dit d'une couleur proche du noir. Le contraire est « pâle ».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2688" y="493090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077206"/>
            <a:ext cx="3255835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taille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2843" y="5077206"/>
            <a:ext cx="6796163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grandeur du vêtement : petit, moyen ou grand.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2688" y="54235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32688" y="5569839"/>
            <a:ext cx="3255835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cabine d'essayage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2843" y="5569839"/>
            <a:ext cx="6796163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petite pièce fermée où on essaie le vêtement.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Un, une ou des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cherche ___ manteau d'hiver.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porte ___ tuque grise.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me faut ___ chandail de laine.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est ___ cabine d'essayage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Gardez ___ facture dans votre poche.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J'achète ___ paire de bottes.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Un, une ou des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cherche ___ manteau d'hiver.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porte ___ tuque grise.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me faut ___ chandail de laine.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est ___ cabine d'essayage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Gardez ___ facture dans votre poche.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J'achète ___ paire de bottes.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Recopiez vos cinq vêtements de la séance A1, avec leur article.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Et ajoutez-en trois autres, de votre choix.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dans le banc de mots du module.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Magasiner du linge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