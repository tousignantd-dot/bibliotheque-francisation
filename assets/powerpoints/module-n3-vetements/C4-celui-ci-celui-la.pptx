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Poser deux objets devant la classe et demander de les comparer sans les nommer : le besoin apparaît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la phrase longue, puis demander de l'alléger. Le besoin du pronom démonstratif se sent avant qu'on l'explique.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centrale, à photographier. Renvoyer à la séance A4 : le genre appris là sert ici pour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pratiquer avec des objets réels de la classe, un près et un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trois à voix haute, avec le geste. Le geste fait partie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L'erreur « ce celui-ci » est rare mais tenace quand elle s'installe.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cinq phrases fautives au tableau,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4 du défi 2. Faire accompagner chaque réponse du geste.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2. Ramasser : ces phrases se réemploient telles quelles dans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Celui-ci, celui-là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deux manteaux, on ne répète pas le mot « manteau » trois fois. Quatre petits mots le remplacent — et ils vont avec le doigt qui montre.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celui, celle, ceux, celles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-ci (près) et -là (plus loin)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confondre avec « ce » et « cette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articles sans répéter leur nom.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comparer sans répéter le mot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manteau bleu est moins cher que le manteau noir.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dit-on « manteau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faire plus court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vous montrez du doigt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formes, selon le vêtement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VÊTEMENT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manteau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celui-ci · celui-là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tuque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celle-ci · celle-là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gants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ceux-ci · ceux-là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bottes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celles-ci · celles-là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le seul endroit où il faut connaître le genre du vêtement.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-CI POUR PRÈS, -LÀ POUR PLUS LOIN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Celui-ci est en nylon, celui-là est en laine.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les emploie presque toujours par deux, pour opposer deux articles. Seul, « celui-là » suffit quand on montre du doigt. Et montrer du doigt dans un magasin est parfaitement poli : c'est même plus clair qu'une longue description.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PHRASES À SAVOIR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servent tous les 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Demander un prix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Celle-ci est à combien ? » — en montrant du doigt. Plus rapide que de décrire le vêtement.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Demander un rabais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Ceux-là sont en rabais ? » — la question qui évite la surprise à la caisse.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Dire son choix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préfère celles-là. » — la phrase qui termine une comparaison, et qui dit au vendeur ce qu'il doit aller chercher.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NE PAS CONFONDRE AVEC « CE » ET « CETTE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</a:t>
            </a:r>
            <a:r>
              <a:rPr sz="3400" b="0" i="0">
                <a:solidFill>
                  <a:srgbClr val="17181A"/>
                </a:solidFill>
                <a:latin typeface="Verdana"/>
              </a:rPr>
              <a:t> manteau · </a:t>
            </a:r>
            <a:r>
              <a:rPr sz="3400" b="1" i="0">
                <a:solidFill>
                  <a:srgbClr val="17181A"/>
                </a:solidFill>
                <a:latin typeface="Verdana"/>
              </a:rPr>
              <a:t>celui-ci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 » est suivi du nom ; « celui-ci » remplace le nom. On dit « ce manteau-ci » ou « celui-ci » — jamais « ce celui-ci ». Les deux disent exactement la même chose ; le second est simplement plus court.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« CELUI » TOUT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Celui est moins 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Celui-ci est moins 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Celui » ne se dit jamais seul dans cette phrase : il lui faut « -ci », « -là », ou une suite comme « celui que je préfère ». Sans cela, la phrase n'est pas terminée.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Celui-ci ou celui-là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montrez ce qui est près de vous (-ci) ou plus loin (-là).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tout près : « Je voudrais essayer ___ 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tuque au bout du rayon : « ___ est à combien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bottes près de vous : « ___ sont en liquidation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gants plus loin : « Je prends ___ 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chandails : « ___ est plus chaud que celui-là.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Celui-ci ou celui-là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tout près : « Je voudrais essayer ___ 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celui-ci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tuque au bout du rayon : « ___ est à combien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celle-là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bottes près de vous : « ___ sont en liquidation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celles-ci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gants plus loin : « Je prends ___ 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ceux-là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chandails : « ___ est plus chaud que celui-là.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celui-ci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phrases qui comparent deux vêtements, sans les nommer deux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Ex. : « Celui-ci est moins cher que celui-là.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Variez : masculin, féminin, singulier, pluriel.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