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d'écriture. Poser deux objets devant la classe et demander de les comparer sans les nommer : le besoin apparaît tout seul.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la phrase longue, puis demander de l'alléger. Le besoin du pronom démonstratif se sent avant qu'on l'explique.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centrale, à photographier. Renvoyer à la séance A4 : le genre appris là sert ici pour la première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pratiquer avec des objets réels de la classe, un près et un loin.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les trois à voix haute, avec le geste. Le geste fait partie de la phrase.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L'erreur « ce celui-ci » est rare mais tenace quand elle s'installe.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compléter cinq phrases fautives au tableau, à l'oral.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Utiliser l'exercice 4 du défi 2. Faire accompagner chaque réponse du geste.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défi 2. Ramasser : ces phrases se réemploient telles quelles dans la production orale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C4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Celui-ci, celui-là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Devant deux manteaux, on ne répète pas le mot « manteau » trois fois. Quatre petits mots le remplacent — et ils vont avec le doigt qui montre.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Magasiner du linge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celui, celle, ceux, celles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-ci (près) et -là (plus loin)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ne pas confondre avec « ce » et « cette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comparer deux articles sans répéter leur nom.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comparer sans répéter le mot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Le manteau bleu est moins cher que le manteau noir.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fois dit-on « manteau »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faire plus court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si vous montrez du doigt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formes, selon le vêtement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VÊTEMENT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manteau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celui-ci · celui-là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une tuque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celle-ci · celle-là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des gants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ceux-ci · ceux-là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des bottes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celles-ci · celles-là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C'est le seul endroit où il faut connaître le genre du vêtement.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-CI POUR PRÈS, -LÀ POUR PLUS LOIN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Celui-ci est en nylon, celui-là est en laine.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les emploie presque toujours par deux, pour opposer deux articles. Seul, « celui-là » suffit quand on montre du doigt. Et montrer du doigt dans un magasin est parfaitement poli : c'est même plus clair qu'une longue description.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TROIS PHRASES À SAVOIR PAR CŒUR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Elles servent tous les jours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Demander un prix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Celle-ci est à combien ? » — en montrant du doigt. Plus rapide que de décrire le vêtement.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Demander un rabais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Ceux-là sont en rabais ? » — la question qui évite la surprise à la caisse.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Dire son choix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Je préfère celles-là. » — la phrase qui termine une comparaison, et qui dit au vendeur ce qu'il doit aller chercher.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NE PAS CONFONDRE AVEC « CE » ET « CETTE 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&lt;b&gt;ce&lt;/b&gt; manteau · &lt;b&gt;celui-ci&lt;/b&gt;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Ce » est suivi du nom ; « celui-ci » remplace le nom. On dit « ce manteau-ci » ou « celui-ci » — jamais « ce celui-ci ». Les deux disent exactement la même chose ; le second est simplement plus court.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EMPLOYER « CELUI » TOUT SEUL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Celui est moins cher.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Celui-ci est moins cher.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Celui » ne se dit jamais seul dans cette phrase : il lui faut « -ci », « -là », ou une suite comme « celui que je préfère ». Sans cela, la phrase n'est pas terminée.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Celui-ci ou celui-là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Vous montrez ce qui est près de vous (-ci) ou plus loin (-là).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manteau tout près : « Je voudrais essayer ___ 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tuque au bout du rayon : « ___ est à combien ?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Des bottes près de vous : « ___ sont en liquidation ?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Des gants plus loin : « Je prends ___ .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Deux chandails : « ___ est plus chaud que celui-là. 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Celui-ci ou celui-là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manteau tout près : « Je voudrais essayer ___ 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celui-ci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tuque au bout du rayon : « ___ est à combien ?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celle-là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Des bottes près de vous : « ___ sont en liquidation ?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celles-ci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Des gants plus loin : « Je prends ___ 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ceux-là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Deux chandails : « ___ est plus chaud que celui-là.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celui-ci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cinq phrases qui comparent deux vêtements, sans les nommer deux fois.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Ex. : « Celui-ci est moins cher que celui-là.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Variez : masculin, féminin, singulier, pluriel.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Magasiner du linge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