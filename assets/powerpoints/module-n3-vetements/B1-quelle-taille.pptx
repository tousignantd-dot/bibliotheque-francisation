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Demander qui connaît sa taille ici, et qui achète encore « au jugé ». Les deux réponses sont fréquentes.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circuler un vêtement réel si possible : l'étiquette de taille est cousue dans le col, celle d'entretien juste en dessous ou sur le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Farida dit franchement qu'elle ne sait pas. C'est la bonne réponse, et elle n'embarrasse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repères dans la réponse : au fond, à droite, derrière les chandails. Faire relever les trois.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Farida nomme l'endroit : « aux épaules ». C'est ce qui permet à la conseillère de choisir quoi rapporter.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script complet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nommer les parties du corps utiles : les épaules, la taille, les manches, les jambes.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très concret. Beaucoup d'élèves achètent un manteau en octobre, en chandail léger, et ne peuvent plus le fermer en décembre.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mémorisation. Ces quatre phrases sont réutilisées telles quelles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Quelle taille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chiffre qu'on connaissait dans son pays ne se traduit pas. Ici, trois lettres suffisent — P, M, G — et une quatrième chose : essayer.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question « vous portez quelle taille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P, M ou G, ou dire qu'on ne sait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se trouve la cabine d'essayage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ne va pas : trop serré, trop 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cette étiquette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iquette-tail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se trouve-t-elle sur le vêtement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dessus, d'habitude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Connaissez-vous votre taille ici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votre pays d'origine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sais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8031" y="23225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portez quelle taille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8031" y="30718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sais pas. Dans mon pays, c'est un autre système.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8031" y="382117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Ici, c'est petit, moyen ou grand. Sur l'étiquette : P, M ou 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8031" y="457047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pense que je suis moyenne.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cabine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un moyen bleu foncé. Vous voulez l'essayer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s'il vous plaît. Où est la cabine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4005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fond, à droite, derrière les chandails.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ne va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? Le moyen est trop serré aux épaules.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Trop serré ? Alors essayez le grand. Je le décroche du cintre.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4005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grand est parfait. Mais les manches sont un peu longues.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8031" y="41498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 longues, ce n'est pas grave l'hiver.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phrases, quatre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On vous demande votre taille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Du moyen » ou « je ne sais pas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On vous propose un vêtement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peux l'essayer ?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Vous cherchez la cabine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Où est la cabine d'essayage ?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 vêtement ne fait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trop serré aux épaules.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phrases suffisent pour tout l'essayage.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NOMMER L'ENDROIT, PAS SEULEMENT LE PROBLÈME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C'est trop serré &lt;b&gt;aux épaules&lt;/b&gt;.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Serré » tout seul ne dit pas s'il faut une taille au-dessus ou un autre modèle. Serré aux épaules et bien ailleurs : c'est la coupe. Serré partout : c'est la taille. La conseillère décide à partir de l'endroit que vous nommez.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ACHETER SANS ESSAYER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devrait 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peux l'essayer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manteau d'hiver se porte par-dessus un chandail : essayé en t-shirt, il paraîtra parfait et sera trop serré en janvier. Essayer avec ce qu'on porte l'hiver est la seule vérification qui vaille.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Ici, les tailles sont petit, moyen et grand.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connaît sa taille dès le début.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cabine d'essayage est au fond, à droite.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moyen est trop grand.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est trop serré aux épaules.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prend le grand.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Ici, les tailles sont petit, moyen et grand.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connaît sa taille dès le début.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ne la connaît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cabine d'essayage est au fond, à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moyen est trop grand.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trop serré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est trop serré aux épaules.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prend le grand.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phrases de l'essayage, de mémoire.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Celles du tableau : la taille, l'essai, la cabine, le problème.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dites-les à voix haute, sans regarder.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