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Tuque » est un mot d'ici : ailleurs on dirait « bonnet ». Le faire remarquer, sans en faire une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donner un exemple de chacun à partir de ce que porte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Linge » est le mot courant ici pour l'ensemble des vêtements : « acheter du linge », « laver son linge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reviennent à chaque achat. Les faire répéter avec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que les élèves rapportent le plus souvent comme utile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sept points de langue, huit questions. Dernière séance : on rassemble, on révise,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vêtements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7871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manteau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4183" y="2121408"/>
            <a:ext cx="82648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grand vêtement du dessus, pour sortir dehors.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7871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tuque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4183" y="3106674"/>
            <a:ext cx="82648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chapeau de laine qui couvre les oreilles.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7871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chandail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4183" y="4091939"/>
            <a:ext cx="82648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vêtement du haut du corps.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7871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bottes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4183" y="5077205"/>
            <a:ext cx="82648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chaussures hautes qui protègent de la neige.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couleur et le motif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9565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rayé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3508" y="2121408"/>
            <a:ext cx="90954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d'un tissu à lignes. Le contraire est « uni 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9565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foncé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3508" y="3106674"/>
            <a:ext cx="90954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d'une couleur proche du noir. Le contraire est « pâle 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9565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3508" y="4091939"/>
            <a:ext cx="90954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D'une seule couleur, sans dessin.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9565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pois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3508" y="5077205"/>
            <a:ext cx="90954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Avec des petits ronds répétés sur le tissu.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taille et l'essayage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taille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843" y="2121408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 du vêtement : petit, moyen ou grand.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pointure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843" y="2909620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 de la chaussure — jamais « la taille 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cabine d'essayage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843" y="3697833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pièce fermée où on essaie.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cintre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843" y="4486046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crochet qui tient le vêtement suspendu.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5583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serré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843" y="5274259"/>
            <a:ext cx="679616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Trop petit, qui presse le corps.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 et l'entretien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9911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rabais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6124" y="2121408"/>
            <a:ext cx="645288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qu'on enlève du prix, quelques jours.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59911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 de prix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6124" y="2778252"/>
            <a:ext cx="645288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carton attaché au vêtement.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59911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liquidation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6124" y="3435096"/>
            <a:ext cx="645288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vente des derniers articles, à très bas prix.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59911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 d'entretien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6124" y="4091939"/>
            <a:ext cx="645288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L'étiquette du col, qui dit comment laver.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59911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sécheuse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6124" y="4748784"/>
            <a:ext cx="645288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machine chaude qui sèche le linge.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59911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facture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6124" y="5405628"/>
            <a:ext cx="645288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prouve le prix payé.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u et le 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 en avant, ou au fond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ou 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genre s'apprend avec le mot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couleur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le vêtement, et elle s'accorde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taille ou pointure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corps ou le pied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comparer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plus, moins ou aussi… et toujours « que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celui-ci, celui-là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montrer sans répéter le nom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l'étiquette d'entretien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dessin barré veut dire « ne pas faire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Nommer, demander, comparer. Rien de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Farida n'a pas appris le nom de tous les vêtements d'un magasin. Elle a appris à dire ce qu'elle cherche avec sa couleur, à donner sa taille ou à dire qu'elle ne la connaît pas, et à comparer deux prix avant de choisir. C'est ce qui lui permet d'acheter seule, dans n'importe quel magasin.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seize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sept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Sept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nommer les vêtements de l'hiver et dire leur couleur.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ma taille, ou dire que je ne la connais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comparer deux prix : plus cher que, moins cher 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comprends les dessins de l'étiquette d'entretien.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