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Commencer en disant « jupe » puis « joupe » sans prévenir, et demander au groupe si les deux existent.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paires avant toute explication. Le groupe entend qu'il y a une différence bien avant de pouvoir la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centrale, à photographier. Faire lire la colonne de gauche, puis celle de droite, puis en alternance.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faire l'exercice en même temps par tout le groupe, un doigt sous le menton pour sentir la langue bouger.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cas justifie tout le travail : ce n'est pas un détail d'accent.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vérifier par le toucher. Beaucoup d'élèves ne croient à la différence que lorsqu'ils la sentent.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module, à cartes écoutables. Deux écoutes avant de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 difficile : les deux sons se suivent dans la même phrase. Faire répéter lentement d'abord, à vitesse normale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à la séance suivante. Corriger surtout la lecture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« u » de jupe et le « ou » de rouge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sons très proches à l'oreille, très différents dans la bouche. Beaucoup de langues n'ont que le second — et « tu » devient « tout » sans qu'on s'en aperçoive.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u et le son ou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c'est la langue, et non les lèvres, qui décide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 son u à partir du son 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deux sons dans les mots du magasin.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mots sont-ils différents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une jupe » et « une joue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pull » et « une poule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lèvres, ou la langue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sons, deux positions de langue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 « U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 « OU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jupe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rouge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 pull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blouson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tissu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foulard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bouton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gauche, la langue est en avant. À droite, elle est au fond.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TRUC DU « I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 « i » longuement, puis arrondissez les lèvres.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bouger la langue. Le son qui sort est le &lt;b&gt;u&lt;/b&gt; de « jupe ». C'est la seule méthode qui fonctionne à coup sûr, parce qu'elle part d'un son que presque toutes les langues possèdent — le i — au lieu de partir du ou, qui entraîne la langue au fond.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OÙ CES DEUX SONS APPARAISSENT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endroits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3B49A0"/>
                </a:solidFill>
                <a:latin typeface="Verdana"/>
              </a:rPr>
              <a:t>Les vêtements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j&lt;b&gt;u&lt;/b&gt;pe, un p&lt;b&gt;u&lt;/b&gt;ll, le tiss&lt;b&gt;u&lt;/b&gt; — et un f&lt;b&gt;ou&lt;/b&gt;lard, un bl&lt;b&gt;ou&lt;/b&gt;son, un b&lt;b&gt;ou&lt;/b&gt;ton.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3B49A0"/>
                </a:solidFill>
                <a:latin typeface="Verdana"/>
              </a:rPr>
              <a:t>Les motifs et les matières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84373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&lt;b&gt;u&lt;/b&gt;ni se dit avec le u ; d&lt;b&gt;ou&lt;/b&gt;x, d&lt;b&gt;ou&lt;/b&gt;blé et l'&lt;b&gt;ou&lt;/b&gt;verture du magasin se disent avec le ou.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72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3B49A0"/>
                </a:solidFill>
                <a:latin typeface="Verdana"/>
              </a:rPr>
              <a:t>Deux mots que tout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01794"/>
            <a:ext cx="4806543" cy="1104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t&lt;b&gt;u&lt;/b&gt; » et « t&lt;b&gt;ou&lt;/b&gt;t » ne veulent pas dire la même chose. Là, la confusion change vraiment la phrase.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ÉCOUTER LES LÈVRES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deux sons se ressemblent, donc c'est pareil.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différence est dans la langue.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lèvres sont presque identiques pour les deux sons : rondes dans les deux cas. C'est la langue qui bouge — en avant pour le u, au fond pour le ou. Un doigt sous le menton permet de le sentir.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jupe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rouge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pull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blouson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tissu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foulard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bouton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jupe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rouge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pull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blouson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tissu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foulard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uni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bouton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répétez.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cherche une jupe unie.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foulard rouge est en rabais.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tissu est doux.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blouson a un capuchon.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un bouton au pull.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une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cherche une jupe unie.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fois le son 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foulard rouge est en rabais.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deux fois le son ou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tissu est doux.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u, puis 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blouson a un capuchon.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fois le son ou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un bouton au pull.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ou, puis 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cinq mots avec le son u et cinq mots avec le son 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Dans le vocabulaire du module, ou ailleurs.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Lisez-les à voix haute avant de les écrire.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