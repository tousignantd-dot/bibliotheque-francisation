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Apporter si possible deux vêtements réels, un pâle et un foncé, un uni et un rayé : la démonstration vaut mieux que la définition.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décrire librement. Noter au tableau les mots qui manquent : ce sont ceux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donner un exemple de vêtement pâle et un de vêtement foncé par chaque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un exemple de chacun dans la classe : quelqu'un porte toujours au moins deux de ces motifs.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« doublé » : c'est le mot qui distingue un manteau utile d'un manteau décoratif.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par les élèves leurs propres demandes du billet de sortie de A1, en ajoutant nuance et motif.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4 du module. Faire dire à voix haute avant de glisser.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3 du module, à glisser-déposer. Projeter les images une à une si le groupe travaille sans ordinateur.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très court, à faire en classe s'il reste du temps. Il prépare directement l'exercice d'accord de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couleurs et les motifs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couleur ne suffit pas : « bleu » peut désigner le ciel ou la nuit. Deux mots de plus — pâle, foncé — et la conseillère sait exactement quoi aller chercher.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Magasiner du linge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pâle et foncé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quatre motifs : uni, rayé, à pois, à carreaux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trois matières : le coton, la laine, le nylon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lieux et les objets d'un magasin de vêtements.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décririez-vous ce vêtement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anteaux-suspend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couleur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Clair ou sombre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un dessin, ou sans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quelle matière, à votre avis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 qui précisent la couleur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bleu pâle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clair, proche du blanc — comme le ciel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bleu foncé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sombre, presque noir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 couleur, sans dessin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rayé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lignes droites de deux couleurs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Pâle salit vite ; foncé ne se voit pas le soir. Les deux ont un défaut.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QUATRE MOTIFS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voit sur le tissu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 couleur, aucun dessin. C'est le plus courant pour un manteau d'hiver, et le plus facile à agencer.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Rayé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lignes droites de deux couleurs. Souvent sur les chandails et les bas.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À pois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petits ronds répétés sur le tissu. Surtout sur les blouses et les robes.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À carreaux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lignes qui se croisent et forment des carrés. Très fréquent sur les chemises d'automne, ici.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MATIÈRE SE DIT AVEC « EN » OU « DE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chandail </a:t>
            </a:r>
            <a:r>
              <a:rPr sz="3400" b="1" i="0">
                <a:solidFill>
                  <a:srgbClr val="17181A"/>
                </a:solidFill>
                <a:latin typeface="Verdana"/>
              </a:rPr>
              <a:t>en</a:t>
            </a:r>
            <a:r>
              <a:rPr sz="3400" b="0" i="0">
                <a:solidFill>
                  <a:srgbClr val="17181A"/>
                </a:solidFill>
                <a:latin typeface="Verdana"/>
              </a:rPr>
              <a:t> laine, un chandail </a:t>
            </a:r>
            <a:r>
              <a:rPr sz="3400" b="1" i="0">
                <a:solidFill>
                  <a:srgbClr val="17181A"/>
                </a:solidFill>
                <a:latin typeface="Verdana"/>
              </a:rPr>
              <a:t>de</a:t>
            </a:r>
            <a:r>
              <a:rPr sz="3400" b="0" i="0">
                <a:solidFill>
                  <a:srgbClr val="17181A"/>
                </a:solidFill>
                <a:latin typeface="Verdana"/>
              </a:rPr>
              <a:t> laine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se disent et veulent dire la même chose. Les trois matières à connaître pour l'hiver :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coton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léger, qui ne réchauffe pas ; la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laine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chaude mais qui pique un peu ;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nylon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qui coupe le vent et laisse passer le froid s'il n'est pas doublé.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DIRE SEULEMENT LA COULEUR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un manteau bleu.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cherche un manteau bleu foncé, uni.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Bleu » couvre vingt teintes. La conseillère apportera trois manteaux, dont aucun ne conviendra. Deux mots de plus — la nuance et le motif — font gagner dix minutes à tout le monde.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 mot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mot à sa définition.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pâle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foncé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rayé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pois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carreaux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 mot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pâle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couleur claire, proche du blanc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foncé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couleur sombre, proche du noir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seule couleur, sans dessin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rayé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lignes droites de deux couleurs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pois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petits ronds répétés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carreaux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lignes qui se croisent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magasin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ce que montre chaque photo.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rangée de vêtements accrochés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pièce fermée par un rideau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petite étiquette du col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carton attaché à la manche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dessins dans le col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machine chaude de la buanderie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magasin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rangée de vêtements accrochés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cintres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pièce fermée par un rideau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cabine d'essayage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petite étiquette du col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taille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carton attaché à la manche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l'étiquette de prix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dessins dans le col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l'étiquette d'entretien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machine chaude de la buanderie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sécheuse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trois vêtements que vous portez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vêtement, la couleur, la nuance, le motif.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Ex. : « un chandail vert foncé, uni, en laine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Magasiner du linge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