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Commencer en écrivant au tableau « un noir manteau » et demander au groupe ce qui cloche. Plusieurs le sentiront sans savoir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comparaison avec la langue d'origine est utile ici : en anglais, en arabe et en espagnol, l'ordre n'est pas le même. Le nommer aide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Faire lire les quatre lignes à voix haute : la différence entre « noir » et « noire »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Marine » et « marron » sont fréquents sur les étiquettes de manteaux : la remarque n'est pas théorique.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 exemple de chaque cas par un élève différent, avec un vêtement de sa propre garde-robe.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en faire un drame : personne ne bloquera pour cela, mais l'écrire juste vaut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couleurs à voix haute avant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défi 1. Faire justifier chaque réponse par le genre et le nombre du vêtement, pas par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erreurs d'accord se corrigent une fois ici et ne reviennent presque plus dans la production écrite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couleur après le vêtement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manteau noir », jamais « un noir manteau ». C'est l'inverse de plusieurs langues, et c'est la première chose qu'on remarque à l'oreille.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l'adjectif de couleur après le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la couleur au féminin et au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couleurs qui ne changent jamais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pâle » et « foncé » bloquent l'accord.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deux phrases est juste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cherche un noir manteau.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cherche un manteau noir.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dit-on dans votre langue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la couleur était « rouge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La couleur suit le vêtement, et elle s'accorde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VÊTEMENT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COULEUR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manteau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tuque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noire — un e de plus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gants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gris — le s y est déjà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bottes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noires — un e et un 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e s'entend souvent ; le s ne s'entend jamais, mais il s'écrit.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COULEURS NE CHANGENT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rouge · jaune · rose · beige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Elles finissent déjà par un e : au féminin, on n'ajoute rien. « Une tuque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rouge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« des mitaines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rouges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— seul le s du pluriel s'ajoute. Deux autres ne bougent pas du tout, parce qu'elles viennent d'un nom de chose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marine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(la mer)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marron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(le fruit).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CAS, TROIS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vêtement est 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Rien ne s'ajoute :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un manteau noir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,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un chandail vert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. La couleur reste comme dans le dictionnaire.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vêtement est féminin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ajoute un e :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une tuque noire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,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une jupe verte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. Et souvent, la consonne d'avant se met à sonner : « gri » devient « grize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vêtement est au pluriel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ajoute un s :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des bottes noires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,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des gants gris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. Il ne s'entend pas — mais une liste, une étiquette et un courriel s'écrivent.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PÂLE ET FONCÉ BLOQUENT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mitaines </a:t>
            </a:r>
            <a:r>
              <a:rPr sz="3400" b="1" i="0">
                <a:solidFill>
                  <a:srgbClr val="17181A"/>
                </a:solidFill>
                <a:latin typeface="Verdana"/>
              </a:rPr>
              <a:t>bleu pâle</a:t>
            </a:r>
            <a:r>
              <a:rPr sz="3400" b="0" i="0">
                <a:solidFill>
                  <a:srgbClr val="17181A"/>
                </a:solidFill>
                <a:latin typeface="Verdana"/>
              </a:rPr>
              <a:t>, un manteau </a:t>
            </a:r>
            <a:r>
              <a:rPr sz="3400" b="1" i="0">
                <a:solidFill>
                  <a:srgbClr val="17181A"/>
                </a:solidFill>
                <a:latin typeface="Verdana"/>
              </a:rPr>
              <a:t>gris foncé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Dès qu'une nuance s'ajoute, l'ensemble ne s'accorde plus : ni la couleur, ni la nuance. On écrit « des mitaines bleu pâle », et non « des mitaines bleues pâles ». C'est une règle vraie et souvent ignorée, même par des gens d'ici.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ACCORDER UNE COULEUR EN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tuque rougee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tuque rouge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Rouge, jaune, rose et beige finissent déjà par un e. Au féminin, on n'ajoute rien du tout ; au pluriel, on n'ajoute que le s. L'erreur vient de l'application mécanique de la règle du 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L'adjectif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un manteau ___ . (noir)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tuque ___ . (gris)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achète des bottes ___ . (brun)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un chandail ___ . (vert)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une jupe ___ . (rouge)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mitaines ___ . (bleu)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un manteau ___ . (noir)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tuque ___ . (gris)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achète des bottes ___ . (brun)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brunes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un chandail ___ . (vert)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une jupe ___ . (rouge)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rouge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sont des mitaines ___ . (bleu)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bleues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vêtements de votre garde-robe, avec leur couleur.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masculins, trois féminins.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au pluriel, et au moins une couleur en 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