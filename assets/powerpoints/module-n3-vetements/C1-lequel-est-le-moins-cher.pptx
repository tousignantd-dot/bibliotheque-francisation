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2. Demander au groupe qui regarde les prix avant d'acheter et qui compare deux articles. Presque tout le monde compare — le problème est de le dire en français.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prix, barré ou écrit petit, est le prix régulier : il sert à montrer l'économie. Le second est celui qu'on paie.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ne comprends pas » est dit franchement. C'est ce qui déclenche l'explication : sans cette phrase, Samir serait passé à autre chose.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Farida fait le calcul elle-même et le dit à voix haute. Faire remarquer la structure « moins chères que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bonne question : un bas prix a toujours une raison. Ici, ce n'est pas la qualité, c'est le choix de pointures.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Apporter une vraie étiquette si possible.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la question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est celle qui surprend : essayer avant d'acheter devient obligatoire quand la vente est finale.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cœur du défi 2. Le faire refaire au tableau avec deux autres exemples chiffrés.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calcul autant que de langue. Il donne des chiffres réels pour la séance C2.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Lequel est le moins cher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paires de bottes côte à côte : 99 $ sur l'une, deux prix sur l'autre. Le moins cher n'est pas celui qu'on croit, et tout est écrit sur l'étiquette.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Magasiner du linge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étiquette qui porte deux prix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prix régulier et le prix d'aujourd'hui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qu'est une liquidation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lequel de deux articles coûte le moins 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deux prix sur la même étiquette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tiquette-prix-reduit.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des deux paie-t-on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quoi sert l'autre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le magasin l'écrit-il quand même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été surpris à la caisse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prix</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FARIDA</a:t>
            </a:r>
          </a:p>
        </p:txBody>
      </p:sp>
      <p:sp>
        <p:nvSpPr>
          <p:cNvPr id="10" name="TextBox 9"/>
          <p:cNvSpPr txBox="1"/>
          <p:nvPr/>
        </p:nvSpPr>
        <p:spPr>
          <a:xfrm>
            <a:off x="2227135" y="2322576"/>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Celles-ci sont à quatre-vingt-dix-neuf dollars. Et celles-là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13" name="TextBox 12"/>
          <p:cNvSpPr txBox="1"/>
          <p:nvPr/>
        </p:nvSpPr>
        <p:spPr>
          <a:xfrm>
            <a:off x="2227135" y="3071876"/>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Celles-là sont à cent trente dollars, mais elles sont en liquidation.</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FARIDA</a:t>
            </a:r>
          </a:p>
        </p:txBody>
      </p:sp>
      <p:sp>
        <p:nvSpPr>
          <p:cNvPr id="16" name="TextBox 15"/>
          <p:cNvSpPr txBox="1"/>
          <p:nvPr/>
        </p:nvSpPr>
        <p:spPr>
          <a:xfrm>
            <a:off x="2227135" y="3821175"/>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deux prix. Je ne comprends pas.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L'explication</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444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9" name="TextBox 8"/>
          <p:cNvSpPr txBox="1"/>
          <p:nvPr/>
        </p:nvSpPr>
        <p:spPr>
          <a:xfrm>
            <a:off x="2227135" y="1901952"/>
            <a:ext cx="884899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premier prix, c'est le prix régulier : cent trente. Le deuxième, c'est le prix d'aujourd'hui : soixante-cinq.</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FARIDA</a:t>
            </a:r>
          </a:p>
        </p:txBody>
      </p:sp>
      <p:sp>
        <p:nvSpPr>
          <p:cNvPr id="12" name="TextBox 11"/>
          <p:cNvSpPr txBox="1"/>
          <p:nvPr/>
        </p:nvSpPr>
        <p:spPr>
          <a:xfrm>
            <a:off x="2227135" y="2989072"/>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Soixante-cinq ? Alors elles sont moins chères que les autres !</a:t>
            </a:r>
          </a:p>
        </p:txBody>
      </p:sp>
      <p:sp>
        <p:nvSpPr>
          <p:cNvPr id="13" name="Rounded Rectangle 12"/>
          <p:cNvSpPr/>
          <p:nvPr/>
        </p:nvSpPr>
        <p:spPr>
          <a:xfrm>
            <a:off x="566928" y="35737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15" name="TextBox 14"/>
          <p:cNvSpPr txBox="1"/>
          <p:nvPr/>
        </p:nvSpPr>
        <p:spPr>
          <a:xfrm>
            <a:off x="2227135" y="3738371"/>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Beaucoup moins chères. C'est cinquante pour cent de rabais.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la qualité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FARIDA</a:t>
            </a:r>
          </a:p>
        </p:txBody>
      </p:sp>
      <p:sp>
        <p:nvSpPr>
          <p:cNvPr id="9" name="TextBox 8"/>
          <p:cNvSpPr txBox="1"/>
          <p:nvPr/>
        </p:nvSpPr>
        <p:spPr>
          <a:xfrm>
            <a:off x="2227135" y="1901952"/>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elles sont aussi chaudes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12" name="TextBox 11"/>
          <p:cNvSpPr txBox="1"/>
          <p:nvPr/>
        </p:nvSpPr>
        <p:spPr>
          <a:xfrm>
            <a:off x="2227135" y="2651252"/>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Elles sont même plus chaudes. Elles sont doublées en laine.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FARIDA</a:t>
            </a:r>
          </a:p>
        </p:txBody>
      </p:sp>
      <p:sp>
        <p:nvSpPr>
          <p:cNvPr id="15" name="TextBox 14"/>
          <p:cNvSpPr txBox="1"/>
          <p:nvPr/>
        </p:nvSpPr>
        <p:spPr>
          <a:xfrm>
            <a:off x="2227135" y="3400551"/>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pourquoi elles sont en liquidation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18" name="TextBox 17"/>
          <p:cNvSpPr txBox="1"/>
          <p:nvPr/>
        </p:nvSpPr>
        <p:spPr>
          <a:xfrm>
            <a:off x="2227135" y="4149851"/>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reste seulement deux pointures.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une étiquette à deux prix</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Prix régulier 130,00 $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des autres semaines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65,00 $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qu'on paie aujourd'hui</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Liquidation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derniers articles, il n'y en aura plus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50 % de rabais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enlève la moitié du prix régulier</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prix payé est toujours le plus bas des deux, et il est écrit en gros.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BAS PRIX A TOUJOURS UNE RAISON</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Demandez laquelle avant d'acheter.</a:t>
            </a:r>
          </a:p>
        </p:txBody>
      </p:sp>
      <p:sp>
        <p:nvSpPr>
          <p:cNvPr id="8" name="Rounded Rectangle 7"/>
          <p:cNvSpPr/>
          <p:nvPr/>
        </p:nvSpPr>
        <p:spPr>
          <a:xfrm>
            <a:off x="566928" y="294081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liquidation ne veut pas dire que l'article est mauvais. Le plus souvent, il ne reste que deux ou trois tailles, ou le magasin change de modèle pour la saison suivante. Mais la question vaut la peine d'être posée : « Pourquoi c'est en liquidation ?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MOTS DE RABAIS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les distingue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rabais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prix réduit pendant quelques jours ou quelques semaines. Après, le prix remonte. L'article reste au magasin.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liquidation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derniers articles d'un modèle, à très bas prix. Quand il n'y en a plus, il n'y en a plus — le magasin ne le rachètera pas.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vente finale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article qu'on ne peut ni rapporter ni échanger. Souvent écrit en petit sous le prix, et c'est ce qui compte le plus.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COMPARER LES PRIX AFFICHÉS SEULEMENT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99 $, c'est moins cher que 130 $.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130 $ en liquidation à 65 $ : c'est 65 $ qu'on paie.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grand chiffre n'est pas toujours le prix payé. Sur une étiquette à deux prix, il faut lire les deux lignes avant de comparer — sinon on choisit exactement le mauvais 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bottes coûtent 99 $.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autres bottes ont un seul prix.</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Leur prix régulier est de 130 $.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Avec la liquidation, elles coûtent 65 $.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bottes en liquidation sont moins chaudes.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reste beaucoup de pointures.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bottes coûtent 99 $.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autres bottes ont un seul prix.   </a:t>
            </a:r>
            <a:r>
              <a:rPr sz="1400" b="1" i="0">
                <a:solidFill>
                  <a:srgbClr val="07734A"/>
                </a:solidFill>
                <a:latin typeface="Verdana"/>
              </a:rPr>
              <a:t>» faux — deux prix</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Leur prix régulier est de 130 $.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Avec la liquidation, elles coûtent 65 $.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bottes en liquidation sont moins chaudes.   </a:t>
            </a:r>
            <a:r>
              <a:rPr sz="1400" b="1" i="0">
                <a:solidFill>
                  <a:srgbClr val="07734A"/>
                </a:solidFill>
                <a:latin typeface="Verdana"/>
              </a:rPr>
              <a:t>» faux — plus chaudes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reste beaucoup de pointures.   </a:t>
            </a:r>
            <a:r>
              <a:rPr sz="1400" b="1" i="0">
                <a:solidFill>
                  <a:srgbClr val="07734A"/>
                </a:solidFill>
                <a:latin typeface="Verdana"/>
              </a:rPr>
              <a:t>» faux — seulement deux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Relevez deux prix d'un même article dans une circulaire ou en magasin.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prix régulier et le prix d'aujourd'hui.</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Calculez la différence en dollars.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Magasiner du linge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