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Premier point de grammaire du module. Le passif est ici un outil de lecture avant d'être un outil d'écriture : les documents du défi 1 et du défi 2 en sont pleins.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celui qui sert dans une négociation. Y consacrer au moins un tiers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piste est le cœur de la séance : en enlevant le complément d'agent, on obtient la phrase de contrat. Laisser la classe constater que personne n'agit plus.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remarquer que le nombre de mots augmente d'un à chaque étage : est exclu, a été exclu, avait été exclu.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Ces quatre phrases sont reprises telles quelles dans les documents du défi 1 et du défi 2 : la classe les reverra.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confusion est très fréquente et elle coûte une réclamation. Le test de la dernière carte est le plus rapide à appliquer.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piège-là n'est pas une faute de grammaire : c'est un choix de stratégie, et il sera réemployé en C4 et en E2.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`prPass` du module, dans sa version projetée. Faire écrire, puis corriger en demandant chaque fois avec quoi le participe s'accorde.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minutes. Ramasser : les phrases qui nomment encore quelqu'un se repèrent d'un coup d'œil, et c'est exactement l'erreur à reprendre avant le défi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A4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La phrase passive, et ce qu'elle cache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Sont exclus les dommages causés aux biens meubles » — exclus par qui ? La phrase ne le dit pas, et c'est exactement pour ça qu'elle est écrite ainsi.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Ce qui est couvert, et ce qui se défend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former le passif à quatre temps, avec l'accord du participe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un passif sans complément d'agent dans un contrat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la question « par qui ? » devant chacun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 passif pour poser un fait sans accuser personne.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POUR COMMENCER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« Le chauffeur a signé l'inventaire. » Dites la même chose en commençant par « l'inventaire ».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a changé dans la phrase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la réalité a changé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Maintenant, enlevez « par le chauffeur ». Que reste-t-il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ÊTRE AU TEMPS DU VERBE, PLUS LE PARTICIPE ACCORDÉ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3021583"/>
          </a:xfrm>
          <a:prstGeom prst="roundRect">
            <a:avLst>
              <a:gd name="adj" fmla="val 4841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2198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exclut devient : est exclu · on a refusé devient : a été refusé · on refusera devient : sera refusé · on avait offert devient : avait été offert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521199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795519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participe ne bouge jamais ; c'est « être » qui voyage dans les temps. Et il s'accorde avec le sujet, comme un adjectif.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Défaire un passif pour voir qui manque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33928"/>
          </a:xfrm>
          <a:prstGeom prst="roundRect">
            <a:avLst>
              <a:gd name="adj" fmla="val 452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PHRASE DU CONTRAT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QUESTION QU'ELLE LAISSE OUVERTE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Sont exclus les dommages causés…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Exclus par qui 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9748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102864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Il a été établi que…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102864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Établi par qui, sur quelle pièce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44728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575304"/>
            <a:ext cx="3291492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La décision vous sera communiquée.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575304"/>
            <a:ext cx="6595914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Par qui, dans quel délai 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54423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282439"/>
            <a:ext cx="3291492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Le dommage retenu s'établit à 940 $.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282439"/>
            <a:ext cx="6595914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Retenu par qui, écarté sur quoi 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282184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538216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Un passif sans « par » cache quelqu'un. C'est presque toujours une bonne question.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état ou une action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« Le meuble est fendu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décrit un état, qui peut dater de trente ans.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« Le meuble a été fendu pendant le portage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décrit une action, située dans le temps.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Devant un assureur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seule la seconde pèse quelque chose.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Est-ce qu'on peut ajouter « par… » ? Si oui, c'est un passif.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Aucune déclaration ne m'a été proposée par votre chauffeur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Aucune déclaration de valeur ne m'a été proposée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passif sert précisément à ne pas nommer. En nommant le chauffeur, vous transformez un fait en accusation — et une accusation se nie, alors qu'un fait se discute. Employez le passif au moment où accuser fermerait la conversation.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le verbe à la voix passive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Écrivez seulement le verbe et son auxiliaire.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L'inventaire (signer, passé composé) ___ par le chauffeur.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rampe (tordre, passé composé) ___ par le coin de la remorque.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deux boîtes (laisser, passé composé) ___ sur le balcon.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Ces dommages-là (exclure, présent) ___ par la clause 7.3.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décision vous (communiquer, futur) ___ par écrit.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connaissement (rédiger, plus-que-parfait) ___ bien avant.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le verbe à la voix passive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L'inventaire (signer, passé composé) ___ par le chauffeur.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 été signé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rampe (tordre, passé composé) ___ par le coin de la remorque.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 été tordue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deux boîtes (laisser, passé composé) ___ sur le balcon.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ont été laissées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Ces dommages-là (exclure, présent) ___ par la clause 7.3.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sont exclus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décision vous (communiquer, futur) ___ par écrit.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sera communiquée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connaissement (rédiger, plus-que-parfait) ___ bien avant.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avait été rédigé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une phrase passive qui pose un fait de ton déménagement sans accuser personne.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Commence par la chose, pas par la personne.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N'écris pas « par… » à la fin : c'est le but de l'exercice.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Ce qui est couvert, et ce qui se défend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