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 écrite. La situation du programme n'a que des intentions orales : cette lecture vient des attentes de fin de cours du niveau 8, qui demandent de résumer les propos de son interlocuteur et de négocier la solution d'un problème.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évite la plus grande déception : le chiffre du corps de la lettre est presque toujours avant franchise.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Retenu » est le mot à faire chercher : il annonce toujours un montant avant franchise. Une fois repéré, il ne s'oublie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Une décision qui ne cite aucune clause ne se défend pas devant un réviseur, et elle se retire souvent dès qu'on la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sont dans la lettre du module. Faire retrouver chacune dans le texte de l'exercice `t2refus` avant de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clause 7.3 lentement, mot par mot, à voix haute. C'est en la lisant ainsi qu'on trouve la distinction, pas en la survolant.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la date limite à partir d'une date de réception donnée. L'exercice paraît trivial et il ne l'est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`t2refus` du module, dans sa version projetée. Le module fait cliquer dans le texte ; ici, on fait nommer le bloc. La compétence est la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Le lien avec la séance A4 est direct : le passif cache l'auteur, et la question « par qui ? » est celle qui débloque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une lettre de décision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blocs, toujours les mêmes, dans toutes les compagnies. Une lettre à laquelle il en manque un est incomplète — et vous pouvez le dire.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Ce qui est couvert, et ce qui se défend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les cinq blocs d'une lettre de décision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recalculer soi-même le montant réellement versé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passifs qui cachent leur auteur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le délai de contestation le jour de la réception.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POUR COMMENCER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Une lettre annonce « le dommage retenu s'établit à 940 $ ». Combien recevez-vous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trouve-t-on la franchise dans une lettre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les deux chiffres ne sont-ils jamais côte à côte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veut dire « retenu »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blocs d'une lettre de décision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BLOC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CHERCHE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numéro de dossier, à reprendre dans tous vos courriels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rappel des faits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l'assureur a compris de votre déclaration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Ce qui est accepté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dommage retenu, puis la franchise, ailleurs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Ce qui est refusé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motif, et surtout la clause citée entre guillemets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recours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délai, la forme, et l'organisme après l'assureur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Cherchez ces cinq blocs à la première lecture. Un manquant se signale.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formules, et ce qu'elles annoncent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le dommage retenu s'établit à…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montant avant franchise, à recalculer soi-même.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il a été établi que…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personne n'est nommé : demandez par qui, et sur quelle pièce.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la clause X se lit comme suit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point d'appui du refus — donc de votre contestation.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« la responsabilité est régie par…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vous renvoie à un autre contrat, souvent celui d'un tiers.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CLAUSE CITÉE EST VOTRE POINT D'APPUI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est reproduite entre guillemets parce que l'assureur y est tenu : c'est le seul endroit de la lettre où l'on vous donne un texte plutôt qu'un jugement.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 du contrat qui ne recouvre pas exactement votre situation est une brèche. « Pendant leur transport » ne veut pas dire « pendant le service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« refusé » et ranger la lettre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jusqu'au paragraphe de la révision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 lettre de décision contient une voie de recours et un délai — souvent soixante jours. Beaucoup de dossiers se ferment simplement parce que personne n'a lu ce paragraphe-là. Notez la date le jour de la réception, et envoyez une semaine d'avance : une pièce manquante ne se remplace pas en vingt-quatre heures.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cela dans la lettre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Reliez chaque question au bloc qui y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numéro du dossier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le dommage accepté est-il établi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somme sera réellement versée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Quels sont les mots exacts de la clause invoquée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 délai peut-on demander une révision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organisme s'adresser s'il n'y a pas d'entente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trouve-t-on cela dans la lettre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le numéro du dossier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le dommage accepté est-il établi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premier élément — accepté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somme sera réellement versée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ligne de la franchise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Quels sont les mots exacts de la clause invoquée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troisième élément — refusé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Dans quel délai peut-on demander une révision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paragraphe du recours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quel organisme s'adresser s'il n'y a pas d'entente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fin du paragraphe du recours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Réécris « il a été établi que l'entreprise avait la garde du bien » en nommant qui a établi.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à la voix active.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écris la question que tu poserais à l'experte.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Ce qui est couvert, et ce qui se défend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