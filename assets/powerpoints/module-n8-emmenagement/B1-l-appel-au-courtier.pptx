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 longue, la plus exigeante du module. Prévoir trois écoutes complètes de l'extrait : le module ne fonctionne pas avec une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écoutes ont trois consignes différentes. C'est la méthode que le niveau 8 demande, et elle s'enseigne : dire avant chaque écoute ce qu'on cherche.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question ne reçoit presque jamais de main levée, et c'est le meilleur début possible pour cette séance. Ne pas corriger les réponses fausses maintenant : l'extrait le fera.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 qui est dit deux fois dans l'extrait : qu'un refus sans clause n'est pas un refus, et qu'il ne faut rien accepter du déménageur avant la décision.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l'extrait entier avant d'afficher. Les deux répliques d'Amira en évidence sont des gestes de langue, pas des renseignements : faire clarifier, puis résumer. C'est ce que la séance B5 travaillera pour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renseignement le plus utile de l'extrait, et celui que les élèves retiennent le moins spontanément.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`t11` du module, dans sa version projetée. Quatre « faux » sur six : c'est voulu, chacun corrige une idée reçue que la classe a exprimée au déclencheur.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Ramasser et trier en deux piles : les questions qui appellent un chiffre, et les autres. Rendre les secondes à reformuler — c'est l'objet de la séance B5.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L'appel au courtier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Trente-six répliques, dont quatorze d'affilée par la même personne. On n'écoute pas un exposé comme on écoute une conversation.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qui est couvert, et ce qui se défend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 exposé de quatorze répliques sans perdre le fil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prélever un fait à la première écoute, des chiffres à la deuxième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ce qui est dit deux fois — c'est ce qui compte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à la fin, comme Amira le fait.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AVANT D'ÉCOUTER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que votre assurance habitation couvre, exactement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Vos meubles ? Le logement ? Les dommages que vous causez aux autres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payez-vous de franchise, et savez-vous ce que c'est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Qui, dans la classe, a déjà lu son contrat en entier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écoutes, trois consignes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L'ÉCOUTE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CHERCHE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Première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quoi parle-t-on, et qui sont les deux personnes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Deuxième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chiffres : plafonds, franchise, millions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Troisième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le courtier dit deux fois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Annoncer la consigne AVANT chaque écoute, jamais après.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ma police couvre vraiment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répliques sur trente-six. Cinq sont en couleur : ce sont celles qu'on redemandera.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0858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AMIRA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1270" y="2322576"/>
            <a:ext cx="8534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eu des dommages. Avant de réclamer, j'aimerais comprendre ce que j'ai acheté.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82976"/>
            <a:ext cx="1608582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1270" y="2982976"/>
            <a:ext cx="8534857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meilleure question que vous puissiez me poser, et la plupart des gens la posent après le sinistre.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27703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892295"/>
            <a:ext cx="1608582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1270" y="3892295"/>
            <a:ext cx="8534857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choses qui n'ont rien à voir entre elles : vos biens, votre responsabilité civile, vos frais de subsistance.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3702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01615"/>
            <a:ext cx="160858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AMIRA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1270" y="4801615"/>
            <a:ext cx="8534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Attendez. « Valeur à neuf », « franchise » — pouvez-vous me redire ça autrement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29742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462015"/>
            <a:ext cx="160858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1270" y="5462015"/>
            <a:ext cx="8534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refus sans clause n'est pas un refus, c'est une opinion.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95782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6122415"/>
            <a:ext cx="160858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AMIRA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1270" y="6122415"/>
            <a:ext cx="8534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résume, pour être certaine : je déclare, je monte un inventaire, j'attends l'expert.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DÉCLARER, CE N'EST PAS RÉCLAMER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déclaration dit qu'il s'est passé quelque chose. Elle n'engage à rien, et elle se fait le jour même.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réclamation vient après, avec un inventaire et des preuves. Attendre d'avoir tout chiffré pour appeler fait perdre trois semaines et affaiblit le dossier.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 nouveau,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Amira appelle son courtier avant d'avoir déclaré son sinistre.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franchise s'applique une fois par objet endommagé.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indemnisée à la valeur au jour du sinistre.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le courtier, un refus doit toujours s'appuyer sur une clause.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preuve d'achat doit obligatoirement être une facture.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courtier conseille de s'entendre d'abord avec le déménageur.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Amira appelle son courtier avant d'avoir déclaré son sinistre.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franchise s'applique une fois par objet endommagé.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indemnisée à la valeur au jour du sinistre.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le courtier, un refus doit toujours s'appuyer sur une clause.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preuve d'achat doit obligatoirement être une facture.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courtier conseille de s'entendre d'abord avec le déménageur.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la question que tu poserais à ton courtier demain matin.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question, et elle doit appeler un chiffre ou un mot précis.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Pas « est-ce que je suis bien couvert ? » — trop large.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Ce qui est couvert, et ce qui se défend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