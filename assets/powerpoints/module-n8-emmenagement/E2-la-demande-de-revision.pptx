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Les élèves ont lu le modèle à l'exercice 6 du défi 2 ; ils écrivent maintenant le leur. Prévoir quarante minutes d'écriture réelle, montre en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sera le plus transgressé. Le répéter avant de lâcher la classe sur le clavier.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: un seul, et c'est le mieux appuyé, pas le plus fâchant. Ce ne sont presque jamais les mêmes, et c'est la difficulté de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Cinq lignes seulement : le garde-fou du gabarit refuse un tableau plus long avec une note, et sept fonctions ne se lisent pas de loin.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la contrepartie ne coûte rien : on renonce à des réclamations qu'on n'a plus. C'est ce qui transforme une demande en échange.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du module, posée en A3, jouée en C1, écrite ici. Troisième et dernière rencontre.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Excellent exercice de relecture, et rapide : faire surligner les adjectifs avant de rendre. Il y en a presque toujours deux ou trois.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projetée de l'autoévaluation du module, qui en compte vingt. Ces six-là sont celles que l'enseignante doit voir cochées avant de clore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avant l'écriture complète. Ceux qui commencent par contester se repèrent d'un coup d'œil, et c'est le moment de les reprendre — pas une fois la lettre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demande de révision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Sept fonctions, dans cet ordre. Et un seul point contesté par lettre — c'est la contrainte la plus utile et la plus difficile à tenir.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demande de révision en sept fonctions ordonnées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n'y contester qu'un seul point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citer deux pièces datées et numérotées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terminer par un chiffre, une contrepartie et une demande écrite.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avez trois désaccords. Combien en mettez-vous dans une lettre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Trois, pour ne rien oublier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 un lecteur pressé devant trois contestations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trois choisiriez-vous : le plus grave, ou le mieux appuyé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premières fonctions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 ON L'ÉCRIT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1. Identifier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Objet : demande de révision — dossier 8-4-1-7-2-6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2. Accepter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vous confirme d'abord mon accord sur…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3. Contester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conteste en revanche le troisième élément…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4. Concéder, retourner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Certes, la clause existe… Or elle exclut…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5. Appuyer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…l'inventaire de huit heures (pièce 1)…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deux dernières — proposer et clore — sont sur la diapositive suivante.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dernières fonctions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6. Proposer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propose en conséquence un règlement de huit cent cinquante dollars…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La contrepartie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…contre ma renonciation à toute autre réclamation dans ce dossier.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7. Clore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vous saurais gré de me communiquer votre décision par écrit, en indiquant la clause.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La formule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Veuillez agréer, Madame, l'expression de mes salutations distinguées.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QUE VOUS ACCEPTEZ VIENT EN PREMIER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lecteur voit en dix secondes qu'il n'a pas affaire à un refus de principe — et il lit la suite autrement.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même mécanisme qu'au téléphone, et il fonctionne encore mieux à l'écrit, parce que rien ne vient adoucir un texte hostile.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ton indigné, même une seule phrase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faits, une concession, et un chiffre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L'indignation est légitime et elle ne se transmet pas par écrit : elle se lit comme du bruit, et elle donne une raison de refuser sans examiner. Relisez votre lettre en cherchant les adjectifs — « inacceptable », « scandaleux », « ridicule » — et remplacez chacun par une date ou un montant.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Bilan du module — qu'est-ce que je sais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Cochez ce que vous êtes maintenant capable de faire seul.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Poser les trois gestes du premier jour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Calculer ce que je toucherai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Exiger la clause exacte d'un refus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Concéder d'abord ce qui est juste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Proposer un chiffre justifié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Écrire une demande de révision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première phrase de ton paragraphe 2 : ce que tu acceptes.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« Je vous confirme d'abord mon accord sur…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 précisément les éléments, avec leur numéro.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