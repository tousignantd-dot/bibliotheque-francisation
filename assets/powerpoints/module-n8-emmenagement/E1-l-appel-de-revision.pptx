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orale. Deux temps : le jeu de rôle avec l'assistant dans le module, puis l'enregistrement individuel. Prévoir les écouteurs — trente appels simultanés dans une classe, c'est ingérable sans.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la production orale déposable : elle s'adresse au déménageur et non à l'assureur, donc le ton n'est pas le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réponses sont dans le module : on commence par ce qu'on accepte, parce que ça rend crédible, et on ne conteste qu'un point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si ce n'est pas déjà fait en C1. Laisser affichée pendant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situations sont offertes dans le module : le vaisselier refusé, la lecture de la clause, le compromis chiffré. Faire commencer tout le monde par la première.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point le plus souvent oublié dans les enregistrements : on argumente très bien, puis on ne demande rien de précis.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enregistrements d'élèves si le temps le permet — l'un qui demande, l'autre qui espère. La différence est frappante.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élèves s'enregistrent dans le module, s'écoutent, corrigent et déposent. Rappeler qu'ils peuvent recommencer autant de fois qu'ils veulent — c'est le point de l'enregistrement.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avant l'enregistrement. Ceux qui n'ont pas de chiffre dans leur phrase enregistreront un appel qui ne demande rien : les reprendre maintenant,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de révision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que le module a enseigné tient dans un appel de dix minutes : découper, concéder, exiger la clause, retourner, proposer.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 appel de révision en cinq étapes, dans l'ordre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obtenir la clause exacte d'un refus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 montant justifié avec une contrepartie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porter la même réclamation de vive voix au transporteur.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avez dix minutes au téléphone. Par quoi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grief le plus grave, ou le point que vous acceptez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commencer par ce qu'on accepte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points contestez-vous dans un même appel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étapes, une dernière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QUI L'OUVRE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1. Découper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Reprenons les trois points l'un après l'autre.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2. Concéder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Celle-là, je l'accepte : la clause est claire.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3. Exiger la clause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Sur quelle clause vous appuyez-vous, exactement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4. Retourner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Certes… Or le meuble a été fendu dans l'escalier.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5. Proposer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que je propose, c'est huit cent cinquante dollars, contre…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étapes ne s'inversent pas. Concéder après avoir contesté ne compte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L'assistant joue l'experte en sinistre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Ce qu'elle 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ni votre adversaire ni votre alliée : elle applique un contrat.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Ce qu'elle ne fera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citer une clause d'elle-même. Il faut la lui demander, deux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Ce qui la fait raccrocher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refus en bloc, ou un ton indigné.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Ce qui la fait écouter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point accepté d'entrée, et une pièce datée derrière chaque phrase.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CONTESTATION SANS PROPOSITION RESTE SUR UN BUREAU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Un compromis chiffré, appuyé sur une estimation extérieure, donne à la personne d'en face quelque chose à soumettre à son réviseur.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ne demandez pas une faveur : vous fournissez une justification toute faite pour dire oui. Et offrez une contrepartie — elle ne coûte rien si vous n'avez plus rien à réclamer.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compte sur votre compréhension.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propose huit cent cinquante dollars, contre ma renonciation.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conversation qui ne demande rien de précis n'obtient rien de précis. La formule de politesse ne remplace pas la demande, et l'autre n'a rien à porter à son supérieur. Terminez toujours par un chiffre, sa justification et une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Production orale — deux minutes au déménageur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Cette fois, ce n'est plus l'assureur : c'est l'entreprise qui a causé le dommage.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Avant d'enregistrer : écris ta phrase du TEMPS 3, celle qui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chiffre, sa justification, une contrepartie.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Relis-la à voix haute avec la mélodie descendante de la séance A2.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