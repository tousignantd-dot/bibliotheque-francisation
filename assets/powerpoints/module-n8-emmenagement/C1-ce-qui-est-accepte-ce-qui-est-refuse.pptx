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module. L'experte n'est pas de mauvaise foi : elle a raison sur deux points sur trois, et c'est ce qui rend l'exercice réel. Le dire à la classe avant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étapes — découper, concéder, exiger la clause, retourner, proposer — structurent tout le bloc C. Les annoncer ici et y revenir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est le cœur de la séance. « Pourquoi » appelle une opinion, qui se discute sans fin ; « quelle clause » appelle un texte, qu'on peut relire et retourner.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l'extrait entier avant d'afficher. Demander ensuite quel geste manque dans cette liste : le cinquième, la proposition chiffrée, qui vient à la fin de l'extrait.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tout le bloc C, du jeu de rôle de E1 et de la lettre de E2. La faire recopier.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qu'Amira demande deux fois : d'abord la clause, ensuite sa lecture exacte. Une seule demande n'aurait rien donné.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`t21` du module, dans sa version projetée. Quatre « faux » : trois d'entre eux portent sur ce qu'Amira ne conteste PAS, ce qui est tout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les concessions à moitié faites — « c'est peut-être vrai, mais » — sont l'erreur à reprendre, et elle sera travaillée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est accepté, ce qui est refusé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Trente-trois répliques, un point accepté et deux refusés. Ce qui se joue n'est plus du vocabulaire : c'est de l'argumentation.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de désaccord conduite en cinq étapes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deux moments où Amira accepte, et pourquoi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comment elle obtient la clause, puis sa lecture exacte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compromis chiffré et sa contrepartie.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On vous refuse quelque chose au téléphone. Quelle est votre première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Pourquoi ? » ou « sur quelle clause vous appuyez-vous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différence entre les deux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appelle une opinion, laquelle appelle un texte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accepté, ce qui est refusé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répliques sur trente-trois. Les quatre en couleur sont les quatre gestes de la méthode.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6280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5492" y="2322576"/>
            <a:ext cx="828063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qu'on prenne les trois points l'un après l'autre.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82976"/>
            <a:ext cx="186280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VÉRONIQUE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5492" y="2982976"/>
            <a:ext cx="828063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Deuxième point : la rampe de l'escalier extérieur. Refusé.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43376"/>
            <a:ext cx="186280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5492" y="3643376"/>
            <a:ext cx="828063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quelle clause vous appuyez-vous, exactement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303775"/>
            <a:ext cx="186280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5492" y="4303775"/>
            <a:ext cx="828063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Celle-là, je l'accepte. Elle est logique et la clause est claire.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995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964176"/>
            <a:ext cx="1862804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5492" y="4964176"/>
            <a:ext cx="8280634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Certes la clause existe. Mais elle parle du transport, et le vaisselier n'a pas été fendu pendant le transport.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873496"/>
            <a:ext cx="186280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VÉRONIQUE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5492" y="5873496"/>
            <a:ext cx="828063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argument. Je ne dis pas qu'il est gagnant, je dis que c'en est 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étapes, et la phrase qui les ouvre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1. Découper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Reprenons les trois points l'un après l'autre.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2. Concéder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Celle-là, je l'accepte. La clause est claire.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3. Exiger la clause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Sur quelle clause vous appuyez-vous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4. Retourner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Certes la clause existe. Or elle parle du transport.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5. Proposer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propose huit cent cinquante dollars, contre ma renonciation.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étapes ne s'inversent pas : concéder après avoir contesté ne compte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REFUS SANS CLAUSE N'EST PAS UN REFUS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une opinion — et une opinion se retire. Demandez la clause, puis demandez qu'on vous la lise mot pour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dans les mots exacts que se trouve presque toujours la faille : ici, « pendant leur transport » et non « pendant le service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conteste le montant retenu pour les livres.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est refusée parce qu'elle appartient au bâtiment.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conteste aussi le refus concernant la rampe.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soutient que le meuble a été fendu pendant le portage.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la révision des trois points de la décision.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Encaisser un chèque du déménageur n'a aucun effet sur la révision.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conteste le montant retenu pour les livres.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est refusée parce qu'elle appartient au bâtiment.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conteste aussi le refus concernant la rampe.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soutient que le meuble a été fendu pendant le portage.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la révision des trois points de la décision.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Encaisser un chèque du déménageur n'a aucun effet sur la révision.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phrase par laquelle tu concéderais un point, puis celle par laquelle tu retournerais.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phrases, dans cet 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première commence par « certes » ou « je vous l'accorde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