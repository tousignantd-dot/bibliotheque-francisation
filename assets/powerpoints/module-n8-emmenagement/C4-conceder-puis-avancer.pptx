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programme du niveau 8 consacre vingt et un points de savoir aux connecteurs. Ceux de cette séance sont sélectionnés sur un seul critère : servent-ils à soutenir un discours devant quelqu'un qui décide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Or » est le mot le plus utile de la séance et le moins employé par les élèves. Y consacrer un quart du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mesurer le coût de la première : l'autre va passer cinq minutes à prouver un point que la seconde règle en trois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la phrase entière à voix haute, avec la mélodie descendante de la séance A2 sur la seconde moitié.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choisir deux connecteurs par personne : on n'en emploie jamais plus dans une même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n'existe pas d'équivalent parlé exact : au téléphone, on dit « et justement », ou on marque un temps. Le préciser, sinon les élèves l'emploient à l'oral et ça sonne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corriger trois phrases doublées, à l'oral. L'erreur est très fréquente chez les élèves qui maîtrisent bien « mais » et découvrent « bien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`t2conc` du module, dans sa version projetée. Les deuxième et troisième items sont la même phrase à deux modes : les corriger l'un après l'autre, sans commentaire entre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Ramasser : le test est simple, ce qui suit « or » doit être un fait vérifiable. Si c'est une opinion, le connecteur est mal employé.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Concéder, puis avancer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Toute l'argumentation du module tient dans un mouvement à deux temps : on reconnaît ce qui est vrai chez l'autre, puis on pose ce qui est vrai chez soi.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une concession en deux temps, sans réserve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mode après « bien que » et après « même si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or » pour introduire le fait qui décide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ses arguments avant de les donner.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Quelqu'un vous dit : « vous avez signé le contrat ». Que répondez-vous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Non, pas vraiment » — que se passe-t-il ensuite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Oui, c'est vrai, mais… » — et ensuite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réponses fait gagner du temps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CONCÉDER FRANCHEMENT, PUIS RETOURNER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Certes la clause existe, et je ne prétends pas le contraire. Or elle parle du transport, et le meuble a été fendu dans l'escalier.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concession à moitié faite ne compte pas : « c'est peut-être vrai, mais » n'est pas une concession, c'est une contestation déguisée.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connecteurs, rangés par registre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6976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CONNECTEUR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IL VIT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vous l'accorde · c'est vrai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parlé, chaleureux, efficace au téléphone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certes · il est vrai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écrit et parlé soutenu, la valeur sûre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bien que · quoique (+ subjonctif)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écrit, et il se suffit à lui-même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19727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47743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en revanche · par contre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47743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oppose deux choses distinctes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92167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20183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il n'en demeure pas moins 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20183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plus formel : une fois par lettre, jamais deux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85231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412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En écrit d'affaires québécois, « en revanche » est attendu là où « par contre » passe à l'oral.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« Or », le mot qui fait tourner un raisonnement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qu'il n'est 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or » n'oppose pas deux opinions.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qu'il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introduit le fait qui rend la conclusion inévitable.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raisonnement complet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clause vise le transport. Or le meuble a été fendu dans l'escalier. Donc elle ne s'applique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Sa limite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fois par raisonnement. Deux « or » et le lecteur ne sait plus lequel porte la conclusion.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Bien que la clause soit claire, mais elle vise le transport.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Bien que la clause soit claire, elle vise le transport.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Bien que » porte déjà l'opposition. Y ajouter « mais » double le connecteur et alourdit la phrase sans rien apporter. Même vigilance avec « malgré », qui se fait suivre d'un nom : « malgré l'existence de cette clause », jamais « malgré que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connecteur qui convient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certes · bien que · même si · or · en revanche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clause existe ; mais elle vise le transport.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clause soit claire, elle ne recouvre pas le portage.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clause est claire, elle ne recouvre pas le portage.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clause vise le transport. ___, le meuble a été fendu dans l'escalier.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J'accepte le refus sur la rampe ; ___, je conteste celui du vaisselier.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l'existence de cette clause, la garde était au transporteur.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connecteur qui convient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clause existe ; mais elle vise le transport.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Certes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clause soit claire, elle ne recouvre pas le portage.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Bien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 clause est claire, elle ne recouvre pas le portage.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Même 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clause vise le transport. ___, le meuble a été fendu dans l'escalier.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J'accepte le refus sur la rampe ; ___, je conteste celui du vaisselier.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revanche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l'existence de cette clause, la garde était au transporteur.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Malgré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ta concession et ton retournement, en deux phrases, avec « or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Première phrase : certes… ou je vous l'accorde…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Deuxième phrase : Or… suivi d'un fait daté, pas d'une opinion.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