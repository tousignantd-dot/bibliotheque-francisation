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 du module, et elle ne ressemble à aucune autre : le programme du niveau 8 ne demande plus qu'une chose à l'oreille, l'intonation expressive. Pas de paire de sons à opposer, donc pas de tableau de lettres.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 de production, pas de reconnaissance seulement. Prévoir que chaque personne dise au moins trois phrases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par trois personnes différentes, debout. Ne pas expliquer avant : l'exercice fonctionne parce que la classe entend la différence sans qu'on l'ait nommée.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tracer le mouvement avec la main pendant qu'on prononce : le geste ancre la mélodie mieux que la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l'audio du module, puis faire répéter en exagérant. L'exagération est ce qui fait entrer une mélodie dans l'oreille ; on rabat ensuite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même phrase montante puis descendante, par la même personne, et demander à la classe laquelle elle croirait.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beaucoup d'élèves parlent plat par prudence, pas par froideur, et ils l'ignorent complètement.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`prInto` du module, dans sa version projetée. Faire écouter chaque réplique deux fois avant de demander la réponse, et faire répéter après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Faire dire trois d'entre elles à voix haute avant de sortir : c'est la seule façon de vérifier que la mélodie descendante est comprise.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la voix dit et que les mots ne disent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même phrase de six mots peut dire la surprise, la déception ou la détermination. Au téléphone, c'est tout ce que l'autre a pour vous juger.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quatre intentions à la seule mélodie de la voix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la surprise, la déception et la volonté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qu'une voix qui monte transforme une affirmation en question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trois phrases à travailler avant un appel important.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Cent vingt dollars. » Dites-le trois fois, en changeant seulement la voix.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fois comme si vous étiez étonné.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fois comme si vous étiez déçu.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fois comme si vous refusiez.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mélodies, quatre mouvements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L'INTENTION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FAIT LA VOIX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surprise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monte d'un coup sur les deux dernières syllabes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déception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tombe dès la première syllabe et ne remonte pas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volonté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descend, ralentit, et détache chaque mot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l'incompréhension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freine au milieu, avec un silence avant le mot en cause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 symbole à apprendre : ces mélodies s'entendent et se répètent.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par intention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Surprise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Cent vingt dollars pour le meuble de ma mère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Déception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Ah. Je pensais que l'inventaire réglait la question.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Volonté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point-là, je le conteste, et je vais vous dire pourquoi.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Incompréhension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mot “subrogation”… vous l'entendez comment ?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UNE VOIX QUI MONTE TRANSFORME UNE AFFIRMATION EN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conteste ce point » dit en montant devient une demande de permission.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défaut le plus fréquent, et il vient de la prudence : on n'ose pas conclure. Quand vous affirmez, la voix descend.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parler d'une voix parfaitement égale pendant tout un appel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varier la mélodie sur les trois phrases importantes, pas plus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voix plate se lit comme de l'indifférence, jamais comme du calme. Personne ne demande de jouer la comédie : trois phrases variées dans un appel de vingt minutes suffisent à changer l'impression qu'on laisse.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intention la voix porte-t-elle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: surprise, déception ou volonté.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Comment ça, la rampe était déjà croche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Bon. Tant pis pour les albums, alors.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tiens à recevoir la décision par écrit.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êtes le premier à me parler de soixante cents la livre !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Six ans que je gardais ce vaisselier pour rien.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J'irai jusqu'à la révision s'il le faut.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intention la voix porte-t-elle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Comment ça, la rampe était déjà croche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surprise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Bon. Tant pis pour les albums, alors.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déception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tiens à recevoir la décision par écrit.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volonté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êtes le premier à me parler de soixante cents la livre !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surprise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Six ans que je gardais ce vaisselier pour rien.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déception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J'irai jusqu'à la révision s'il le faut.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volonté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phrase que tu diras le plus fermement dans ton prochain appel difficile.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dix mots au maximum.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le mot sur lequel ta voix va descendre.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