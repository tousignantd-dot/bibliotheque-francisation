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en deux temps : la lecture d'un document, puis les phrases qui servent à le faire expliquer. Les deux exercices du module correspondants sont `t1prop` (type texte) et `t1clar`.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des savoirs du programme : « phrases clés pour résumer et faire le point » et « phrases clés pour faire clarifier les points équivoques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à la première piste est « un ou deux ». C'est ce qui rend la demande de clarification gérable : on ne s'arrête pas dix fois, on s'arrête une fois au bon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franchise des avenants : elle est souvent plus élevée que la principale, et rien ne le signale.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Contre-intuitif, et c'est l'ordre utile : les protections décrivent un monde généreux, les exclusions décrivent le vrai contrat.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six à voix haute, une personne chacune. Elles ne servent que si elles viennent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croient que demander une précision les dessert. Le dire explicitement : c'est le contraire, et les professionnels le remarquent.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`t1clar` du module, dans sa version projetée. Après correction, faire jouer un mini-échange de deux répliques avec chacune des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C'est l'exercice de reformulation lui-même : répéter les mots de l'autre ne prouve rien, et l'interdiction des deux mots force la vraie reformulation.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B5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sommaire de police, et faire clarifier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pages qui résument soixante. On y trouve ses plafonds en trois minutes — et pour tout le reste, il faut savoir poser la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prélever un plafond, une franchise et un mode d'indemnisation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une sous-limite et savoir ce qu'elle impose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clarifier un mot une seule fois, sur le mot qui décide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résumer avec ses propres mots pour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Dans une explication de dix minutes, combien de mots décident vraiment de quelque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? Deux ? Tous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quand un mot vous échappe : vous arrêtez, ou vous continuez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coûte de faire semblant d'avoir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cherche dans un sommaire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REGARDER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Section A — vos biens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plafond, la franchise, le mode d'indemnisation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sous-limites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bijoux, argent, vélos, instruments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Section B — responsabilité civile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montant par événement, et l'absence de franchise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Les avenants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qu'ils ajoutent, et leur franchise propre, souvent différente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pied de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de déclaration, la prime, le nombre de versements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minutes par année, au renouvellement. Le meilleur rapport effort-résultat du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SOMMAIRE DONNE LES PLAFONDS ; LE CONTRAT DONNE LES EXCLUSIONS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sommaire est exact, mais il ne contient aucune exclusion détaillée.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trois quarts des refus s'appuient sur une exclusion. Lire les exclusions du contrat en premier, avant même les protections.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clés, six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Qu'entendez-vous exactement par…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qu'un mot technique décide de quelque chose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Sur quelle clause vous appuyez-vous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qu'une décision vous est annoncée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Ce montant est avant ou après la franchise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d'accepter un chiffre, jamais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Reprenons les trois points l'un après l'autre.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début d'une conversation qui en contient plusieurs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Je résume, pour être certaine :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milieu, puis à la fin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Je vous envoie les pièces aujourd'hui.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raccrochant, toujours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n'ai rien compris.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mot “subrogation”, vous l'entendez comment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oblige l'autre à tout recommencer et donne l'impression d'un mur. La seconde désigne le point exact et se règle en une phrase — et elle vous fait passer pour rigoureux plutôt que pour perdu, ce qui est l'inverse de ce qu'on craint.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phrase dans la conversation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phrase à son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Qu'entendez-vous exactement par « valeur à neuf »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quelle clause vous appuyez-vous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résume : je déclare, je monte un inventaire, j'attends l'expert.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Reprenons les trois points l'un après l'autre.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montant est avant ou après la franchise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envoie les quatre pièces aujourd'hui.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phrase dans la conversation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Qu'entendez-vous exactement par « valeur à neuf »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clarifier un mot du métier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quelle clause vous appuyez-vous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préciser le fondement écrit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résume : je déclare, je monte un inventaire, j'attends l'expert.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reformuler pour vérifier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Reprenons les trois points l'un après l'autre.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structurer une conversation longue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montant est avant ou après la franchise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lever une ambiguïté sur un chiffre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envoie les quatre pièces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terminer sur une action datée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Résume en une phrase, avec tes propres mots, ce qu'est une franchise.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N'emploie ni le mot « franchise » ni le mot « soustraire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adressée à quelqu'un qui ne connaît rien à l'assurance.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