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8 demande que l'adulte « emploie différents pronoms relatifs ». C'est aussi ce qui rend un contrat illisible quand on ne les maîtrise pas : la séance sert donc à lire autant qu'à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repère fiable. Y revenir à chaque item de la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pistes donnent les trois cas de la séance : sur laquelle, à laquelle, dont. Laisser chercher : la difficulté n'est jamais le pronom, c'est de retrouver la préposition.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Signaler la bizarrerie d'orthographe : « auquel » se soude, « à laquelle » non. C'est de l'orthographe, pas de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simple à voix haute avant chaque transformation : c'est la méthode, et elle doit devenir un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limite de « dont » est la seule chose vraiment difficile de la séance. La règle pratique : si le groupe qui précède contient déjà une préposition, c'est duquel.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trois autres verbes qui piègent de la même façon : penser à, se fier à, compter sur, tenir 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`t1rel` du module, dans sa version projetée. Faire dire la phrase simple avant chaque réponse — sinon on devine, et deviner ne s'exporte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l'erreur la plus fréquente sera « dont » là où il faut « sur laquelle ». C'est celle du piège.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pronom relatif après une préposition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clause sur laquelle vous vous appuyez. » Sans ce pronom-là, il faut deux phrases, et un contrat en contient trois par paragraphe.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préposition + lequel, accordé au nom repris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souder correctement avec « à » et avec « de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dont » et connaître sa limite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la préposition en refaisant la phrase simple.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La clause. Vous vous appuyez sur cette clause. » Faites-en une seule phrase.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petit mot faut-il garder de la deuxième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c'était « je me fie à cette évaluation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je vous parle de ce meuble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PRÉPOSITION + LEQUEL, ACCORDÉ AU NOM REPRIS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· laquelle · lesquels · lesquelles — soudé avec à : auquel, à laquelle, auxquels — soudé avec de : duquel, de laquelle, desquels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toutes les autres — sur, dans, par, pour, avec, sans, chez — il reste séparé : sur lequel, dans laquelle, par lesquels.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simple, puis la relative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6976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DEUX PHRASES SÉPARÉES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RELATIVE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Vous vous appuyez sur cette clause.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clause sur laquelle vous vous appuyez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me fie à cette évaluation.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l'évaluation à laquelle je me fie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ne renonce pas à ce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point auquel je ne renonce 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vous parle de ce meuble.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meuble dont je vous parle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9216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2018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négocie avec cette personne.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2018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avec qui je négocie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85231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412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préposition ne change jamais : elle appartient au verbe.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raccourcis, et la limite de « dont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une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une préposition, on préfère « qui » : la personne à qui j'ai parlé.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un lieu ou un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où » remplace tout : le jour où le camion est reparti.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dont » remplace « de + quelque chose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clause dont le sens est équivoque.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Sa limite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 après une autre préposition : au bas duquel, jamais « au bas dont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clause dont je m'appuie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clause sur laquelle je m'appuie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S'appuyer se construit avec « sur », pas avec « de ». L'erreur vient de l'habitude de « dont », qui semble aller partout. Le seul remède est de refaire la phrase simple dans sa tête et d'écouter quelle préposition le verbe réclame.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Complétez avec le pronom relatif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dont · auquel · à laquelle · sur laquelle · à qui · où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clause ___ l'assureur s'appuie pour refuser.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vaisselier ___ je vous parle appartenait à ma mère.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l'évaluation ___ je me fie.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L'ébéniste ___ j'ai montré la fente exerce rue Bonaventure.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seul point ___ je ne renonce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le camion est reparti, il pleuvait.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Complétez avec le pronom relatif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clause ___ l'assureur s'appuie pour refuser.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laquelle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vaisselier ___ je vous parle appartenait à ma mère.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l'évaluation ___ je me fie.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laquelle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L'ébéniste ___ j'ai montré la fente exerce rue Bonaventure.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seul point ___ je ne renonce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auquel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le camion est reparti, il pleuvait.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sur laquelle » et une avec « dont », sur ton contrat.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séparées.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 : peux-tu refaire la phrase simple derrière chacune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