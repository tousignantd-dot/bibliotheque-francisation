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programme du niveau 8 demande le conditionnel passé et le plus-que-parfait. Les deux se rencontrent dans une seule construction, celle-ci, et elle est l'outil de négociation du module.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quatrième objectif est le plus utile et le moins évident : c'est ce qu'Amira fait à propos des boîtes du balcon.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deuxième piste est le cœur : la construction affirme que la condition ne s'est pas réalisée. La troisième prépare le retournement — ici, le reproche est à soi-même.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Moyen mnémotechnique : les deux « r » du conditionnel ne franchissent jamais le « si ». Le faire répéter.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Les deux dernières lignes sont les seules vraies difficultés : l'accord du participe, dans les deux moitiés de la phrase.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C'est exactement ce qu'Amira fait dans le dialogue `prep`. Faire retrouver la réplique : « personne ne surveillait le balcon, et j'aurais dû y penser 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Rappeler la règle en une phrase, puis faire trouver trois autres exemples tirés du dossier d'Amira : les pièces qu'elle aurait envoyées, l'évaluation qu'elle aurait demandée.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C'est l'exercice `t2irr` du module, dans sa version projetée. Demander chaque fois dans quelle moitié de la phrase on est : condition ou conséquence. C'est le repère.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Cinq minutes. Ramasser. L'erreur la plus fréquente restera le conditionnel après « si » ; la seconde, l'accord du participe.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SÉANCE C3  ·  MODULE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Ce qui aurait pu ne pas arriver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Si on m'avait offert une déclaration de valeur, j'en aurais fait une. » La phrase désigne une faute et n'accuse personne. C'est pour ça qu'elle sert.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Ce qui est couvert, et ce qui se défend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Ce qui est couvert, et ce qui se défend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former si + plus-que-parfait, conditionnel passé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ne jamais mettre de conditionnel après « si »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accorder le participe dans les deux moitiés de la phrase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retourner l'hypothèse contre soi, pour concéder.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Ce qui est couvert, et ce qui se défend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POUR COMMENCER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17181A"/>
                </a:solidFill>
                <a:latin typeface="Verdana"/>
              </a:rPr>
              <a:t>« Si j'avais lu le contrat… » — terminez la phrase.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50976" y="2039112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Est-ce que la personne a lu le contrat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642108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50976" y="2824988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Comment le sait-on, alors que la phrase ne le dit pas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427984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50976" y="3610864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À qui la phrase fait-elle un reproche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Ce qui est couvert, et ce qui se défend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SI + PLUS-QUE-PARFAIT, CONDITIONNEL PASSÉ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Si j'avais lu le connaissement, je ne l'aurais pas signé.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303528"/>
          </a:xfrm>
          <a:prstGeom prst="roundRect">
            <a:avLst>
              <a:gd name="adj" fmla="val 1122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8463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Jamais de conditionnel après « si ». « Si j'aurais lu » ne se dit ni ne s'écrit, et cela s'entend immédiatement.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Ce qui est couvert, et ce qui se défend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Deux temps, une seule recette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015996"/>
          </a:xfrm>
          <a:prstGeom prst="roundRect">
            <a:avLst>
              <a:gd name="adj" fmla="val 485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TEMPS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COMMENT IL SE FORME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B45309"/>
                </a:solidFill>
                <a:latin typeface="Verdana"/>
              </a:rPr>
              <a:t>plus-que-parfait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avoir ou être à l'imparfait + participe : j'avais lu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79044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18460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B45309"/>
                </a:solidFill>
                <a:latin typeface="Verdana"/>
              </a:rPr>
              <a:t>conditionnel passé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18460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avoir ou être au conditionnel + participe : j'aurais refusé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1317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41192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B45309"/>
                </a:solidFill>
                <a:latin typeface="Verdana"/>
              </a:rPr>
              <a:t>avec être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41192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le participe s'accorde avec le sujet : elles seraient restées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359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3963924"/>
            <a:ext cx="3291492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B45309"/>
                </a:solidFill>
                <a:latin typeface="Verdana"/>
              </a:rPr>
              <a:t>avec avoir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3963924"/>
            <a:ext cx="6595914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il s'accorde avec le complément direct placé avant : la photo que j'aurais prise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5064252"/>
            <a:ext cx="11057839" cy="769874"/>
          </a:xfrm>
          <a:prstGeom prst="roundRect">
            <a:avLst>
              <a:gd name="adj" fmla="val 19003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5320284"/>
            <a:ext cx="10234879" cy="3126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4B4F52"/>
                </a:solidFill>
                <a:latin typeface="Verdana"/>
              </a:rPr>
              <a:t>Si vous savez dire « j'avais lu » et « j'aurais lu », vous savez tout faire.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Ce qui est couvert, et ce qui se défend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Retourner l'hypothèse contre soi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L'hypothèse qui accuse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« Si vos hommes avaient rentré les boîtes… 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L'hypothèse qui concède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« Si j'avais surveillé le balcon, elles seraient restées au sec. »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Ce que la seconde produit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elle désamorce l'accusation d'en face avant qu'elle soit formulée.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La règle d'usage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une ou deux fois dans une conversation. Cinq fois, c'est de la plainte.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Ce qui est couvert, et ce qui se défend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ATTENTION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« la photo que j'aurais pris 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« la photo que j'aurais prise »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518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Avec « avoir », le participe s'accorde avec le complément direct placé avant. « Que » reprend « la photo », donc « prise ». L'erreur est invisible à l'oral et très visible dans une lettre d'affaires — c'est-à-dire précisément là où elle coûte.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Ce qui est couvert, et ce qui se défend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PRATIQUE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Complétez l'hypothèse du passé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Mettez le verbe au temps qui convient.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Si j'avais lu le connaissement, je ne l'___ (signer).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Si on m'___ (offrir) une déclaration, j'en aurais fait une.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Si les boîtes avaient été rentrées, elles n'___ (prendre) l'eau.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Si le chauffeur ___ (noter) la fente, nous ne discuterions pas.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Si j'___ (savoir) que le portage n'était pas le transport…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Si la rampe avait été un de mes biens, elle ___ (être) couverte.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Ce qui est couvert, et ce qui se défend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Complétez l'hypothèse du passé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Si j'avais lu le connaissement, je ne l'___ (signer).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aurais pas signé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Si on m'___ (offrir) une déclaration, j'en aurais fait une.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avait offert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Si les boîtes avaient été rentrées, elles n'___ (prendre) l'eau.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auraient pas pris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Si le chauffeur ___ (noter) la fente, nous ne discuterions pas.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avait noté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Si j'___ (savoir) que le portage n'était pas le transport…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avais su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Si la rampe avait été un de mes biens, elle ___ (être) couverte.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aurait été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Ce qui est couvert, et ce qui se défend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Écris une hypothèse du passé qui concède quelque chose dans ton propre dossier.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Commence par « si j'avais… ».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Le reproche doit être adressé à toi, pas à l'autre.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Ce qui est couvert, et ce qui se défend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