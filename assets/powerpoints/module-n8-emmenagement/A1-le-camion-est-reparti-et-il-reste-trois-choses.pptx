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Demander d'entrée qui a déjà déménagé au Québec, et qui avait une assurance habitation ce jour-là. La deuxième main est toujours beaucoup plus basse que la première : c'est tout le sujet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programme ne rattache aucun lexique à cette situation : le vocabulaire a été composé à partir des deux savoirs du cours sur l'assurance. Les seize mots du module en sortent.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est celle qui compte : elle amène l'idée de preuve datée, sur laquelle tout le module repose. Laisser venir « je le dirais » avant de parler de photos et de papiers.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Connaissement » est difficile et rare : le dire trois fois, et préciser que c'est le papier qu'on signe dans le camion, souvent sans le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les deux sens : la feuille protège le transporteur des dommages anciens, et elle protège la personne des dommages nouveaux.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lequel des cinq gestes leur semble le plus difficile le jour même : la réponse est presque toujours le premier, parce qu'on est épuisé et que les hommes sont pressés de partir.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Confusion très fréquente, et coûteuse. Le délai de déclaration est une vraie date inscrite au contrat, souvent trente 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à l'oral d'abord, puis à l'écrit. C'est l'exercice `prVocab` du module, dans sa version projetée.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Ramasser et lire rapidement : les objets nommés sont presque toujours des objets de famille rapportés du pays d'origine, et c'est exactement la situation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camion est reparti, et il reste trois choses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rampe tordue, deux boîtes noyées, un meuble fendu. Avant de réclamer quoi que ce soit, il faut savoir comment ces choses-là s'appellent.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qui est couvert, et ce qui se défend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qui a été abîmé et par qui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déclarer un sinistre et réclamer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qu'un inventaire et un connaissement engagent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point qu'on concède et celui qu'on défend.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Le jour d'un déménagement, qu'est-ce qui peut s'abîmer, et qui est responsable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avez vu s'abîmer, chez vous ou chez d'autres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répare : la personne qui déménage, le propriétaire, la compagnie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prouveriez-vous que ce n'était pas déjà cassé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mots du jour du déménagement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6655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sinistre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2513" y="2121408"/>
            <a:ext cx="63864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L'événement qui cause le dommage et qui déclenche le contrat.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6655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inventaire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2513" y="2909620"/>
            <a:ext cx="63864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liste écrite de tout ce qui est transporté ou abîmé.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6655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connaissement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2513" y="3697833"/>
            <a:ext cx="63864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papier que le transporteur fait signer et qui dit ce qu'il prend en charge.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6655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déclaration de valeur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2513" y="4486046"/>
            <a:ext cx="63864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fait d'annoncer d'avance ce que vaut un objet, pour qu'il soit couvert à ce prix-là.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66550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dégât d'eau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2513" y="5274259"/>
            <a:ext cx="638649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dommage causé par l'eau qui entre là où elle ne devrait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QUI N'EST PAS NOTÉ N'A PAS EU LIEU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L'inventaire signé au départ est la seule photographie de l'état de vos meubles avant le transport.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dommage absent de cette feuille est réputé ne pas avoir existé — et, dans l'autre sens, un dommage qui apparaît après elle devient très difficile à nier.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gestes du premier soir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RÈGLE PLUS TARD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Réclamer la copie signée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l'état des biens avant le transport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Photographier avec la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dommage situé à la minute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Noter l'heure du camion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période où un autre avait la garde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A5335F"/>
                </a:solidFill>
                <a:latin typeface="Verdana"/>
              </a:rPr>
              <a:t>Ne rien jeter, ne rien réparer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bien jeté n'est plus indemnisable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Vingt minutes le soir même valent six semaines de courriels.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Déclarer ou réclamer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Déclarer un sinistre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dire qu'il s'est passé quelque chose. Ça n'engage à rien.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Réclamer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demander de l'argent. Ça vient après, avec un inventaire.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Ce qui se passe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Beaucoup de gens attendent d'avoir tout chiffré pour appeler. Ils appellent trois semaines trop tard.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La règle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déclare le jour même. Plus la déclaration est proche des faits, moins elle se discute.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chaque mot à ce qu'il veut dire.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sinistre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inventaire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connaissement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déclaration de valeur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dégât d'eau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sa 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sinistre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l'événement qui déclenche le contrat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inventaire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liste écrite de ce qui est transporté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connaissement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papier que le transporteur fait signer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déclaration de valeur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annoncer d'avance ce que vaut un objet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dégât d'eau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dommage causé par l'eau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 un objet chez toi que tu déclarerais à sa valeur avant un déménagement, et dis pourquoi.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avec le nom de l'objet.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raison doit tenir en cinq mots : « parce qu'il vient de…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Ce qui est couvert, et ce qui se défend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