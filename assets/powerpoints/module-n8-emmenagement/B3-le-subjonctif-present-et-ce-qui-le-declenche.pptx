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programme du niveau 8 nomme explicitement le subjonctif pour la nécessité et l'obligation. Les deux autres emplois — le souhait et la concession — sont ceux dont la réclamation a besoin.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prendra le tiers de la séance : c'est là que se font toutes les fautes, et elles sont audibles.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nommer le mode avant d'avoir la réponse à la troisième piste. Le subjonctif ne situe rien dans le temps : il dit comment on considère le fait, et c'est ça qui doit être compris d'abord.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fabriquer trois formes au tableau à partir de trois verbes donnés par la classe, avant de passer aux irréguliers.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faire dire à voix haute en chœur, deux fois. Ils reviennent dans huit phrases sur dix, et les autres verbes se déduisent de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sont dans le module. Faire produire une phrase de chaque catégorie, à l'oral, en partant de la situation d'Amira.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paire à voix haute : bien que… soit, même si… est. C'est un couple, il s'apprend comme un couple.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`t1subj` du module, dans sa version projetée. Après chaque correction, redemander quel mot a déclenché le subjonctif : c'est le repère qui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Ramasser : les erreurs portent presque toujours sur « bien que », parce que la concession est une idée plus difficile que la nécessité.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subjonctif présent, et ce qui le déclenche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faut que je déclare », « j'aimerais que la décision me parvienne », « bien que la clause existe ». Trois emplois, et vous avez de quoi mener tout le défi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qui est couvert, et ce qui se défend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subjonctif présent à partir de la troisième personne du pluriel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conjuguer les six irréguliers sans hésiter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ses trois déclencheurs utiles ici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pas le mettre après « même si », « après que » et « j'espère que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Je sais qu'elle vient. » « Je veux qu'elle… » — terminez la phrase.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la deuxième forme est-elle différente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quel cas est-on sûr qu'elle est venue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« je veux qu'elle vienne » dit qu'elle est venue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TROISIÈME PERSONNE DU PLURIEL, MOINS -ENT, PLUS LES TERMINAISONS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ils écrivent devient : que j'écrive · ils finissent devient : que tu finisses · ils envoient devient : qu'elle envoie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Nous » et « vous » se prennent sur l'imparfait : que nous envoyions, que vous envoyiez. Six verbes seulement échappent à tout.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irréguliers, en entier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QUE JE… / QUE NOUS…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sois · que nous soyons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j'aie · que nous ayons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j'aille · que nous allions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fasse · que nous fassions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pouvoir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puisse · que nous puissions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savoir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sache · que nous sachions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déclencheurs, trois usages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nécessité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que… · il est nécessaire que… · j'exige que…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souhait poli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j'aimerais que… · je souhaite que… · il vaudrait mieux que…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concession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que… · quoique… · à moins que…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doute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ne crois pas que… — le plus poli des désaccords.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Même si la clause soit claire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Même si la clause est claire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Bien que » veut le subjonctif, « même si » veut l'indicatif — et les deux disent pourtant la même chose. C'est la confusion la plus fréquente du niveau, et elle s'entend. Même règle pour « après que », qui prend l'indicatif parce que l'événement a eu lieu, contrairement à « avant que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subjonctif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seulement le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je ___ (déclarer) le sinistre aujourd'hui.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que la décision me ___ (parvenir) par écrit.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la clause ___ (exister), elle ne vise que le transport.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nécessaire que vous ___ (avoir) une preuve datée.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crois pas que cette exclusion ___ (pouvoir) s'appliquer.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que le dossier ___ (avancer), il manque l'évaluation.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subjonctif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je ___ (déclarer) le sinistre aujourd'hui.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déclare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que la décision me ___ (parvenir) par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parvienne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la clause ___ (exister), elle ne vise que le transport.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existe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nécessaire que vous ___ (avoir) une preuve datée.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ayez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crois pas que cette exclusion ___ (pouvoir) s'appliquer.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puisse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que le dossier ___ (avancer), il manque l'évaluation.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avec « il faut que » et une avec « bien que », sur ton déménagement.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 séparées, pas une seule.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 le verbe au subjonctif dans chacune.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qui est couvert, et ce qui se défend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