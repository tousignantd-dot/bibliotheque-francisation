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vocabulaire, mais chaque mot se traduit ici en un calcul ou une conséquence. Ne pas s'arrêter à la définition : faire faire les soustractions.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celui qui surprend le plus : beaucoup d'élèves croient qu'assuré veut dire remboursé en entier.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calculer de tête, à main levée. La deuxième piste est celle qui étonne : sous une franchise de 500 $, un dommage de 400 $ ne se réclame pas du 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avec l'article. Opposer avenant et exclusion en une phrase : l'un ajoute, l'autre retire.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note du bas est le premier réflexe à avoir devant un refus, et personne ne l'a spontanément.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faire l'exercice une fois dans sa vie : estimer ce que coûterait de tout racheter neuf. La plupart des gens sous-estiment de moitié.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Sur présentation d'une preuve de remplacement » veut dire qu'on verse d'abord la valeur au jour du sinistre, et le complément une fois le bien racheté. Le préciser : la surprise est désagréable au mauvais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Version projetée du banc de vocabulaire du défi 1. Après la correction, redemander le calcul du déclencheur : 940 moins 500. La répétition est le but.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La bonne réponse à « ce que je vais faire » est toujours la même : appeler et demander un avenant. Le dire à voix haute avant de sortir.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B2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six mots qui décident d'une police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Prime, franchise, plafond, sous-limite, avenant, exclusion. Six mots, et ils décident à eux seuls de ce que vous toucherez.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qui est couvert, et ce qui se défend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six mots d'une police et ce que chacun engage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calculer une indemnité : dommage retenu moins franchise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 plafond d'une sous-limite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expliquer pourquoi on lit les exclusions en premier.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POUR COMMENCER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Un dégât de 940 $, une franchise de 500 $. Combien recevez-vous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le dégât était de 400 $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 objets abîmés dans le même dégât d'eau : la franchise s'applique combien de fois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6580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94868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une franchise plus haute fait-elle baisser le prix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mots, six effets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27618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prime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3197" y="2121408"/>
            <a:ext cx="777580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qu'on paie par année, quoi qu'il arrive.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27618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franchise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3197" y="2778252"/>
            <a:ext cx="777580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part qui reste toujours à sa charge, une fois par sinistre.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27618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plafond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197" y="3435096"/>
            <a:ext cx="777580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maximum que l'assureur versera — jamais une promesse.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27618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sous-limite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3197" y="4091939"/>
            <a:ext cx="777580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plafond particulier caché sous le plafond général.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27618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avenant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3197" y="4748784"/>
            <a:ext cx="777580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protection ajoutée par écrit à un contrat qui ne l'offrait pas.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27618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exclusion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83197" y="5405628"/>
            <a:ext cx="777580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cas annoncé d'avance comme non couvert.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protections dans un seul contrat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3824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PAIE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Vos biens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vous appartient, jusqu'à 50 000 $, franchise de 500 $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Votre responsabilité civile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vous faites subir aux autres, jusqu'à 2 000 000 $, sans franchise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Vos frais de subsistance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supplément de logement si l'appartement devient inhabitable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1208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46811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réclamation refusée sous une section peut parfois être présentée sous une autre.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UN PLAFOND N'EST PAS UNE PROMESSE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Jusqu'à cinquante mille dollars » veut dire qu'on ne dépassera pas ce montant, pas qu'on le versera.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que vous toucherez dépend de trois choses, dans cet ordre : ce que votre inventaire démontre, le mode d'indemnisation, puis la franchise.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Valeur à neuf ou valeur au jour du sinistre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Valeur au jour du sinistre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retranche l'âge : un téléviseur de huit ans vaut presque rien.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Valeur à neuf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paie l'équivalent neuf, souvent sur preuve de remplacement.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L'écart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peut atteindre les trois quarts du montant sur un appareil de huit ans.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Où c'est écrit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seule ligne, au bas d'un bloc du sommaire. C'est celle que personne ne lit.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et son effet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Reliez chaque mot à ce qu'il change pour vous.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prime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franchise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plafond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sous-limite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avenant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exclusion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et son effet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prime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qu'on paie par année, quoi qu'il arrive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franchise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qui se soustrait à chaque sinistre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plafond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maximum versé, jamais une promesse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sous-limite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plafond caché sous le plafond général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avenant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protection ajoutée par écrit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exclusion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cas annoncé d'avance comme non couvert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Nomme un objet chez toi qui dépasse probablement sa sous-limite.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Bijoux, argent comptant, vélo, instrument de musique, objet d'art.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: l'objet, et ce que tu vas faire à ce sujet.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Ce qui est couvert, et ce qui se défend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