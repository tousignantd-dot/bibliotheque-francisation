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phrase emphatique est un savoir du niveau 8. En français, l'ordre des mots est rigide : c'est le seul moyen de faire ce que d'autres langues font avec l'accent tonique. Le dire d'entrée — la classe le vit tous les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oublie : enchaînées, les emphases s'annulent et le lecteur ne sait plus ce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la clé : la tournure crée une attente, et l'autre ne peut pas couper avant la fin. C'est un effet purement oral, et il est très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cinq colonnes de droite à voix haute : la différence s'entend, alors qu'elle se voit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appliquer le test trois fois de suite avant de passer à la pratique — c'est la seule faute possible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est celle qui vaut le plus : elle explique pourquoi la tournure d'Amira est efficace, et elle vaut un paragraphe entier de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l'effet en lisant à voix haute un paragraphe de trois emphases. La classe entend immédiatement le problème, sans qu'on l'explique.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`t2emph` du module, dans sa version projetée. Pour le dernier item, redemander où cette tournure s'emploie : au téléphone, pas dans la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Garder ces billets : ils serviront tels quels dans la lettre de la séance E2, et le dire maintenant motive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C5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relief ce qui compte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 que je conteste, c'est le refus complet, pas votre évaluation. » Une phrase ordinaire met tout sur le même plan ; celle-ci choisit.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c'est… qui » et « c'est… que » selon la fonction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« ce que… , c'est » à l'oral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reprise par un pronom et savoir où elle vit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 tenir à une ou deux emphases par paragraphe.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conteste le refus complet, pas votre évaluation. » Dites-le en mettant « ce que » devant.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nouvelle phrase ajoute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moment l'interlocuteur apprend-il de quoi il s'agit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est-ce utile au téléphone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idée, trois tournures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ORDINAIRE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MISE EN RELIEF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portage a fendu le meuble.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le portage qui a fendu le meuble.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Je demande la révision.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que je demande, c'est la révision.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La photo date de onze heures.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à onze heures que la photo a été prise.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Je conteste ce point-là.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point-là, je le conteste.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dernière ligne est parlée : à l'écrit d'affaires, elle sonne relâchée.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QUI » QUAND LE GROUPE EST SUJET, « QUE » PARTOUT AILLEURS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le portage qui a fendu le meuble · C'est à onze heures vingt-deux que la photo a été 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test : remplacez le groupe encadré par « il » ou par « le ». Si « il » convient, c'est « qui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tournures, trois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c'est… qui / c'est…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discrète, et la plus courante.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que… , c'est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forte à l'oral : elle crée une attente.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reprise par un pronom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point-là, je le conteste » — parlée, très québécoise.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qu'elle permet en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ce qu'on conteste ET ce qu'on ne conteste pas, en une phrase.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trois emphases dans un même paragraphe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une, deux au maximum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Enchaînées, les emphases donnent un ton théâtral qui affaiblit exactement ce qu'elles devaient renforcer. Réservez-les au point que vous voulez qu'on retienne : dans une lettre de révision, il n'y en a jamais plus de deux.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relief la partie indiquée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tournure.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conteste le refus complet. devient : ___ je conteste, c'est le refus complet.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portage a fendu le meuble. devient : ___ le portage qui a fendu le meuble.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photo a été prise à onze heures. devient : C'est à onze heures ___ la photo a été prise.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boîtes ont le plus souffert. devient : ___ les deux boîtes qui ont souffert.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propose un compromis. devient : Ce que je propose, ___ un compromis chiffré.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vaisselier était intact. devient : Le vaisselier, ___ était intact à huit heures.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relief la partie indiquée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conteste le refus complet. devient : ___ je conteste, c'est le refus complet.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portage a fendu le meuble. devient : ___ le portage qui a fendu le 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photo a été prise à onze heures. devient : C'est à onze heures ___ la photo a été prise.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boîtes ont le plus souffert. devient : ___ les deux boîtes qui ont souffert.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sont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propose un compromis. devient : Ce que je propose, ___ un compromis chiffré.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vaisselier était intact. devient : Le vaisselier, ___ était intact à huit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phrase emphatique qui portera ta demande dans ta lettre.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Ce que je conteste, c'est…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 ce que tu ne contestes PAS : c'est ce qui la rend efficace.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