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Faire écouter l'extrait une première fois sans consigne, diapositive masquée : au niveau 8, la première écoute sert à situer la scène, pas à prélever.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du module entier. Ne pas le donner en premier : le faire découvrir par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a une bonne réponse — oui, et les démarches ne se nuisent pas — mais ne pas la donner ici : elle est le sujet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l'extrait entier avant d'afficher. Les répliques en évidence sont celles où Amira pose une preuve ou concède un point — c'est là que se joue tout le reste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Denis n'est pas de mauvaise foi : il applique un contrat, et il a raison sur ce contrat-là. C'est ce qui rend l'exercice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centrale du module, et elle reviendra en C1, en E1 et dans la lettre de E2. La poser ici, une fois, clairement.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`pr1` du module, dans sa version projetée. Pour chaque « faux », demander la phrase exacte de l'extrait qui le prouve — c'est ce qui entraîne au niveau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Ne pas ramasser : lire deux ou trois réponses à voix haute avec l'accord des personnes. L'exercice touche souvent des situations réelles et récentes.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dommages et une clause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Amira appelle l'entreprise de déménagement le soir même. Elle a trois points ; le patron a un contrat et une réponse toute prête.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appel de vingt-trois répliques et en tirer trois griefs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sur quoi chacun des deux s'appuie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moment où Amira concède un point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pourquoi elle concède, et ce que ça lui rapporte.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À qui téléphone-t-on d'abord quand un déménageur a abîmé quelque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déménageur, à l'assurance, ou au propriétaire du logement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appeler les trois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en premier, dans les dix premières secondes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camion est reparti à onze heures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répliques sur vingt-trois. Les trois en couleur sont celles qui décident de la 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16814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0834" y="2322576"/>
            <a:ext cx="8975293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en a trois. Je préfère vous les dire au téléphone avant de vous écrire quoi que ce soit.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2976"/>
            <a:ext cx="116814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834" y="2982976"/>
            <a:ext cx="8975293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coin de la remorque l'a accrochée en reculant, vers neuf heures et quart.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43376"/>
            <a:ext cx="116814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0834" y="3643376"/>
            <a:ext cx="8975293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était déjà croche, cette rampe-là. C'est un triplex des années trente.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303775"/>
            <a:ext cx="116814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0834" y="4303775"/>
            <a:ext cx="8975293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était droite hier. J'ai des photos datées de la veille.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64176"/>
            <a:ext cx="116814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0834" y="4964176"/>
            <a:ext cx="8975293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Ça, je vous l'accorde : personne ne surveillait le balcon, et j'aurais dû y penser.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624576"/>
            <a:ext cx="116814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0834" y="5624576"/>
            <a:ext cx="8975293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responsabilité est limitée à soixante cents par livre par article.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met sur la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48356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AMIRA APPORTE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DENIS OPPOSE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des photos datées de la veille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la rampe était déjà croche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l'inventaire signé à huit heures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un meuble ancien, ça travaille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975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2559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une concession sur les boîtes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2559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ça, c'est votre affaire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867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14800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l'annonce d'une lettre écrite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14800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limite au poids : soixante cents la livre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9661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5264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Chaque fois : un fait daté d'un côté, une opinion de l'autre.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CONCÉDER N'EST PAS PERDRE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Amira reconnaît tout de suite que personne ne surveillait le balcon — et c'est ce qui la rend crédible sur les deux autres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Celui qui conteste tout en bloc se fait lire la clause et raccrocher. Celui qui lâche le point faible obtient qu'on écoute les points forts.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 nouveau,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téléphone avant d'envoyer quoi que ce soit par écrit.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Denis reconnaît que la rampe était droite avant l'arrivée du camion.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reconnaît elle-même que personne ne surveillait les boîtes.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chauffeur a signé l'inventaire sans y noter de dommage.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avait lu le connaissement avant de le signer.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déménageur lui conseille de réclamer à son assurance.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téléphone avant d'envoyer quoi que ce soit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Denis reconnaît que la rampe était droite avant l'arrivée du camion.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reconnaît elle-même que personne ne surveillait les boîtes.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chauffeur a signé l'inventaire sans y noter de dommage.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avait lu le connaissement avant de le signer.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déménageur lui conseille de réclamer à son assurance.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Dans un désaccord que tu as déjà eu, quel point aurais-tu pu concéder tout de suite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: le désaccord, puis le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 par « je vous l'accorde, mais…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