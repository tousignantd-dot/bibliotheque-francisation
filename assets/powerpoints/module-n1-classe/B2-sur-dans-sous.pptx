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Commencer par un objet et une chaise : poser le stylo dessus, dedans, dessous, en nommant chaque fois. Trois mots, trois gestes, avant toute explication.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Entre élèves, on se tutoie : c'est la seule fois du module où le vouvoiement tombe. Le dire en passant, sans en faire une leçon.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seule règle de la séance, et elle est absolue.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le geste de la main en même temps que le mot : en haut, à l'intérieur, en bas.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photo tranche à elle seule : c'est pour cela qu'elle vient après le tableau et non avant.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adopter le geste au groupe : il restera longtemps après la séance, et il sert aussi à comprendre.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surprend : pour ce qui est accroché, on dit « sur le mur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L'étape 4 rejoint le défi : la consigne dit où prendre la chose, et il faut les deux pour la suivre.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phrases, trois mots différents. C'est la fin du défi 1 : la séance suivante ouvre l'heure et l'horaire.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B2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Sur, dans, sous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petits mots pour dire où est la chose. Deux se ressemblent beaucoup : la main le dit mieux que l'oreille.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Regardez le tableau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où est un objet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sur, dans et sous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la différence entre sur et sous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une consigne qui dit où prendre la chose.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est mon stylo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 avant de 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19891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BOPHA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31599" y="2322576"/>
            <a:ext cx="894452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Ivan, où est mon stylo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19891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IVAN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31599" y="3071876"/>
            <a:ext cx="894452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Ton stylo ? Il est sur la table.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19891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BOPHA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31599" y="3821175"/>
            <a:ext cx="894452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Non. Il n'est pas sur la table.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19891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IVAN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31599" y="4570475"/>
            <a:ext cx="894452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Regarde sous la chaise.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551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5319775"/>
            <a:ext cx="119891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BOPHA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31599" y="5319775"/>
            <a:ext cx="894452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Ah oui ! Il est sous la chaise.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PETIT MOT PASSE DEVANT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sur la table, dans le sac, sous la chaise.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En français, le petit mot vient toujours &lt;b&gt;avant&lt;/b&gt; le nom. On ne dit jamais « la table sur ». L'ordre ne change pas.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places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OÙ EST LA CHOSE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dessus, on la voit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dans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l'intérieur, cachée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sous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 dessous, plus bas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Si vous devez ouvrir quelque chose pour la prendre, c'est « dans 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est le sac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sac est sur la chaise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sac est sous la chaise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Montrez avec votre main.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votre sac à vous, où est-il 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CONFONDRE SUR ET SOUS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Le sac est sur la chaise » — alors qu'il est dessous.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La main en haut pour sur, en bas pour sous.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Ces deux mots ne diffèrent que par une voyelle, et l'erreur ne se voit pas à l'écrit. Le geste de la main, fait en parlant, la corrige tout seul.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Sur, dans ou sous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la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livre est ___ la table.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Mon stylo est ___ mon sac.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sac de Bopha est ___ la chaise.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L'horloge est ___ le mur.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feuilles sont ___ le livre.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Sur, dans ou sous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livre est ___ la table.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Mon stylo est ___ mon sac.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dans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sac de Bopha est ___ la chaise.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sous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L'horloge est ___ le mur.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sur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feuilles sont ___ le livre.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dans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Cache et cherche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par deux, avec un stylo.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phrases sur vos affaires.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Mon livre est dans mon sac.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Mon sac est sous ma chaise.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Mon stylo est sur la table.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Regardez le tableau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