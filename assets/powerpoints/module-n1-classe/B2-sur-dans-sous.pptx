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 objet et une chaise : poser le stylo dessus, dedans, dessous, en nommant chaque fois. Trois mots, trois gestes, avant toute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 élèves, on se tutoie : c'est la seule fois du module où le vouvoiement tombe. Le dire en passant,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de la séance, et elle est absolue.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geste de la main en même temps que le mot : en haut, à l'intérieur,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photo tranche à elle seule : c'est pour cela qu'elle vient après le tableau et non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adopter le geste au groupe : il restera longtemps après la séance, et il sert aussi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surprend : pour ce qui est accroché, on dit « sur le mur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4 rejoint le défi : la consigne dit où prendre la chose, et il faut les deux pour la suivre.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phrases, trois mots différents. C'est la fin du défi 1 : la séance suivante ouvre l'heure et l'horaire.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Sur, dans, sous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petits mots pour dire où est la chose. Deux se ressemblent beaucoup : la main le dit mieux que l'oreille.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est un objet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sur, dans et sous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sur et sous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consigne qui dit où prendre la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mon stylo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1599" y="23225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Ivan, où est mon stylo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1599" y="3071876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Ton stylo ? Il est sur la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1599" y="38211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Il n'est pas sur la 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IVAN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1599" y="45704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sous la chaise.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1989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BOPHA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1599" y="5319775"/>
            <a:ext cx="89445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oui ! Il est sous la chaise.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MOT PASSE DEVANT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la table, dans le sac, sous la chaise.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le petit mot vient toujours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avant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le nom. On ne dit jamais « la table sur ». L'ordre ne change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places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EST LA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dessus, on la voit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l'intérieur, cachée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dessous, plus bas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 vous devez ouvrir quelque chose pour la prendre, c'est « dans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le sac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c-sous-ch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est sur la chaise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est sous la chaise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Montrez avec votre main.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votre sac à vous, où est-il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SUR ET SOUS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sac est sur la chaise » — alors qu'il est dessous.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main en haut pour sur, en bas pour sous.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deux mots ne diffèrent que par une voyelle, et l'erreur ne se voit pas à l'écrit. Le geste de la main, fait en parlant, la corrige tout seul.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Sur, dans ou sous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livre est ___ la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stylo est ___ mon sac.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de Bopha est ___ la chaise.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L'horloge est ___ le mur.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feuilles sont ___ le livre.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Sur, dans ou sous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livre est ___ la table.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stylo est ___ mon sac.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sac de Bopha est ___ la chaise.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L'horloge est ___ le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feuilles sont ___ le livre.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Cache et cherche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 stylo.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vos affaires.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livre est dans mon sac.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sac est sous ma chaise.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stylo est sur la table.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