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des écouteurs si la salle en a : l'exercice du module se fait carte par carte, chacun à son rythme.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Dire les paires lentement, puis normalement. Faire lever la main gauche pour le petit, la droite pour le grand.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paire trois fois, en chœur puis un par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six nombres une fois, à vitesse normale. Puis reprendre le corrigé en les redisant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Compter ensemble à voix haute, deux fois, en montrant les doigts.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nombre est dans une phrase, pas seul : c'est ainsi qu'on l'entend en classe. Lire chaque phrase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ce n'est pas un problème d'oreille. Ces mots se ressemblent vraiment, et tout le monde fait répéter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« Pardon ? » par tout le groupe, une fois, à voix haute. Enlever la gêne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Encourager l'emploi de « Pardon ? » : compter combien de fois il sert dans le groupe et le dire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 mot en entier oblige à entendre la fin. C'est là tout l'intérêt du devoir.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ou douze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paires de nombres qui se ressemblent beaucoup. Le début est presque pareil : c'est la fin qui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Regardez le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compter de un à seize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deux et douze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 nombre entendu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Pardon ? » quand on n'est pas sûr.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FIN DU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petit nombre est court. Le grand continue.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&lt;b&gt;deux&lt;/b&gt; et &lt;b&gt;douze&lt;/b&gt;, &lt;b&gt;trois&lt;/b&gt; et &lt;b&gt;treize&lt;/b&gt;, &lt;b&gt;six&lt;/b&gt; et &lt;b&gt;seize&lt;/b&gt; : le grand nombre finit par le son « ze ». Le petit s'arrête avant.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AVANT 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douze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quatorze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Quatorze est plus long à dire que quatre. Le plus long est le plus grand.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Petit ou grand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dit un nombre. Écrivez P ou 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Petit ou grand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douze —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— 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quatorze — 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six — 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treize — 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 —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COMPTER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un à seize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 un à six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un, deux, trois, quatre, cinq, six. Ce sont les nombres courts.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 sept à 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sept, huit, neuf, dix, onze. Onze est le premier des grands, et il ne ressemble à rien.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 douze à seize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douze, treize, quatorze, quinze, seize. Tous finissent par le même 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nombre entendu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chiffre, pas le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Ouvrez à la page deux.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Ouvrez à la page douze.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treize personnes.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quatorze.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seize feuilles.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pause dure quinze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nombre entendu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Ouvrez à la page deux.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Ouvrez à la page douze.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treize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quatorze.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seize feuilles.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pause dure quinze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ÉCRIRE AVANT LA FIN DU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entend « deu… » et on écrit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Attendre la fin du mot.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début de « deux » et de « douze » se ressemble beaucoup. Une seconde d'attente suffit : c'est la &lt;b&gt;fin&lt;/b&gt; qui porte la différence.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PARDON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seul mot pour faire répéter.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vous n'êtes pas sûr du nombre, dites « &lt;b&gt;Pardon ?&lt;/b&gt; » L'enseignante répétera plus lentement. Ce n'est pas une faute : c'est une phrase de la langue.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Dis un nombre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un papier et un crayon.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en lettres : 2, 12, 4, 14, 6, 16.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nombre par ligne.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dites-les à voix haute, dans l'ordre, trois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Regardez le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