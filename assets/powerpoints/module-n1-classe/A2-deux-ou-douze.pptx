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d'écoute. Prévoir des écouteurs si la salle en a : l'exercice du module se fait carte par carte, chacun à son rythme.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Dire les paires lentement, puis normalement. Faire lever la main gauche pour le petit, la droite pour le grand.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répéter chaque paire trois fois, en chœur puis un par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les six nombres une fois, à vitesse normale. Puis reprendre le corrigé en les redisant lentement.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Compter ensemble à voix haute, deux fois, en montrant les doigts.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nombre est dans une phrase, pas seul : c'est ainsi qu'on l'entend en classe. Lire chaque phrase deux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: ce n'est pas un problème d'oreille. Ces mots se ressemblent vraiment, et tout le monde fait répéter au téléphone.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« Pardon ? » par tout le groupe, une fois, à voix haute. Enlever la gêne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Encourager l'emploi de « Pardon ? » : compter combien de fois il sert dans le groupe et le dire à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 mot en entier oblige à entendre la fin. C'est là tout l'intérêt du devoir.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Deux ou douze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Quatre paires de nombres qui se ressemblent beaucoup. Le début est presque pareil : c'est la fin qui change.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Regardez le tableau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compter de un à seize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différence entre deux et douze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le nombre entendu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« Pardon ? » quand on n'est pas sûr.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LA FIN DU MOT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petit nombre est court. Le grand continue.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1" i="0">
                <a:solidFill>
                  <a:srgbClr val="4B4F52"/>
                </a:solidFill>
                <a:latin typeface="Verdana"/>
              </a:rPr>
              <a:t>deux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et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douze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,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trois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et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treize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,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six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et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seize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: le grand nombre finit par le son « ze ». Le petit s'arrête avant.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paires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AVANT DIX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APRÈS DIX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douze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treize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quatorze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seize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Quatorze est plus long à dire que quatre. Le plus long est le plus grand.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Petit ou grand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L'enseignante dit un nombre. Écrivez P ou 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2.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3.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4.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5.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Petit ou grand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douze — 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2.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trois — 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3.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quatorze — 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4.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six — 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5.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treize — 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6.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quatre — 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COMPTER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 un à seize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De un à six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un, deux, trois, quatre, cinq, six. Ce sont les nombres courts.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De sept à onze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sept, huit, neuf, dix, onze. Onze est le premier des grands, et il ne ressemble à rien.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De douze à seize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douze, treize, quatorze, quinze, seize. Tous finissent par le même son.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nombre entendu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le chiffre, pas le mot.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Ouvrez à la page deux.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Ouvrez à la page douze.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treize personnes.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local quatorze.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Prenez seize feuilles.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pause dure quinze minutes.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nombre entendu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Ouvrez à la page deux.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Ouvrez à la page douze.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12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treize personnes.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13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local quatorze.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14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Prenez seize feuilles.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16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pause dure quinze minutes.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ÉCRIRE AVANT LA FIN DU MOT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On entend « deu… » et on écrit 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Attendre la fin du mot.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début de « deux » et de « douze » se ressemble beaucoup. Une seconde d'attente suffit : c'est la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fin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qui porte la différence.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PARDON 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seul mot pour faire répéter.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Quand vous n'êtes pas sûr du nombre, dites «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Pardon ?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» L'enseignante répétera plus lentement. Ce n'est pas une faute : c'est une phrase de la langue.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Dis un nombre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deux, avec un papier et un crayon.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en lettres : 2, 12, 4, 14, 6, 16.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nombre par ligne.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Puis dites-les à voix haute, dans l'ordre, trois fois.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Regardez le tableau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