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la séance sans un mot d'explication : donner trois consignes en les mimant, et laisser le groupe suivre. Expliquer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la clé du défi : une consigne demande un geste, pas une phrase. Y revenir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Madame Cyr redit les mêmes mots, plus lentement. Elle ne reformule pas : c'est ce qui aide un débutant, et c'est le contraire de l'intuition.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qu'Ivan est arrivé trois semaines plus tôt et qu'il ne comprend pas non plus. Cela vaut mieux qu'un discours d'encouragement.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dire, puis donner cinq consignes de suite pour le vérifier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Trois des quatre se font avec une partie du corps : les oreilles, les yeux, les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l'énoncé 3 : elle répète avec les mêmes mots, pas d'autres.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c'est la partie la plus utile de la séance. Au tour 4, le geste ne peut plus être copié sur le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dessin est accepté et même souhaité : plusieurs écrivent difficilement et comprennent parfaitement.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Écoutez, regardez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consigne de classe fait deux mots et commence par un verbe. Le premier mot est le plus important.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quatre consignes de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geste demandé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verbe au début de la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Pardon ? » quand on n'a pas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l'enseignante demande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ableau-blan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montre le tableau. Que faut-il faire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montre le livre. Que faut-il faire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dit-elle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répondre, ou faire quelque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bien. Ouvrez le livre.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Ou-vrez le livre. Comme ça.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comprends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5513" y="19019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Maintenant, regardez le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IVAN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5513" y="26512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je ne comprends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513" y="34005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Regardez. Le tableau, devant.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IVAN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5513" y="41498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le tableau. Merci.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PREMIER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consigne commence par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&lt;b&gt;Ouvrez&lt;/b&gt; le livre. » « &lt;b&gt;Regardez&lt;/b&gt; le tableau. » Ni « je », ni « vous » : le verbe tout de suite. Dès que vous l'avez entendu, vous savez quoi faire.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verbes du matin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FAIS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Écoutez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oreilles, sans parler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Regardez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yeux vers le devant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livre, le sac, la 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Fermez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d'ouvrir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Toutes finissent par le son « é ». C'est lui qui dit : à vous de le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deux dialogues.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dit d'ouvrir le livre.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 comprend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répète plus lentement.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 dit qu'il ne comprend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dit d'ouvrir le livre.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 comprend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dit « Pardon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répète plus lentement.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 dit qu'il ne comprend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des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Tout le groupe debout. L'enseignante donne, le groupe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verbes de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Écoutez, regardez, ouvrez, fermez.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côté de chacun, dessinez ou écrivez ce que vous faites.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