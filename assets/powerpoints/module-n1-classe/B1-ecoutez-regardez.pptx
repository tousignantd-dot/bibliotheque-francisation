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Ouvrir la séance sans un mot d'explication : donner trois consignes en les mimant, et laisser le groupe suivre. Expliquer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est la clé du défi : une consigne demande un geste, pas une phrase. Y revenir 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Madame Cyr redit les mêmes mots, plus lentement. Elle ne reformule pas : c'est ce qui aide un débutant, et c'est le contraire de l'intuition.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qu'Ivan est arrivé trois semaines plus tôt et qu'il ne comprend pas non plus. Cela vaut mieux qu'un discours d'encouragement.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dire, puis donner cinq consignes de suite pour le vérifier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Trois des quatre se font avec une partie du corps : les oreilles, les yeux, les 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Reprendre l'énoncé 3 : elle répète avec les mêmes mots, pas d'autres.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minutes, et c'est la partie la plus utile de la séance. Au tour 4, le geste ne peut plus être copié sur le voisin.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dessin est accepté et même souhaité : plusieurs écrivent difficilement et comprennent parfaitement.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Écoutez, regardez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consigne de classe fait deux mots et commence par un verbe. Le premier mot est le plus important.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Regardez le tableau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quatre consignes de classe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geste demandé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 verbe au début de la phrase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« Pardon ? » quand on n'a pas compris.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l'enseignante demande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montre le tableau. Que faut-il faire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montre le livre. Que faut-il faire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mots dit-elle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répondre, ou faire quelque chose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consigne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65513" y="2322576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bien. Ouvrez le livre.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5513" y="3071876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Pardon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5513" y="38211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Ou-vrez le livre. Comme ça.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BOPHA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65513" y="4570475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! Oui.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ne comprends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5513" y="1901952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Bien. Maintenant, regardez le tableau.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IVAN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5513" y="2651252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Madame, je ne comprends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CYR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5513" y="3400551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Regardez. Le tableau, devant.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203282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IVAN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65513" y="4149851"/>
            <a:ext cx="81106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Ah, le tableau. Merci.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PREMIER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consigne commence par le verbe.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&lt;b&gt;Ouvrez&lt;/b&gt; le livre. » « &lt;b&gt;Regardez&lt;/b&gt; le tableau. » Ni « je », ni « vous » : le verbe tout de suite. Dès que vous l'avez entendu, vous savez quoi faire.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verbes du matin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JE FAIS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Écoutez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oreilles, sans parler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Regardez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yeux vers le devant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Ouvrez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livre, le sac, la porte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Fermez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contraire d'ouvrir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Toutes finissent par le son « é ». C'est lui qui dit : à vous de le faire.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les deux dialogues.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dit d'ouvrir le livre.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Bopha comprend tout de 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répète plus lentement.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Ivan dit qu'il ne comprend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dit d'ouvrir le livre.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Bopha comprend tout de suite.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dit « Pardon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Cyr répète plus lentement.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Ivan dit qu'il ne comprend pas.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DEBOUT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jeu des consignes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Tout le groupe debout. L'enseignante donne, le groupe fait.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Tour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quatre verbes de consigne.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Écoutez, regardez, ouvrez, fermez.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À côté de chacun, dessinez ou écrivez ce que vous faites.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Regardez le tableau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