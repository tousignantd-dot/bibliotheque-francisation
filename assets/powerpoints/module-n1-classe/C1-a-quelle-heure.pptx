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en montrant l'horloge de la salle et en demandant l'heure. Ce que le groupe sait déjà se verra tout de suite, et c'est très inégal.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Répondre soi-même aux trois dernières, lentement, et les écrire au tableau : elles serviront toute la séance et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Bopha répète l'heure entendue avant de continuer. C'est la bonne habitude du module : redire pour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petit mot « à » manque très souvent : le faire répéter dans la phrase entière, jamais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« h » de l'horaire du centre se lit « heures » : le montrer sur l'horaire affiché près de la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heures du dialogue sont celles de la vraie journée d'un groupe de francisation : les comparer avec celles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 l'écrit et l'oral : c'est la première fois du module qu'ils ne disent pas la même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items suffisent. Corriger tous ensemble,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Distribuer les horloges de papier au début du cours : les dessiner soi-même prend le temps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phrases serviront de brouillon à l'horaire écrit de la séance E1. Le dire au groupe : rien n'est demandé pour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quelle heure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L'heure du cours, l'heure de la pause, l'heure de la fin. Trois heures à comprendre, et une horloge au mur.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Regardez le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heure juste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la demie et le quart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midi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à quelle heure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heure est-il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l'horloge dans notre salle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commence notre cours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est la pause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finit le cours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cours finit à midi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BOPHA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5513" y="2322576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Madame, le cours finit à quelle heure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5513" y="3071876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midi. Le cours finit à midi.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BOPHA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5513" y="3821175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midi. Et la pause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5513" y="4570475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est à dix heures. Quinze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BOPHA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5513" y="5319775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heures. D'accord.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NOMBRE, PUIS LE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heures, dix heures, midi.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nombre vient en premier. Pour l'heure d'un cours ou d'un rendez-vous, on met &lt;b&gt;à&lt;/b&gt; devant : « le cours commence &lt;b&gt;à&lt;/b&gt; huit heures et demie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l'heure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huit heures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 h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huit heures et demie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 h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huit heures et quart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12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midi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douze heures, on ne dit pas « douze heures » : on dit midi.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finit à midi.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est à neuf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dure quinze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commence à huit heures et demie.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finit à 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est à neuf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à dix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dure quinze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commence à huit heures et demie.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DIRE « DOUZE HEURES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cours finit à douze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cours finit à midi.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Douze heures » se comprend, mais personne ne le dit ici. Sur un horaire écrit, en revanche, « 12 h » est tout à fait normal.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mot qui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huit ___ et demie.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finit à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est ___ dix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8 h 30, c'est huit heures ___ demie.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huit ___ et demie.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heures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finit à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est ___ dix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8 h 30, c'est huit heures ___ demie.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L'horloge de papier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une horloge dessinée sur une feuille.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heures de votre journée.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cours commence à…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pause est à…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cours finit à…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Regardez le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