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des écouteurs : la production orale se fait à l'ordinateur, chacun de son côté. Rendre les billets corrigés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L'assistant dit une seule chose à la fois, en trois ou quatre mots. Demander au moins deux tours, dont un dans chaque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secondes suffisent au niveau 1. La correction par l'IA arrive tout de suite ; elle n'est pas conservée.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de C1 et de C2 servent de brouillon : les phrases sont déjà écrites et corrigées.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hésiter, chercher un mot, se reprendre, c'est normal et ce n'est pas pénalisé.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avant que les élèves commencent : au niveau 1, on n'enlève rien pour un « un » à la place d'une « une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 C'est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tient en trente secondes de parole : cinq objets, où en est un, et l'heure du cours.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Regardez le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cinq objets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est un objet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l'heure du cours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son horaire de la semaine.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DEUX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la consigne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Comprendre écoutez, regardez, ouvrez, fermez — et dire où est la chose : sur, dans, sous.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l'heure et l'horaire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 du début, l'heure de la pause, l'heure de la fin, et les jours de cours.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deux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: &lt;b&gt;la consigne&lt;/b&gt; (l'enseignante dit deux mots, vous faites), &lt;b&gt;l'objet&lt;/b&gt; (on vous montre une chose, vous la nommez), &lt;b&gt;l'heure&lt;/b&gt; (vous demandez à quelle heure). Vous choisissez d'être l'&lt;b&gt;élève&lt;/b&gt; ou l'&lt;b&gt;enseignante&lt;/b&gt;.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Environ trente secondes,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Votre horaire, de 3 à 5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APPRENDRE LE DIALOGUE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Réciter les répliques de Bopha.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Dire ses propres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ne vous appelez pas Bopha et votre horaire n'est pas le sien. Ce sont les &lt;b&gt;phrases utiles&lt;/b&gt; qui se réemploient — « c'est un… », « il est sous… », « à huit heures » — pas le dialogue entier.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regardé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cinq objets sont nommés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comprend quelle heure c'est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comprend du premier coup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clarté passe avant la perfection. L'article n'est pas compté.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nommer six objets de ma classe.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comprendre une consigne courte et faire le geste.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où est un objet.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comprendre l'heure de mon cours et lire mon horaire.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Regardez le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