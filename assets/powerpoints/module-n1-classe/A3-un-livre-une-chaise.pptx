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Reprendre d'abord les six objets de A1 en les montrant, sans article, puis annoncer qu'on va ajouter un mot devant chacun.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deux minutes. Quelqu'un dira que c'est « un » et « une ». Ne pas donner de règle : il n'y en a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une fois et passer : la règle n'explique rien, c'est l'usage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Si un élève demande pourquoi, répondre franchement : il n'y a pas de raison, on l'apprend avec le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conseil le plus utile de la séance. Le répéter à chaque nouveau mot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items, les six mots de A1. Corriger à voix haute, tous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« une horloge » lentement, puis vite, pour entendre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C'est le moment de donner des mots hors du module — une fenêtre, un mur, un crayon : ils entrent dans la feuille personnelle.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objets de la maison seront demandés au début de B1 : c'est ce qui rattache le module à la vie de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livre, une chaise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En français, le nom vient rarement seul. Un petit mot le précède, et il s'apprend avec lui.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Regardez le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un » ou « une » devant les six objets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que le petit mot s'apprend avec le nom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une photo et une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six mots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change entre les deux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ivre-ouve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livre — une chaise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stylo — une porte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pareil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PETIT MOT DEVANT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livre, une chaise.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dit pas « livre » tout seul. Le petit mot dit qu'il y en a un, et à quel groupe le nom appartient : le groupe des &lt;b&gt;un&lt;/b&gt; ou le groupe des &lt;b&gt;une&lt;/b&gt;.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groupes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GROUPE DES 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GROUPE DES 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livre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chaise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stylo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porte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horloge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Rien dans l'objet ne dit le groupe. Une chaise n'a rien de féminin.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APPRENDRE LE MOT TOUT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Retenir « porte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Retenir « une porte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L'article ne se devine jamais. Le seul moyen fiable est de l'apprendre collé au nom, dès la première fois. Sur votre feuille de mots, écrivez toujours les deux.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ou une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petit mot devant chaque 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livre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chaise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stylo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porte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horloge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ou une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livre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livre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chaise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chaise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stylo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stylo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porte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porte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horloge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horloge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sac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sac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Devant une voyelle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une horloge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petit mot se colle au nom et s'entend mal. Écoutez la fin de « une » : il reste un petit son « n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Ce qu'on entend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u-n-horloge ». Les deux mots n'en font plus qu'un à l'oreille, mais on en écrit toujours deux.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À l'écrit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horloge, une école, une adresse. Jamais collés.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la salle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debout, avec un papier.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six mots du module avec leur petit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livre, un stylo, une chaise, un sac, une porte, une horloge.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ajoutez trois objets de chez vous, avec « un » ou « une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Regardez le 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