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Apporter en classe l'horaire réel du groupe, affiché près de la porte. Toute la séance se fait avec lui sous les yeux.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Bopha, l'élève arrivée la dernière, qui renseigne Ivan. Le faire remarquer : savoir lire son horaire rend service aux autres.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Remplacer les heures par celles du groupe si elles diffèrent — l'horaire projeté doit être le vrai.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distinction est pratique, pas grammaticale : un élève s'est déjà présenté un vendredi.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les deux mots en frappant dans les mains à chaque partie.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Puis refaire l'exercice avec les vrais jours du groupe, sans la diapositive.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du module, repris tel quel. Les élèves qui l'ont déjà fait à l'ordinateur peuvent aider leur voisin.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jours en minuscules : c'est la seule règle d'orthographe de la séance, et elle surprend ceux qui écrivent l'anglais.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Lundi, mardi, mercredi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Sept jours dans la semaine, quatre jours de cours. Tout est écrit sur la feuille affichée près de la porte.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Regardez le tableau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les sept jours dans l'ordre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quels jours il y a cours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l'horaire du groupe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« il n'y a pas de cours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Tu viens vendredi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19891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IVAN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1599" y="2322576"/>
            <a:ext cx="894452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Bopha, tu viens vendredi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19891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BOPHA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1599" y="3071876"/>
            <a:ext cx="894452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Vendredi ? Non. Il n'y a pas de cours.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19891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IVAN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31599" y="3821175"/>
            <a:ext cx="894452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 bon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19891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BOPHA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1599" y="4570475"/>
            <a:ext cx="894452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Regarde l'horaire. Lundi, mardi, mercredi, jeudi.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551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5319775"/>
            <a:ext cx="119891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IVAN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31599" y="5319775"/>
            <a:ext cx="894452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jours. Et vendredi, non.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semaine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JOUR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Y A-T-IL COURS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lundi, mardi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oui, de 8 h 30 à midi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mercredi, jeudi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oui, de 8 h 30 à midi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vendredi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non, pas de cours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samedi, dimanche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non, le centre est fermé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Vendredi, le centre est ouvert : c'est le groupe qui n'a pas cours.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IL N'Y A PAS DE COURS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phrase qui dit qu'on ne vient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Elle ne veut pas dire que le centre est fermé. Le secrétariat répond, on peut venir chercher un papier. C'est le &lt;b&gt;groupe&lt;/b&gt; qui ne se réunit pas.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jours qui se ressemblent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mardi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parties : mar-di. Le mot est court.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mercredi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Trois parties : mer-cre-di. Le mot est long.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truc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Comptez les parties du mot dans votre tête. Le plus long est le mercredi.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Cours ou pas de cours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pour chaque jour.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lundi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mercredi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vendredi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samedi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Cours ou pas de cours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lundi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mercredi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vendredi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pas de cours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samedi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pas de cours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Lire l'horaire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avec l'horaire affiché.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commence à ___ heures et demie.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finit à ___ 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pause est à ___ heures.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jour sans cours, c'est ___ 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viens ___ jours par semaine.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Lire l'horaire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commence à ___ heures et demie.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huit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finit à ___ 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midi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pause est à ___ heures.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dix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jour sans cours, c'est ___ 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vendredi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viens ___ jours par semaine.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quatre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jours où vous venez au centre.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En minuscules : lundi, mardi…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ajoutez : « Le cours commence à… Il finit à…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Regardez le tableau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