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parler : montrer un objet, dire son nom, faire répéter. Cinq objets, cinq fois. Le dialogue vient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nommer dans la langue qu'on peut, puis redire le mot en français et le faire répéter. À ce stade, montrer du doigt est une bonne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Puis afficher et faire répéter réplique par réplique,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Bopha répète ce qu'elle entend : c'est exactement ce qu'on demande au groupe. Le faire remarquer — répéter n'est pas tricher.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Montrer chaque objet dans la salle en le nommant. Les élèves touchent l'objet et répètent le 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circuler un objet : chacun le donne au voisin en disant « voici un stylo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 : à ce stade, six seraient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Circuler. Ne corriger que le mot, jamais l'article au premier tour : l'article vient à la séance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minuscule. Accepter le mot sans article : on le regarde ensemble à la séance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Voici ta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premier matin dans une classe de français : une chaise, un livre, un stylo, et des mots pour les nommer.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objets de la classe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voici votre place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merci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montrer l'objet qu'on entend nommer.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qu'il y a dans cette salle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alle-v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sommes-nous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voit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les tables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au mur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L'arrivée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513" y="23225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Vous êtes Bopha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5513" y="30718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Bonjour, madame.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5513" y="38211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votre place. La chaise est ici.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513" y="45704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objets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5513" y="1901952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un livre. Et voici un stylo.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5513" y="2651252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livre. Un stylo. Merci, madame.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5513" y="3400551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tableau est devant. L'horloge est là.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objets, six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livre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5803" y="2121408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l'ouvre pour lire. Il a beaucoup de pages.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stylo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5803" y="2778252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écrit avec. Bleu ou noir.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chaise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5803" y="3435096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s'assoit dessus.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5803" y="4091939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met le livre et le stylo dedans.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porte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5803" y="4748784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l'ouvre pour entrer dans la classe.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178879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horloge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5803" y="5405628"/>
            <a:ext cx="826320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 est ronde, au mur. Elle donne l'heure.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VOICI…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qui montre.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&lt;b&gt;Voici&lt;/b&gt; votre place. » « &lt;b&gt;Voici&lt;/b&gt; un livre. » On le dit en montrant l'objet de la main. C'est le premier mot du module, et il suffit à donner ou à demander n'importe quoi.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femme s'appelle Bopha.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donne un livre à Bopha.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donne un sac à Bopha.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tableau est devant la classe.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femme s'appelle Bopha.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donne un livre à Bopha.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donne un sac à Bopha.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un livre et un stylo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tableau est devant la classe.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Montre-moi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deux. L'un dit le mot, l'autre montre l'objet.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 cinq objets de votre sac ou de votre 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par ligne, en lettres détachées.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Dites-les à voix haute chez vous,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