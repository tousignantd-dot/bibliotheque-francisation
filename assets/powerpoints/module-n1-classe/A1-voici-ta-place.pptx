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Commencer sans parler : montrer un objet, dire son nom, faire répéter. Cinq objets, cinq fois. Le dialogue vient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nommer dans la langue qu'on peut, puis redire le mot en français et le faire répéter. À ce stade, montrer du doigt est une bonne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fois, diapositive masquée. Puis afficher et faire répéter réplique par réplique, en chœur.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Bopha répète ce qu'elle entend : c'est exactement ce qu'on demande au groupe. Le faire remarquer — répéter n'est pas tricher.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Montrer chaque objet dans la salle en le nommant. Les élèves touchent l'objet et répètent le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circuler un objet : chacun le donne au voisin en disant « voici un stylo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énoncés seulement : à ce stade, six seraient trop.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Circuler. Ne corriger que le mot, jamais l'article au premier tour : l'article vient à la séance A3.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minuscule. Accepter le mot sans article : on le regarde ensemble à la séance A3.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Voici ta 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premier matin dans une classe de français : une chaise, un livre, un stylo, et des mots pour les nommer.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Regardez le tableau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six objets de la classe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« voici votre place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merci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montrer l'objet qu'on entend nommer.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qu'il y a dans cette salle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alle-v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sommes-nous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voit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y a sur les tables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y a au mur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L'arrivée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0328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CYR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5513" y="2322576"/>
            <a:ext cx="81106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! Vous êtes Bopha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20328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BOPHA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5513" y="3071876"/>
            <a:ext cx="81106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Oui. Bonjour, madame.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20328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CYR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5513" y="3821175"/>
            <a:ext cx="81106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Voici votre place. La chaise est ici.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20328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BOPHA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5513" y="4570475"/>
            <a:ext cx="81106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objets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0328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CYR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65513" y="1901952"/>
            <a:ext cx="81106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Voici un livre. Et voici un stylo.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20328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BOPHA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5513" y="2651252"/>
            <a:ext cx="81106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livre. Un stylo. Merci, madame.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20328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CYR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5513" y="3400551"/>
            <a:ext cx="81106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tableau est devant. L'horloge est là.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objets, six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78879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livre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5803" y="2121408"/>
            <a:ext cx="826320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On l'ouvre pour lire. Il a beaucoup de pages.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178879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stylo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5803" y="2778252"/>
            <a:ext cx="826320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On écrit avec. Bleu ou noir.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178879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chaise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5803" y="3435096"/>
            <a:ext cx="826320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On s'assoit dessus.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178879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5803" y="4091939"/>
            <a:ext cx="826320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On met le livre et le stylo dedans.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178879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porte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5803" y="4748784"/>
            <a:ext cx="826320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On l'ouvre pour entrer dans la classe.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178879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horloge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5803" y="5405628"/>
            <a:ext cx="826320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Elle est ronde, au mur. Elle donne l'heure.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VOICI…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qui montre.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Voici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votre place. » «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Voici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un livre. » On le dit en montrant l'objet de la main. C'est le premier mot du module, et il suffit à donner ou à demander n'importe quoi.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femme s'appelle Bopha.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Cyr donne un livre à Bopha.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Cyr donne un sac à Bopha.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tableau est devant la classe.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femme s'appelle Bopha.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Cyr donne un livre à Bopha.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Cyr donne un sac à Bopha.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un livre et un stylo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tableau est devant la classe.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Montre-moi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deux. L'un dit le mot, l'autre montre l'objet.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 nom de cinq objets de votre sac ou de votre 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mot par ligne, en lettres détachées.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Dites-les à voix haute chez vous, trois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Regardez le tableau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