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très rentable : cette construction sert dans presque toutes les phrases du module. La rattacher constamment au vécu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la séance là-dessus. Faire donner par le groupe trois choses qu'ils font eux-mêmes et trois choses qu'ils font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sans aucun mot entre eux » : c'est le premier piège.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qu'on peut très bien dire « je fais nettoyer le corridor » tout court. Le par est un ajout, pas une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nous faisons » cinq fois : la prononciation est contre-intuitive et personne ne la corrige spontanément.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surprend toujours : « faire faire » est parfaitement correct quand on ne précise pas la nature des travaux.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à voix haute cinq phrases correctes de suite pour installer le rythme des deux verbes collés.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phrases avec la bonne intonation et demander au groupe de dire, à chaque fois, qui tient le tournevis.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se comparent directement : même verbe, même personne, et pourtant deux situations opposées. C'est la meilleure vérification de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guidée. Accepter les variantes de vocabulaire ; corriger seulement la construction : faire conjugué, infinitif collé, par devant l'exécutant.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réussis contiennent trois personnes différentes : celle qui parle, celle qui organise, celle qui exécute. C'est le critère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réparer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logement loué, vous ne réparez presque rien vous-même — c'est normal, et c'est même souvent interdit par le bail. Le français a une construction faite exactement pour cette 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faire suivi d'un infinitif pour dire qu'on fait faire l'action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la personne qui exécute le travail avec par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 verbe faire au présent, y compris ses deux formes irrégulières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je fais moi-même de ce que je fais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NUANCE QUI CHANGE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répare la serrure » et « je fais réparer la serrure » ne veulent pas dire la même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premier cas, j'ai les outils dans les mains. Dans le second, quelqu'un vient la réparer et j'organise sa venue. Dans un logement loué, c'est presque toujours la deuxième — et c'est aussi ce que le bail prévoit.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+ infinitif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propriétaire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organise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faire, conjugué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verbe conjugué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venir un électricien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se conjugue jamais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506474"/>
          </a:xfrm>
          <a:prstGeom prst="roundRect">
            <a:avLst>
              <a:gd name="adj" fmla="val 971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1049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verbes se suivent directement, sans aucun mot entre eux. La phrase complète : « La propriétaire fait venir un électricien. » Elle ne vient pas elle-même : elle organise la venue.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+ infinitif + par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faire + infinitif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fais nettoyer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deux verbes collés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corridor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sur quoi on agit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 exécute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par la compagnie d'entretien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introduit par par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Sans par, la phrase reste correcte : on ne dit simplement pas qui fait le travail. C'est utile quand on ne le sait pas encore.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faire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/ 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je fais · tu fais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/ 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il fait · elle 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nous faisons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 dit « fe-zon », pas « fè-zon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vous faites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de -ez, forme irrégulière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ils / elles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ils font · elles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court, comme sont et ont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Vous faites est l'une des trois seules formes de ce type en français, avec vous dites et vous êtes.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la personne et à la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___ venir un électricien jeudi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installer un ventilateur dans la salle de bain.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réparer votre toiture par un couvreur.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___ changer leurs fenêtres.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nettoyer le corridor par la compagnie d'entretien.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___ faire des travaux dans son appartement.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verbe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propriétaire ___ venir un électricien jeudi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installer un ventilateur dans la salle de bain.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faisons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réparer votre toiture par un couvreur.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___ changer leurs fenêtres.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nettoyer le corridor par la compagnie d'entretien.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voisin ___ faire des travaux dans son appartement.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 — « faire faire » est correct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RIEN ENTRE LES DEUX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à réparer la serrure.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se place entre faire et l'infinitif : ni à, ni de, ni rien d'autre. Les deux verbes se touchent. C'est une construction rare en français, où la plupart des verbes exigent justement une préposition — d'où l'erreur.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PAR, ET NON POUR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 pour le concierge.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réparer la serrure par le concierge.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dirait que la réparation est un service rendu au concierge — comme si c'était sa serrure. C'est par qui indique qui exécute le travail. Une seule lettre de différence, et le sens s'inverse complètement.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vraiment le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chaque phrase, qui exécute concrètement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propriétaire fait réparer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 nettoyer le corridor par la compagnie d'entretien.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faisons installer un ventilateur.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lave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fait laver le plancher par le locataire.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vraiment le travail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propriétaire fait réparer le toit.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couvreur, pas la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 nettoyer le corridor par la compagnie d'entretien.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compagnie d'entretien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faisons installer un ventilateur.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installateur — non nommé ici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lave le plancher.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Samir lui-même — pas de faire, donc il le fait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Samir fait laver le plancher par le locataire.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locataire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faire + infinitif, et nommez qui exécute avec par.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toiture coule. La propriétaire organise la réparation.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de ventilateur. Vous organisez la 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corridor est sale. Le concierge organise le nettoyage.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serrure est brisée. Nous organisons le remplacement.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toiture coule. La propriétaire organise la réparation.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propriétaire fait réparer la toiture par un couvreur.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de ventilateur. Vous organisez la pose.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faites installer un ventilateur par un installateur.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corridor est sale. Le concierge organise le nettoyage.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concierge fait nettoyer le corridor par la compagnie d'entretien.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serrure est brisée. Nous organisons le remplacement.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Nous faisons changer la serrure par un serrurier.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propriétaire fait réparer le toit. » Qui monte sur le toit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installer un ventilateur.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fais de réparer la porte, ou je fais réparer la porte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dire qui exécute le travail, on emploie…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changer la serrure.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propriétaire fait réparer le toit. » Qui monte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installer un ventilateur.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faisons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fais de réparer la porte, ou je fais réparer la porte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fais réparer la porte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dire qui exécute le travail, on emploie…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changer la serrure.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faire + infinitif + par, à propos de votre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éléments : qui organise · quel travail · qui exécute.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Ma propriétaire fait changer les fenêtres par une compagnie.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