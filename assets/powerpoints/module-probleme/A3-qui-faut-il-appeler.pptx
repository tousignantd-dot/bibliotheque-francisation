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des métiers. Prévoir de projeter les photos du module : le lien image-mot est beaucoup plus solide que la liste seule.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se tromper. L'erreur « plombier » est très fréquente, parce que dans beaucoup de pays le chauffage passe par l'eau. Ici, il est électrique.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une ligne à la fois, faire répéter les deux formes, demander un exemple supplémentaire au groupe avant de passer à la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les deux exceptions : c'est exactement le genre de détail qui fait hésiter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liste à voix haute par paires : un élève dit le masculin, son voisin répond au féminin.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cas piège : « la porte a été forcée » fait penser au menuisier, mais c'est la serrure qui est brisée, pas le bois.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le critère au groupe : « est-ce que la clé fonctionne ? » Si oui, c'est le bois.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phrase par le groupe entier. Elles sont réutilisables telles quelles, et elles reviendront au jeu de rôle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pour des adultes qui paient un loyer. Le répéter deux fois. La séance B4 y reviendra en détail avec les recours.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plus du tiers du groupe se trompe sur la première question, reprendre l'explication du chauffage électrique avant de terminer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Ceux qui nomment un professionnel impossible signalent un vocabulaire à revoir individuellement.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 faut-il appeler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n'êtes pas obligé de savoir réparer. Mais nommer le bon métier accélère tout : « le drain de la douche est bouché, ça prendrait un plombier » se règle beaucoup plus vite que « il y a un problème dans la salle de bain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Pouvez-vous régler le problème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neuf professionnels qui interviennent dans un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 problème au métier qui peut le régler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ces noms de métier au masculin et au féminin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qui prévenir en premier — et ce n'est jamais le professionnel.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Le calorifère ne chauffe plus. Qui appelez-vous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lectrici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chauffagiste ? Un plombier ? Un électricien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Québec, les calorifères des logements sont électriques.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donc un problème de circuit — un électricien.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surtout : à qui téléphonez-vous en premier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NEUF MÉTIERS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Retenez-les par ce qu'ils touchent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86100"/>
          </a:xfrm>
          <a:prstGeom prst="roundRect">
            <a:avLst>
              <a:gd name="adj" fmla="val 474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TOUCHE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ce qui coule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plombier / la plombière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tuyaux, robinets, drains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569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ce qui est électrique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l'électricien / l'électricienne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884932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panneau, prises, calorifères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4612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ce qui est en bois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menuisier / la menuisière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374136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portes, armoires, planchers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35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toit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couvreur / la couvreuse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863339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toiture, infiltration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245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serrures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le serrurier / la serrurière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352544"/>
            <a:ext cx="3222650" cy="288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clé perdue, serrure forcée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1343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3903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Retenez la matière, pas le nom du problème : ce qui coule, ce qui est électrique, ce qui est en bois.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NEUF MÉTIERS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les quatre autres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99232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TOUCHE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animaux nuisibles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l'exterminateur / l'exterminatrice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souris, fourmis, punaises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9748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pose d'appareils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l'installateur / l'installatrice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0286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électroménagers, ventilateur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44728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peinture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peintre / la peintre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575304"/>
            <a:ext cx="3222650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murs et plafonds réparés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9197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au quotidien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0D7A6F"/>
                </a:solidFill>
                <a:latin typeface="Verdana"/>
              </a:rPr>
              <a:t>le concierge / la concierge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47744"/>
            <a:ext cx="3222650" cy="505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parties communes, premier contact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03520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Deux exceptions : peintre et concierge ne changent pas de forme. Seul le déterminant change — le peintre, la peintre ; le concierge, la concierge.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MASCULIN ET LE FÉMININ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plupart de ces métiers ont deux formes ; deux n'en ont qu'une.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plombier / une plombière · un électricien / une électricienne · un menuisier / une menuisière · un serrurier / une serrurière · un installateur / une installatrice · un exterminateur / une exterminatrice · un couvreur / une couvreuse. Mais : le peintre / la peintre, le concierge / la concierge.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problème, un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 faut-il appeler pour chacun de ces problèmes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de la douche est complètement bouché.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du salon retombe chaque fois qu'on le remonte.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de la chambre a gonflé et ne ferme plus.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clé tourne dans le vide depuis que la porte a été forcée.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des souris derrière la cuisinière.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de pluie traverse le toit et tache le plafond.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problème, un métier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de la douche est complètement bouché.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plombier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disjoncteur du salon retombe chaque fois qu'on le remonte.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électricien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porte de la chambre a gonflé et ne ferme plus.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menuisier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clé tourne dans le vide depuis que la porte a été forcée.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serrurier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des souris derrière la cuisinière.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une exterminatrice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L'eau de pluie traverse le toit et tache le plafond.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un couvreur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CHOISIR LE MÉTIER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porte ne ferme plus : j'appelle le serrurier.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porte ne ferme plus : c'est un travail de menuisier.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porte qui ne ferme plus, c'est presque toujours du bois qui a gonflé avec l'humidité — donc le menuisier. Le serrurier s'occupe du mécanisme : la clé, le cylindre, la serrure forcée. Si la clé tourne normalement mais que la porte coince, le problème est dans le bois.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Des phrases prêtes à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Proposer sans imposer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Je pense que ça prendrait un plombier. » Vous suggérez, vous ne décidez pas à la place de la propriétaire.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Demander poliment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vous pouvez faire venir un électricien ? » La formule « faire venir » est celle qu'on emploie ici.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Situer la cause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problème vient de la toiture, il faudrait un couvreur. » Vous expliquez d'où vient le problème, pas seulement ce que vous voyez.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D7A6F"/>
                </a:solidFill>
                <a:latin typeface="Verdana"/>
              </a:rPr>
              <a:t>Préciser ce qui a déjà été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Le concierge est passé, mais il ne peut pas régler ça lui-même. » Cette phrase évite qu'on vous renvoie au concierge une deuxième fois.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QUI PRIME SUR TOUTES LES AUTRES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un logement loué, on ne choisit pas le professionnel soi-même.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Vous signalez le problème ; c'est la personne propriétaire qui décide et qui paie. Si vous engagez quelqu'un sans autorisation, elle n'est pas obligée de vous rembourser — sauf en cas d'urgence réelle où vous n'avez pas pu la joindre.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VÉRIFICATION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calorifère du salon ne chauffe plus. Qui faut-il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L'eau de pluie tache le plafond du dernier étage. Qui faut-il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forme est correcte : la peintre ou la peintresse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découvrez un dégât d'eau. Quelle est la première chose à faire 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questions rapides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calorifère du salon ne chauffe plus. Qui faut-il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électricien — les calorifères sont électriques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L'eau de pluie tache le plafond du dernier étage. Qui faut-il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 couvreur — le peintre viendra après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forme est correcte : la peintre ou la peintresse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la peintre — le mot ne change pas de forme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Vous découvrez un dégât d'eau. Quelle est la première chose à faire ?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prévenir la propriétaire ou le concierge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Nommez un problème de votre logement et la personne qu'il faudrait faire venir.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une phrase, avec la formule « il faudrait faire venir…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Le drain de mon évier est bouché, il faudrait faire venir un plombier.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Pouvez-vous régler le problème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