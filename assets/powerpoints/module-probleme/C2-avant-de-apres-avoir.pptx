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exigeante. Le piège n'est pas la forme, c'est l'ordre : ce qui suit « avant de » arrive en deuxième. Prévoir du temps sur ce seul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là. Faire mimer avec deux objets posés sur la table : on déplace physiquement l'ordre des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orales avec avant de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forme la plus difficile à produire spontanément. Y consacrer le plus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la liste des verbes avec être. C'est une liste à mémoriser, il n'y a pas de raccourci.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 à faire répéter telle quelle : « être regarde le sujet, avoir ne le regarde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compréhension pure, avant toute production. Ne pas laisser passer une seule erreur d'ordre ici : la production échouera sinon.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est le seul avec être : monter est un verbe de déplacement. Faire justifier.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oralement cinq phrases fautives inventées sur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 souvent passée sous silence, et pourtant elle explique la moitié des phrases bancales produites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réunit les deux difficultés : être, et l'accord au féminin. Si le groupe la réussit, la séance est acquise.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est l'exercice clé : produire les deux formes pour la même idée prouve que l'ordre est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de, après avoir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vous racontez ce que vous avez fait — au téléphone, dans un courriel, devant le tribunal — vous devez placer deux actions dans l'ordre. Ces deux marqueurs servent exactement à ça, et ils fonctionnent en miroir l'un de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deux actions dans l'ordre à l'intérieur d'une seule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avant de suivi de l'infinitif présent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après suivi de l'infinitif passé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quand le verbe se construit avec être.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PIÈGE, AVANT TOUT LE RESTE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suit « avant de » arrive en deuxième. Ce qui suit « après » arrive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l'inverse de l'ordre de lecture, et c'est la seule vraie difficulté de la séance. « Je vérifie le panneau avant d'appeler » : je vérifie d'abord. « Après avoir vérifié le panneau, j'appelle » : je vérifie d'abord aussi. Même ordre réel, deux phrases inversées.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+ infinitif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1re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vérifie le panneau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lieu d'abord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marqueur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d'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2e action, à l'infinitif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appeler la propriétaire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encore faite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506474"/>
          </a:xfrm>
          <a:prstGeom prst="roundRect">
            <a:avLst>
              <a:gd name="adj" fmla="val 971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1049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Avant de devient avant d' devant une voyelle ou un h muet : avant d'appeler, avant d'utiliser, avant d'habiter. La phrase complète : « Je vérifie le panneau avant d'appeler la propriétaire.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+ infinitif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1re action, à l'infinitif passé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descendu les vélos,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déjà terminée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lavez le plancher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suit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6908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32511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dit jamais « après descendre ». Après le mot après, le verbe est obligatoirement à l'infinitif passé — donc avoir ou être suivi du participe passé.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Fabriquer un infinitif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morceaux : avoir ou être à l'infinitif, puis le participe passé du verbe. Avoir lavé. Être monté.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avoir — la grande majorité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avoir lavé, avoir vu, avoir pris, avoir fini, avoir écrit. C'est le cas par défaut : en cas de doute, c'est probablement avoir.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être — les déplacements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aller, venir, monter, descendre, entrer, sortir, rentrer, partir, arriver, rester, tomber. Et tous les verbes pronominaux : s'être levé.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terminaisons du participe passé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-é : parlé, tombé · -t : fait, écrit · -u : reçu, vendu, vu · -i : fini, réussi · -s : mis, pris.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regarde le sujet. Avoir ne le regarde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être, le participe s'accorde : après être monté (lui), après être montée (elle), après être montés (eux), après être montées (elles). Avec avoir, aucun accord avec le sujet : après avoir monté ne change jamais, quel que soit le sujet.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action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 et dites laquelle des deux actions a lieu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Oksana prend une photo avant d'envoyer son courriel.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terminé leur installation, l'électricien montera au quatrième.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couper le courant avant de toucher au panneau.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descendu ses vélos, Jean-Philippe a lavé le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Lisez bien votre bail avant de le signer.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action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Oksana prend une photo avant d'envoyer son courriel.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photo, puis le courriel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terminé leur installation, l'électricien montera au quatrième.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terminer, puis monter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couper le courant avant de toucher au panneau.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couper, puis toucher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descendu ses vélos, Jean-Philippe a lavé le plancher.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descendre, puis laver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Lisez bien votre bail avant de le signer.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lire, puis signer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avant de, avant d', après avoir ou après être.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prend une photo ___ envoyer un courriel à sa propriétaire.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terminé leur installation, l'électricien montera au quatrième.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couper le courant ___ toucher au panneau électrique.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descendu ses vélos, Jean-Philippe a lavé le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monté au troisième, Samir a constaté l'ampleur du désordre.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Lisez bien votre bail ___ le signer.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prend une photo ___ envoyer un courriel à sa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terminé leur installation, l'électricien montera au quatrième.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avoir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couper le courant ___ toucher au panneau électrique.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descendu ses vélos, Jean-Philippe a lavé le plancher.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avoir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monté au troisième, Samir a constaté l'ampleur du désordre.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être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Lisez bien votre bail ___ le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APRÈS « APRÈS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descendre les vélos, je lave le plancher.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avoir descendu les vélos, je lave le plancher.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le mot après, on ne met jamais un infinitif présent seul. Il faut l'infinitif passé : avoir ou être, suivi du participe passé. C'est l'erreur la plus fréquente, et elle s'entend tout de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SUJET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d'appeler la propriétaire, elle a vérifié le panneau.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d'appeler la propriétaire, j'ai vérifié le panneau.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actions doivent avoir le même sujet. Si les sujets diffèrent, on abandonne l'infinitif et on emploie une phrase complète : « avant que la propriétaire appelle… ». C'est une condition, pas une préférence de style.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de signer, lisez votre bail. » Quelle action vient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Après avoir payé, il a reçu un reçu. » Quelle action vient en premier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fini, ou après finir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rentrée, puis elle a soupé. On dit…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d' » s'emploie devant…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de signer, lisez votre bail. » Quelle action vient en premier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Après avoir payé, il a reçu un reçu. » Quelle action vient en premier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fini, ou après finir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après avoir fini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rentrée, puis elle a soupé. On dit…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Après être rentrée chez elle, elle a soupé.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d' » s'emploie devant…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voyelle ou un h muet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une phrase deux choses que vous avez faites hier,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Utilisez avant de dans une phrase, puis récrivez la même idée avec après avoir.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lavé la vaisselle avant de sortir. » / « Après avoir lavé la vaisselle, je suis sorti.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