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graphie-phonie. Prévoir de faire beaucoup répéter : c'est une séance où l'on parle plus qu'on n'écrit.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les deux mots lentement, deux fois. Ne pas donner la réponse : laisser le groupe hésiter. Beaucoup de langues n'ont qu'un seul de ces deux sons — l'hésitation est normale et vaut la peine d'être nommée.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deux terminaisons au tableau et les y laisser toute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répéter la colonne de droite trois fois, de plus en plus vite. Insister sur la bouche presque fermée et les lèvres avancées.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exagérer l'ouverture de la bouche. C'est le son le plus difficile des deux pour la plupart des groupes.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le point à retenir de toute la séance. Le faire dire par trois élèves.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faire l'exercice du miroir avec la main sous le menton, à défaut de miroir : on sent la mâchoire descendre.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Prononcer chaque mot deux fois, sans le montrer. Le groupe répond à main levée avant l'affichage de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« Jeune » surprend souvent : il n'y a ni -eur ni -eux, mais deux consonnes se prononcent après le « eu », donc [œ].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Chaque phrase est lue par un élève différent, puis par le groupe entier. Ce sont les phrases porteuses du module : elles reviendront dans les exercices en ligne.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billets révèlent immédiatement qui a compris la règle écrite et qui devine encore à l'oreille.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Les deux façons de dire « eu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vocabulaire du logement est saturé de mots en -eur et en -eux : une odeur, la chaleur, un couvreur, coûteux, dangereux. Deux sons se cachent derrière ces deux lettres, et c'est la fin du mot écrit qui dit lequel prononcer.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Pouvez-vous régler le problème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[ø] de « deux » et le [œ] de « peur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correctement les mots du logement qui finissent en -eur et en -eux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2478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3301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lequel des deux sons dire en regardant seulement la fin du mot écrit.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ÉCOUTE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ces deux mots riment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Les deux s'écrivent avec « eu ». Est-ce qu'ils se prononcent pareil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6B4F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Écoutez encore une fois. Où sentez-vous votre bouche s'ouvrir davantage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LA RÈGLE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F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la fin du mot écrit qui décide, pas l'oreille.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Regardez la dernière lettre prononcée. Si le son « eu » est le dernier son du mot, c'est [ø], bouche presque fermée. S'il reste une consonne à prononcer après, c'est [œ], bouche nettement plus ouverte. Cette règle règle à elle seule la grande majorité des cas.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fermé [ø]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-eux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2935224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deux, dangereux, coûteux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-ieu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6B4FBB"/>
                </a:solidFill>
                <a:latin typeface="Verdana"/>
              </a:rPr>
              <a:t>[ø]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474720"/>
            <a:ext cx="322265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milieu, vieux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4306824"/>
            <a:ext cx="11057839" cy="1175004"/>
          </a:xfrm>
          <a:prstGeom prst="roundRect">
            <a:avLst>
              <a:gd name="adj" fmla="val 12451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69264" y="4562856"/>
            <a:ext cx="10234879" cy="7178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Astuce : les adjectifs en -eux tombent tous dans cette famille. Dangereux, coûteux, silencieux, ennuyeux — tous en [ø].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son ouvert [œ]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FIN DU MOT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4794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SE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16900" y="1975104"/>
            <a:ext cx="322265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COMME DANS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4794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6900" y="2395728"/>
            <a:ext cx="3222650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odeur, chaleur, ascenseur, couvreur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74794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6900" y="3203448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74794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6900" y="3726180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seul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-eu + consonne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74794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6B4FBB"/>
                </a:solidFill>
                <a:latin typeface="Verdana"/>
              </a:rPr>
              <a:t>[œ]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6900" y="4248912"/>
            <a:ext cx="3222650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immeuble, jeune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64252"/>
            <a:ext cx="11057839" cy="1027684"/>
          </a:xfrm>
          <a:prstGeom prst="roundRect">
            <a:avLst>
              <a:gd name="adj" fmla="val 14236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69264" y="5320284"/>
            <a:ext cx="10234879" cy="5704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La terminaison -eur est partout dans le vocabulaire du logement : elle sert aux métiers (un couvreur, un ascenseur) comme aux sensations (une odeur, la chaleur, la peur).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et couvreur riment.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dangereux se dit [ø], couvreur se dit [œ].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8872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Les deux mots s'écrivent avec « eu », mais dans dangereux le x est muet — plus aucune consonne ne se prononce, donc [ø]. Dans couvreur, le r se prononce, donc [œ]. Même orthographe, deux sons différents : c'est la consonne finale qui tranche, jamais l'orthographe des lettres « eu » elles-mêmes.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PRONONCIATION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Comment placer sa bouche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[ø] de « deux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presque fermée. Les lèvres s'arrondissent et avancent, comme pour siffler. La langue reste en avant. Le son est court et tenu.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Le [œ] de « peur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Bouche nettement plus ouverte, d'environ un doigt. Les lèvres restent arrondies mais moins avancées. La mâchoire descend.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L'exercice du miroir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Dites « deux — peur — deux — peur » devant un miroir. Vous devez voir votre mâchoire descendre à chaque « peur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6B4FBB"/>
                </a:solidFill>
                <a:latin typeface="Verdana"/>
              </a:rPr>
              <a:t>Si vous hésitez à l'oral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Pensez au mot écrit. Vous n'avez pas besoin d'entendre la différence pour la produire : il suffit de regarder la fin du mot.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le mot, puis indiquez le son que vous entendez.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[ø] ou [œ]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odeur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dangereux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le x est muet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chaleur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r se prononce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immeuble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 — le b et le l se prononcent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milieu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 — rien ne se prononce après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Même consigne. Ces six mots sont plus difficiles.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ascenseur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coûteux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couvreur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2916428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071876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peu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jeune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[œ]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3693160"/>
            <a:ext cx="5464911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3848608"/>
            <a:ext cx="4504791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vieux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[ø]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Lisez la phrase à voix haute. Attention aux mots soulignés par le contexte.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B4FBB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Des phrases entières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couvreur répare la toiture.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couvr[œ]r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genre de travaux est coûteux.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coût[ø]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odeur monte par l'escalier.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od[œ]r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disjoncteur est arrêté au milieu.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disjonct[œ]r, mili[ø]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fil électrique est dangereux.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dangere[ø]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F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6B4FBB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L'ascenseur est en panne depuis lundi.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ascens[œ]r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du logement : un qui se dit [ø], un qui se dit [œ].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Soulignez la terminaison qui vous a permis de décider.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Vous n'avez pas le droit d'utiliser « deux » ni « peur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Pouvez-vous régler le problème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