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Prévoir de faire beaucoup répéter : c'est une séance où l'on parle plus qu'on n'écrit.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Prononcer les deux mots lentement, deux fois. Ne pas donner la réponse : laisser le groupe hésiter. Beaucoup de langues n'ont qu'un seul de ces deux sons — l'hésitation est normale et vaut la peine d'être nommée.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terminaisons au tableau et les y laisser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colonne de droite trois fois, de plus en plus vite. Insister sur la bouche presque fermée et les lèvres avancées.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exagérer l'ouverture de la bouche. C'est le son le plus difficile des deux pour la plupart des groupes.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point à retenir de toute la séance. Le faire dire par trois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l'exercice du miroir avec la main sous le menton, à défaut de miroir : on sent la mâchoire descendre.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Prononcer chaque mot deux fois, sans le montrer. Le groupe répond à main levée avant l'affichage de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Jeune » surprend souvent : il n'y a ni -eur ni -eux, mais deux consonnes se prononcent après le « eu », donc [œ].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phrase est lue par un élève différent, puis par le groupe entier. Ce sont les phrases porteuses du module : elles reviendront dans les exercices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révèlent immédiatement qui a compris la règle écrite et qui devine encore à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SÉANCE A2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deux façons de dire « eu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vocabulaire du logement est saturé de mots en -eur et en -eux : une odeur, la chaleur, un couvreur, coûteux, dangereux. Deux sons se cachent derrière ces deux lettres, et c'est la fin du mot écrit qui dit lequel prononcer.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[ø] de « deux » et le [œ] de « peur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correctement les mots du logement qui finissent en -eur et en -eux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2478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3301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lequel des deux sons dire en regardant seulement la fin du mot 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ces deux mots riment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dangereux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couvreur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s'écrivent avec « eu ». Est-ce qu'ils se prononcent pareil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encore une fois. Où sentez-vous votre bouche s'ouvrir davantage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F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fin du mot écrit qui décide, pas l'oreille.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Regardez la dernière lettre prononcée. Si le son « eu » est le dernier son du mot, c'est [ø], bouche presque fermée. S'il reste une consonne à prononcer après, c'est [œ], bouche nettement plus ouverte. Cette règle règle à elle seule la grande majorité des 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fermé [ø]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FIN DU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 DANS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-eu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[ø]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-eux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[ø]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deux, dangereux, coûteux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-ieu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[ø]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milieu, vieux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Astuce : les adjectifs en -eux tombent tous dans cette famille. Dangereux, coûteux, silencieux, ennuyeux — tous en [ø].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ouvert [œ]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FIN DU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 DANS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-eur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[œ]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odeur, chaleur, ascenseur, couvreur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0344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-euf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0344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[œ]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0344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neuf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-eul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[œ]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seul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-eu + consonne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[œ]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immeuble, jeune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6425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2028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terminaison -eur est partout dans le vocabulaire du logement : elle sert aux métiers (un couvreur, un ascenseur) comme aux sensations (une odeur, la chaleur, la peur).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dangereux et couvreur riment.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dangereux se dit [ø], couvreur se dit [œ].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mots s'écrivent avec « eu », mais dans dangereux le x est muet — plus aucune consonne ne se prononce, donc [ø]. Dans couvreur, le r se prononce, donc [œ]. Même orthographe, deux sons différents : c'est la consonne finale qui tranche, jamais l'orthographe des lettres « eu » elles-mêmes.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placer sa bouche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6B4FBB"/>
                </a:solidFill>
                <a:latin typeface="Verdana"/>
              </a:rPr>
              <a:t>Le [ø] de « deux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Bouche presque fermée. Les lèvres s'arrondissent et avancent, comme pour siffler. La langue reste en avant. Le son est court et tenu.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6B4FBB"/>
                </a:solidFill>
                <a:latin typeface="Verdana"/>
              </a:rPr>
              <a:t>Le [œ] de « peur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Bouche nettement plus ouverte, d'environ un doigt. Les lèvres restent arrondies mais moins avancées. La mâchoire descend.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6B4FBB"/>
                </a:solidFill>
                <a:latin typeface="Verdana"/>
              </a:rPr>
              <a:t>L'exercice du miroir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Dites « deux — peur — deux — peur » devant un miroir. Vous devez voir votre mâchoire descendre à chaque « peur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6B4FBB"/>
                </a:solidFill>
                <a:latin typeface="Verdana"/>
              </a:rPr>
              <a:t>Si vous hésitez à l'oral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Pensez au mot écrit. Vous n'avez pas besoin d'entendre la différence pour la produire : il suffit de regarder la fin du mot.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[ø] ou [œ]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puis indiquez le son que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odeur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dangereux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chaleur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immeuble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milieu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[ø] ou [œ]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[ø] — rien ne se prononce après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odeur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[œ] — le r se prononce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dangereux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[ø] — le x est muet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chaleur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[œ] — le r se prononce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immeuble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[œ] — le b et le l se prononcent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milieu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[ø] — rien ne se prononce après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consigne. Ces six mots sont plus difficiles.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ascenseur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coûteux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couvreur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vieux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ascenseur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[œ]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coûteux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[ø]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couvreur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[œ]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[ø]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[œ]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vieux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[ø]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phrases entières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la phrase à voix haute. Attention aux mots soulignés par le contexte.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couvreur répare la toiture.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genre de travaux est coûteux.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odeur monte par l'escalier.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est arrêté au milieu.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fil électrique est dangereux.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L'ascenseur est en panne depuis lundi.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phrases entières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couvreur répare la toiture.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couvr[œ]r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genre de travaux est coûteux.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coût[ø]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odeur monte par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od[œ]r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est arrêté au milieu.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disjonct[œ]r, mili[ø]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fil électrique est dangereux.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dangere[ø]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L'ascenseur est en panne depuis lundi.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ascens[œ]r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mots du logement : un qui se dit [ø], un qui se dit [œ].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la terminaison qui vous a permis de décider.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n'avez pas le droit d'utiliser « deux » ni « peur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