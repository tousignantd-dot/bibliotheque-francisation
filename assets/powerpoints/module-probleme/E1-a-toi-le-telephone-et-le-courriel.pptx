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Prévoir la salle en binômes dès le départ. Le module en ligne contient un jeu de rôle avec correction par IA : le lancer si les postes sont disponibles.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structures des séances précédentes : « ça fait deux semaines » (B3) et « depuis la pluie de dimanche » (B3). Faire trouver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 important : la propriétaire cherche la cause, pas seulement le symptôme. Oksana répond précisément et signale une contrainte réelle — l'hiver. C'est cette précision qui fera installer le ventilateur.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Faire installer » — séance C3. Et le résultat : deux réparations obtenues au lieu d'une, parce qu'Oksana a répondu aux questions au lieu de se contenter de signaler.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le groupe avant d'afficher la correction. Laisser du silence : les élèves lisent plus lentement qu'on ne le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répartition : la propriétaire pose les questions, la locataire donne les détails. C'est exactement la répartition du jeu de rôle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révision du vocabulaire avant la production. Si le groupe hésite, renvoyer aux cartes mémoire du module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 pendant l'exercice, noter les erreurs récurrentes sans interrompre. Faire la mise en commun des erreurs à la fin, jamais pendant.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cette diapo projetée pendant les vingt minutes de jeu de rôle. C'est un support, pas une 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écrite individuelle, trente minutes. Ramasser les copies : c'est la production évaluable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la relecture en binômes : chacun lit le courriel de l'autre et répond à cette seule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nature différente : il prépare l'autoévaluation de la séance E2. Le lire avant le dernier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le téléphone et le courriel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dernier dialogue à analyser, puis c'est à vous : vous expliquez votre problème à l'oral, et vous écrivez le courriel qui garde une trace de votre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au téléphone une conversation complète avec ma propriétaire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questions qui font avancer la réparation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de suivi qui garde une trace de ma demande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tout ce que le module a installé, en situation.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tache au plafond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 Comptez les structures du module que vous reconnaissez.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322576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Oksana, j'ai bien reçu votre photo. Ça fait longtemps que la tache est là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409696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deux semaines. Elle a doublé de grandeur depuis la pluie de dimanche.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96816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4496816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aller la voir moi-même demain avant-midi. Est-ce que dix heures vous convient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583936"/>
            <a:ext cx="182880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5583936"/>
            <a:ext cx="8314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parfait. Je commence à treize heures, je serai là.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propriétaire cherche la cause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2880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901952"/>
            <a:ext cx="8314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 l'humidité ailleurs dans le logement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651252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 salle de bain, oui. Le miroir reste embué très longtemps après la douche.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82880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3738371"/>
            <a:ext cx="8314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avez un ventilateur dans cette pièce-là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82880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487672"/>
            <a:ext cx="83146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il n'y en a pas. J'ouvre la fenêtre, mais en hiver, c'est difficile.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réparations au lieu d'une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2880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MME RIOUX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901952"/>
            <a:ext cx="831463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vais faire installer un ventilateur en même temps que la réparation du plafond. C'est important : sans ventilation, la moisissure revient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82880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OKSANA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326892"/>
            <a:ext cx="8314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beaucoup. Ça m'inquiétait pour la santé de ma fille.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locataire ou la propriétaire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longtemps que la tache est là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doublé de grandeur depuis la pluie de dimanche.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aller la voir moi-même demain avant-midi.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commence à treize heures, je serai 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longtemps que la tache est là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PROPRIÉTAIRE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doublé de grandeur depuis la pluie de dimanche.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LOCATAIRE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aller la voir moi-même demain avant-midi.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PROPRIÉTAIRE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commence à treize heures, je serai là.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LOCATAIRE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 l'humidité ailleurs dans le logement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miroir reste embué très longtemps après la douche.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faire installer un ventilateur en même temps.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m'inquiétait pour la santé de ma fille.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 l'humidité ailleurs dans le logement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PROPRIÉTAIRE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miroir reste embué très longtemps après la douche.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LOCATAIRE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faire installer un ventilateur en même temps.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PROPRIÉTAIRE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592068"/>
            <a:ext cx="5464911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747516"/>
            <a:ext cx="4504791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m'inquiétait pour la santé de ma fille.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LOCATAIRE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avec le mot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___ d'eau sous l'évier : le tuyau goutte.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moi, j'ai un ___ d'eau : le plancher est trempé.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avons une ___ de fourmis dans la cuisine.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climatiseur ne fonctionne plus : il est ___.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vitre de la fenêtre est ___ depuis l'orage.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de pluie entre par le toit : c'est une ___.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___ d'eau sous l'évier : le tuyau goutte.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moi, j'ai un ___ d'eau : le plancher est trempé.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dégât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avons une ___ de fourmis dans la cuisine.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invasion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climatiseur ne fonctionne plus : il est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défectueux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vitre de la fenêtre est ___ depuis l'orage.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brisée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L'eau de pluie entre par le toit : c'est une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infiltration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se passe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En binômes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personne joue la locataire, l'autre la propriétaire. On échange les rôles après cinq minutes. Chacun doit avoir joué les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Votre 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Utilisez le problème que vous avez décrit à la séance A1 et complété aux séances C1 et D1. Vous connaissez déjà votre sujet — concentrez-vous sur la langue.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Si la personne propriétaire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Posez des questions : depuis quand ? il fait combien ? avez-vous vérifié ? y a-t-il de l'humidité ailleurs ? Proposez une date et une solution temporaire.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Dans le module en ligne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jeu de rôle avec réponse automatique est disponible : deux scénarios, trois cas, et vous pouvez jouer l'un ou l'autre des deux rôles.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doit contenir votre 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DITES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présenter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votre nom et votre numéro de logement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Nommer le problème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l'appareil, la pièce, et depuis quand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Donner un chiffre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des degrés, une durée, une grandeur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ce que vous avez vérifié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panneau électrique, le thermostat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une solution temporaire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en attendant la réparation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moments, dans cet ordre.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COURRIEL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doit contenir votre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suite de l'appel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faire suite à notre conversation du 4 novembre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fait et la durée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calorifère ne chauffe plus depuis le 4 novembre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L'effet sur vous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il fait quatorze degrés chez moi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pourriez-vous faire venir un électricien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merci de me confirmer la réception de ce message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à cinq lignes suffisent : la date et la demande font tout.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DE REMETTRE VOTRE COURRIEL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Relisez-le en cherchant une seule chose : est-ce qu'on sait clairement ce que vous demandez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la réponse est non, ajoutez une phrase avec un verbe d'action et, si possible, un délai. C'est la seule vérification qui compte vraiment : tout le reste peut être imparfait, le message passera quand même.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saurez faire maintenant que vous ne saviez pas faire avant ce module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de bonne réponse. C'est votre réponse qui compte.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