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vocabulaire. Elle clôt le bloc A et prépare les deux défis.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Presque tous auront rempli un formulaire en arrivant au Québec. Laisser raconter : c'est l'expérience commune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remplir un formulaire vierge en classe, au tableau, tous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à chaque élève son pays et ses langues. Écrire les pays du groupe au tableau : c'est une carte de la classe.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expliquer la règle de la négation à ce stade : la faire répéter comme un bloc.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défi 2 les reprendra en détail.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Utiliser l'exercice 4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Chacun repart avec la fiche de son voisin, écrite par son voisin : les erreurs d'épellation sautent aux yeux.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A. Ce billet devient un outil que l'élève garde dans son sac.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Les mots du premier jour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Douze mots suffisent pour la première journée : le nom, le pays, la langue, la famille — et trois mots de politesse.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Je me présente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nommer ce qu'on demande sur un formulaire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son pays et sa langue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les mots « prénom », « nom de famille », « adresse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ces mots à l'écrit.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qu'on écrit dans ces cases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formulai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cases voyez-vous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demande en premier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rempli un formulaire ici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était difficile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qu'on demande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ÉCRIT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prénom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Amina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nom de famille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Benali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adresse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4520, rue Bélanger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pays d'origine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Algérie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Ici, le prénom vient toujours en premier.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PAYS ET LA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mots qui vont ensemble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Le pays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D'où vous venez : l'Algérie, le Vietnam, la Colombie, Haïti. « Je viens d'Algérie.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La langue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 que vous parlez : l'arabe, le vietnamien, l'espagnol, le créole. « Je parle arabe.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Ce n'est pas la même chose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peut venir d'un pays et parler plusieurs langues. Dites-les toutes : c'est une force, pas une complication.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famille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MOT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enfant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un enfant.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fils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un fils.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fille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J'ai une fille.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pas d'enfants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Je n'ai pas d'enfants.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À la négation, « un » devient « d' » : je n'ai pas d'enfants.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TROIS MOTS DE POLITESSE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Bonjour, merci, pardon.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Ce sont les trois premiers mots à savoir. On les emploie partout, tous les jours, et ils suffisent à être poli même quand on ne peut rien dire d'autre.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— Comment vous appelez-vous ? — Je m'___ Amina.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Pouvez-vous ___ votre nom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nom de ___ est Benali.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— Merci. — De ___ 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— Comment vous appelez-vous ? — Je m'___ Amina.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appelle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Pouvez-vous ___ votre nom ?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épeler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nom de ___ est Benali.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famille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— Merci. — De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rien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deux · la fiche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L'un pose les questions, l'autre répond et écrit.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Question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Question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Question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Question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me présente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mots du premier jour dans votre langue et en français.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Prénom, nom de famille, adresse, pays, langue.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Gardez cette liste : elle sert à chaque formulaire.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Je me présente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