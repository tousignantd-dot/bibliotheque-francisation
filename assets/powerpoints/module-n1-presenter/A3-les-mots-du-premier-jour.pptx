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clôt le bloc A et prépare les deux défis.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tous auront rempli un formulaire en arrivant au Québec. Laisser raconter : c'est l'expérience commune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remplir un formulaire vierge en classe, au tableau, tous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élève son pays et ses langues. Écrire les pays du groupe au tableau : c'est une carte de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expliquer la règle de la négation à ce stade : la faire répéter comme un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défi 2 les reprendra en détail.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Chacun repart avec la fiche de son voisin, écrite par son voisin : les erreurs d'épellation sautent aux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Ce billet devient un outil que l'élève garde dans son sac.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premier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mots suffisent pour la première journée : le nom, le pays, la langue, la famille — et trois mots de politesse.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demande sur un formulaire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pays et sa langue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mots « prénom », « nom de famille », « adresse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mots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écrit dans ces cases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cases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demande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rempli un formulaire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était difficile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prénom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nom de famille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Benali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4520, rue Bélanger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pays d'origine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Algérie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Ici, le prénom vient toujours en premier.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PAYS ET LA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qui vont 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pays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D'où vous venez : l'Algérie, le Vietnam, la Colombie, Haïti. « Je viens d'Algérie.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langue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parlez : l'arabe, le vietnamien, l'espagnol, le créole. « Je parle arabe.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n'est pas la même chose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venir d'un pays et parler plusieurs langues. Dites-les toutes : c'est une force, pas une complication.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enfant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un enfant.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un fils.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une fille.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d'enfants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n'ai pas d'enfants.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la négation, « un » devient « d' » : je n'ai pas d'enfants.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MOTS DE POLITESSE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Bonjour, merci, pardon.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les trois premiers mots à savoir. On les emploie partout, tous les jours, et ils suffisent à être poli même quand on ne peut rien dire d'autre.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Comment vous appelez-vous ? — Je m'___ Amina.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votre nom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___ est Benali.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Merci. — De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Comment vous appelez-vous ? — Je m'___ Amina.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votre nom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épeler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___ est Benali.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famille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Merci. — De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pose les questions, l'autre répond et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mots du premier jour dans votre langue et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Prénom, nom de famille, adresse, pays, langue.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cette liste : elle sert à chaque formulaire.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