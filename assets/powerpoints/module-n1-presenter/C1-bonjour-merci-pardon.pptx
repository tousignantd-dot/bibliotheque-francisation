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Demander au groupe ce qu'on dit en entrant dans un magasin dans leur pays. Les réponses varient beaucoup — c'est une bonne entrée en matière.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 Québec, la poignée de main est courante au travail et à l'accueil, moins entre amis. Personne n'est obligé : un sourire et un bonjour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se fâche, personne n'est gêné. C'est exactement ce que le groupe a besoin de voir : dire « je ne comprends pas » ne coûte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erreur très fréquente et facile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Cette confusion sur « bienvenue » revient chaque année.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diapositive la plus importante du module. Faire répéter la phrase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deux fois, et le rappeler à chaque séance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seulement, comme partout dans ce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module. Puis faire jouer les entrées et les sorties à la porte de la classe, pour de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d'observation. Les réponses entendues (« bienvenue », « ça me fait plaisir ») nourrissent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merci, pardon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et on est poli partout. Un quatrième est encore plus utile : « je ne comprends pas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selon le moment de la journée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et répondre à un merci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ne comprend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parler plus lentement.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disent ces deux personnes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ignee-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qu'elles se connaissent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se serrant la main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pays, que fait-on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Serre-t-on toujours la main ici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comprends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5407" y="23225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Pardon, monsieur. Je ne comprends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407" y="29829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 de problème. Je répète plus lentement.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5407" y="36433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5407" y="4303775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rien. Vous comprenez maintenant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5407" y="49641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merci. Vous êtes gentil.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15407" y="56245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me fait plaisir. Bonne journée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arrivant, en partant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ARRIVANT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PARTANT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Bonsoir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soirée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Salut (entre amis)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Salut · À demain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pas « bonjour » en partant.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MERCI, DE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Ici, on remercie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merci pour presque tout. La réponse est « &lt;b&gt;de rien&lt;/b&gt; », « &lt;b&gt;bienvenue&lt;/b&gt; » ou « &lt;b&gt;ça me fait plaisir&lt;/b&gt; ». Attention : au Québec, « bienvenue » après un merci ne veut pas dire « entrez » — cela veut dire « de rien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 NE COMPRENDS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une phrase de la langue, comme les autres.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 aveu d'échec. Tout le monde la dit, même les gens nés ici quand il y a du bruit. Et la meilleure suite est : « &lt;b&gt;plus lentement, s'il vous plaît&lt;/b&gt; » — parce que le problème est presque toujours la vitesse, pas le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OUI DE LA TÊTE SANS COMPRENDRE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oui… et on se trompe de salle, de jour, de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je ne comprends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poli coûte plus cher qu'un « pardon ». La personne en face ne peut pas deviner que vous n'avez pas compris — et elle ne le prendra pas mal.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dit qu'elle ne comprend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se fâche.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répète plus lentement.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remercie.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dit qu'elle ne comprend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se fâche.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« pas de problème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répète plus lentement.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remercie.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le dit-on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donne le moment, l'autre dit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soir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demain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le dit-on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journée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soirée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demain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dites en entrant et en sortant,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dépanneur, à l'autobus, au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qu'on vous a répondu ? Qu'est-ce qu'on a dit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