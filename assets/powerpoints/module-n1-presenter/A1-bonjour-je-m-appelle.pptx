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Première séance du module et, pour plusieurs, première séance de français. Commencer debout : chacun dit son prénom à voix haute, en cercle. Rien d'autre.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Laisser répondre dans la langue qu'on peut. À ce stade, comprendre la situation compte plus que la dire en français.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écouter deux fois, diapo masquée. Puis afficher, faire répéter réplique par réplique, en chœur.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Bienvenue » ici est un vrai accueil. Plus loin dans le module, on verra qu'il veut aussi dire « de rien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L'ordre prénom-nom n'est pas le même partout dans le monde : le dire simplement, sans le commenter.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répéter la phrase par chaque élève, une fois, sans correction.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épeler son prénom par chaque élève, lentement.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Quatre énoncés seulement : à ce stade, six seraient trop.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 minutes. Circuler, écouter, ne corriger que ce qui empêche de comprendre. Le reste viendra.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minuscule et essentiel. Plusieurs écriront leur nom en français pour la première fois.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A1  ·  MODULE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Bonjour, je m'appelle…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La première phrase qu'on dit dans une langue nouvelle. Elle sert le premier jour, et elle servira toute la vie.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Je me présente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Je me présente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bonjour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son nom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la question « comment vous appelez-vous ? »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épeler son nom de famille.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Je me présente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 se passe-t-il ici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accueil-centr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Où sommes-nous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Qui arrive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42798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61086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 dit-on en arrivant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213860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396740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qu'on demande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Je me présente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nom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deux fois avant de lire.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206197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MADAME ROY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94660" y="2322576"/>
            <a:ext cx="808146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Bonjour ! Comment vous appelez-vous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072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071876"/>
            <a:ext cx="206197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AMINA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94660" y="3071876"/>
            <a:ext cx="808146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Bonjour. Je m'appelle Amina.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6565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821175"/>
            <a:ext cx="206197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MADAME ROY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94660" y="3821175"/>
            <a:ext cx="808146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Amina. Vous pouvez épeler, s'il vous plaît 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4058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570475"/>
            <a:ext cx="206197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AMINA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94660" y="4570475"/>
            <a:ext cx="808146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 - M - I - N - 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Je me présente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nom de famille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206197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MADAME ROY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94660" y="1901952"/>
            <a:ext cx="808146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Merci. Et votre nom de famille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206197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AMINA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94660" y="2651252"/>
            <a:ext cx="808146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Benali. B - E - N - A - L - I.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359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00551"/>
            <a:ext cx="206197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MADAME ROY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94660" y="3400551"/>
            <a:ext cx="808146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Parfait. Bienvenue, madame Benali.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Je me présente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mots, deux choses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MOT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UN EXEMPLE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prénom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Amina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nom de famille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Benali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ici, on dit d'abord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prénom : Amina Benali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Sur un formulaire, les deux cases sont séparées et nommées.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Je me présente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JE M'APPELLE…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phrase la plus utile de toutes.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On l'emploie partout : au centre, chez le médecin, au travail, avec un voisin. On peut aussi dire, entre amis : «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Moi, c'est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Amina. »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Je me présente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ÉPELER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choses à savoir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42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1D6B8F"/>
                </a:solidFill>
                <a:latin typeface="Verdana"/>
              </a:rPr>
              <a:t>On vous le demandera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54402"/>
            <a:ext cx="4806543" cy="1134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 nom qui ne vient pas d'ici ne s'écrit pas comme il se prononce. On demande aussi aux gens nés ici d'épeler leur nom.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42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1D6B8F"/>
                </a:solidFill>
                <a:latin typeface="Verdana"/>
              </a:rPr>
              <a:t>Une lettre à la fois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54402"/>
            <a:ext cx="4806543" cy="1134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A — M — I — N — A. » Avec une petite pause entre les lettres. Vite, les lettres se collent.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42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1D6B8F"/>
                </a:solidFill>
                <a:latin typeface="Verdana"/>
              </a:rPr>
              <a:t>Le truc qui marche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671822"/>
            <a:ext cx="4806543" cy="1134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B comme bonjour. » Tout le monde le fait. Choisissez d'avance un mot pour les lettres difficiles de votre nom.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Je me présente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le dialogue.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femme s'appelle Amina.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Son nom de famille est Benali.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On lui demande d'épeler son nom.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Amina ne dit pas bonjour.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Je me présente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femme s'appelle Amina.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Son nom de famille est Benali.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On lui demande d'épeler son nom.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Amina ne dit pas bonjour.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faux — elle dit bonjour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Je me présente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À DEUX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Présentez-vous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Deux par deux, trois fois avec trois personnes différentes.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Je me présente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votre prénom et votre nom de famille.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En lettres détachées, bien lisibles.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Puis épelez-les à voix haute, chez vous, trois fois.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Je me présente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