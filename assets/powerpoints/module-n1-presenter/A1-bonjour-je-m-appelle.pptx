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 et, pour plusieurs, première séance de français. Commencer debout : chacun dit son prénom à voix haute, en cercle. Rien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répondre dans la langue qu'on peut. À ce stade, comprendre la situation compte plus que la dire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 masquée. Puis afficher, faire répéter réplique par réplique,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Bienvenue » ici est un vrai accueil. Plus loin dans le module, on verra qu'il veut aussi dire « de rien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L'ordre prénom-nom n'est pas le même partout dans le monde : le dire simplement, sans le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par chaque élève, une fois, sans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épeler son prénom par chaque élève,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 : à ce stade, six seraient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Circuler, écouter, ne corriger que ce qui empêche de comprendre. Le reste viendra.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minuscule et essentiel. Plusieurs écriront leur nom en français pour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Bonjour, je m'appelle…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qu'on dit dans une langue nouvelle. Elle sert le premier jour, et elle servira toute la vie.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bonjour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question « comment vous appelez-vous ?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épeler son nom de famille.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ccueil-cen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sommes-nous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arrive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dit-on en arrivant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demande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ROY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4660" y="2322576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Comment vous appelez-vous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4660" y="3071876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m'appelle Amina.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ROY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4660" y="3821175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Amina. Vous pouvez épeler, s'il vous plaît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4660" y="4570475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 - M - I - N - 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de famille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ROY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4660" y="1901952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votre nom de famille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4660" y="2651252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Benali. B - E - N - A - L - 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0619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ROY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4660" y="3400551"/>
            <a:ext cx="80814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Bienvenue, madame Benali.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deux choses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Amina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famille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Benali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ici, on dit d'abord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prénom : Amina Benali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un formulaire, les deux cases sont séparées et nommées.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JE M'APPELLE…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la plus utile de toutes.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l'emploie partout : au centre, chez le médecin, au travail, avec un voisin. On peut aussi dire, entre amis : « &lt;b&gt;Moi, c'est&lt;/b&gt; Amina.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ÉPELER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On vous le demandera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qui ne vient pas d'ici ne s'écrit pas comme il se prononce. On demande aussi aux gens nés ici d'épeler leur 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Une lettre à la fois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 — M — I — N — A. » Avec une petite pause entre les lettres. Vite, les lettres se collent.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Le truc qui marche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B comme bonjour. » Tout le monde le fait. Choisissez d'avance un mot pour les lettres difficiles de votre nom.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femme s'appelle Amina.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nom de famille est Benali.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lui demande d'épeler son nom.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ne dit pas bonjour.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femme s'appelle Amina.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nom de famille est Benali.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lui demande d'épeler son nom.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ne dit pas bonjour.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dit bonjour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trois fois avec trois personnes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prénom et votre nom de famille.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lettres détachées, bien lisibles.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épelez-les à voix haute, chez vous,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