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des écouteurs : la production orale se fait à l'ordinateur, chacun de son côté. Rendre les billets corrigés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grille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L'assistant parle lentement et pose une question à la fois. Demander au moins deux tours, dont un dans chaque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secondes suffisent au niveau 1. La correction par l'IA arrive tout de suite ; elle n'est pas conservée.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de B1 sert de brouillon : les cinq phrases sont déjà écrites et corrigées.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hésiter, se reprendre, chercher un mot, c'est normal et ce n'est pas pénalisé.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avant que les élèves commencent.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 C'est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tient dans une minute de parole : bonjour, mon nom, je l'épelle, d'où je viens, ce que je parle, merci.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me présente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se présenter à voix haute, seul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sa fiche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les mots du module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DEUX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se présenter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nom, l'épellation, le pays, la ville, les langues, la famille.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saluer et remercier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au début, merci à la fin — et « plus lentement » si vous ne comprenez pas la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deux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: &lt;b&gt;à l'accueil&lt;/b&gt; (on vous demande votre nom), &lt;b&gt;dans la classe&lt;/b&gt; (une nouvelle personne s'assoit à côté de vous), &lt;b&gt;au secrétariat&lt;/b&gt; (on remplit votre fiche). Vous choisissez d'être &lt;b&gt;l'élève&lt;/b&gt; ou &lt;b&gt;la personne qui accueille&lt;/b&gt;.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Environ trente secondes,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Votre fiche, de 4 à 6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APPRENDRE LE DIALOGUE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Réciter les répliques d'Amina.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Dire ses propres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ne vous appelez pas Amina et vous ne venez pas d'Algérie. Ce sont les &lt;b&gt;structures&lt;/b&gt; qui se réemploient — « je m'appelle… », « je viens de… » — pas les phrases entières.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regardé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cinq phrases sont 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politesse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au début, merci à la fin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comprend du premier coup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clarté passe avant la perfection.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mon nom et l'épeler.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d'où je viens et où j'habite.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saluer et remercier.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que je ne comprends pas.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me présente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