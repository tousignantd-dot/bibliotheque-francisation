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et très pratique. Elle clôt le bloc C et prépare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premières font redire la même phrase à la même vitesse. La troisième change quelque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découverte de la séance, et elle change vraiment les échanges du quotidien.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pratiquer avec des chiffres : c'est là que l'erreur coûte le plus 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liste de révision du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s'excusent d'exister. Le dire avec bienveillance, mais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module, qui accepte plusieurs formulations.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Exiger les quatre étapes. C'est un exercice de courage autant que de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C. Ces six phrases sont le vrai acquis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Faire répéter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phrase qu'on ose le moins dire est celle qui sert le plus. Trois façons de la dire, et une qui marche mieux que les autres.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me présente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qu'on n'a pas compris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parler plus lentement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ce qu'on a compris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six phrases de politesse du module.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Laquelle de ces phrases marche le mieux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Pardon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pouvez répéter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Plus lentement, s'il vous plaît.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la troisième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faire répéter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OBTIENT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Pardon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même phrase, même vitesse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pouvez répéter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même phrase, même vitesse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lentement, s'il vous plaît.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même phrase, plus lentement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n'est pas le volume qui manque : c'est la vitesse.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VÉRIFIER CE QU'ON A COMPRIS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Répéter ce qu'on a entendu.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Salle &lt;b&gt;douze&lt;/b&gt; ? » « Mardi, c'est bien ça ? » En répétant l'information, on donne à la personne l'occasion de corriger — et on n'a plus besoin de deviner.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SIX PHRASES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savoir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Bonjour · Bonsoir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arrivant. Le jour, le soir.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Merci · De rien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remercie souvent, ici. « Bienvenue » veut dire « de rien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Pardon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s'excuser, et pour faire répéter.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ne comprends pas · Plus lentement, s'il vous plaît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plus utiles de toutes. Elles ne sont pas un aveu d'échec.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S'EXCUSER TROP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désolé, excusez-moi, pardon, je ne parle pas bien…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plus lentement, s'il vous plaît.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mot suffit. S'excuser longuement de ne pas parler la langue prend plus de temps que la question elle-même — et personne ne l'attend.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entrez dans un magasin, le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Quelqu'un vous aide.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vous dit merci.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compris.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parle trop vite.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entrez dans un magasin, le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Quelqu'un vous aide.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Merci beaucoup.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vous dit merci.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rien.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compris.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Pardon ? Je ne comprends pas.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parle trop vite.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Plus lentement, s'il vous plaît.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deux · la conversation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parle vite, l'autre fait répéter.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six phrases de politesse dans votre carnet.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français, et dans votre langue à côté.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Apprenez surtout les deux dernières.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me présente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