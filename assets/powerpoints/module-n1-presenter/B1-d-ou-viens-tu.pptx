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Faire remarquer d'emblée le passage du « vous » de l'accueil au « tu » entre camarades.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venir chacun montrer son pays. C'est le moment le plus fort de la séance, et il ne demande presque pas de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Moi, c'est Lin » : la forme courte, entre camarades. « Et toi ? » renvoie la question sans la répéter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peu français » est une réponse honnête et très utile. La faire répéter : elle enlève beaucoup de 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cœur du module. Faire écrire les cinq phrases complètes par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formule qui transforme une réponse en 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entrer dans les nuances : ces trois repères suffisent pour tout le niveau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corriger. Ces cinq phrases servent au jeu de rôle et à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D'où viens-tu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Entre élèves, on se tutoie. Cinq phrases suffisent pour se présenter — et les mêmes cinq servent à poser les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d'où on vient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on habite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quelles langues on parle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mêmes questions à quelqu'un.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te-mon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Montrez votre pays.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vient du même continent que 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pays dans la classe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langues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82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5407" y="2322576"/>
            <a:ext cx="8960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Moi, c'est Lin.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82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5407" y="3071876"/>
            <a:ext cx="8960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Lin. Moi, c'est Amina.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82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5407" y="3821175"/>
            <a:ext cx="8960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D'où viens-tu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82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5407" y="4570475"/>
            <a:ext cx="8960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d'Algérie. Et toi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182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5407" y="5319775"/>
            <a:ext cx="8960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du Vietnam. J'habite à Montréal.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langue et la famille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5407" y="1901952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parles quelles langues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5407" y="2633472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parle arabe et un peu français.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5407" y="3364991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Moi, je parle vietnamien et anglais.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3192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6511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5407" y="4096511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des enfants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28031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5407" y="4828031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j'ai deux enfants. Et toi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559551"/>
            <a:ext cx="1182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5407" y="5559551"/>
            <a:ext cx="89607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un fils. Il a six 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Je m'appelle…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Je viens de…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J'habite à…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Je parle…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langues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J'ai…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famille, l'âge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mêmes cinq, partout, toute la vie.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ET TOI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pour renvoyer la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lieu de répéter toute la question, on dit « &lt;b&gt;et toi ?&lt;/b&gt; » — ou « &lt;b&gt;et vous ?&lt;/b&gt; » si l'on vouvoie. C'est court, c'est poli, et cela fait durer la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TU OU VOUS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repères simples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Entre élèves : 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la classe, entre camarades, on se tutoie. « D'où viens-tu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 comptoir : 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l'accueil, au secrétariat, dans un magasin. « D'où venez-vous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Dans le doute : vous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« vous » n'est jamais impoli. Le « tu » à la mauvaise personne peut surprendre.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dialogues.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Lin vient du Vietnam.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vient du Maroc.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habitent à Montréal.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Lin a trois enfants.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a un fils de six 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Lin vient du Vietnam.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vient du Maroc.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d'Algérie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habitent à Montréal.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Lin a trois enfants.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a un fils de six 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cinq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m'appelle… Je viens de… J'habite à… Je parle… J'ai…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Apprenez-les par cœur pour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