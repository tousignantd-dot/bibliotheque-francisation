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Séance de langue. Elle donne la grammaire des cinq phrases de B1.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Lire les objectifs à voix haute. Y revenir au billet de sortie.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choisir avant d'expliquer. Les deux erreurs proposées sont les plus fréquentes, et elles viennent d'autres langues où elles sont correctes.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 à photographier. C'est l'erreur la plus fréquente du niveau 1, et la plus facile à corriger une fois nommée.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 à photographier. Faire dire son métier par chaque élève, sans article.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 à photographier. Faire écrire à chaque élève sa phrase, et la vérifier une par une — c'est celle qu'il dira toute sa vie.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 à photographier. Au niveau 1, s'en tenir à « à + ville », qui suffit pour se présenter ici.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dire sans insister : au niveau 1, l'erreur ne gêne pas la compréhension.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Utiliser l'exercice 2 du module.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Utiliser l'exercice 3. Terminer en faisant dire à chacun la phrase de son propre pays, à voix haute.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Fin du bloc B. Ramasser et corriger surtout la phrase du pays.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SÉANCE B2  ·  MODULE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Je suis, j'ai, je viens de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394968"/>
          </a:xfrm>
          <a:prstGeom prst="roundRect">
            <a:avLst>
              <a:gd name="adj" fmla="val 1048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782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Trois verbes portent presque toute la présentation. Et un petit mot change devant le nom du pays.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60 minutes  ·  Je me présente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Je me présente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employer être devant un métier et une nationalité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employer avoir pour l'âge et les enfants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choisir entre de, du, d' et des devant un pays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distinguer « à » (la ville) et « au » (le pays).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Je me présente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ÉCOUTE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Laquelle de ces phrases est juste 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66928" y="1965960"/>
            <a:ext cx="50292" cy="484123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50976" y="2039112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« Je suis trente ans. »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642108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566928" y="2751836"/>
            <a:ext cx="50292" cy="484123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50976" y="2824988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« J'ai trente ans. »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427984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566928" y="3537712"/>
            <a:ext cx="50292" cy="484123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50976" y="3610864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« Je suis une infirmière. »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213860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566928" y="4323588"/>
            <a:ext cx="50292" cy="484123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950976" y="4396740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« Je suis infirmière. »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Je me présente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Être ou avoir 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2258568"/>
          </a:xfrm>
          <a:prstGeom prst="roundRect">
            <a:avLst>
              <a:gd name="adj" fmla="val 647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AVEC ÊTRE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AVEC AVOIR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Je suis mécanicienne.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J'ai trente ans.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807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35224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Je suis algérienne.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35224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J'ai un enfant.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34670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74720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Je suis élève.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474720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J'ai deux fils.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4306824"/>
            <a:ext cx="11057839" cy="843534"/>
          </a:xfrm>
          <a:prstGeom prst="roundRect">
            <a:avLst>
              <a:gd name="adj" fmla="val 17344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69264" y="4562856"/>
            <a:ext cx="10234879" cy="3863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En français, on A un âge. On N'EST PAS un âge.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Je me présente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PAS D'ARTICLE DEVANT LE MÉTIER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441196"/>
          </a:xfrm>
          <a:prstGeom prst="roundRect">
            <a:avLst>
              <a:gd name="adj" fmla="val 10151"/>
            </a:avLst>
          </a:prstGeom>
          <a:solidFill>
            <a:srgbClr val="FBEEDC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6182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Je suis mécanicienne.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940812"/>
            <a:ext cx="11057839" cy="1671827"/>
          </a:xfrm>
          <a:prstGeom prst="roundRect">
            <a:avLst>
              <a:gd name="adj" fmla="val 875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215132"/>
            <a:ext cx="10234879" cy="12146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Devant un métier ou une nationalité, on ne met ni « un » ni « une » : « je suis infirmière », « je suis brésilien », « je suis élève ». C'est différent de l'anglais et de plusieurs autres langues.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Je me présente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Devant le pays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2798064"/>
          </a:xfrm>
          <a:prstGeom prst="roundRect">
            <a:avLst>
              <a:gd name="adj" fmla="val 522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ON DIT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EXEMPLES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d'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d'Algérie, d'Haïti, d'Iran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807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35224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du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35224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du Vietnam, du Maroc, du Brésil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34670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74720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de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474720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de France, de Chine, de Syrie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88620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4014215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des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4014215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des Philippines, des États-Unis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4846320"/>
            <a:ext cx="11057839" cy="843534"/>
          </a:xfrm>
          <a:prstGeom prst="roundRect">
            <a:avLst>
              <a:gd name="adj" fmla="val 17344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69264" y="5102352"/>
            <a:ext cx="10234879" cy="3863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Une seule chose à apprendre par cœur : votre pays à vous.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Je me présente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À LA VILLE, AU PAYS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967991"/>
          </a:xfrm>
          <a:prstGeom prst="roundRect">
            <a:avLst>
              <a:gd name="adj" fmla="val 7434"/>
            </a:avLst>
          </a:prstGeom>
          <a:solidFill>
            <a:srgbClr val="FBEEDC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145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J'habite à Montréal. J'habite au Canada.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467607"/>
            <a:ext cx="11057839" cy="1671827"/>
          </a:xfrm>
          <a:prstGeom prst="roundRect">
            <a:avLst>
              <a:gd name="adj" fmla="val 875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741927"/>
            <a:ext cx="10234879" cy="12146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Devant une &lt;b&gt;ville&lt;/b&gt; : &lt;b&gt;à&lt;/b&gt; Montréal, &lt;b&gt;à&lt;/b&gt; Laval, &lt;b&gt;à&lt;/b&gt; Québec. Devant un &lt;b&gt;pays&lt;/b&gt; : &lt;b&gt;au&lt;/b&gt; Canada, &lt;b&gt;en&lt;/b&gt; France, &lt;b&gt;au&lt;/b&gt; Vietnam.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Je me présente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CONFONDRE LA VILLE ET LE PAYS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J'habite à Canada.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J'habite à Montréal. J'habite au Canada.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285240"/>
          </a:xfrm>
          <a:prstGeom prst="roundRect">
            <a:avLst>
              <a:gd name="adj" fmla="val 1138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782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« À » va devant une ville, « au » devant un pays masculin. Pour se présenter ici, la ville suffit presque toujours — c'est celle qu'on vous demande.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Je me présente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PRATIQUE · 1 DE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Être ou avoir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Complétez.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Je ___ mécanicienne.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J'___ trente ans.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Je ___ algérienne.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J'___ un enfant.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Je ___ élève.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Je n'___ pas d'enfants.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Je me présente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Être ou avoir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Je ___ mécanicienne.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suis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J'___ trente ans.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ai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Je ___ algérienne.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suis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J'___ un enfant.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ai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Je ___ élève.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suis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Je n'___ pas d'enfants.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ai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Je me présente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PRATIQUE · 2 DE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De, du, d' ou des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Complétez : je viens ___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Algérie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Vietnam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France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Philippines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Haïti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Colombie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Je me présente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De, du, d' ou des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Algérie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d'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Vietnam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du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France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de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Philippines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des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Haïti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d'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Colombie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de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Je me présente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13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Écrivez trois phrases sur vous.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Une avec « je suis », une avec « j'ai », une avec « je viens de ».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Vérifiez le petit mot devant votre pays.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Je me présente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