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langue. Elle donne la grammaire des cinq phrases de B1.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choisir avant d'expliquer. Les deux erreurs proposées sont les plus fréquentes, et elles viennent d'autres langues où elles sont correctes.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l'erreur la plus fréquente du niveau 1, et la plus facile à corriger une fois nommée.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dire son métier par chaque élève, sans article.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écrire à chaque élève sa phrase, et la vérifier une par une — c'est celle qu'il dira toute sa vie.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Au niveau 1, s'en tenir à « à + ville », qui suffit pour se présenter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sans insister : au niveau 1, l'erreur ne gêne pas la compréhension.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Utiliser l'exercice 2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Utiliser l'exercice 3. Terminer en faisant dire à chacun la phrase de son propre pays,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bloc B. Ramasser et corriger surtout la phrase du pays.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suis, j'ai, je viens 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verbes portent presque toute la présentation. Et un petit mot change devant le nom du pays.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Je me présente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être devant un métier et une nationalité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avoir pour l'âge et les enfants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entre de, du, d' et des devant un pays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« à » (la ville) et « au » (le pays).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Laquelle de ces phrases est juste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Je suis trente ans.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J'ai trente ans.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Je suis une infirmière.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Je suis infirmière. »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Être ou avoir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AVEC ÊTRE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AVEC AVOIR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suis mécanicienne.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J'ai trente ans.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suis algérienne.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J'ai un enfant.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suis élève.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J'ai deux fils.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En français, on A un âge. On N'EST PAS un âge.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PAS D'ARTICLE DEVANT LE MÉTIER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suis mécanicienne.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Devant un métier ou une nationalité, on ne met ni « un » ni « une » : « je suis infirmière », « je suis brésilien », « je suis élève ». C'est différent de l'anglais et de plusieurs autres langues.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Devant le pays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d'Algérie, d'Haïti, d'Iran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du Vietnam, du Maroc, du Brésil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 France, de Chine, de Syrie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des Philippines, des États-Unis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seule chose à apprendre par cœur : votre pays à vous.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À LA VILLE, AU PAYS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J'habite à Montréal. J'habite au Canada.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Devant une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ville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: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à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Montréal,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à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Laval,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à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Québec. Devant un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pays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: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au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Canada,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en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France,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au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Vietnam.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CONFONDRE LA VILLE ET LE PAYS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J'habite à Canada.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J'habite à Montréal. J'habite au Canada.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À » va devant une ville, « au » devant un pays masculin. Pour se présenter ici, la ville suffit presque toujours — c'est celle qu'on vous demande.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Être ou avoir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___ mécanicienne.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J'___ trente ans.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___ algérienne.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J'___ un enfant.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___ élève.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n'___ pas d'enfants.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Être ou avoir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___ mécanicienne.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suis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J'___ trente ans.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___ algérienne.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suis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J'___ un enfant.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___ élève.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suis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n'___ pas d'enfants.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De, du, d' ou des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: je viens ___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Algérie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Vietnam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France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Philippines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Haïti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Colombie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De, du, d' ou des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Algérie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Vietnam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France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Philippines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Haïti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d'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Colombie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sur vous.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avec « je suis », une avec « j'ai », une avec « je viens de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Vérifiez le petit mot devant votre pays.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me présente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