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la grammaire des cinq phrases de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d'expliquer. Les deux erreurs proposées sont les plus fréquentes, et elles viennent d'autres langues où elles sont correctes.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l'erreur la plus fréquente du niveau 1, et la plus facile à corriger une fois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son métier par chaque élève, sans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à chaque élève sa phrase, et la vérifier une par une — c'est celle qu'il dira toute sa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Au niveau 1, s'en tenir à « à + ville », qui suffit pour se présenter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insister : au niveau 1, l'erreur ne gêne pas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3. Terminer en faisant dire à chacun la phrase de son propre pays,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Ramasser et corriger surtout la phrase du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suis, j'ai, je viens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portent presque toute la présentation. Et un petit mot change devant le nom du pays.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être devant un métier et une nationalité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avoir pour l'âge et les enfants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de, du, d' et des devant un pays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à » (la ville) et « au » (le pays).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phrases est juste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trente ans.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trente ans.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une infirmière.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suis infirmière.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mécanicienne.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trente 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algérienne.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un enfant.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élève.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deux fils.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français, on A un âge. On N'EST PAS un âge.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PAS D'ARTICLE DEVANT LE MÉTIER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suis mécanicienne.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métier ou une nationalité, on ne met ni « un » ni « une » : « je suis infirmière », « je suis brésilien », « je suis élève ». C'est différent de l'anglais et de plusieurs autres langues.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le pays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d'Algérie, d'Haïti, d'Iran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Vietnam, du Maroc, du Brésil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France, de Chine, de Syrie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Philippines, des États-Unis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chose à apprendre par cœur : votre pays à 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VILLE, AU PAYS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J'habite à Montréal. J'habite au Canada.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&lt;b&gt;ville&lt;/b&gt; : &lt;b&gt;à&lt;/b&gt; Montréal, &lt;b&gt;à&lt;/b&gt; Laval, &lt;b&gt;à&lt;/b&gt; Québec. Devant un &lt;b&gt;pays&lt;/b&gt; : &lt;b&gt;au&lt;/b&gt; Canada, &lt;b&gt;en&lt;/b&gt; France, &lt;b&gt;au&lt;/b&gt; Vietnam.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LA VILLE ET LE PAYS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J'habite à Canada.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J'habite à Montréal. J'habite au Canada.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» va devant une ville, « au » devant un pays masculin. Pour se présenter ici, la ville suffit presque toujours — c'est celle qu'on vous demande.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mécanicienne.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trente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algérienne.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un enfant.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élève.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n'___ pas d'enfants.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ou avoir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mécanicienne.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trente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algérienne.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un enfant.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élève.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n'___ pas d'enfants.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du, d'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: je viens ___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Algérie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Vietnam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Philippines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Haïti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Colombie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du, d'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Algérie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Vietnam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France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Philippines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Haïti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Colombie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je suis », une avec « j'ai », une avec « je viens 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petit mot devant votre pays.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