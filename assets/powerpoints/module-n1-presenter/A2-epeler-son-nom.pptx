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Écrire l'alphabet au tableau avant l'arrivée du groupe et le laisser affiché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paire deux fois. Demander de lever la main quand on entend la première, puis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chaque paire en alternance : E-I, E-I, puis G-J, G-J.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un élève a l'une d'elles dans son nom, il devra la répéter souvent. Le dire d'avance évite qu'il le prenne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la démonstration deux fois : une fois trop vite, une fois bien. La différence s'entend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choisir à chaque élève un mot pour la lettre la plus difficile de son nom, et l'écrire au billet.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trois phrases reviendront au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dramatiser : c'est le réflexe de tout le monde quand on est gêné.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C'est l'activité la plus utile du bloc A : elle produit une vraie erreur, tout de suite corrigée.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à la séance suivante. Ces mots serviront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Épeler son nom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Vingt-six lettres, et six qui se ressemblent. Ce sont toujours les mêmes qu'on doit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me présente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les lettres de l'alphabet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E et I, G et J, M et 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épeler son nom lentement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une lettre.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lettres sont-elles pareilles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 et 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 et J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 et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est la plus difficile pour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paires difficiles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eu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i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jé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ji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Deux autres au tableau suivant.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paires difficiles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èm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« èn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six lettres font presque toutes les erreurs d'épellation.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UNE LETTRE À LA FOIS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une petite pause entre chaque.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 — M — I — N — A. » Puis on redit le mot en entier : « Amina. » Cela permet à la personne de vérifier ce qu'elle a écrit.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TRUC QUI MARCHE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B comme bonjour.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donne un mot qui commence par la lettre. Tout le monde le fait, même les gens nés ici. Choisissez d'avance un mot pour chaque lettre difficile de votre nom : vous n'aurez plus à chercher.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POUR FAIRE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Pardon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courte. Elle suffit presque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Plus lentement, s'il vous plaît.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utile : ce n'est pas le volume qui manque, c'est la vitesse.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 ou 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Donner les deux possibilités : la personne répond en un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ÉPELER TROP VITE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amina » d'un seul souffle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 — M — I — N — 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Vite, les lettres se collent et personne ne les distingue. Une petite pause entre chaque lettre suffit — et il vaut mieux être lent que de recommencer trois fois.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lettre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bien la fin du 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lettre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première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deuxième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première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deuxième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première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deuxième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épelez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épelle, l'autre écrit. Puis on vérifie.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nom, et un mot pour chaque lettre difficile.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B comme bonjour, E comme enfant.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Apprenez-les par cœur.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me présente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