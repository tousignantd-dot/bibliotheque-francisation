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Commencer debout : faire circuler le groupe et demander à chacun de saluer trois personnes. On parle avant d'expliquer.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est la vraie : beaucoup d'élèves ne saluent personne dans leur immeuble parce qu'ils ne savent pas quoi dire. C'est de ça que le module s'occupe.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fois, diapositive masquée. Puis afficher et faire répéter réplique par réplique, en chœur. Nadia est une élève comme eux ; madame Roy est sa voisine du deuxième.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tout l'échange tient en huit répliques et dure trente secondes. Personne n'a besoin de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jouer les quatre lignes deux par deux, debout, avant de continuer.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répéter chaque mot avec son article : l'article s'apprend avec le mot, jamais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geste le plus utile de toute la séance : le faire répéter par chaque élève, un par 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énoncés seulement. Les faire d'abord à l'oral, en groupe, avant de les faire 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minutes, et on change de partenaire trois fois. Debout : assis, ce n'est plus la même situation et les élèves le sentent.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Demander qu'ils les disent vraiment le lendemain, et qu'ils racontent au cours suivant ce qui s'est passé.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Bonjour, madame Roy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phrases dans l'entrée de l'immeuble, et elles reviennent tous les matins.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Bonjour, ça va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bonjour à une personne qu'on croise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à « ça va ?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renvoyer la question avec « et vous ?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lieux et les gens de son immeuble.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se passe-t-il ici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ntree-immeub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sont ces personnes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qu'elles se connaissent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disent-elles, à votre avis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vous, saluez-vous vos voisins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l'entrée, le matin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0504" y="2322576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Bonjour, madame Roy.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GILBERTE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0504" y="3071876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Bonjour, Nadia. Ça va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0504" y="3821175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va bien, merci. Et vous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GILBERTE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0504" y="4570475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va. Tu vas au centre ce matin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se quitte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0504" y="1901952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Oui. Mon cours commence à huit heures et demie.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GILBERTE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0504" y="2651252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Bonne journée, alors.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0504" y="3400551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Merci. Bonne journée, madame Roy.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5778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GILBERTE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0504" y="4149851"/>
            <a:ext cx="85656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demain, Nadia.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échange en trois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arrive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Bonjour.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demande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va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répond, et on redemande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va bien, merci. Et vous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part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Bonne journée ! À demain 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Quatre lignes, et l'échange est complet. Le reste est du bonus.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de l'immeuble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12074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voisin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27749" y="2121408"/>
            <a:ext cx="793125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qui habite tout près, dans le même immeuble.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12074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immeuble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7749" y="3106674"/>
            <a:ext cx="793125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grande maison avec plusieurs logements.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12074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salutation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7749" y="4091939"/>
            <a:ext cx="793125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petit mot qu'on dit en arrivant ou en partant.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12074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matin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7749" y="5077205"/>
            <a:ext cx="793125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début de la journée, avant midi.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« ET VOUS ?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mots qui gardent la conversation vivante.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Sans eux, l'échange s'arrête après deux phrases. On répond d'abord — « ça va bien, merci » — puis on renvoie la question : «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et vous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? » à une personne qu'on vouvoie, «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et toi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? » à un ami.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Nadia dit bonjour à madame Roy.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Nadia va travailler ce matin.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cours commence à huit heures et demie.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deux voisines se disent « à demain 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Nadia dit bonjour à madame Roy.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Nadia va travailler ce matin.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elle va au centre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cours commence à huit heures et demie.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deux voisines se disent « à demain ».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Trente secondes dans l'entrée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deux, debout, comme dans un vrai hall.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Bonjour,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que vous pouvez dire demain matin à un voisin.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Bonjour, madame.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Ça va bien, merci. Et vous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Bonne journée 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Bonjour, ça va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