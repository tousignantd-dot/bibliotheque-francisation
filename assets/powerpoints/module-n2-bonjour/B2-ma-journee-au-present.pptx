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production. Chaque élève doit sortir d'ici avec trois phrases vraies sur sa propre journée : ce sont celles qu'il dira en E1, et elles doivent être à 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répondre en une phrase, même incomplète. Reprendre chaque réponse en phrase entière et la faire répéter : c'est le modèle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« après » : c'est le seul connecteur du niveau, et il suffit à enchaîner deux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répliques, et toute une journée est racontée. Le faire compter au groupe : ils croient qu'il en faut vingt.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la dernière ligne : ces trois verbes reviennent dans presque toutes les 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Au Québec : on déjeune le matin, on dîne le midi, on soupe le soir. Le dire clairement, plusieurs élèves connaissent l'autre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par le groupe trois autres verbes qui commencent par une voyelle.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d'abord à l'oral. Les deux dernières lignes sont les plus difficiles : les garder pour la fin et les corriger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minutes. Ramasser les trois phrases de chacun : elles servent de point de départ à la production orale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court, à garder : c'est le brouillon de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Ma journée, au présent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phrases suffisent pour répondre à « tu fais quoi de ta journée ?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Bonjour, ça va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conjuguer les verbes en -er au présent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aller, prendre, faire et dormir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situer une activité dans la journée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sa journée en trois phrases.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fait-on à ce moment-là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atin-dejeu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heure est-il, à votre avis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 cette personne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heure déjeunez-vous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faites-vous juste après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Tu fais quoi, le matin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GILBERTE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0504" y="2322576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es fatiguée, Nadia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NADIA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0504" y="3071876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peu. Ma journée est longue.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GILBERTE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0504" y="3821175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fais quoi, le matin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NADIA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0504" y="4570475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déjeune à sept heures. Après, je marche jusqu'au centre.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l'après-midi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GILBERTE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0504" y="1901952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l'après-midi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NADIA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0504" y="2651252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J'étudie à la maison. Le soir, je travaille.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GILBERTE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0504" y="3400551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soupes à quelle heure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NADIA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04" y="4149851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neuf heures, avec ma sœur. Après, je dors 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verbes en -er, au présent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déjeun&lt;b&gt;e&lt;/b&gt; · je travaill&lt;b&gt;e&lt;/b&gt; · je march&lt;b&gt;e&lt;/b&gt;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déjeun&lt;b&gt;es&lt;/b&gt; · tu travaill&lt;b&gt;es&lt;/b&gt;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déjeun&lt;b&gt;ez&lt;/b&gt; · vous travaill&lt;b&gt;ez&lt;/b&gt;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part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aller : je vais · prendre : je prends · faire : je fais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je » et « tu » se disent pareil : le -s ne s'entend pas.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verbes de la journée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40179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déjeuner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8802" y="2121408"/>
            <a:ext cx="865020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Manger le premier repas, le matin.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140179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travailler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8802" y="3106674"/>
            <a:ext cx="865020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Faire un métier, dans un magasin ou un bureau.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140179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étudier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8802" y="4091939"/>
            <a:ext cx="865020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Apprendre, à l'école ou à la maison.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140179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souper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8802" y="5077205"/>
            <a:ext cx="865020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Manger le repas du soir.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DEVANT UNE VOYELLE, « J'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» perd son e devant a, e, i, o, 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&lt;b&gt;j'&lt;/b&gt;étudie, &lt;b&gt;j'&lt;/b&gt;habite, &lt;b&gt;j'&lt;/b&gt;arrive. On ne dit jamais « je étudie ». Le h de « habite » ne compte pas : il ne se prononce pas.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journée de Nadia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le verbe au présent.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matin, je ___ à sept heures. (déjeuner)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jusqu'au centre. (marcher)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L'après-midi, j' ___ à la maison. (étudier)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soir, je ___ à la pharmacie. (travailler)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Samir ___ le métro. (prendre)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toi, tu ___ au centre à pied ? (aller)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journée de Nadia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matin, je ___ à sept heures. (déjeuner)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déjeune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jusqu'au centre. (marcher)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marche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L'après-midi, j' ___ à la maison. (étudier)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étudie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soir, je ___ à la pharmacie. (travailler)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travaille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Samir ___ le métro. (prendre)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toi, tu ___ au centre à pied ? (aller)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vraies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chacun raconte sa vraie journée.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journée en trois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matin, je déjeune à sept heures.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L'après-midi, je viens au centre.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soir, je soupe avec ma famille.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Bonjour, ça va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