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clé du module. Beaucoup d'élèves viennent de langues sans cette distinction, ou avec une distinction différente. Prendre le temps de l'expliquer avec des personnes réelles, pas avec des règles.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ouvre presque toujours une discussion riche : plusieurs langues du groupe ont la même distinction, et la comparaison installe la notion plus vite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 et Samir sont dans la même classe : ils se tutoient dès le premier jour. Le faire remarquer avant d'afficher le deuxième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que madame Roy tutoie Nadia et que Nadia la vouvoie. Ce n'est pas une faute : c'est l'usage entre une personne âgée et une jeune voisine.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deux colonnes à voix haute, ligne par ligne, pour entendre le [e]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la phrase « on peut se tutoyer » : c'est celle qu'ils entendront, et ils doivent la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une phrase mélangée et faire corriger par le groupe. L'erreur est fréquente en milieu d'échange, quand l'attention baisse.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personne, pas par la forme du verbe : c'est la personne qui décide.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4 est celle qui reste : ramasser les verbes cités et les écrire au tableau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Trois paires suffisent ; en demander plus dilue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Tu ou vous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façons de parler à une seule personne. C'est la distance qui décide, pas la grammaire.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« tu » ou « vous » selon la personne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verbe avec le pronom choisi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renvoyer la question : et toi ? et vous ?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même choix pendant tout l'échange.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dit-on « tu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res-midi-cen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parlez-vous en classe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Dites-vous « tu » à votre enseignante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à la personne assise à côté de 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langue, y a-t-il deux façons de dire « tu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Salut, Samir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568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499" y="2322576"/>
            <a:ext cx="89866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Salut, Samir ! Ça va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568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499" y="3071876"/>
            <a:ext cx="89866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va, et toi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568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9499" y="3821175"/>
            <a:ext cx="89866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 bien. Tu arrives comment, le matin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1568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9499" y="4570475"/>
            <a:ext cx="89866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le métro. Et toi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avec madame Roy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 Roy. Vous allez bien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va, Nadia. Tu vas au centre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Et vous, vous sortez ce matin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je reste à la maison aujourd'hui.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change, le verbe aussi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« TU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« VOUS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allez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travailles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travaillez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prends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prenez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toi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vous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forme du « vous » finit presque toujours par le son [e].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LE DOUTE, « VOUS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Vous » ne fâche jamais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passe à « tu » quand l'autre le propose : « on peut se tutoyer ». Avant, on garde « vous » — avec une personne plus âgée, un commis, un professeur, une personne qu'on ne connaît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tu allez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tu vas · vous allez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mélange pas les deux dans la même phrase. Quand on choisit « vous »,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tout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le reste suit : le verbe, et le « et vous ? » de la fin. Un échange qui commence au « vous » finit au « vous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ou 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tu » ou « 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à madame Roy : « Et ___ , ça va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à Samir : « Et ___ , ça va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Roy à Nadia : « ___ vas au centre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à madame Roy : « ___ allez bien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une personne inconnue : « ___ travaillez ici ?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ou 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à madame Roy : « Et ___ , ça va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à Samir : « Et ___ , ça va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Roy à Nadia : « ___ vas au centre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à madame Roy : « ___ allez bien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une personne inconnue : « ___ travaillez ici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fois le même échange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la même conversation jouée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même question deux fois, au « tu » puis au « 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Tu travailles le soir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travaillez le soir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toi ? / Et vous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