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d'oreille avant tout. Parler peu, faire écouter beaucoup. Certains élèves n'entendront pas la différence au premier cours : c'est normal, elle vient avec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deux phrases plusieurs fois, lentement, sans expliquer. Laisser le groupe chercher. La règle vient après l'oreille, jamais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quatre lignes à voix haute par chaque élève, une fois, sans correction serrée.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: beaucoup d'élèves croient qu'une question exige « est-ce que ». Ce n'est pas le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lever la main quand la voix monte, la baisser quand elle descend : le geste aide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phrase trois fois, dans le désordre. Ne pas montrer l'écriture pendant l'écoute : c'est l'oreille qui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en chœur, lentement, puis à vitesse normale. C'est la difficulté qui reste le plus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redire soi-même la phrase quand les deux élèves hésitent : ils ont besoin d'un modèle, pas d'un arbitre.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d'oreille. Rappeler que la mini-leçon en ligne fait entendre chaque phrase autant de fois qu'on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voix monte, la voix descend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mêmes mots, deux sens. Ce qui décide, ce n'est pas le mot, c'est la fin de la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Bonjour, ça va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si la voix monte ou descend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sans « est-ce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avec la voix qui descend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renvoyer la question avec « et vous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Est-ce qu'on demande, ou est-ce qu'on répond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ntree-immeu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: « Ça va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: « Ça va.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les mots changent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change, alors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mots, deux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— la voix monte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réponds — la voix descend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travailles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— la voix monte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travaille.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réponds — la voix descend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 se joue sur la dernière syllabe. Le reste de la phrase ne change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QUESTION SANS « EST-CE QUE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français parlé, une voix qui monte suffit à poser une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Tu travailles ? », dit avec la voix qui monte, est une vraie question, correcte et courante. « Est-ce que tu travailles ? » n'est pas plus juste : c'est seulement plus long. Au niveau 2, on garde la forme courte.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FINS DE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va la voix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Elle monte : c'est une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? · Tu travailles ? · Vous allez bien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Elle descend : c'est une réponse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bien. · Je travaille. · Je vais bien.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Elle monte encore : on redemande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toi ? · Et vous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Question ou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écrivez ce que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 bien, merci.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travailles ce soir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travaille ce soir.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allez bien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bien.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Question ou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 bien, merci.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travailles ce soir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travaille ce soir.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allez bien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question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bien.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Ça va ? » avec la voix qui descend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Ça va ? » avec la voix qui monte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 dite avec la voix qui descend ne s'entend pas comme une question : la personne croit que vous répondez, et elle ne dit plus rien. Montez bien sur la dernière syllabe : ça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va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ping-pong des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chacun son 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Dites ces trois phrases à voix haute, trois fois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Ça va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Ça va bien, merci.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vous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Bonjour, ça va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