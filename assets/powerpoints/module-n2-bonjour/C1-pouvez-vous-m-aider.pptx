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la plus utile du module hors de la classe. Faire jouer beaucoup, expliquer peu. Chaque élève doit dire la phrase au moins dix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ramène presque toujours une histoire vraie. La laisser se raconter : c'est la meilleure entrée en matière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les deux formes dans le même échange : madame Roy tutoie (« peux-tu »), Nadia vouvoie (« pouvez-vous »). C'est le rappel de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Ce n'est rien » est la réponse à retenir. La faire répéter en chœur trois fois : elle sert dans toutes les situations du reste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construire trois demandes complètes au tableau, en pigeant une ligne à la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Gentil » revient dans le dialogue et dans la carte de vœux de C2 : le placer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faute la plus fréquente à ce niveau, et elle vient de l'ordre des mots de plusieurs langues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phrase à voix haute avant de l'écrire. La quatrième est celle qu'ils utiliseront le plus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deux versions et demander au groupe laquelle il préfère recevoir. La réponse est immédiate.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Apporter deux sacs de tissu et quelques livres : la situation physique change complètement la qualité de la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deux dernières valent pour tous les cours, pas seulement pour celui-ci :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Pouvez-vous m'aider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morceaux, toujours dans le même ordre : j'appelle, je demande, je dis quoi.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Bonjour, ça va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personne qui demande de l'aide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l'aide avec « pouvez-vous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son besoin avec « j'ai besoin de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accepter, et répondre à un merci.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quoi cette personne a-t-elle besoin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orte-ten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porte cette personne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 l'autre main sur la porte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dit dans ce cas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est-il déjà arrivé de ne pas savoir quoi dire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Mes sacs sont lourds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0504" y="2322576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! Excuse-moi… Peux-tu m'aider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0504" y="3071876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madame Roy. Qu'est-ce qu'il y a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0504" y="3821175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 sacs sont lourds. J'ai besoin d'aide.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0504" y="4570475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un sac. Pouvez-vous tenir la porte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n'est rien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0504" y="19019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bien sûr. Merci beaucoup.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0504" y="26512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L'ascenseur est là. Deuxième étage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0504" y="34005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deuxième. Tu es gentille.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04" y="41498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rien, madame Roy.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demande en trois morceaux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j'appelle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Excusez-moi…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demande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Pouvez-vous…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dis quoi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…m'aider · …tenir la porte · …répéter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répond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Oui, bien sûr.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Toujours dans cet ordre. Ça marche dans l'immeuble, au magasin, au centre.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et répondre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4730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 l'aide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0049" y="2121408"/>
            <a:ext cx="85789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donne à une personne qui n'y arrive pas seule.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4730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0049" y="3106674"/>
            <a:ext cx="85789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ouvre pour entrer dans un immeuble.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4730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lourd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0049" y="4091939"/>
            <a:ext cx="85789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Difficile à porter.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4730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gentil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0049" y="5077205"/>
            <a:ext cx="85789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 aide et qui fait plaisir aux autres.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M' » SE MET AVANT LE VERBE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Pouvez-vous &lt;b&gt;m'&lt;/b&gt;aider ? — jamais « aider moi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petit mot qui dit « à moi » se colle devant le verbe : pouvez-vous &lt;b&gt;m'&lt;/b&gt;aider, pouvez-vous &lt;b&gt;me&lt;/b&gt; répondre, pouvez-vous &lt;b&gt;m'&lt;/b&gt;ouvrir. Devant une voyelle, « me » devient « m'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phrase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Vos sacs sont lourds, vous parlez à une voisine.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même chose, à un ami.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les mains pleines devant la porte.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compris.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vous dit merci.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Vos sacs sont lourds, vous parlez à une voisine.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Pouvez-vous m'aider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même chose, à un ami.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Peux-tu m'aider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les mains pleines devant la porte.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Pouvez-vous tenir la porte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compris.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Pouvez-vous répéter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vous dit merci.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n'est rien.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Hé ! Aidez-moi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Excusez-moi, pouvez-vous m'aider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« excusez-moi », la demande arrive trop vite et surprend. Le mot ne veut pas dire « pardon, j'ai fait une faute » : il veut dire « je vous parle ». Il ouvre la porte, et il coûte une seconde.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mains pleines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avec de vrais sacs si 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demandes que vous pourriez faire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Excusez-moi, pouvez-vous m'aider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Pouvez-vous répéter, s'il vous plaît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Pouvez-vous parler plus lentement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Bonjour, ça va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