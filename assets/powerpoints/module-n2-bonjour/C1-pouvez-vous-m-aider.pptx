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utile du module hors de la classe. Faire jouer beaucoup, expliquer peu. Chaque élève doit dire la phrase au moins dix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ramène presque toujours une histoire vraie. La laisser se raconter : c'est la meilleure entrée en matière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formes dans le même échange : madame Roy tutoie (« peux-tu »), Nadia vouvoie (« pouvez-vous »). C'est le rappel de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 n'est rien » est la réponse à retenir. La faire répéter en chœur trois fois : elle sert dans toutes les situations du reste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trois demandes complètes au tableau, en pigeant une ligne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Gentil » revient dans le dialogue et dans la carte de vœux de C2 : le placer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faute la plus fréquente à ce niveau, et elle vient de l'ordre des mots de plusieurs langues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à voix haute avant de l'écrire. La quatrième est celle qu'ils utiliseront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et demander au groupe laquelle il préfère recevoir. La réponse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Apporter deux sacs de tissu et quelques livres : la situation physique change complètement la qualité de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deux dernières valent pour tous les cours, pas seulement pour celui-ci :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Pouvez-vous m'aider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morceaux, toujours dans le même ordre : j'appelle, je demande, je dis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personne qui demande de l'aide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l'aide avec « pouvez-vous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besoin avec « j'ai besoin de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accepter, et répondre à un merci.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cette personne a-t-elle besoin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rte-ten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porte cette personne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l'autre main sur la porte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dans ce cas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est-il déjà arrivé de ne pas savoir quoi dire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 sacs sont lourds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! Excuse-moi… Peux-tu m'aider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30718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madame Roy. Qu'est-ce qu'il y 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38211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sacs sont lourds. J'ai besoin d'aide.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5704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sac. Pouvez-vous tenir la porte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rien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bien sûr. Merci beaucoup.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est là. Deuxième étage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deuxième. Tu es gentille.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rien, madame Roy.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demande en trois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demande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Pouvez-vous…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dis quoi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…m'aider · …tenir la porte · …répéter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répond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bien sûr.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Toujours dans cet ordre. Ça marche dans l'immeuble, au magasin, au centre.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et répondre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4730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 l'aide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0049" y="2121408"/>
            <a:ext cx="85789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donne à une personne qui n'y arrive pas seule.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4730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0049" y="3106674"/>
            <a:ext cx="85789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ouvre pour entrer dans un immeuble.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4730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lourd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0049" y="4091939"/>
            <a:ext cx="85789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Difficile à porter.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4730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gentil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0049" y="5077205"/>
            <a:ext cx="85789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aide et qui fait plaisir aux autres.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M' » SE MET AVANT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Pouvez-vous </a:t>
            </a:r>
            <a:r>
              <a:rPr sz="3400" b="1" i="0">
                <a:solidFill>
                  <a:srgbClr val="17181A"/>
                </a:solidFill>
                <a:latin typeface="Verdana"/>
              </a:rPr>
              <a:t>m'</a:t>
            </a:r>
            <a:r>
              <a:rPr sz="3400" b="0" i="0">
                <a:solidFill>
                  <a:srgbClr val="17181A"/>
                </a:solidFill>
                <a:latin typeface="Verdana"/>
              </a:rPr>
              <a:t>aider ? — jamais « aider moi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qui dit « à moi » se colle devant le verbe : pouvez-vous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aider, pouvez-vous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répondre, pouvez-vous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ouvrir. Devant une voyelle, « me » devient « m'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sacs sont lourds, vous parlez à une voisine.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même chose, à un ami.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les mains pleines devant la porte.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dit merci.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sacs sont lourds, vous parlez à une voisine.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Pouvez-vous m'aider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même chose, à un ami.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Peux-tu m'aider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les mains pleines devant la porte.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Pouvez-vous tenir la porte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Pouvez-vous répéter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dit merci.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rien.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Hé ! Aidez-moi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Excusez-moi, pouvez-vous m'aider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« excusez-moi », la demande arrive trop vite et surprend. Le mot ne veut pas dire « pardon, j'ai fait une faute » : il veut dire « je vous parle ». Il ouvre la porte, et il coûte une seconde.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mains pleines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de vrais sacs si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demandes que vous pourriez faire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Excusez-moi, pouvez-vous m'aider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Pouvez-vous parler plus lentement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