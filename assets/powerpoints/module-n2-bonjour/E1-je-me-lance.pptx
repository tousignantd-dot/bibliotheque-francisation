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que la moitié du temps se passe en production réelle : jeu de rôle, enregistrement, écriture. Les diapositives ne sont qu'un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est celle qui inquiète le plus : donner tout de suite la phrase « merci, mais je travaille à six heures », et faire remarquer que le « merci » suffit à rendre le refus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choses en six répliques : elle salue, elle donne, elle souhaite deux fois, elle refuse poliment. Faire compter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par chaque élève, avec sa propre raison : « je travaille », « je vais chercher mon fils », « j'ai mon cours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L'élève y joue avec l'assistant, qui parle lentement et ne dit jamais plus de deux ou trois phrases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Le vouvoiement doit tenir du début à la fin : c'est ce que la correction en ligne regarde en premier. Laisser recommencer autant de fois qu'il le faut.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Rappeler l'astuce du « une » pour choisir entre bon et bonne : c'est ce qui sera regardé.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Demander au cours suivant ce que les gens ont répondu : c'est souvent la première conversation qu'ils ont eue avec un voisin.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Saluer un voisin et parler de sa journée à voix haute, puis écrire une carte de vœux.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Bonjour, ça va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 échange complet avec un voisin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trois choses de sa journée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 et s'écouter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carte de vœux de trois lignes.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à cette porte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rte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apporte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dit-on en donnant une carte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on nous invite à entrer, mais qu'on doit partir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refuser sans être impoli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Bonne fête, madame Roy 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comptez ce que Nadia a réussi à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7781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NADIA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0504" y="2322576"/>
            <a:ext cx="856562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madame Roy. C'est pour vous.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57781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GILBERTE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0504" y="2982976"/>
            <a:ext cx="856562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carte ! Merci, Nadia.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57781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NADIA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0504" y="3643376"/>
            <a:ext cx="856562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Bonne fête ! Bonne santé 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57781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GILBERTE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0504" y="4303775"/>
            <a:ext cx="856562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Tu écris très bien. Entre, je fais du thé.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57781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NADIA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0504" y="4964176"/>
            <a:ext cx="856562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Merci, mais je travaille à six heures.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57781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GILBERTE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0504" y="5624576"/>
            <a:ext cx="856562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Alors bonne soirée. Et merci pour la carte.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Bonjour, madame Roy.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A1 — saluer une personne qu'on croise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Bonne fête ! Bonne santé 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 — bon ou bonne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Merci, mais je travaille à six heures.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B2 — dire ce qu'on fait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Alors bonne soirée.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A3 — la formule du départ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Rien de neuf dans cette colonne : le module entier tient dans ces quatre lignes.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REFUSER POLIMENT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merci, puis la raison. Rien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&lt;b&gt;Merci&lt;/b&gt;, mais je travaille à six heures. » On remercie d'abord, on dit la raison ensuite, en une phrase courte au présent. On ne s'excuse pas longuement : ça met l'autre mal à l'aise.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Dans l'entrée, le matin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partez au centre. Votre voisine descend en même temps que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Devant l'ascenseur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voisine a les mains pleines de sacs. Elle vous demande quelque chose.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jour de sa fête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la fête de votre voisine. Vous frappez à sa porte avec une carte.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Saluez un voisin et parlez de votre journée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une carte de vœux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trois à cinq phrases, pour un voisin ou un camarade.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Saluez trois personnes cette semaine, et dites-leur une chose de votre journée.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Bonjour ! Ça va ? Et vous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matin, je viens au centre à pied.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Bonne journée ! À demain 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Bonjour, ça va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