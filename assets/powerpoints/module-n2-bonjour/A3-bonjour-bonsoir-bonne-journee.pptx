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mémorisation. Ces formules ne s'analysent pas, elles s'apprennent par cœur et se disent vite. Viser la vitesse, pas l'explication.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Projeter aussi l'image du matin (matin-dejeuner) et faire comparer. Les deux photos suffisent à poser la journée entière.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dire à voix haute chaque colonne de haut en bas, puis mélanger.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dire à chacun ce qu'il fait à chacun de ces moments : une phrase, pas plus. C'est déjà le défi 1 qui commence.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l'erreur la plus fréquente et la plus visible : elle vaut trois minutes d'insistance.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jouer les quatre situations debout, en dix minutes, avant l'exercice écrit.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d'abord à l'oral, en groupe, puis à l'écrit. Six situations, pas davantage.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minutes, et c'est bruyant : c'est voulu. Circuler et corriger d'un mot, sans arrêter le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court, et vérifiable : demander au cours suivant qui l'a vraiment dit.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A3  ·  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Bonjour, bonsoir, bonne journée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026668"/>
          </a:xfrm>
          <a:prstGeom prst="roundRect">
            <a:avLst>
              <a:gd name="adj" fmla="val 1425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4140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Les mots de l'arrivée et les mots du départ. On ne les échange pas.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Bonjour, ça va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Bonjour, ça va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choisir entre bonjour et bonsoir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la bonne formule en partant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les moments de la journée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saluer une personne connue et une personne inconnue.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Bonjour, ça va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Quelle heure est-il, à votre avis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soir-fenetr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Fait-il jour ou nuit dehors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821944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 dit-on quand on arrive à cette heure-là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76580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875532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94868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quand on part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51680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661408"/>
            <a:ext cx="50292" cy="821944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734560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Dites-vous quelque chose à vos voisins le soir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Bonjour, ça va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familles de mots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EN ARRIVANT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EN PARTANT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Bonjour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Bonne journée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Bonsoir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Bonne soirée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Salut (à un ami)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Salut · À demain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Au revoir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En arrivant, on salue. En partant, on souhaite quelque chose.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Bonjour, ça va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VOCABULAIRE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moments de la journée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179041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matin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7422" y="2121408"/>
            <a:ext cx="826158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début de la journée, avant midi.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96037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106674"/>
            <a:ext cx="179041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l'après-midi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97422" y="3106674"/>
            <a:ext cx="826158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Après le dîner, avant le soir.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91939"/>
            <a:ext cx="179041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soir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97422" y="4091939"/>
            <a:ext cx="826158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fin de la journée, quand il fait noir.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93090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077205"/>
            <a:ext cx="179041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nuit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7422" y="5077205"/>
            <a:ext cx="826158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Quand tout le monde dort.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Bonjour, ça va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BONNE NUIT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Se dit seulement à une personne qui va se coucher.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Ce n'est pas un « au revoir ». À un commis, à huit heures du soir, on dit « &lt;b&gt;bonne soirée&lt;/b&gt; ». « Bonne nuit » se garde pour la famille, sur le pas de la chambre.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Bonjour, ça va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QUATRE SITUATIONS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 dit-on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Vous entrez au dépanneur à 20 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5902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Bonsoir !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Vous sortez du dépanneur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85902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Merci, bonne soirée !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Vous croisez un voisin le matin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507644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Bonjour !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Vous quittez le cours, à demain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507644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Bonne journée ! À demain !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Bonjour, ça va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mot, à quel moment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Écrivez ce qu'on dit dans chaque situation.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arrivez au centre à huit heures.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arrivez chez une voisine à sept heures du soir.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partez le matin, la personne reste.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partez après le souper.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revoyez la personne demain.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parlez à un ami dans la rue.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Bonjour, ça va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mot, à quel moment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arrivez au centre à huit heures.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Bonjour !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arrivez chez une voisine à sept heures du soir.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Bonsoir !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partez le matin, la personne reste.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Bonne journée !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partez après le souper.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Bonne soirée !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revoyez la personne demain.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À demain !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parlez à un ami dans la rue.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Salut !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Bonjour, ça va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EN GROUPE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tour de l'immeuble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En groupe, debout, chacun joue un moment de la journée.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Bonjour, ça va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Notez ce que vous direz demain, à trois moments de la journée.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Le matin, au voisin : Bonjour !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L'après-midi, en partant du centre : Bonne journée !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429504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584952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Le soir, au dépanneur : Bonsoir !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Bonjour, ça va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