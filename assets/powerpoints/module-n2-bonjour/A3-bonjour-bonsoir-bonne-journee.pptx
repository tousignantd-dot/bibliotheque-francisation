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mémorisation. Ces formules ne s'analysent pas, elles s'apprennent par cœur et se disent vite. Viser la vitesse, pas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aussi l'image du matin (matin-dejeuner) et faire comparer. Les deux photos suffisent à poser la journée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à voix haute chaque colonne de haut en bas, puis mélanger.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à chacun ce qu'il fait à chacun de ces moments : une phrase, pas plus. C'est déjà le défi 1 qui commence.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l'erreur la plus fréquente et la plus visible : elle vaut trois minutes d'insistance.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situations debout, en dix minutes, avant l'exercice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d'abord à l'oral, en groupe, puis à l'écrit. Six situations, pas davantage.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et c'est bruyant : c'est voulu. Circuler et corriger d'un mot, sans arrêter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vérifiable : demander au cours suivant qui l'a vraiment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Bonjour, bonsoir, bonne journée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mots de l'arrivée et les mots du départ. On ne les échange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Bonjour, ça va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bonjour et bonsoir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la bonne formule en partant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moments de la journée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saluer une personne connue et une personne inconnue.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heure est-il, à votre avis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oir-fenet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Fait-il jour ou nuit dehors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dit-on quand on arrive à cette heure-là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quand on part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Dites-vous quelque chose à vos voisins le soir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familles de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ARRIVANT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PARTANT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Bonne journée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Bonsoir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Bonne soirée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Salut (à un ami)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Salut · À demain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revoir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arrivant, on salue. En partant, on souhaite quelque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moments de la journée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7904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7422" y="2121408"/>
            <a:ext cx="82615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début de la journée, avant midi.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7904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l'après-midi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422" y="3106674"/>
            <a:ext cx="82615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Après le dîner, avant le soir.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7904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7422" y="4091939"/>
            <a:ext cx="82615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fin de la journée, quand il fait noir.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7904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nuit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7422" y="5077205"/>
            <a:ext cx="82615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Quand tout le monde dort.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BONNE NUIT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dit seulement à une personne qui va se coucher.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 « au revoir ». À un commis, à huit heures du soir, on dit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bonne soirée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». « Bonne nuit » se garde pour la famille, sur le pas de la chambre.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QUATRE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dit-on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Vous entrez au dépanneur à 20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Bonsoir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Vous sortez du dépanneur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Merci, bonne soirée 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Vous croisez un voisin le matin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Vous quittez le cours, à demain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Bonne journée ! À demain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mot, à quel moment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ce qu'on dit dans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arrivez au centre à huit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arrivez chez une voisine à sept heures du soir.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le matin, la personne reste.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après le souper.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revoyez la personne demain.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parlez à un ami dans la 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mot, à quel moment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arrivez au centre à huit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Bonjour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arrivez chez une voisine à sept heures du soir.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Bonsoir 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le matin, la personne reste.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Bonne journée 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après le souper.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Bonne soirée 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revoyez la personne demain.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demain 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parlez à un ami dans la rue.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Salut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EN GROUPE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tour de l'immeuble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groupe, debout, chacun joue un moment de la journée.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vous direz demain, à trois moments de la journée.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matin, au voisin : Bonjour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L'après-midi, en partant du centre : Bonne journée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soir, au dépanneur : Bonsoir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Bonjour, ça va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