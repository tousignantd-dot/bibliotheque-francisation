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Prévoir la disposition en dyades dès le début : deux chaises face à face, une personne joue l'infirmière.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tableau, en colonne, et les y laisser toute la séance. Les élèves y jetteront un œil pendant les jeux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cartes à voix haute, une par élève, dans l'ordre. Puis les faire dire d'un seul trait par un seul élève : c'est le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montrer sur soi ce que chacun veut dire. « Engourdi » est le plus difficile : le faire mimer.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valent plus que tout le vocabulaire médical du module. Les faire répéter en chœur, puis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debout, à voix haute, sans lire. La lecture silencieuse ne prépare pas au triage.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par personne. Circuler et n'intervenir que si la personne bloque plus de cinq secondes. Noter deux erreurs récurrentes pour la correction collective,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à traiter sérieusement. Demander qui, dans le groupe, s'est déjà tu en consultation. La discussion vaut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plus important : reformuler pour vérifier. C'est l'habitude qui évite le plus d'erreurs, ici comme au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l'oubli qui est instructif, pas la réussite. Relever quelle information manque le plus souvent dans le groupe et y revenir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sa douleur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écrit depuis A1 doit maintenant sortir de la bouche, en trente secondes, devant quelqu'un qui attend. C'est la séance où le module devient utile.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problème en une phrase complète, sans préparation écrite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quatre questions du triage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quand on n'a pas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trente secondes de parole utile.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DE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L'endroit avec le côté · depuis quand · ce qui aggrave · le chiffre sur dix.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informations, dans cet ordre. C'est ce que Yannick dit au triage, et c'est ce que tout patient devrait pouvoir dire. Rien de plus n'est nécessaire au premier contact.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de Yannick, découpée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L'endroit et le côté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le genou droit… » — Jamais « la jambe » : le mot précis existe et il évite un examen inutile.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L'état et le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…enflé depuis cette nuit. » — Un mot d'état (enflé, raide, bloqué) et un point de départ dans le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aggrave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Ça élance dès que je plie la jambe. » — Le geste qui déclenche vaut plus qu'une longue description.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chiffre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Six quand je marche, deux quand je reste assis. » — Deux chiffres, pour le mouvement et le repos.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d'état les plus utiles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enflé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volume a augmenté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raide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ne plie plus comme avant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bloqué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ne bouge plus du tout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engourdi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sent presque plus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chaud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peau est plus chaude qu'ailleurs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seul de ces mots remplace trois phrases d'explication.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QUAND ON NE COMPREND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de répéter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Pardon, est-ce que vous pouvez répéter, s'il vous plaît ? » — Toujours correct, jamais impoli.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plus lentement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Est-ce que vous pouvez parler plus lentement ? » — Personne ne le prend mal, et tout le monde ralentit.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le sens d'un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Qu'est-ce que ça veut dire, une ordonnance ? » — Nommer le mot exact qu'on n'a pas compris fait gagner du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Vérifier qu'on a compris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Donc je dois revenir dans une semaine, c'est bien ça ? » — Reformuler ce qu'on a compris est la meilleure vérification.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Construisez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Assemblez les quatre informations en une seule phrase orale.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Cheville droite · enflée · depuis hier soir · mal quand on marche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Bas du dos · bloqué · depuis trois jours · mal quand on se penche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Épaule gauche · raide · depuis une semaine · mal quand on lève le bras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Poignet droit · engourdi · depuis ce matin · mal quand on tape au clavier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Construisez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Cheville droite · enflée · depuis hier soir · mal quand on marche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la cheville droite enflée depuis hier soir, ça fait mal quand je marche.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Bas du dos · bloqué · depuis trois jours · mal quand on se penche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le bas du dos bloqué depuis trois jours, ça élance quand je me penche.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Épaule gauche · raide · depuis une semaine · mal quand on lève le bras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l'épaule gauche raide depuis une semaine, ça tire quand je lève le bras.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Poignet droit · engourdi · depuis ce matin · mal quand on tape au clavier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le poignet droit engourdi depuis ce matin, ça pique quand je tape.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au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pose les quatre questions, l'autre répond.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SILENCE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est-ce que vous pouvez répéter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d'élèves se taisent quand ils n'ont pas compris, par gêne. Le silence est interprété comme un accord : l'infirmière passe à la suite et l'information est perdue. Demander de répéter n'est pas un aveu de faiblesse, c'est la seule façon d'obtenir la bonne information.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je ne comprends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L'infirmière parle vite et emploie un mot difficile. Réagissez.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avez une tendinite, je vous réfère en physio.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Prenez ça deux fois par jour, à jeun.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Revenez si ça ne s'améliore pas d'ici quarante-huit heures.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avez besoin d'une ordonnance renouvelée.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je ne comprends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avez une tendinite, je vous réfère en physio.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Qu'est-ce que ça veut dire, une tendinite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Prenez ça deux fois par jour, à jeun.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Pardon, qu'est-ce que ça veut dire, à jeun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Revenez si ça ne s'améliore pas d'ici quarante-huit heures.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Donc je reviens dans deux jours si c'est pareil, c'est bien ça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avez besoin d'une ordonnance renouvelée.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que vous pouvez parler plus lentement, s'il vous plaît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ou dites à votre voisin votre phrase de trente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quatre informations : endroit et côté, depuis quand, ce qui aggrave, le chiffre.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ensuite sur le billet celle des quatre que vous avez oubliée.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