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Ton différent des autres : on ne présente rien de nouveau. Laisser beaucoup de place aux questions restées en suspens.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Cacher la colonne de droite et faire donner les définitions par le groupe. Puis l'inverse : cacher la gauche et faire retrouver les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Vérifier que chacun sait ce qu'est le 811 et l'a noté dans son téléphone. C'est le savoir le plus utile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une phrase complète avec chaque mot, en lien avec une situation réelle de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retrouver la règle avant d'afficher la colonne du milieu. Ce qui ne revient pas est ce qu'il faut retravailler.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dernière colonne. Le module reste ouvert dans le portail : chacun peut y revenir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chacun lequel des quatre gestes lui paraît le plus solide, et lequel le moins. Personne ne doit répondre « tous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individuel, cahier fermé, cinq minutes. Corriger ensemble sans compter les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colonne de droite n'est pas une correction : c'est l'adresse où retourner. Le dire clairement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module. Ces billets valent mieux qu'un examen : ils disent ce qui est vraiment passé de la classe à la vie.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E2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Dernière séance du module. On rassemble le vocabulaire, on revoit les savoirs travaillés, et chacun fait le point sur ce qu'il est maintenant capable de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Consulter au bon endroit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revoir les mots essentiels du module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les savoirs travaillés et savoir où chacun sert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capable de faire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retourner chercher ce qui n'est pas encore acquis.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corps et la douleur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57251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enflé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9520" y="2121408"/>
            <a:ext cx="74794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Qui a augmenté de volume à cause d'une blessure.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57251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élancer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79520" y="2778252"/>
            <a:ext cx="74794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Faire une douleur vive et répétée, par à-coups.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57251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inflammation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9520" y="3435096"/>
            <a:ext cx="74794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réaction du corps qui cause douleur et enflure.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57251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tendon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9520" y="4091939"/>
            <a:ext cx="74794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partie qui attache un muscle à un os.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57251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articulation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79520" y="4748784"/>
            <a:ext cx="74794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L'endroit où deux os se rejoignent et se plient.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57251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ligament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79520" y="5405628"/>
            <a:ext cx="74794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qui tient deux os ensemble à une articulation.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réseau de la santé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436016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clinique sans rendez-vous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67172" y="2121408"/>
            <a:ext cx="569183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clinique où on consulte sans avoir réservé.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436016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triage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67172" y="2909620"/>
            <a:ext cx="569183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L'étape où une infirmière évalue la gravité des cas.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436016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carte d'assurance maladie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7172" y="3697833"/>
            <a:ext cx="569183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carte qui donne accès aux soins gratuits.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436016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référer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67172" y="4486046"/>
            <a:ext cx="569183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Envoyer un patient vers un autre professionnel.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436016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physiothérapie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67172" y="5274259"/>
            <a:ext cx="569183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Des soins avec des exercices pour retrouver ses mouvements.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médicaments et les papiers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8056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ordonnance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12692" y="2121408"/>
            <a:ext cx="724631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du médecin pour obtenir un médicament.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8056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billet de repos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12692" y="2909620"/>
            <a:ext cx="724631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papier du médecin qui autorise à ne pas travailler.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8056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comprimé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12692" y="3697833"/>
            <a:ext cx="724631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médicament solide, en petit disque, à avaler.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8056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traitement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2692" y="4486046"/>
            <a:ext cx="724631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L'ensemble des doses à prendre, du début à la fin.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8056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effet secondaire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12692" y="5274259"/>
            <a:ext cx="724631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effet non désiré causé par un médicament.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RÉVISION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974592"/>
          </a:xfrm>
          <a:prstGeom prst="roundRect">
            <a:avLst>
              <a:gd name="adj" fmla="val 368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Les sons nasaux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trois sons, trois positions de bouche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69920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La cause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69920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ce qui suit décide du mot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69920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675887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La 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675887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est-ce que, ou un mot au début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675887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3220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450080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Le présent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450080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on regarde le sujet, pas le 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450080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82803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95604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66534"/>
                </a:solidFill>
                <a:latin typeface="Verdana"/>
              </a:rPr>
              <a:t>La négation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95604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deux morceaux autour du verbe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95604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RÉVISION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module, suite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99232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66534"/>
                </a:solidFill>
                <a:latin typeface="Verdana"/>
              </a:rPr>
              <a:t>Le pluriel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 partout, sauf -al et -eau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86816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66534"/>
                </a:solidFill>
                <a:latin typeface="Verdana"/>
              </a:rPr>
              <a:t>L'obligation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86816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devoir désigne, il faut ne désigne pas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86816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44728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57530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66534"/>
                </a:solidFill>
                <a:latin typeface="Verdana"/>
              </a:rPr>
              <a:t>Le formulaire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57530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groupes de mots, pas des phrases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57530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154423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282439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66534"/>
                </a:solidFill>
                <a:latin typeface="Verdana"/>
              </a:rPr>
              <a:t>Le courriel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282439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objet, nom, numéro, depuis quand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282439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047488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303520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Huit savoirs pour un module. Chacun renvoie à une séance : c'est là qu'il faut retourner si la règle ne revient pas.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LES QUATRE GESTES DU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faire maintenant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Choisir la bonne porte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Urgence, clinique sans rendez-vous, médecin de famille, ou 811. La question n'est pas « est-ce que ça fait mal » mais « est-ce que ça peut s'aggraver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Décrire une douleur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L'endroit avec le côté, depuis quand, ce qui aggrave, le chiffre sur dix. Quatre informations, trente secondes.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Comprendre les consignes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diagnostic, l'arrêt de travail, la référence, les soins à la maison. Et les chiffres : vingt minutes, trois fois, quatre jours.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Demander par écrit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 courriel avec un objet clair, votre nom, votre numéro, et depuis quand ça dure.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BILAN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Donnez le mot qui correspond à la définition.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L'étape où une infirmière évalue la gravité des cas.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papier du médecin pour obtenir un médicament.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Faire une douleur vive et répétée.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Envoyer un patient vers un autre professionnel.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partie qui attache un muscle à un os.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numéro à composer quand on ne sait pas quoi faire.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L'étape où une infirmière évalue la gravité des cas.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triage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papier du médecin pour obtenir un médicament.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ordonnance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Faire une douleur vive et répétée.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élancer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Envoyer un patient vers un autre professionnel.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référer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partie qui attache un muscle à un os.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tendon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numéro à composer quand on ne sait pas quoi faire.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811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BILAN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énoncé : je sais faire, presque, ou pas encore.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dire où j'ai mal, de quel côté et depuis quand.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choisir entre l'urgence et la clinique.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expliquer pourquoi je consulte, avec « parce que ».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poser une question au médecin.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lire une étiquette de médicament.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 courriel pour un rendez-vous.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dire où j'ai mal, de quel côté et depuis quand.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A1, A3, B4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choisir entre l'urgence et la clinique.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A4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expliquer pourquoi je consulte, avec « parce que ».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B2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poser une question au médecin.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B3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lire une étiquette de médicament.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C4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 courriel pour un rendez-vous.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E1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un mot du module que vous avez déjà employé en dehors de la classe.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À la pharmacie, chez le médecin, au téléphone, avec un collègue.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S'il n'y en a aucun, nommez celui que vous emploierez cette semaine.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Consulter au bon endroit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