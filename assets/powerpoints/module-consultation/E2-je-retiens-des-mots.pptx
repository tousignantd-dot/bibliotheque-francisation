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 par le groupe. Puis l'inverse : cacher la gauche et faire retrouver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que chacun sait ce qu'est le 811 et l'a noté dans son téléphone. C'est le savoir le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complète avec chaque mot, en lien avec une situation réelle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gestes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valent mieux qu'un examen : ils disent ce qui est vraiment passé de la classe à la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E2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 travaillés,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corps et la douleur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enflé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520" y="2121408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a augmenté de volume à cause d'une blessure.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520" y="2778252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une douleur vive et répétée, par à-coups.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inflammation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3435096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réaction du corps qui cause douleur et enflure.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tendon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9520" y="4091939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qui attache un muscle à un 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articulation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9520" y="4748784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deux os se rejoignent et se plient.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572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ligament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9520" y="5405628"/>
            <a:ext cx="747948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tient deux os ensemble à une articulation.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réseau de la santé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601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clinique sans 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7172" y="2121408"/>
            <a:ext cx="5691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clinique où on consulte sans avoir réservé.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3601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7172" y="2909620"/>
            <a:ext cx="5691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L'étape où une infirmière évalue la gravité des cas.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3601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carte d'assurance maladie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7172" y="3697833"/>
            <a:ext cx="5691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qui donne accès aux soins gratuits.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3601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référer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7172" y="4486046"/>
            <a:ext cx="5691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Envoyer un patient vers un autre professionnel.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3601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physiothérapie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7172" y="5274259"/>
            <a:ext cx="5691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Des soins avec des exercices pour retrouver ses mouvements.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médicaments et les papiers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056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2692" y="2121408"/>
            <a:ext cx="72463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du médecin pour obtenir un médicament.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8056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de repos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2692" y="2909620"/>
            <a:ext cx="72463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papier du médecin qui autorise à ne pas travailler.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8056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comprimé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2692" y="3697833"/>
            <a:ext cx="72463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médicament solide, en petit disque, à avaler.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8056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traitement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2692" y="4486046"/>
            <a:ext cx="72463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doses à prendre, du début à la fin.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8056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effet secondaire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2692" y="5274259"/>
            <a:ext cx="724631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effet non désiré causé par un médicament.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Les sons nasaux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sons, trois positions de bouche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La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suit décide du mot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La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675887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que, ou un mot au début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675887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 présent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regarde le sujet, pas le 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8280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La négation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morceaux autour du verbe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66534"/>
                </a:solidFill>
                <a:latin typeface="Verdana"/>
              </a:rPr>
              <a:t>Le pluriel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 partout, sauf -al et -eau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66534"/>
                </a:solidFill>
                <a:latin typeface="Verdana"/>
              </a:rPr>
              <a:t>L'obligation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devoir désigne, il faut ne désigne 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66534"/>
                </a:solidFill>
                <a:latin typeface="Verdana"/>
              </a:rPr>
              <a:t>Le formulaire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groupes de mots, pas des phrases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66534"/>
                </a:solidFill>
                <a:latin typeface="Verdana"/>
              </a:rPr>
              <a:t>Le courriel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objet, nom, numéro, depuis quand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Huit savoirs pour un module. Chacun renvoie à une séance : c'est là qu'il faut retourner si la règle ne revient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Choisir la bonne 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Urgence, clinique sans rendez-vous, médecin de famille, ou 811. La question n'est pas « est-ce que ça fait mal » mais « est-ce que ça peut s'aggraver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Décrire une douleur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L'endroit avec le côté, depuis quand, ce qui aggrave, le chiffre sur dix. Quatre informations, trente secondes.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Comprendre les consignes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diagnostic, l'arrêt de travail, la référence, les soins à la maison. Et les chiffres : vingt minutes, trois fois, quatre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Demander par écrit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courriel avec un objet clair, votre nom, votre numéro, et depuis quand ça dure.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L'étape où une infirmière évalue la gravité des 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papier du médecin pour obtenir un médicament.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une douleur vive et répétée.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Envoyer un patient vers un autre professionnel.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partie qui attache un muscle à un 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à composer quand on ne sait pas quoi faire.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L'étape où une infirmière évalue la gravité des cas.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papier du médecin pour obtenir un médicament.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ordonnance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une douleur vive et répétée.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élancer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Envoyer un patient vers un autre professionnel.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référer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partie qui attache un muscle à un 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tendon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à composer quand on ne sait pas quoi faire.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811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où j'ai mal, de quel côté et depuis quand.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choisir entre l'urgence et la clinique.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expliquer pourquoi je consulte, avec « parce que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poser une question au médecin.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une étiquette de médicament.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courriel pour un rendez-vous.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où j'ai mal, de quel côté et depuis quand.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A1, A3, B4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choisir entre l'urgence et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A4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expliquer pourquoi je consulte, avec « parce que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poser une question au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une étiquette de médicament.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C4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courriel pour un rendez-vous.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 mot du module que vous avez déjà employé en dehors de la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pharmacie, chez le médecin, au téléphone, avec un collègue.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aucun, nommez celui que vous emploierez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