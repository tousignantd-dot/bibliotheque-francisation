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écrite. Écrire les deux phrases du chapeau au tableau et demander laquelle est correcte. Réponse : les deux — c'est le point de départ, pas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 et l'y laisser toute la séance. Les élèves y reviendront à chaque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sujet et le verbe de la troisième ligne. C'est ce repérage, et lui seul, qui décide du mot de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Mettre les deux tableaux côte à côte au tableau noir. La différence tient à un seul mot : « est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ce test à voix haute sur cinq exemples inventés par le groupe avant de passer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celle que les élèves aiment le plus. Faire produire une phrase avec « grâce à » sur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faisant nommer le verbe conjugué chaque fois qu'il y en a un. Ne jamais corriger par « ça se dit comme ça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l'erreur au tableau, faire trouver le verbe, puis corriger avec le groupe. Cette diapo mérite dix minutes à elle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transformer chaque phrase de l'exercice précédent dans l'autre construction. C'est l'exercice qui installe vraiment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difficile : il demande de créer ou de supprimer un verbe. Laisser cinq minutes et circuler.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phrase correcte, même avec un autre mot de cause que celui du corrigé — pourvu que la construction suive ce qui vient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 et rendre à la séance suivante : cette notion demande une rétroaction individuelle.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pourquoi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consulte parce que mon genou est enflé » ou « à cause de mon genou enflé » ? Les deux existent, et le choix ne dépend pas du sens. Il dépend de ce qui suit.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parce que, à cause de et car selon ce qui suit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phrase complète et un simple groupe du nom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pourquoi on consulte, en une phrase juste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lequel des trois s'écrit et lequel se 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suit décide : une phrase complète, ou un simple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Parce que et car sont suivis d'un sujet et d'un verbe conjugué. À cause de est suivi d'un nom, jamais d'un verbe conjugué. Le sens des trois est le même ; la construction ne l'est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parce que + une phrase complète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résultat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consulte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arrive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de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parce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annonce une phrase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complète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genou est enflé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sujet + verbe conjugué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entière : « Je consulte parce que mon genou est enflé. » « Parce que » répond directement à la question « pourquoi ?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cause de + un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résultat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boite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arrive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de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cause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annonce un nom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nom, pas une phrase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douleur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 verbe conjugué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entière : « Je boite à cause de la douleur. » Comparez les deux tableaux : seule la troisième ligne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TEST QUI TRANCHE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un verbe conjugué. S'il y en a un, c'est parce que. S'il n'y en a pas, c'est à cause 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mon genou est enflé » contient « est » : parce que. « mon genou enflé » n'en contient pas : à cause de. Le test fonctionne dans tous les cas, sans exception.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n'est pas dans la règle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car » s'écrit, ne se dit 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Car fonctionne comme parce que — une phrase complète le suit — mais il appartient à l'écrit. Ne jamais commencer une réponse orale par « car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Jamais en début de 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Parce que j'ai mal, je consulte » est lourd et rare. En français courant, la cause vient après le résultat, pas avant.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À cause de : la forme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Devant le, à cause de devient « à cause du » ; devant les, « à cause des ». À cause du travail, à cause des boîtes.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Grâce à, pour une bonne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À cause de » sous-entend souvent un problème. Quand la cause est heureuse, on dit « grâce à » : grâce à la physiothérapie, je marche mieux.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Parce que ou à cause 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Utilisez le test : y a-t-il un verbe conjugué après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à la clinique ___ j'ai mal au genou.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peut pas courir ___ son inflammation.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est pleine ___ beaucoup de gens sont malades.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porte une attelle ___ sa blessure au poignet.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travaille pas, ___ il doit se reposer.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boite ___ la douleur au genou.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Parce que ou à cause 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à la clinique ___ j'ai mal au genou.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parce que — « j'ai » est un verbe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peut pas courir ___ son inflammation.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cause de — un nom seul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est pleine ___ beaucoup de gens sont malades.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parce que — « sont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porte une attelle ___ sa blessure au poignet.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cause de — un nom seul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travaille pas, ___ il doit se reposer.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car — à l'écrit, ou parce 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boite ___ la douleur au genou.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cause de — un nom seul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boite à cause de j'ai 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boite parce que j'ai 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mal » est une phrase : un sujet, un verbe conjugué. « À cause de » ne peut pas l'introduire. C'est l'erreur la plus courante du module, et elle vient de ce qu'on traduit le sens sans regarder la construction.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DANS L'AUTRE 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consulte parce que mon genou enflé.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consulte à cause de mon genou enflé.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Mon genou enflé » n'a pas de verbe conjugué : ce n'est pas une phrase, c'est un groupe du nom. Il lui faut « à cause de ». Le même contenu peut s'écrire des deux façons — il suffit d'ajouter ou d'enlever le verbe.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Passez de « parce que » à « à cause de », ou l'inverse.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consulte parce que mon genou est enflé.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est fatigué à cause de son travail de 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ne marche pas parce que sa cheville est blessée.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03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043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L'attente est longue à cause du nombre de patients.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consulte parce que mon genou est enflé.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consulte à cause de mon genou enflé.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est fatigué à cause de son travail de nuit.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 est fatigué parce qu'il travaille de 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ne marche pas parce que sa cheville est blessée.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Elle ne marche pas à cause de sa cheville blessée.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03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043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L'attente est longue à cause du nombre de patients.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L'attente est longue parce qu'il y a beaucoup de patients.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Expliquez votre consultation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pourquoi vous consultez. Une phrase, un mot de cause.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le dos bloqué depuis trois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enfant a de la fièvre.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dormez plus depuis une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douleur au poignet vous empêche de travailler.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Expliquez votre consultation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le dos bloqué depuis trois jours.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consulte parce que mon dos est bloqué depuis trois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enfant a de la fièvre.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viens à cause de la fièvre de mon enfant.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dormez plus depuis une semaine.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consulte parce que je ne dors plus depuis une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douleur au poignet vous empêche de travailler.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ne travaille pas, car j'ai une douleur au poignet.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: une avec « parce que », une avec « à cause de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deux doivent parler de santé ou de consultation.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verbe conjugué dans la première, et le nom dans la seconde.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