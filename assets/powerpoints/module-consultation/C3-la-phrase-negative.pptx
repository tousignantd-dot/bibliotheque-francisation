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tout de suite à A1 : Rosalie décide d'envoyer Yannick à la clinique et non à l'urgence à cause de deux négations — pas de fièvre, pas de rougeur.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avec le verbe encadré par deux traits. L'image visuelle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au groupe une situation de santé pour chacune des trois. « Je ne fume plus » est l'exemple qui vient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ligne : « ne » devient « n' » devant « ai ». C'est le sujet de la diapo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« je ne ai pas » à voix haute : le groupe entendra lui-même que c'est impossible à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est celle qui compte le plus : c'est l'erreur la plus fréquente à l'écrit, et elle apparaît dans toutes les consultations.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2, 4 et 6 contiennent la transformation « des, de la » en « de ». Les corriger ensemble, à la fin, pour que le groupe voie le motif.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insister sur l'exception — la règle principale suffit à ce niveau. La mentionner seulement si un élève la soulève.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dialogue de C1 toutes les négations. Il y en a deux, et une seule prend l'apostrophe.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un mot de la phrase : « depuis », « a arrêté », « de ma vie ». Le sens est dans le contexte, pas dans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consigne « ajoutez une précision » est le vrai exercice : une réponse négative sèche ferme la conversation, une réponse négative précisée l'ouvre.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la transformation « des » en « de ». C'est l'erreur qui subsiste le plus longtemps, bien après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phrase négative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pas de fièvre » est peut-être la phrase la plus utile de toute une consultation. Ce que vous n'avez pas compte autant que ce que vous avez.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phrase négative avec ne … pas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ne … pas, ne … plus et ne … jamais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n' devant une voyelle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« du, de la, des » en « de » après une négation.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négation est en deux morceaux qui encadrent le verbe conjugué.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 » se place juste avant le verbe, le second mot juste après. Je ne travaille pas. Il ne court plus. Elle ne prend jamais. Le verbe est toujours au milieu.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négations, trois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…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non, simplement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travaille pas.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…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c'était vrai avant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court plus.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… 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aucun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ne prend jamais ça.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Plus » suppose un avant et un après. « Jamais » n'admet aucune exception. « Pas » ne dit rien de plus que non.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placent les deux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26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42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8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267" y="2395728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395728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travaille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427" y="2395728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2935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267" y="2935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2935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court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427" y="2935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4267" y="3474720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3474720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7427" y="3474720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014215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4267" y="4014215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847" y="4014215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427" y="4014215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verbe conjugué est toujours entre les deux. Rien d'autre ne se glisse là, sauf un pronom.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UNE VOYELLE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perd son e et devient n' devant un verbe qui commence par une voyelle.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n'ai pas de fièvre. Il n'est pas malade. Elle n'écoute pas. Ce n'est pas un choix de style : c'est automatique, comme « l'hôpital » au lieu de « le hôpital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du, de la, des » deviennent « de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la fièvre devient je n'ai pas de fièvre. Je prends des médicaments devient je ne prends pas de médicaments. Une règle à part, très fréquente.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 « ne » disparaît à l'oral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pas mal » s'entend partout au Québec. C'est correct entre amis, mais à l'écrit et devant un professionnel, gardez le « ne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Deux négations dans une phrase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prends plus jamais ce médicament » est possible : plus et jamais se combinent. Mais « pas » ne se combine avec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Ne … rien, ne …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construction : je ne sens rien, je ne connais personne ici. Le second morceau change, la place ne change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Utilisez ne … pas. Attention aux voyelles.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peut plier la jambe.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la fièvre.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travaille cette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soulève des charges.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sommes en retard.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prenez des médicaments.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peut plier la jambe.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ne peut pas plier la jambe.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la fièvre.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n'ai pas de fièvre.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travaille cette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ne travaille pas cette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soulève des charges.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Yannick ne soulève pas de charges.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sommes en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ne sommes pas en retard.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prenez des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ne prenez pas de médicaments.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DES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prends pas des médicaments.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prends pas de médicaments.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une négation, « du », « de la » et « des » deviennent tous « de ». C'est vrai pour la quantité, pas pour l'identité : « ce n'est pas du sucre, c'est du sel » reste correct, parce qu'on identifie au lieu de compter.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N'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ai pas 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verbe qui commence par une voyelle, « ne » devient toujours « n' ». Cela vaut pour ai, es, est, ai, écoute, examine — et pour « en » et « y » quand ils précèdent le verbe.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Pas, plus ou jamais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négation qui convient au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arrêté de courir après sa blessure. Il ne court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refuse ce médicament depuis toujours. Elle n'en prend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je ne travaille 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l'opération, il ne soulève ___ de charges lourdes.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___ eu de fracture de ma vie.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Pas, plus ou jamais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arrêté de courir après sa blessure. Il ne court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refuse ce médicament depuis toujours. Elle n'en prend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jamais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je ne travaille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l'opération, il ne soulève ___ de charges lourdes.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___ eu de fracture de ma vie.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jamais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négativement au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Phrase complète, et ajoutez une précision utile.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avez de la fièvre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prenez des médicaments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pouvez plier la jambe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Avez-vous déjà eu une fracture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négativement au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avez de la fièvre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Non, je n'ai pas de fièvre, mais j'ai eu froid cette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prenez des médicaments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Non, je ne prends pas de médicaments en ce moment.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pouvez plier la jambe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Non, je ne peux plus la plier depuis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Avez-vous déjà eu une fracture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Non, je n'ai jamais eu de fracture.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négatives sur votre santé.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ne … pas, une avec ne … plus, une avec ne … jamais.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doit contenir « de » à la place de « du, de la, des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