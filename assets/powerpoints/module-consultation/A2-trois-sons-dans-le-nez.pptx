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graphie-phonie. Commencer bouche fermée : dire les trois mots sans les écrire et demander au groupe s'il entend une différence. Beaucoup répondront non — c'est le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sons sont nommés par leurs lettres, pas par des symboles phonétiques : c'est une notation que l'élève peut réécrire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poser un doigt sur le nez pendant qu'on dit « dent » puis « dais » : la vibration se sent au premier mot, pas au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mots repères au tableau et les y laisser toute la séance. Chaque fois qu'un élève hésite, on revient à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les trois positions en même temps par tout le groupe, sans son d'abord, puis avec le son. La quatrième carte est le critère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« tendon » dix fois de suite, lentement, en exagérant l'arrondissement des lèvres sur la deuxième syllabe.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chaque mot deux fois, sans le montrer. Ne pas laisser le groupe voir l'orthographe avant d'avoir répondu : c'est un exercice d'oreille.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des lettres à voix haute avant la colonne des sons : les élèves verront que l'orthographe ne suffit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l'erreur la plus tenace du module. La faire entendre dans une phrase : « le patient passe un examen » contient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mots en alternance, en regardant sa propre bouche dans un téléphone. Cinq allers-retours suffisent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Ici on passe du son à l'écriture : c'est le sens le plus difficile. Laisser chercher deux minutes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debout et lentement. Le groupe n'a le droit de corriger que les sons nasaux, rien d'autre — sinon la lecture s'arrête à chaque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rapidement en circulant. Un élève qui écrit trois mots justes a compris ; celui qui écrit trois fois le même son sera repris en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sons dans le nez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Patient », « front », « médecin » : trois mots de la salle d'attente, trois sons nasaux différents. Les confondre change le mot — et l'orthographe ne prévient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Consulter au bon endroit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son « an », le son « on » et le son « in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quelles lettres écrivent chacun des trois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correctement les mots du module qui les contiennent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finales trompeuses comme « examen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POINT DE DÉPART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voyelle suivie de n ou de m se prononce dans le nez.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français a trois sons nasaux principaux. Ils ne s'écrivent pas comme ils se disent : il faut donc les apprendre par l'oreille avant de les apprendre par les yeux.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sons, leurs lettres, un mot repère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S'ÉCRIT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MOT REPÈRE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son « an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an, am, en, 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son « on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on, 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front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son « in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in, im, ain, ein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mots repères d'une syllabe : dent, front, main. À apprendre par cœur — ils servent de mesure pour tous les autres.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BOUCHE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Comment la bouche fabrique chacun des trois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3B49A0"/>
                </a:solidFill>
                <a:latin typeface="Verdana"/>
              </a:rPr>
              <a:t>Le son « an » — la bouche ouverte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bouche s'ouvre grand et les lèvres restent plates. Le son part du fond. Comme dans dent, jambe, temps, patient.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3B49A0"/>
                </a:solidFill>
                <a:latin typeface="Verdana"/>
              </a:rPr>
              <a:t>Le son « on » — les lèvres arrondies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lèvres se ferment en cercle, comme pour dire « oh ». Comme dans front, nom, tendon, consultation.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3B49A0"/>
                </a:solidFill>
                <a:latin typeface="Verdana"/>
              </a:rPr>
              <a:t>Le son « in » — la bouche presque fermée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C'est le plus aigu des trois. La bouche s'ouvre à peine. Comme dans main, médecin, examen.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3B49A0"/>
                </a:solidFill>
                <a:latin typeface="Verdana"/>
              </a:rPr>
              <a:t>Le test du miroir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 les lèvres s'arrondissent, c'est « on ». Si la bouche s'ouvre sans s'arrondir, c'est « an ». Si elle reste presque fermée, c'est « in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MOT QUI CONTIENT DEUX DES TROIS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Tendon : la première syllabe fait « an », la deuxième fait « on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Ten-don. Si vous entendez la différence entre les deux syllabes de ce mot, vous l'entendrez partout ailleurs. C'est le meilleur exercice de la séance, et il tient en un mot.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mot, écrivez « an », « on » ou « in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patient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tendon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jambe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front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consultation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patient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tendon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an » puis « on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jambe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front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on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nom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on 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consultation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on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module, classés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LETTRES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patient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« an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6816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jambe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6816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« an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6816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34060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médecin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34060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« in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34060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in final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81304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examen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81304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« in 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81304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final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28548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consultation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28548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« on 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28548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050536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306568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Examen » et « patient » se terminent par les mêmes lettres et ne se prononcent pas pareil : c'est le piège de la séance.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PIÈGE DE « EXAMEN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exa-min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examen — la finale se dit comme « main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finale « -en » de « examen » fait le son « in ». Mais la finale « -ent » de « patient » fait le son « an ». Deux orthographes très proches, deux sons différents : il faut retenir le mot entier, pas une règle.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PIÈGE DE « FRONT » ET « FRANC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franc, quand on veut dire front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front — les lèvres arrondies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on » et « an » se ressemblent à l'oreille d'un débutant. Le seul critère fiable est la position des lèvres : arrondies en cercle pour « on », plates et ouvertes pour « an ». L'oreille suit la bouche, pas l'inverse.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les bonnes lettres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groupe de lettres par trou : an, en, am, om, on, in ou 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méd___ (le professionnel)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t___d___ (ce qui attache le muscle)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j___be (au-dessus du genou)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m___ (au bout du bras)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n___ (comment on s'appelle)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consultati___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les bonnes lettres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méd___ (le professionnel)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médecin —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t___d___ (ce qui attache le muscle)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tendon — en puis 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j___be (au-dessus du genou)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jambe — 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m___ (au bout du bras)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main — 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n___ (comment on s'appelle)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nom — 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consultati___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consultation — 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lit une phrase. Le groupe dit si les sons nasaux sont justes.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patient attend son examen depuis longtemps.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médecin examine le tendon de sa jambe.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prend son nom à la consultation.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patient attend son examen depuis longtemps.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an · in · 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médecin examine le tendon de sa jambe.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 · an puis on · 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prend son nom à la consultation.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· an · on · 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du module : un avec « an », un avec « on », un avec « in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les lettres qui font le son nasal dans chaque mot.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dent » — le son « an », lettres « en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Consulter au bon endroit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