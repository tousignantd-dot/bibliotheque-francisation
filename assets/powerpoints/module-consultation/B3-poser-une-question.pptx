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Ouvrir en demandant au groupe : quelle question auriez-vous posée à l'infirmière ? Noter les questions au tableau, même mal formées. On les corrigera ensemble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personne n'a besoin des trois pour se faire comprendre. Mais il faut comprendre les trois, parce que le personnel les utilise toutes.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fabriquer cinq questions par le groupe à partir de cinq phrases affirmatives, en ajoutant simplement « est-ce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mots couvrent presque toutes les questions d'un patient. Les faire copier dans le cahier avec un exemple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corriger oralement cinq questions mal placées. C'est une erreur d'ordre, pas de vocabulaire : elle se corrige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un conseil pratique : faire écrire ses questions avant le rendez-vous, sur papier ou dans le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question correcte qui appelle cette réponse. Faire remarquer que les réponses en oui/non appellent « est-ce que », les autres un mot interrogatif.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introduit « est-ce qu' » devant une voyelle. Le signaler sans en faire une règle nouvelle : c'est la même élision que « je n'ai pas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 chez les élèves qui viennent d'apprendre l'inversion. La montrer, puis passer vite : c'est une erreur qui disparaît d'elle-même une fois 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questions sont celles qu'un patient devrait toujours poser. Les faire copier dans le cahier : elles servent en E1 et hors du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Relire les questions notées au tableau en début de séance et les corriger avec le groupe : c'est la meilleure fin possible pour cette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Poser une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L'infirmière pose sept questions à Yannick, et il n'en pose aucune. Pourtant c'est le patient qui repart avec ses doutes. Trois constructions suffisent pour les poser toutes.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Consulter au bon endroit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avec « est-ce que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avec un mot interrogatif : où, quand, combien, comment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l'inversion, que les professionnels emploient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la construction selon la personne à qui on parle.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poser une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Est-ce 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vous avez mal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toujours, à l'oral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Mot interrogatif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est la douleur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un détail précis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Avez-vous de la fièvre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poli, plutôt à l'écrit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sont correctes. La première fonctionne partout : c'est celle à maîtriser d'abord.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CONSTRUCTION LA PLUS SÛRE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+ une phrase normale, sans rien changer d'autre.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Vous avez mal » devient « Est-ce que vous avez mal ? ». Le sujet reste devant le verbe, l'ordre des mots ne bouge pas. C'est la seule construction qui ne demande aucune transformation.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interrogatifs utiles en consultation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108704"/>
          </a:xfrm>
          <a:prstGeom prst="roundRect">
            <a:avLst>
              <a:gd name="adj" fmla="val 35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CHERCHE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où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lieu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Où est la douleur 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18460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depuis quand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18460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moment de départ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18460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Depuis quand avez-vous mal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26180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combien de temps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726180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durée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726180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Combien de temps dure la douleur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4058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533900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comment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533900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manière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533900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Comment se comporte la douleur 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52136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534162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pourquoi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534162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cause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534162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Pourquoi faut-il de la glace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DE PLACE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interrogatif se met au début, jamais à la fin.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Où avez-vous mal ? » et non « Vous avez mal où ? ». La seconde s'entend entre amis, mais devant un professionnel de la santé, le mot interrogatif ouvre la question.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faut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L'inversion : à comprendre, pas à produire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Avez-vous mal ? » — le sujet passe après le verbe, avec un trait d'union. Le personnel l'emploie souvent. Vous n'êtes pas obligé de l'employer.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La question par le 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Vous avez mal ? » avec la voix qui monte à la fin. Correct entre proches ; à éviter avec un professionnel, qui l'entendra comme familier.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Répondre à une question fermée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question en « est-ce que » attend oui ou non. Mais ajoutez toujours une précision : « Non, mais j'ai eu froid toute la nuit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Poser sa question à la fin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meilleur moment pour poser ses questions est juste avant de sortir, quand le médecin demande « avez-vous des questions ? ». Préparez-les d'avance.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réponse est donnée. Quelle question a été posée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J'ai mal depuis cette nuit.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La douleur est au genou droit.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Non, je n'ai pas de fièvre.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Environ six sur dix.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Trois fois par jour, vingt minutes.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J'ai mal depuis cette nuit.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Depuis quand avez-vous mal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La douleur est au genou droit.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Où est la douleur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Non, je n'ai pas de fièvre.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Est-ce que vous avez de la fièvre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Environ six sur dix.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Sur une échelle de un à dix, où se situe la douleur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Trois fois par jour, vingt minutes.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Combien de fois faut-il mettre de la glace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Transformez en question avec « est-ce que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N'ajoutez rien d'autre, ne changez pas l'ordre des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de la fièvre.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peux retourner travailler demain.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clinique ouvre à sept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apporter la carte d'assurance maladie.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Transformez en question avec « est-ce que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de la fièvre.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vous avez de la fièvre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peux retourner travailler demain.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peux retourner travailler demain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clinique ouvre à sept heures.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la clinique ouvre à sept heures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apporter la carte d'assurance maladie.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qu'il faut apporter la carte d'assurance maladie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MÉLANGE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Est-ce que avez-vous mal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Est-ce que vous avez mal ? OU Avez-vous mal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combine jamais les deux constructions. « Est-ce que » exige l'ordre normal — sujet puis verbe. L'inversion se fait seule. Choisir l'une des deux, jamais les deux ensemble.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 à poser au médecin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chaque question. Utilisez la construction de votre choix.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4561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962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voulez savoir si vous pouvez travailler.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5307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512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152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00755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voulez savoir combien de temps ça va durer.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0920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568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208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06368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voulez savoir quand revenir.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56532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958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98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11980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voulez savoir si le médicament se prend avec de la nourriture.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288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347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987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842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voulez savoir ce qu'il faut éviter de faire.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 à poser au médecin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4561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962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voulez savoir si vous pouvez travailler.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Est-ce que je peux retourner travailler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5307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512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152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00755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voulez savoir combien de temps ça va durer.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Combien de temps est-ce que ça va durer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0920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568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208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06368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voulez savoir quand revenir.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Quand est-ce que je dois revenir vous voir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56532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958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98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11980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voulez savoir si le médicament se prend avec de la nourriture.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Est-ce que je dois prendre le médicament avec de la nourriture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288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347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987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842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Vous voulez savoir ce qu'il faut éviter de faire.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Qu'est-ce que je dois éviter de faire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questions que vous poseriez à un médecin.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est-ce que », une avec un mot interrogatif, une au choix.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Elles doivent porter sur une vraie situation, la vôtre ou une inventée.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Consulter au bon endroit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