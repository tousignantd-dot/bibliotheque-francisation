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conjugaison. Commencer par faire dire au groupe cinq phrases sur son état en ce moment. Relever les verbes employés au tableau : ce seront presque toujours avoir, être et pouvoir.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que le passé composé viendra plus tard, au module 2. Ici, tout se dit au présent.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plus grand groupe de verbes du français. Faire remarquer que quatre formes sur six se prononcent pareil : je, tu, il et ils. La différence est écrite, pas entendue.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 de la séance. La laisser affichée pendant les deux premiers 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verbes, dix-huit formes. Ce sont les trois verbes les plus fréquents du français : ce qui est appris ici sert partout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surprend souvent. Faire trouver d'autres exemples : « je pars demain », « le médecin arrive dans dix minutes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est celle qui décide : sujet pluriel, terminaison -ent qu'on n'entend pas. Faire souligner le sujet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« nous soulevons » à voix haute cinq fois. L'oreille corrige ici mieux que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verbes au tableau. Beaucoup d'élèves écrivent « je veut » aussi : la même correction règle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lecture, pas d'écriture : on part de la terminaison pour retrouver le sujet. C'est le sens inverse de l'exercice précédent, et il installe la règle plus solidement.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au tableau par quatre élèves différents. Corriger seulement la terminaison du verbe, rien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terminaisons seulement. Les rendre à la séance suivante, avant l'exercice de négation : c'est la même conjugaison qui 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présent de l'indicatif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 mal », « je suis fatigué », « je peux marcher » : trois phrases de consultation, trois verbes irréguliers. Le présent est le temps de la salle d'attente.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conjuguer un verbe régulier en -er aux six personnes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conjuguer avoir, être et pouvoir sans hésiter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la terminaison qu'on n'entend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présent pour décrire un symptôme actuel.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TEMPS DE MAINTENANT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présent dit ce qui est vrai en ce moment : un symptôme, un état, une habitude.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premier temps de toute consultation. Yannick l'emploie d'un bout à l'autre : « j'ai mal », « je ne peux pas plier », « nous sommes dans la salle d'attente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réguliers en -er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TERMINAISON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soulève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soulèves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il, 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soulève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soulevons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soulevez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-ez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2688" y="5093207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ils, elles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4794" y="5093207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elles soulèvent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6900" y="5093207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QUI COÛTE LE PLUS DE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terminaisons -e, -es, -e et -ent se prononcent toutes de la même façon.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soulève » et « ils soulèvent » se disent exactement pareil. À l'oral, personne ne peut vous corriger. À l'écrit, c'est l'erreur la plus visible. Il faut donc regarder le sujet, pas écouter le verbe.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verbes irréguliers, à savoir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ÊTRE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POUVOIR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peux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peut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avons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sommes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pouvons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êtes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pouvez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2688" y="5093207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ont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4794" y="5093207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sont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6900" y="5093207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peuvent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n'est pas dans le tableau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Les accents de « soulever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e du radical prend un accent grave quand la terminaison est muette : je soulève, mais nous soulevons. Même chose pour « lever », « emmener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« pouvoir » au je et au 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peux, tu peux — avec un x, jamais un t. Le t apparaît seulement à la troisième personne : il peut.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Le présent pour une habitude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soulève des boîtes toute la soirée » ne décrit pas maintenant, mais chaque soir. Le présent sert aussi à ça.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Le présent pour un futur proche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reviens dans une semaine » se dit au présent, même si c'est dans le futur. Très courant en consultation.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verbe au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le sujet avant d'écrire la terminaison.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(avoir) ___ mal au genou depuis cette nuit.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(être) ___ dans la salle d'attente.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(pouvoir) ___ vous asseoir ici.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employés (soulever) ___ des boîtes toute la soirée.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(prendre) ___ un numéro au triage.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(examiner) ___ le genou.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verbe au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(avoir) ___ mal au genou depuis cette nuit.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(être) ___ dans la salle d'attente.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sommes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(pouvoir) ___ vous asseoir ici.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employés (soulever) ___ des boîtes toute la soirée.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soulèvent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(prendre) ___ un numéro au triage.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prends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(examiner) ___ le genou.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examine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NOUS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Nous soulève des boîtes.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Nous soulevons des boîtes.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sujet « nous » demande toujours la terminaison -ons, dans tous les verbes sauf « être ». C'est une terminaison qui s'entend : si vous la prononcez, vous ne l'oublierez pas à l'écrit.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JE PEUX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peut vous aider.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peux vous aider.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Pouvoir » prend un x au je et au tu, un t seulement au il. C'est une particularité de trois verbes seulement : pouvoir, vouloir, valoir. Elle s'apprend par la forme, pas par une règle générale.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Singulier ou pluriel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écrit. Le sujet est-il singulier ou pluriel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examinent le patient.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examine le patient.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de la fièvre.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peut marcher.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sommes en retard.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es à la clinique.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Singulier ou pluriel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examinent le patient.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PLURIEL — terminaison -ent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examine le patient.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SINGULIER — terminaison -e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de la fièvre.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PLURIEL (ou vouvoiement)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peut marcher.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SINGULIER — terminaison -t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sommes en retard.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PLURIEL — terminaison -ommes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es à la clinique.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SINGULIER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votre état au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situation, verbe conjugué correctement.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mal au dos depuis ce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et votre collègue êtes fatigués.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voisin ne peut pas marcher.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Vos collègues soulèvent des charges tous les jours.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votre état au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mal au dos depuis ce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mal au dos depuis ce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et votre collègue êtes fatigués.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sommes fatigués.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voisin ne peut pas marcher.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ne peut pas marcher.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Vos collègues soulèvent des charges tous les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Ils soulèvent des charges tous les jours.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au présent sur votre état en ce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avoir », une avec « être », une avec un verbe en -er.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la terminaison de chaque verbe.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