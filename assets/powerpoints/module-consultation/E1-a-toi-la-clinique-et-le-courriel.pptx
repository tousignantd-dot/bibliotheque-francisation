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 : c'est une séance de production. Prévoir un tiers de lecture, un tiers d'oral, un tiers d'écrit, et tenir l'horaire.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expliquer la fiche avant l'exercice : c'est une lecture autonome. Laisser cinq minutes de lecture silencieuse.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vite, en renvoyant chaque fois à la rubrique de la fiche. L'important n'est pas la réponse mais l'endroit où on l'a trouvée.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éléments au tableau avant de lancer l'exercice oral. Les élèves les regarderont ; c'est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par personne. Circuler avec une feuille et noter les quatre éléments manquants les plus fréquents. Ne corriger personne pendant le jeu.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corps du courriel est exactement la production orale de B4. Rien de nouveau n'est demandé : seule la forme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faire copier dans le cahier. Elles réapparaissent au module 3, où l'on écrit à un employeur.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d'écriture individuelle. Circuler et aider sur la forme, pas sur le contenu. Ramasser les copies : elles sont l'évaluation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deux versions côte à côte. Demander laquelle obtiendrait une réponse le jour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cette relecture par le voisin, pas par l'auteur. Une relecture croisée trouve deux fois plus d'oublis.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meilleure préparation à la séance de bilan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la clinique et le courriel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Lire une fiche, décrire une douleur à voix haute, puis écrire à une clinique pour demander un rendez-vous.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fiche-conseil qu'on n'a jamais vue et en tirer les gestes à faire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une douleur à voix haute, sans notes, en trente secondes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de demande de rendez-vous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formules d'ouverture et de clôture d'un courriel.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fiche-conseil sur l'entorse à la cheville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RUBRIQUE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ligaments de la cheville sont étirés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premiers gestes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repos, glace, compression, élever la jambe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À éviter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chaleur, les massages, la marche prolongée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Quand consulter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on ne peut pas mettre de poids sur le pied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sont les mêmes rubriques que la fiche sur la tendinite, en D1. Un contenu nouveau dans une structure connue.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l'entorse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la fiche que vous venez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entorse touche les ligaments.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appliquer de la chaleur le premier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Élever la jambe fait partie des premiers gestes.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peut masser la cheville dès le premier jour.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consulter si on ne peut pas mettre de poids sur le pied.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l'entorse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entorse touche les ligaments.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appliquer de la chaleur le premier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de la glace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Élever la jambe fait partie des premiers gestes.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peut masser la cheville dès le premier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à éviter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consulter si on ne peut pas mettre de poids sur le pied.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L'ORAL · LA PHRASE DE TRENTE SECONDES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L'endroit avec le côté · depuis quand · ce qui aggrave · le chiffre sur dix.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structure travaillée en B4. Elle ne change pas, quelle que soit la douleur ni la personne à qui on parle : infirmière, médecin, pharmacienne, ou le 811 au téléphone.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l'appel au 811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est l'infirmière d'Info-Santé, l'autre appelle.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ouvre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décrivez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questionne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conclut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courriel de demande de rendez-vous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Court et précis : « Demande de rendez-vous — douleur au genou ». La personne qui trie les courriels décide avec l'objet seul.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L'ouverture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Bonjour, » suivi d'une virgule et d'un retour à la ligne. Jamais « Salut », jamais rien du tout.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corps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phrases : qui vous êtes, ce que vous avez, ce que vous demandez. C'est la phrase de trente secondes, mise par écrit.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clôture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Merci de votre réponse. » puis votre nom complet et votre numéro de téléphone. Sans le numéro, personne ne peut vous rappeler.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formules à connaître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ouvrir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Bonjour,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 présenter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Je m'appelle… et je suis patient chez vous.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demander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J'aimerais obtenir un rendez-vous.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remercier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Merci de votre réponse.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votre nom complet et votre numéro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formules qui servent pour tout courriel officiel, pas seulement en santé.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courriel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à huit lignes. Objet, ouverture, corps, clôture,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demandez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COURRIEL TROP COURT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j'ai mal. Merci.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Bonjour, je m'appelle… J'ai la cheville droite enflée depuis deux jours…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courriel sans nom, sans numéro et sans description oblige la clinique à rappeler pour tout demander — ou à ne pas répondre du tout. Les trois phrases du corps ne sont pas de la politesse : ce sont les informations sans lesquelles on ne peut pas vous donner de rendez-vous.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vérifications,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L'objet dit-il de quoi il s'agit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écrit mon nom complet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donné mon numéro de téléphone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dit depuis quand ça dure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verbes sont-ils au bon temps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L'objet dit-il de quoi il s'agit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Demande de rendez-vous — douleur au genou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écrit mon nom complet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prénom et nom de famille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donné mon numéro de téléphone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avec l'indicatif régional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dit depuis quand ça dure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date ou un nombre de jours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verbes sont-ils au bon temps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 pour l'état, passé pour l'accident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savez faire aujourd'hui que vous ne saviez pas faire au début du module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Pensez à la première séance : « Où iriez-vous avec un genou enflé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honnête. Elle n'est pas notée.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