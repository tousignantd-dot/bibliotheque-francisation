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double. Prévoir une pause nette au milieu : la première moitié est de l'orthographe, la seconde de la grammaire de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transformation au tableau en soulignant les deux s ajoutés. L'oubli de l'accord de l'adjectif est plus fréquent que celui du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d'autres mots en -al du domaine de la santé : un hôpital, un signal, un journal. Tous font -aux.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Genou » fait « genoux » : c'est une exception de la liste des sept noms en -ou qui prennent un x. Ne pas donner la liste complète, seulement celui-là, qui est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très visible à l'écrit. Faire écrire trois exemples au tableau : des bras droits, des os cassés, des nez rouges.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charnière de la séance. La laisser affichée pendant les deux exercices qui suivent.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forme « ils doivent » complète le tableau ; la donner à l'oral. Elle est peu utile en consultation, où l'on parle de soi ou à 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règle de forme la plus utile. Les deux autres sont des nuances de ton : les traiter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les choix de « il faut » : est-ce que la consigne vise quelqu'un en particulier ? Non, donc « il faut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six réponses de l'exercice précédent en vérifiant que le verbe qui suit est bien à l'infinitif.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ton change à chaque transformation. Demander laquelle des deux formes on préférerait entendre de son médecin.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synthèse du défi 3 : le contenu vient de C1, la forme vient d'ici. Faire remarquer au groupe qu'il réécrit la consultation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l'infinitif et l'accord du pluriel — les deux savoirs de la séance. Rendre avant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pluriel, devoir et il faut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savoirs d'écriture pour finir le défi 3 : mettre au pluriel sans se tromper, et dire une obligation autrement qu'en donnant un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pluriel des noms et des adjectifs réguliers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pluriels en -aux et en -x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devoir + infinitif pour dire une obligation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il faut + infinitif quand l'obligation vaut pour tous.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PLURIEL · LA RÈGLE GÉNÉRALE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ajoute un s au nom et à l'adjectif qui l'accompagne.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tendon irrité devient des tendons irrités. Le s se met sur les deux : le nom et l'adjectif s'accordent ensemble. C'est le cas de la grande majorité des mots français.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 particuliers à 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PASSE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devient -aux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mal général, des maux généraux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-eau, -eu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 un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nouveau bureau, des nouveaux bureaux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-s, -x, -z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change 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bras droit, des bras droits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troisième ligne piège : le nom ne change pas, mais l'adjectif prend son s quand 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pluriel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nom et l'adjectif changent ensemble.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genou enflé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mal général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nouveau patient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bras droit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tendon irrité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os cassé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pluriel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genou enflé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genoux enflés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mal général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maux généraux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nouveau patient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nouveaux patients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bras droit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bras droits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tendon irrité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tendons irrités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os cassé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os cassés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BRAS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bras droit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 bras droits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nom « bras » ne change pas au pluriel, parce qu'il finit déjà par un s. Mais l'adjectif, lui, doit s'accorder : « droits » avec un s. Le nom invariable ne rend pas l'adjectif invariable.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L'OBLIGATION · DEUX FAÇONS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+ infinitif désigne quelqu'un. Il faut + infinitif ne désigne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devez revenir dans une semaine » s'adresse à vous. « Il faut plier les genoux pour soulever » vaut pour tout le monde. Choisir l'un ou l'autre change le ton complètement.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Devoir au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dois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dois me reposer.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dois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dois éviter de forcer.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doit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Yannick doit se reposer.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devons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devons attendre.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devez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revenir.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nuances de l'obligation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Il faut » est plus doux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« il faut mettre de la glace » est moins direct que « vous devez mettre de la glace ». Le personnel de santé emploie souvent la première forme.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Toujours un infinitif après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Devoir et il faut sont suivis d'un verbe à l'infinitif, jamais d'un verbe conjugué : il faut plier, jamais il faut vous pliez.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Il ne faut pas » est une interdiction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ne faut pas forcer » est plus fort que « vous ne devez pas forcer ». C'est la forme des consignes de sécurité.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Devoir » sert aussi au futur proche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dois revenir dans une semaine » n'est pas seulement une obligation, c'est aussi un rendez-vous prévu.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devoir ou il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à la personne du verbe devoir.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___ se reposer quatre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appliquer de la glace trois fois par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plier les genoux pour soulever une boîte.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prendre un rendez-vous en physiothérapie.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éviter de forcer pendant une semaine.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arriver tôt à la clinique.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devoir ou il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___ se reposer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appliquer de la glace trois fois par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plier les genoux pour soulever une boîte.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prendre un rendez-vous en physiothérapie.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éviter de forcer pendant une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arriver tôt à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L'INFINITIF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vous pliez les genoux.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plier les genoux.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il faut » et après « devoir », le verbe reste à l'infinitif : plier, éviter, revenir, prendre. Il ne se conjugue pas et ne prend pas de sujet. C'est une erreur qui vient de la traduction directe.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consigne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de « il faut » à « devoir », ou l'inverse.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mettre de la glace trois fois par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revenir dans une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ne faut pas soulever de charges.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finir tout le traitement.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consigne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mettre de la glace trois fois par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devez mettre de la glace trois fois par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revenir dans une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revenir dans une semaine.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ne faut pas soulever de charges.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ne devez pas soulever de charges.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finir tout le traitement.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finir tout le traitement.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les consignes de la docteure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consignes, données à Yannick. Variez les deux formes.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Repos, quatre 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Glace, vingt minutes, trois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soulever de charges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Rendez-vous en physiothérapie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les consignes de la docteure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Repos, quatre jours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devez vous reposer quatre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Glace, vingt minutes, trois fois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mettre de la glace vingt minutes, trois fois par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soulever de charges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ne faut pas soulever de charges.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Rendez-vous en physiothérapie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devez prendre un rendez-vous en physiothérapie.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consignes de santé, au pluriel quand c'est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vous devez », une avec « il faut », une avec « il ne faut pas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Il faut protéger vos genoux quand vous soulevez des charges.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