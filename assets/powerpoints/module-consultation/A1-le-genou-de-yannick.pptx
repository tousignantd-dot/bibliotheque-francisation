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Ouverture du module 1. Ne pas donner le vocabulaire tout de suite : la séance part d'une situation, pas d'une liste de mots. Écrire au tableau : entrepôt, quart de nuit, genou droit.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chaque objectif à voix haute et prévenir qu'on y revient au billet de sortie, à la fin de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Cinq minutes en grand groupe, sans rien corriger. Noter au tableau les mots que le groupe emploie : on les comparera aux mots justes à la diapo du vocabulaire. Beaucoup diront « l'hôpital » pour tout — c'est justement ce que la séance va nuancer.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Insister sur la troisième carte. Ce qu'on n'a PAS oriente le choix du service autant que ce qu'on a : c'est le raisonnement de toute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Passer l'audio du module (section « Je découvre ») avant d'afficher le texte. Les deux répliques teintées portent la description : le moment, puis le geste qui déclenche la douleur.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remarquer que Rosalie décide APRÈS avoir posé deux questions, pas avant. Demander au groupe : quelles étaient les deux questions 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Une seule réplique, mais elle contient le geste pratique de la séance : la carte d'assurance maladie. Demander qui l'a sur soi en ce moment.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chercher au groupe la question correspondant à chaque ligne. C'est l'exercice de la séance B3, qu'on amorce ici sans le nommer.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Écrire les trois mots au tableau — ENDROIT · DEPUIS QUAND · QUEL GESTE — et les y laisser jusqu'à la fin du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prononcer chaque mot. « Élancer » est le plus utile et le moins connu : faire produire une phrase avec, en lien avec une douleur réelle.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Ces six mots reviennent dans les quinze séances suivantes. Vérifier que chacun sait où se trouve sa carte d'assurance maladie et si elle est valide.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cinquième est celle qui trompe le plus : beaucoup entendent « urgence » dans le dialogue sans entendre la négation qui la précède.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reformuler oralement par trois ou quatre élèves : « j'ai mal » → une phrase complète. Ne pas corriger la grammaire à cette étape, seulement la précision.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Ramasser les billets. Ils servent de point de départ à la séance B1, où la même phrase sera dite à l'infirmière du triage.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A1  ·  MODULE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 genou de Yannick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Yannick finit son quart à l'entrepôt à minuit. Au réveil, son genou droit est enflé et chaud. L'urgence ou la clinique sans rendez-vous ? La réponse n'est pas la même selon ce qu'on 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Consulter au bon endroit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Consulter au bon endroit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décrire une douleur avec le mot précis, pas seulement « j'ai mal »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dire depuis quand la douleur dure et ce qui l'aggrave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ce qui relève de l'urgence de ce qui relève de la clinique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savoir ce qu'il faut apporter avant de partir consulter.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Consulter au bon endroit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MISE EN SITUATION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Vous vous réveillez avec un genou enflé. Où allez-vous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vous iriez à l'urgence, à la clinique, ou nulle part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qui vous ferait changer d'idée : la fièvre ? le sang ? la douleur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Combien de temps attendriez-vous avant de consulter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que vous apporteriez avec vous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Consulter au bon endroit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LA SITUATION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qu'on sait de Yannick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Ce qu'il fait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Manutentionnaire dans un entrepôt. Il soulève des boîtes toute la soirée et son quart de travail se termine à minuit.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Ce qui ne va pas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Le genou droit est enflé et chaud au réveil. Il n'a rien senti sur le coup, pendant le travail.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Ce qu'il n'a pas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Pas de fièvre, pas de rougeur, pas de coup précis dont il se souvienne. Ces trois absences comptent autant que les symptômes.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À qui il en parle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À Rosalie, sa collègue, avant d'appeler qui que ce soit. Elle l'aide à choisir où aller.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Consulter au bon endroit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DIALOGUE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Je me suis réveillé avec le genou enflé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d'abord l'enregistrement, diapo masquée. Lisez ensuite.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969264"/>
          </a:xfrm>
          <a:prstGeom prst="roundRect">
            <a:avLst>
              <a:gd name="adj" fmla="val 1509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498473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YANNICK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31161" y="2322576"/>
            <a:ext cx="8644966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Rosalie, je me suis réveillé ce matin avec le genou tout enflé. J'ai fini mon quart à l'entrepôt à minuit et je n'avais rien senti sur le coup.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374136"/>
            <a:ext cx="1498473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ROSALIE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31161" y="3374136"/>
            <a:ext cx="8644966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Est-ce que tu peux marcher dessus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941063"/>
            <a:ext cx="11057839" cy="649224"/>
          </a:xfrm>
          <a:prstGeom prst="roundRect">
            <a:avLst>
              <a:gd name="adj" fmla="val 22535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105655"/>
            <a:ext cx="1498473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YANNICK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31161" y="4105655"/>
            <a:ext cx="8644966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peu, mais ça élance dès que je plie la jambe.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4837175"/>
            <a:ext cx="1498473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ROSALIE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31161" y="4837175"/>
            <a:ext cx="8644966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Tu n'as pas de fièvre ? La peau n'est pas rouge 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5568695"/>
            <a:ext cx="1498473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YANNICK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31161" y="5568695"/>
            <a:ext cx="8644966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Non, seulement enflé et chaud.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Consulter au bon endroit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DIALOGUE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n'est pas un cas pour l'urgence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1342644"/>
          </a:xfrm>
          <a:prstGeom prst="roundRect">
            <a:avLst>
              <a:gd name="adj" fmla="val 10896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498473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ROSALIE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31161" y="1901952"/>
            <a:ext cx="8644966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Alors ce n'est pas un cas pour l'urgence. Va plutôt à la clinique sans rendez-vous du quartier : elle ouvre à sept heures et tu vas passer plus vite.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3326892"/>
            <a:ext cx="149847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YANNICK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31161" y="3326892"/>
            <a:ext cx="864496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pensais appeler mon médecin de famille.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91160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4076191"/>
            <a:ext cx="1498473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ROSALIE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31161" y="4076191"/>
            <a:ext cx="864496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Tu aurais un rendez-vous dans trois semaines. Pour une blessure comme celle-là, il faut voir quelqu'un aujourd'hui.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Consulter au bon endroit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DIALOGUE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Je prends ma carte et j'y vais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498473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YANNICK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31161" y="1901952"/>
            <a:ext cx="864496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Tu as raison. Je prends ma carte d'assurance maladie et j'y vais tout de suite.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Consulter au bon endroit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que Yannick dit, et pourquoi c'est utile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086100"/>
          </a:xfrm>
          <a:prstGeom prst="roundRect">
            <a:avLst>
              <a:gd name="adj" fmla="val 474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SA PHRASE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QUE ÇA DONNE AU SOIGNANT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« réveillé avec le genou enflé 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le moment d'apparition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5691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884932"/>
            <a:ext cx="3291492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« j'ai fini mon quart à minuit 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884932"/>
            <a:ext cx="6595914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l'activité qui précède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24612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374136"/>
            <a:ext cx="3291492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« rien senti sur le coup 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374136"/>
            <a:ext cx="6595914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pas de choc brutal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73532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863339"/>
            <a:ext cx="3291492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« ça élance quand je plie 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3863339"/>
            <a:ext cx="6595914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le geste qui déclenche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22452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352544"/>
            <a:ext cx="3291492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« pas de fièvre, pas de rougeur 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352544"/>
            <a:ext cx="6595914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ce qui écarte l'infection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134356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69264" y="5390388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Chaque phrase courte répond d'avance à une question du soignant.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Consulter au bon endroit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LA RÈGLE DE LA SÉANCE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On ne dit pas seulement où on a mal : on dit depuis quand et ce qui aggrave.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Trois informations suffisent pour être compris d'une infirmière au triage : l'endroit, le moment d'apparition, le geste qui fait mal. Tout le reste, elle le demandera.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Consulter au bon endroit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VOCABULAIRE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corps qui fait mal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2944939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enflé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51947" y="2121408"/>
            <a:ext cx="7107059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Qui a augmenté de volume à cause d'une blessure.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63194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778252"/>
            <a:ext cx="2944939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élancer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51947" y="2778252"/>
            <a:ext cx="7107059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Faire une douleur vive et répétée, par à-coups.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28879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35096"/>
            <a:ext cx="2944939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inflammation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51947" y="3435096"/>
            <a:ext cx="7107059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Une réaction du corps qui cause douleur et enflure.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091939"/>
            <a:ext cx="2944939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tendon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51947" y="4091939"/>
            <a:ext cx="7107059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partie qui attache un muscle à un os.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460248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4748784"/>
            <a:ext cx="2944939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soulever une charge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947" y="4748784"/>
            <a:ext cx="7107059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Lever un objet lourd.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" y="525932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2688" y="5405628"/>
            <a:ext cx="2944939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quart de travail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51947" y="5405628"/>
            <a:ext cx="7107059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période de travail d'un employé.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Consulter au bon endroit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VOCABULAIRE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Où aller, quoi apporter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4360164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clinique sans rendez-vous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67172" y="2121408"/>
            <a:ext cx="5691835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Une clinique où on consulte sans avoir réservé.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63194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778252"/>
            <a:ext cx="4360164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le triage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67172" y="2778252"/>
            <a:ext cx="5691835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L'étape où une infirmière évalue la gravité des cas.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28879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35096"/>
            <a:ext cx="4360164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carte d'assurance maladie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67172" y="3435096"/>
            <a:ext cx="5691835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carte qui donne accès aux soins gratuits.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091939"/>
            <a:ext cx="4360164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billet de repos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67172" y="4091939"/>
            <a:ext cx="5691835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i="0">
                <a:solidFill>
                  <a:srgbClr val="4B4F52"/>
                </a:solidFill>
                <a:latin typeface="Verdana"/>
              </a:rPr>
              <a:t>Un papier du médecin qui autorise à ne pas travailler.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460248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4748784"/>
            <a:ext cx="4360164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la physiothérapie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67172" y="4748784"/>
            <a:ext cx="5691835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Des soins avec des exercices pour retrouver ses mouvements.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" y="525932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2688" y="5405628"/>
            <a:ext cx="4360164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ordonnance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67172" y="5405628"/>
            <a:ext cx="5691835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i="0">
                <a:solidFill>
                  <a:srgbClr val="4B4F52"/>
                </a:solidFill>
                <a:latin typeface="Verdana"/>
              </a:rPr>
              <a:t>Le papier du médecin pour obtenir un médicament.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Consulter au bon endroit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— le genou de Yannick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sans relire le dialogue.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Yannick s'est blessé pendant un match de soccer.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a fini son quart de travail à minuit.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Son genou est enflé et chaud.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Yannick fait de la fièvre.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Rosalie lui conseille d'aller à l'urgence.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clinique sans rendez-vous ouvre à sept heures.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Avec son médecin de famille, il attendrait trois semaines.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6954520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841247" y="705154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41247" y="71155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44168" y="7109968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douleur augmente quand il plie la jambe.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Consulter au bon endroit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— le genou de Yannick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Yannick s'est blessé pendant un match de soccer.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au travail, à l'entrepôt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a fini son quart de travail à minuit.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Son genou est enflé et chaud.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Yannick fait de la fièvre.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il n'en a pas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Rosalie lui conseille d'aller à l'urgence.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à la clinique sans rendez-vous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clinique sans rendez-vous ouvre à sept heures.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Avec son médecin de famille, il attendrait trois semaines.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6954520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841247" y="705154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41247" y="71155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44168" y="7109968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douleur augmente quand il plie la jambe.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Consulter au bon endroit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 PIÈGE DU PREMIER JOUR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J'ai mal.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J'ai le genou droit enflé depuis cette nuit.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J'ai mal » ne dit ni l'endroit, ni le côté, ni le moment. L'infirmière devra poser quatre questions pour arriver là où une seule phrase aurait suffi. Ce n'est pas une question de politesse : c'est du temps de consultation gagné.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Consulter au bon endroit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Décrivez une douleur — la vôtre ou une douleur inventée — en une seule phrase.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Nommez l'endroit, dites depuis quand, dites quel geste fait mal.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1022096"/>
          </a:xfrm>
          <a:prstGeom prst="roundRect">
            <a:avLst>
              <a:gd name="adj" fmla="val 8946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747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Exemple : « J'ai l'épaule gauche raide depuis trois jours, ça fait mal quand je lève le bras. 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Consulter au bon endroit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