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1. Ne pas donner le vocabulaire tout de suite : la séance part d'une situation, pas d'une liste de mots. Écrire au tableau : entrepôt, quart de nuit, genou droit.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chaque objectif à voix haute et prévenir qu'on y revient au billet de sortie,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groupe, sans rien corriger. Noter au tableau les mots que le groupe emploie : on les comparera aux mots justes à la diapo du vocabulaire. Beaucoup diront « l'hôpital » pour tout — c'est justement ce que la séance va nuancer.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troisième carte. Ce qu'on n'a PAS oriente le choix du service autant que ce qu'on a : c'est le raisonnement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module (section « Je découvre ») avant d'afficher le texte. Les deux répliques teintées portent la description : le moment, puis le geste qui déclenche la douleur.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Rosalie décide APRÈS avoir posé deux questions, pas avant. Demander au groupe : quelles étaient les deux questions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seule réplique, mais elle contient le geste pratique de la séance : la carte d'assurance maladie. Demander qui l'a sur soi en ce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la question correspondant à chaque ligne. C'est l'exercice de la séance B3, qu'on amorce ici sans le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au tableau — ENDROIT · DEPUIS QUAND · QUEL GESTE — et les y laisser jusqu'à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prononcer chaque mot. « Élancer » est le plus utile et le moins connu : faire produire une phrase avec, en lien avec une douleur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reviennent dans les quinze séances suivantes. Vérifier que chacun sait où se trouve sa carte d'assurance maladie et si elle est valide.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cinquième est celle qui trompe le plus : beaucoup entendent « urgence » dans le dialogue sans entendre la négation qui la précède.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oralement par trois ou quatre élèves : « j'ai mal » → une phrase complète. Ne pas corriger la grammaire à cette étape, seulement la précision.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Ils servent de point de départ à la séance B1, où la même phrase sera dite à l'infirmière du triage.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genou de Yannick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Yannick finit son quart à l'entrepôt à minuit. Au réveil, son genou droit est enflé et chaud. L'urgence ou la clinique sans rendez-vous ? La réponse n'est pas la même selon ce qu'on 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une douleur avec le mot précis, pas seulement « j'ai mal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depuis quand la douleur dure et ce qui l'aggrave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relève de l'urgence de ce qui relève de la clinique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faut apporter avant de partir consulter.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vous réveillez avec un genou enflé. Où allez-vous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iriez à l'urgence, à la clinique, ou nulle part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ferait changer d'idée : la fièvre ? le sang ? la douleur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attendriez-vous avant de consulter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apporteriez avec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Yannick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Manutentionnaire dans un entrepôt. Il soulève des boîtes toute la soirée et son quart de travail se termine à minuit.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ne va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genou droit est enflé et chaud au réveil. Il n'a rien senti sur le coup, pendant le travail.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n'a 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Pas de fièvre, pas de rougeur, pas de coup précis dont il se souvienne. Ces trois absences comptent autant que les symptômes.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qui il en parle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Rosalie, sa collègue, avant d'appeler qui que ce soit. Elle l'aide à choisir où 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me suis réveillé avec le genou enflé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YANNICK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Rosalie, je me suis réveillé ce matin avec le genou tout enflé. J'ai fini mon quart à l'entrepôt à minuit et je n'avais rien senti sur le coup.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ROSALIE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3374136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tu peux marcher dessus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41063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05655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YANNICK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4105655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peu, mais ça élance dès que je plie la jambe.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37175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ROSALIE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837175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n'as pas de fièvre ? La peau n'est pas rouge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568695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YANNICK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5568695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Non, seulement enflé et chaud.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un cas pour l'urgence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ROSALIE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ce n'est pas un cas pour l'urgence. Va plutôt à la clinique sans rendez-vous du quartier : elle ouvre à sept heures et tu vas passer plus vite.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2689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YANNICK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1161" y="332689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pensais appeler mon médecin de famille.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ROSALIE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1161" y="407619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aurais un rendez-vous dans trois semaines. Pour une blessure comme celle-là, il faut voir quelqu'un aujourd'hui.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prends ma carte et j'y vais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YANNICK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raison. Je prends ma carte d'assurance maladie et j'y vais tout de suite.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Yannick dit, et pourquoi c'est utile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DONNE AU SOIGNANT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réveillé avec le genou enflé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moment d'apparition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j'ai fini mon quart à minuit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l'activité qui précède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rien senti sur le coup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pas de choc brutal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ça élance quand je plie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geste qui déclenche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pas de fièvre, pas de rougeur 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ce qui écarte l'infection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Chaque phrase courte répond d'avance à une question du soignant.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ne dit pas seulement où on a mal : on dit depuis quand et ce qui aggrave.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informations suffisent pour être compris d'une infirmière au triage : l'endroit, le moment d'apparition, le geste qui fait mal. Tout le reste, elle le demandera.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corps qui fait mal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4493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enflé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1947" y="2121408"/>
            <a:ext cx="71070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a augmenté de volume à cause d'une blessure.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94493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élancer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947" y="2778252"/>
            <a:ext cx="71070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une douleur vive et répétée, par à-coups.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94493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inflammation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947" y="3435096"/>
            <a:ext cx="71070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réaction du corps qui cause douleur et enflure.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94493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tendon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1947" y="4091939"/>
            <a:ext cx="71070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attache un muscle à un 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94493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soulever une charge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947" y="4748784"/>
            <a:ext cx="71070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Lever un objet lourd.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94493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 de travail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1947" y="5405628"/>
            <a:ext cx="71070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période de travail d'un employé.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aller, quoi apporter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6016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 sans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7172" y="2121408"/>
            <a:ext cx="5691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clinique où on consulte sans avoir réservé.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36016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67172" y="2778252"/>
            <a:ext cx="5691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L'étape où une infirmière évalue la gravité des cas.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36016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d'assurance maladie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7172" y="3435096"/>
            <a:ext cx="5691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qui donne accès aux soins gratuits.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36016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de repos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7172" y="4091939"/>
            <a:ext cx="5691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 papier du médecin qui autorise à ne pas travailler.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36016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physiothérapie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67172" y="4748784"/>
            <a:ext cx="5691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Des soins avec des exercices pour retrouver ses mouvements.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36016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67172" y="5405628"/>
            <a:ext cx="5691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Le papier du médecin pour obtenir un médicament.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le genou de Yannick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s'est blessé pendant un match de soccer.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fini son quart de travail à minuit.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genou est enflé et chaud.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fait de la fièvre.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Rosalie lui conseille d'aller à l'urgence.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clinique sans rendez-vous ouvre à sept heures.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son médecin de famille, il attendrait trois semaines.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douleur augmente quand il plie la jambe.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le genou de Yannick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s'est blessé pendant un match de soccer.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travail, à l'entrepôt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fini son quart de travail à minuit.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genou est enflé et chaud.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fait de la fièvre.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n'en a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Rosalie lui conseille d'aller à l'urgence.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à la clinique sans rendez-vous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clinique sans rendez-vous ouvre à sept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son médecin de famille, il attendrait trois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douleur augmente quand il plie la jambe.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PREMIER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le genou droit enflé depuis cette nuit.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mal » ne dit ni l'endroit, ni le côté, ni le moment. L'infirmière devra poser quatre questions pour arriver là où une seule phrase aurait suffi. Ce n'est pas une question de politesse : c'est du temps de consultation gagné.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une douleur — la vôtre ou une douleur inventée — en une seule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Nommez l'endroit, dites depuis quand, dites quel geste fait 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J'ai l'épaule gauche raide depuis trois jours, ça fait mal quand je lève le bras.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