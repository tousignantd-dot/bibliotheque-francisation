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qui a déjà eu à remplir un formulaire de santé en français. Les difficultés nommées par le groupe orientent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de la séance : on n'écrit pas « Je travaille dans un entrepôt », on écrit « Manutentionnaire dans un entrepôt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règle est l'inverse de celle des exercices oraux du module. Le dire explicitement, sinon les élèves croient s'être trompés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conseil pratique à donner en toutes lettres : photographier ses boîtes de médicaments. Beaucoup le feront le soir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cinq rubriques dans la fiche sur l'entorse, en E1 : elles y sont, dans le même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cette rubrique deux fois. C'est le seul endroit de la fiche qui parle de danger.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uniquement la forme : est-ce un groupe de mots ou une phrase ? Le contenu appartient à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celle qui compte : c'est un geste de sécurité au travail, pas seulement une réponse d'exercice. Le faire mimer correctement.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au travail : une douleur ignorée devient un arrêt de travail long. C'est un argument qui porte auprès d'un groupe d'adultes.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contraste avec le premier exercice : même information, deux formes d'écriture. C'est la compétence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meilleures fiches peuvent être affichées en classe. C'est un exercice d'écriture fonctionnelle qui donne un résultat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questionnaire et la fiche-conseil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Avant la physiothérapie, Yannick doit remplir un formulaire et lire une fiche. Deux documents écrits qu'on remplit seul, sans personne pour expliquer les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rubriques d'un questionnaire de santé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répondre brièvement, sans phrase complète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fiche-conseil et en tirer les gestes à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quand une fiche dit de consulter.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rubriques du questionnaire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RUBRIQUE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 DE YANNICK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Motif de la consultation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Douleur et enflure au genou droit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Depuis combien de temps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la nuit dernière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Allergies connues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Médicaments pris actuellement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anti-inflammatoire, au besoin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Occupation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Manutentionnaire dans un entrepôt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Aucune réponse n'est une phrase complète. Un formulaire se remplit en groupes de mots.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FORMULAIRE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répond par un groupe de mots, jamais par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Motif : douleur au genou droit. Pas : « Je viens parce que j'ai mal au genou droit. » Le formulaire est lu vite, par quelqu'un qui cherche une information précise à un endroit précis.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pièges des formulaires de santé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« Aucune » plutôt que le vide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case laissée vide veut dire « je n'ai pas lu ». Écrivez « aucune » ou « non » : c'est une réponse, et elle compte.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allergies : tout compte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Médicaments, aliments, latex, piqûres. Une allergie oubliée ici peut causer une réaction grave pendant un soin.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« Occupation » veut dire métier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n'est pas un loisir. Pour un problème musculaire, c'est souvent l'information la plus utile du formulaire.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Les médicaments : donnez le 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Des pilules pour la pression » ne suffit pas. Prenez une photo de vos boîtes avec votre téléphone : c'est la solution la plus simple.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fiche-conseil sur la tendinite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RUBRIQUE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irritation du tendon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signes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douleur qui élance, enflure, raideur le matin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Pour soulager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glace 20 minutes, 3 fois par jour, repos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Pour éviter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plier les genoux, alterner les tâches, s'échauffer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Quand consulter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ça dure plus d'une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Toute fiche-conseil suit ces cinq rubriques, quel que soit le problème. Les connaître, c'est savoir lire n'importe laquelle.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RUBRIQUE QU'ON LIT EN DERNIER ET QUI COMPTE LE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Quand consulter » dit à quel moment la fiche ne suffit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fiche-conseil couvre les cas ordinaires. La dernière rubrique dit où s'arrête l'ordinaire : plus d'une semaine, impossible de marcher, la cheville est déformée. Lisez-la en premier.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le formulaire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par un groupe de mots, comme sur un vrai formulaire.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Motif de la consultation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combien de temps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Allergies connues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Médicaments pris actuellement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Occupation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le formulaire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Motif de la consultation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Douleur au bas du 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combien de temps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jours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Allergies connues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Aucune / Pénicilline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Médicaments pris actuellement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Aucun / Un anti-inflammatoire, au besoin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Occupation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Préposée à l'entretien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fiche-conseil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la fiche sur la tendinite.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tendinite vient souvent de gestes répétés.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appliquer de la glace une heure d'affilée.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raideur du matin est un des signes.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soulever, il vaut mieux plier le dos que les genoux.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consulter si la douleur dure plus d'une semaine.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S'échauffer avant le quart de travail aide à éviter la tendinite.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fiche-conseil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tendinite vient souvent de gestes répétés.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appliquer de la glace une heure d'affilée.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vingt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raideur du matin est un des signes.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soulever, il vaut mieux plier le dos que les genoux.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les genoux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consulter si la douleur dure plus d'une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S'échauffer avant le quart de travail aide à éviter la tendinite.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« ÇA VA PASSER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dure depuis trois semaines, mais ça va finir par passer.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dure depuis plus d'une semaine, je consulte.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tendinite non traitée s'installe et devient chronique. La fiche donne une limite claire — une semaine — précisément pour qu'on n'ait pas à juger soi-même. Passé cette limite, on consulte, même si la douleur est supportable.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avec une phrase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Ici, contrairement au formulaire, on rédige.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Combien de temps faut-il appliquer la glace, et combien de fois par jour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Nommez deux façons d'éviter une tendinite au travail.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quel cas faut-il consulter un professionnel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Quels sont les trois signes d'une tendinite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avec une phrase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Combien de temps faut-il appliquer la glace, et combien de fois par jour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faut appliquer de la glace vingt minutes, trois fois par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Nommez deux façons d'éviter une tendinite au travail.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faut plier les genoux pour soulever et alterner les tâches.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quel cas faut-il consulter un professionnel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faut consulter si la douleur dure plus d'une semaine ou empêche de marcher.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Quels sont les trois signes d'une tendinite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douleur qui élance, de l'enflure et une raideur le matin.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problème de santé courant et écrivez sa fiche-conseil en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rubrique : ce que c'est, les signes, pour soulager, pour éviter, quand consulter.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de sujet : le mal de dos, le rhume, une brûlure légère.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