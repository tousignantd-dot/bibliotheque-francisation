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Rappeler les trois mots écrits au tableau en A1 : ENDROIT · DEPUIS QUAND · QUEL GESTE. Ils vont servir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étonne toujours : les élèves croient qu'il faudra tout répéter au médecin. Non — ce qui est dit au triage est transmis.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 avant d'afficher le texte. Faire compter combien d'informations Yannick donne dans sa première réponse : quatre (côté, état, moment, métier).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de Yannick donne DEUX chiffres, selon la position. C'est ce qui fait la qualité de la réponse : la douleur n'est pas la même selon ce qu'on fait.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quatre questions dans le cahier. Elles seront réutilisées telles quelles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donner un chiffre par chaque élève pour une douleur qu'il a déjà eue. Personne ne doit dire « je ne sais pas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culturelle et vaut la discussion. Dans plusieurs pays, se plaindre est mal vu ; ici, le chiffre sert à trier, pas à juger.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sixième est celle qui trompe : les deux chiffres sont donnés dans la même phrase, et l'ordre inverse l'attention.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réponses proposées sont des modèles, pas des corrigés : accepter toute réponse contenant deux informations. Faire jouer la scène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en escalier : chaque réponse est un peu meilleure que la précédente. Faire remarquer qu'on n'arrive à une réponse complète qu'à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important. Le dire clairement : ici, décrire sa douleur précisément n'est pas se plaindre, c'est aider le personnel à 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seront relus en E1, où chacun devra dire la même chose à voix haute,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Yannick au triage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Avant de voir la docteure, il faut passer par l'infirmière du triage. Sept questions, trois minutes, et c'est là que se décide le temps d'attente de toute la journée.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questions que pose une infirmière au triage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répondre avec une information utile, pas seulement par oui ou non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sa douleur sur une échelle de un à dix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faisait quand la douleur est apparue.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AVANT LE 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quoi sert le triage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Ce n'est pas une consultation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L'infirmière ne soigne pas et ne pose pas de diagnostic. Elle évalue la gravité pour décider qui passe en premier.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Elle décide de l'ordre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personnes arrivées en même temps ne passeront pas en même temps. Ce qui compte, c'est le risque, pas l'heure d'arrivée.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Elle est très rapide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minutes environ. C'est pour ça qu'une réponse précise vaut de l'or : il n'y a pas de temps pour dix questions de plus.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Elle prend des notes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que vous dites est écrit et lu par la docteure ensuite. Une information oubliée ici ne sera peut-être jamais demandée.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vous amène ce matin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21380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L'INFIRMIÈRE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0764" y="2322576"/>
            <a:ext cx="80053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asseyez-vous. Qu'est-ce qui vous amène ce matin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21380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YANNICK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0764" y="3071876"/>
            <a:ext cx="80053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le genou droit enflé depuis cette nuit. Je travaille dans un entrepôt et je soulève des boîtes toute la soirée.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58995"/>
            <a:ext cx="21380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L'INFIRMIÈRE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0764" y="4158995"/>
            <a:ext cx="80053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vous êtes cogné ou tordu la jambe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908296"/>
            <a:ext cx="21380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YANNICK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0764" y="4908296"/>
            <a:ext cx="80053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me souviens pas d'un coup précis. La douleur est arrivée peu à peu.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une échelle de un à 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1380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L'INFIRMIÈRE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0764" y="1901952"/>
            <a:ext cx="80053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échelle de un à dix, où se situe votre douleur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21380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YANNICK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0764" y="2651252"/>
            <a:ext cx="80053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Environ six quand je marche, deux quand je reste assis.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00551"/>
            <a:ext cx="21380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L'INFIRMIÈRE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0764" y="3400551"/>
            <a:ext cx="80053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Très bien. Prenez ce numéro, la docteure Beaulieu va vous appeler.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du triage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CHERCHE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Qu'est-ce qui vous amène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problème, en une phrase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Vous êtes-vous cogné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choc, ou une usure lente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Depuis quand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l'urgence de la situation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 un à dix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l'intensité, comparable d'un patient à l'autre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quatre questions reviennent partout : urgence, clinique, 811. Les préparer une fois sert toute la vie.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L'ÉCHELLE DE LA DOULEUR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Zéro, c'est aucune douleur. Dix, c'est la pire douleur imaginable.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n'y a pas de bonne réponse : c'est votre douleur à vous. Mais donnez un chiffre, même approximatif — « ça fait très mal » ne peut pas être comparé, « sept sur dix » oui.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répondre mieux qu'un chiffre seul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Donnez deux chiffres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pour le repos, un pour le mouvement. « Six quand je marche, deux quand je reste assis. » L'écart entre les deux est une information.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Dites ce qui aggrave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Ça élance dès que je plie la jambe. » Le geste qui déclenche oriente le diagnostic mieux que l'intensité.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Dites ce qui soulage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C'est mieux quand je mets de la glace. » Si quelque chose soulage, le soignant veut le savoir.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Ne minimisez pas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Beaucoup de gens disent « trois » par politesse. L'infirmière classe selon ce chiffre : minimiser, c'est attendre plus longtemps.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au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genou gauche de Yannick qui est enflé.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soulève des boîtes dans un entrepôt.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se souvient précisément du coup qu'il a reçu.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douleur est arrivée peu à peu.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demande d'évaluer la douleur de un à dix.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douleur est plus forte quand il est assis.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lui remet un numéro.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docteur Nadeau qui va le recevoir.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au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genou gauche de Yannick qui est enflé.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droit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soulève des boîtes dans un entrepôt.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se souvient précisément du coup qu'il a reçu.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aucun coup précis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douleur est arrivée peu à peu.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demande d'évaluer la douleur de un à dix.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douleur est plus forte quand il est assis.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quand il marche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lui remet un numéro.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docteur Nadeau qui va le recevoir.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la docteure Beaulieu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la question du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complète, avec au moins deux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amène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vous êtes cogné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quand avez-vous mal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échelle de un à dix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la question du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amène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la cheville droite enflée depuis hier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vous êtes cogné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me suis tordu le pied dans l'escalier.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quand avez-vous mal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Depuis hier soir, après le travail.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échelle de un à dix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Sept quand je marche, trois quand je suis assis.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l'information manquante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réponse est incomplète. Qu'est-ce qui manque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mal.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mal au genou.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mal au genou droit.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fait très mal.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mal depuis longtemps.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l'information manquante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mal.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l'endroit, le côté, depuis quand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mal au genou.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côté et depuis quand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mal au genou droit.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depuis quand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fait très mal.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chiffre de un à dix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mal depuis longtemps.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l'endroit, et une durée précise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POLITESSE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va, ce n'est pas si grave.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Six sur dix quand je marche.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Répondre modestement au triage n'est pas de la politesse : c'est une information fausse. L'infirmière classe les patients avec ce chiffre. Dire moins que la vérité, c'est passer après quelqu'un qui souffre moins.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réponse que vous donneriez à « Qu'est-ce qui vous amène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informations minimum : l'endroit avec le côté, depuis quand, ce qui aggrave.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votre chiffre sur dix, au repos et en mouvement.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