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d'abord : que se passe-t-il après le triage ? Beaucoup ne savent pas qu'on revoit une seconde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que la docteure dit d'abord ce que c'est, puis ce que ce n'est pas. C'est l'ordre habituel.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seule question que Yannick pose de tout le module. Faire remarquer au groupe qu'elle est excellente : c'est la question qui change sa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question de Yannick, aussi bonne que la première. Faire compter les chiffres dans la réponse : vingt minutes, trois fois. Les chiffres sont ce qu'on oublie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les cinq dans le cahier, en colonne. C'est la grille d'écoute de toute consultation.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n'entendent que le mot difficile et manquent la rassurance qui suit.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Référer » est le verbe le plus utile et le moins connu. Le faire employer dans une phrase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sont du savoir pratique que personne n'enseigne. Prendre le temps de répondre aux questions : elles seront nombreuses.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trompe presque tout le monde : « étendez » et « pliez » sont deux gestes opposés, et l'un des deux fait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sans regarder les notes. Les chiffres d'une consigne s'oublient en une heure si on ne les écrit pas — c'est 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 mot « tendinite » au tableau. Demander à chacun d'écrire le nom d'un problème de santé qu'il a déjà eu — beaucoup ne le savent qu'en langue maternelle.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questions de B3 remises en situation. Faire remarquer au groupe qu'il les pose maintenant sans y penser.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de compréhension le plus complet du module. Le ramasser et le corriger : il révèle exactement qui a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L'examen de la docteure Beaulieu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répliques, et tout y est : le diagnostic, l'arrêt de travail, la référence, les soins à la maison. Comprendre cette conversation, c'est savoir quoi faire en sortant.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diagnostic dit en une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grave de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retenir les consignes de soins données à l'oral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billet de repos et une référence.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fait mal quand j'appuie ici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2322576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Étendez la jambe, s'il vous plaît. Est-ce que ça fait mal quand j'appuie ici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3409696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juste là, sur le côté.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5425" y="4158995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une inflammation du tendon. Ce n'est pas une fracture, mais il ne faut pas forcer.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retourner travailler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1901952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retourner travailler demain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2651252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tout de suite. Je vous donne un billet pour quatre jours de repos et je vous réfère en physiothérapie.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fais en attendant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927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YANNICK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5425" y="1901952"/>
            <a:ext cx="80507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je fais en attendant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927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DOCTEURE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5425" y="2651252"/>
            <a:ext cx="80507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glace vingt minutes, trois fois par jour, et vous évitez de soulever des charges.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docteure dit, en quatre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diagnostic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inflammation du tendon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que ce n'est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pas une fracture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L'arrêt de travail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billet pour quatre jours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référence en physiothérapie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Les soins à la maison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la glace, et ne pas forcer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informations en sept répliques. Un patient qui n'en retient que trois sort avec la moitié de son traitement.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diagnostic tient en une phrase : ce que c'est, et ce que ce n'est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avez une inflammation du tendon. Ce n'est pas une fracture. » La deuxième moitié est aussi importante que la première : elle vous dit de quoi vous n'avez pas à vous inquiéter.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consultation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inflammation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9520" y="212140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réaction du corps qui cause douleur et enflure.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fracture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9520" y="2778252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os cassé.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repos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9520" y="3435096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du médecin qui autorise à ne pas travailler.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référer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9520" y="4091939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physiothérapie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20" y="4748784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soins avec des exercices pour retrouver ses mouvements.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forcer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520" y="540562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 effort trop grand pour la partie du corps blessée.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sur le billet de repos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qui il 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l'employeur. Il dit combien de jours vous ne pouvez pas travailler, sans dire pourquoi : votre diagnostic reste privé.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Il faut le demander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médecin ne le propose pas toujours. Si vous en avez besoin, dites-le pendant la consultation,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Il peut être payant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Certaines cliniques facturent le billet, parce que ce n'est pas un soin. Demandez le prix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référence est différente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référence envoie vers un autre professionnel — physiothérapeute, spécialiste. Elle ne remplace pas le billet de repos.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l'examen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demande à Yannick de plier la jambe.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a une fracture du genou.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s'agit d'une inflammation du tendon.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peut retourner travailler dès le lendemain.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de repos couvre quatre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le réfère en physiothérapie.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doit appliquer de la glace trois fois par jour.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continuer à soulever des charges lourdes.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l'examen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demande à Yannick de plier la jambe.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 l'étendre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a une fracture du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inflammation du tendon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s'agit d'une inflammation du tendon.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peut retourner travailler dès le lendemain.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quatre jours de repos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billet de repos couvre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le réfère en physiothérapie.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doit appliquer de la glace trois fois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peut continuer à soulever des charges lourdes.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doit éviter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Retrouvez la consigne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chiffres comptent : donnez-les.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la glace, et combien de fois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jours de repos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Vers qui la docteure le réfère-t-elle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doit éviter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Retrouvez la consigne exacte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la glace, et combien de fois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minutes, trois fois par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jours de repos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Vers qui la docteure le réfère-t-elle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vers la physiothérapie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doit éviter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soulever des charges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MOT DIFFICILE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quelque chose au genou, je n'ai pas compris 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une inflammation du tendon, une tendinite.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médical vous échappe, demandez-le tout de suite et écrivez-le. Vous en aurez besoin pour votre employeur, votre pharmacien et votre physiothérapeute. Un diagnostic qu'on ne sait pas nommer ne se transmet pas.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demandez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docteure vient de parler. Quelle est votre question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avez une inflammation du tendon.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donne un billet de repos.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réfère en physiothérapie.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Évitez de forcer pendant quelques jours.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demandez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avez une inflammation du tendon.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Qu'est-ce que ça veut dire,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donne un billet de repos.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Pour combien de jours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vous réfère en physiothérapie.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dois prendre le rendez-vous moi-même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Évitez de forcer pendant quelques jours.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je peux marcher normalement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Résumez la consultation de Yannick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le diagnostic, une pour l'arrêt de travail, une pour la suite, une pour les soins à la maison.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les chiffres : quatre jours, vingt minutes,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