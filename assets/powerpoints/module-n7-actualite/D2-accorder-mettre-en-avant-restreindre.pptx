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avant les productions. Elle est dense : trois points de langue. Les traiter dans l'ordre, chacun avec son exercice, sans chercher à tout maîtriser 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le temps manque, sacrifier le troisième objectif : la concession et la mise en relief sont exigées dans la production écrite, pas « ne...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voter le groupe. La deuxième version convainc davantage, et la raison est l'ordre : on retient ce qui vient en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conseil final est sérieux : mieux vaut une phrase juste avec « même si » qu'une phrase fautive avec « bien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verbes couvrent la quasi-totalité des emplois réels. Les faire apprendre par coeur plutôt que d'enseigner la formation du subjonctif.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troisième tournure est la plus utile pour ouvrir un billet de blogue : elle annonce le sujet dès la première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« bien que ce soit » une dizaine de fois à voix haute. L'automatisme s'installe par l'oreille plus que par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« à ma connaissance » : elle permet d'écrire publiquement sans risquer d'affirmer ce qu'on n'a pas vérifié.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repérer le marqueur avant de conjuguer. Le réflexe à installer : je lis le marqueur, je choisis le mode, puis j'écris.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piège sur l'accord : « c'est vous qui devriez », pas « devrait ». Le verbe suit l'élément encadré.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Défi 3. Cette phrase sera la première ligne du billet de blogue de E2 : le dire, ça motive.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Accorder, mettre en avant, restreindre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outils pour répondre sans se faire fermer la porte : donner raison avant d'objecter, placer en tête ce qui compte, et dire « seulement » sans dire « non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l'actualité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bien que » avec le subjonctif et « même si » avec l'indicatif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un élément en relief avec « c'est... qui » et « ce qui... c'est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restreindre avec « ne... que » sans en faire une négation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une formule d'opinion selon la force qu'on veut lui donner.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façons de dire la même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consultation a manqué, mais le projet est bon.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Bien que le projet soit bon, la consultation a manqué.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laquelle continue-t-on de vous lire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retenez-vous, dans chaque cas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BIEN QUE ET MÊME SI NE SE CONDUISENT PAS PAREIL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Bien que + subjonctif. Même si + indicatif. Jamais l'inverse.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Bien que le projet soit utile » - subjonctif, toujours. « Même si je trouve son ton un peu fort » - indicatif, toujours. Les deux marqueurs se ressemblent par le sens et ne se ressemblent en rien par la construction. Dans le doute, employez « même si » : il ne demande rien de particulier.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CINQ SUBJONCTIFS À CONNAÎTRE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 « bien que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que ce soit, bien qu'ils soient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qu'il ait, bien qu'ils aient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pouvoir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qu'elle puisse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venir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que ça vienne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qu'il fasse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METTRE EN RELIEF, C'EST DÉPLACER ET ENCADRER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français, on n'insiste pas en criant un mot : on l'encadre.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le comité qui a retenu Boisjoli » encadre le sujet. « C'est le 14 octobre qu'on décide » encadre un moment. « Ce qui m'inquiète, c'est les heures » encadre une idée entière. Le repère : « qui » quand ce qui suit a besoin d'un sujet, « que » dans tous les autres 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BIEN QUE SUIVI DE L'INDICATIF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Bien que c'est une bonne idée, la consultation a manqué.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Bien que ce soit une bonne idée, la consultation a manqué.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l'erreur numéro un du niveau, et elle est audible. Elle vient de ce que « bien que » se traduit dans beaucoup de langues par un mot qui n'exige rien. La parade est mécanique : après « bien que », on écrit d'abord le verbe au subjonctif, on relit ensuite.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Dire une opinion, plus ou moins fort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Il me semble que...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très prudent : je le pense, sans en être sûr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Je trouve que...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ordinaire : mon avis, sans prétention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À ma connaissance...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prudent sur un fait : d'après ce que je sais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Je suis convaincue que...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fort : je n'ai plus de doute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Il est inacceptable que...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très fort : je juge et j'attends que ça change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À ma connaissance » est la formule la plus utile du tableau : elle protège celui qui écrit.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Concéder, puis objecter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mode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le projet ____ (être) utile, la façon de faire dérange.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Même si je ____ (trouver) son ton un peu fort, elle a raison sur un point.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la Ville ____ (avoir) consulté le comité, les citoyens n'ont rien vu venir.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les chiffres ____ (être) exacts, la conclusion reste discutable.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Même si le dépôt ____ (ouvrir) au printemps, je ne pourrai pas y aller après le travail.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ça ____ (venir) du comité exécutif, ça reste une recommandation.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Concéder, puis objecter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le projet ____ (être) utile, la façon de faire dérange.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Même si je ____ (trouver) son ton un peu fort, elle a raison sur un point.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trouve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la Ville ____ (avoir) consulté le comité, les citoyens n'ont rien vu venir.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les chiffres ____ (être) exacts, la conclusion reste discutable.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Même si le dépôt ____ (ouvrir) au printemps, je ne pourrai pas y aller après le travail.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ouvre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ça ____ (venir) du comité exécutif, ça reste une recommandation.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vienne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en avant ce qui compte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en encadrant l'élément indiqué.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comité a retenu Boisjoli. (le comité)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conseil décide le 14 octobre. (la date)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648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4352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075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192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heures d'ouverture m'inquiètent. (les heures)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435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091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731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4980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demande une réponse claire. (la réponse)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devriez poser la question. (vous)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en avant ce qui compte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comité a retenu Boisjoli. (le comité)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le comité qui a retenu Boisjoli.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conseil décide le 14 octobre. (la date)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le 14 octobre que le conseil décide.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648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4352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075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192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heures d'ouverture m'inquiètent. (les heures)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Ce qui m'inquiète, c'est les heures d'ouverture.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435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091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731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4980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demande une réponse claire. (la réponse)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Ce que je demande, c'est une réponse claire.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devriez poser la question. (vous)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vous qui devriez poser la question.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phrase de concession sur le projet du quartier.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Commencez par « Bien que » ou par « Même si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Reprenez le point d'accord que vous avez noté en D1.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Suivre l'actualité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