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C'est autant une stratégie d'écoute qu'un point de grammaire ; le dire au groupe, parce que ça change la façon d'y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plus rentable à l'écoute : « autrement dit » annonce une seconde chance de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en écoutant sans regarder la transcription. Les connecteurs sont audibles même quand le reste échappe.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lecture de tous les textes longs du niveau, pas seulement de ce reportage.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les deux reformulations du reportage et vérifier qu'elles sont bien comprises.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se corrige par une question unique : y a-t-il une conséquence ? Si non, c'est « en somme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premiers sont des confusions de forme, les deux derniers des stratégies d'écoute. Faire la différence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sept phrases sont celles du reportage, dans l'ordre. Le faire remarquer une fois l'exercice corrigé : le groupe vient de reconstituer le squelette d'un texte de trois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1. Ce billet est la première production organisée du module ; il annonce le compte rendu oral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qui tiennent le reportage debout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minutes sans se perdre, c'est possible : le journaliste pose des panneaux tout au long du parcours. Celui qui les repère sait toujours où il en est, même s'il a manqué une phrase.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connecteurs qui annoncent un changement de sujet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reformulation et s'en servir pour rattraper le fil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résumé d'une conséquence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ces connecteurs dans ses propres phrases.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en est-on dans le reportage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Réécoutez le début : quel mot annonce que ça commence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annonce qu'on change de sujet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annonce que c'est fini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ces mots, sauriez-vous où vous en êtes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rôles, cinq familles de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RÔLE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Ouvrir, poser le contexte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d'abord, premièrement, rappelons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Changer de sujet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quant à, en ce qui concerne, à propos 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Ajouter un autre aspect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par ailleurs, d'autre part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Redire plus simplement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autrement dit, c'est-à-dire, en d'autres termes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Résumer ou conclure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somme, donc, par conséquent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mot qui suit « quant à » vous donne le thème du paragraphe entier.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AUTREMENT DIT, C'EST UNE SECONDE CHANCE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le journaliste reformule, il vous redonne la phrase en plus simple.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Autrement dit » et « c'est-à-dire » arrivent après une information technique. Celui qui a manqué la version savante reçoit la version claire deux secondes plus tard. C'est le seul endroit d'un reportage où la même chose est dite deux fois : il serait dommage de décrocher juste avant.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« EN SOMME » ET « PAR CONSÉQUENT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Par conséquent, merci de votre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somme : un local vide, deux emplacements, une décision en octobre.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somme » résume : il rassemble ce qui vient d'être dit, sans rien ajouter. « Par conséquent » conclut : il tire une conséquence, donc il ajoute quelque chose de nouveau. Employer « par conséquent » là où il n'y a aucune conséquence est l'erreur la plus visible dans un texte d'élève.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PIÈGES DE L'OREILLE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corriger tout de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par ailleurs » n'est pas « en plus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En plus » ajoute dans la même direction. « Par ailleurs » ouvre un autre angle, souvent contraire.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quant à » n'a rien à voir avec « quand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Quant à » introduit un sujet ; « quand » introduit un moment. Ils se ressemblent à l'oreille et en rien d'autre.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rappelons que » annonce du connu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 qui suit est du contexte, pas la nouvelle. On peut relâcher deux secondes si on le sait déjà.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en ce qui concerne » ouvre un nouveau bloc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reportage change de sujet. Se remettre en marche, même si on était perdu avant.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Chacun ne sert qu'une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les faits. Le local est vide depuis deux 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que la consigne est de dix cents depuis novembre 2023.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il y a de plus en plus de contenants à rapporter.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la date d'ouverture, elle n'est pas arrêtée.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tout le monde n'accueille pas le projet de la même façon.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les heures d'ouverture, aucune information ne circule.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: un local vide, deux emplacements, une décision en octobre.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les faits. Le local est vide depuis deux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D'abord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que la consigne est de dix cents depuis novembre 2023.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Rappelons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il y a de plus en plus de contenants à rapporter.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Autrement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la date d'ouverture, elle n'est pas arrêtée.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Quant 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____, tout le monde n'accueille pas le projet de la même façon.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ailleurs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les heures d'ouverture, aucune information ne circule.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ce qui concerne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____ : un local vide, deux emplacements, une décision en octobre.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somme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une nouvelle en trois phrases, avec « d'abord », « par ailleurs » et « en somme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N'importe quelle nouvelle, même personnelle.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trois connecteurs doivent y être, dans cet ordre.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