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module. Rendre les billets de sortie de E1 : chacun a déjà sa question, c'est la dernière ligne de son texte.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l'intention de production écrite du programme : intervenir dans un blogue. Le dire au groupe, ça donne du poids à l'exercice.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piste a une seule bonne réponse : sur la question. Un billet qui finit sur une opinion se referme ; un billet qui finit sur une question ouvre les commentaires.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Écrire le plan au tableau et le laisser pendant toute la rédaction.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ce qui permet à un élève de publier sans crainte, et donc de publier.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sept exigences sont affichées dans l'activité, sous la zone de rédaction. L'assistant les vérifie une à une et donne une rétroaction immédiate ; elle n'est pas conservée.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proposer trois titres au tableau et voter. L'exercice prend cinq minutes et améliore tous les billets.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Révision par les cartes mémoire dans l'activité, puis autoévaluation. Douze énoncés à évaluer : pas encore, un peu, oui.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Rédaction dans l'activité interactive, avec vérification par l'assistant, puis envoi à l'enseignant. Les élèves rapides peuvent commenter le billet d'un camarade - c'est exactement ce que fait un blogue.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Dernier billet du module. Le lire à voix haute en groupe si l'ambiance s'y prête : c'est une bonne façon de fermer quatre semaines de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Écrire son billet dans Le fil du Ruisseau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Dernière séance : vous passez de lecteur à auteur. Dix lignes, des faits, une opinion annoncée comme telle, et la question que personne n'a posée.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Suivre l'actualité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billet de blogue de huit à douze phrases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y séparer clairement les faits de l'opinion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une concession, une mise en relief et un connecteur de sujet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ce qu'on est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Suzie vous ouvre le blogue du quartier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local-v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va vous lire ? Des voisins, pas des spécialistes.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quoi commencez-vous : les faits ou l'accord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montrez-vous que vous avez vérifié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quoi finissez-vous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plan en trois paragraphes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862072"/>
          </a:xfrm>
          <a:prstGeom prst="roundRect">
            <a:avLst>
              <a:gd name="adj" fmla="val 511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PARAGRAPHE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MET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1. Ce qui est établi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faits vérifiables au moins, avec un chiffre ou une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2. Ce qui ne l'est pas, et ce que j'en pense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information au conditionnel, une parole rapportée, puis une concession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3. Ma question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seule, adressée aux lecteurs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910328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5166360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Huit à douze phrases en tout. Un billet plus long ne se lit pas.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NOMMEZ VOS SOURCES, PROTÉGEZ-VOUS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À ma connaissance » est la formule la plus utile de tout le module.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ne reproche jamais à quelqu'un d'avoir dit ce qu'il ignorait ; on lui reproche d'avoir affirmé sans vérifier. Écrire « à ma connaissance », « selon le reportage de mardi » ou « la conseillère a dit que » coûte cinq mots et rend un texte inattaquable.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SEPT EXIGENCES DU BILLET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cocher avant d'envoyer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944118"/>
          </a:xfrm>
          <a:prstGeom prst="roundRect">
            <a:avLst>
              <a:gd name="adj" fmla="val 15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Deux faits vérifiables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349500"/>
            <a:ext cx="4806543" cy="130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avec un chiffre ou une date.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944118"/>
          </a:xfrm>
          <a:prstGeom prst="roundRect">
            <a:avLst>
              <a:gd name="adj" fmla="val 15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Une information non confirmée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349500"/>
            <a:ext cx="4806543" cy="130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marquée au conditionnel : « serait », « ouvrirait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919222"/>
            <a:ext cx="5446623" cy="944118"/>
          </a:xfrm>
          <a:prstGeom prst="roundRect">
            <a:avLst>
              <a:gd name="adj" fmla="val 15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319354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Une parole rapportée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458209"/>
            <a:ext cx="4806543" cy="130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la conseillère a dit que... » - attention au temps du verbe.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2919222"/>
            <a:ext cx="5446623" cy="944118"/>
          </a:xfrm>
          <a:prstGeom prst="roundRect">
            <a:avLst>
              <a:gd name="adj" fmla="val 15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319354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Une concession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3458209"/>
            <a:ext cx="4806543" cy="130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bien que » + subjonctif, ou « même si » + indicatif.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027931"/>
            <a:ext cx="5446623" cy="944118"/>
          </a:xfrm>
          <a:prstGeom prst="roundRect">
            <a:avLst>
              <a:gd name="adj" fmla="val 15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430225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Une mise en relief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4566920"/>
            <a:ext cx="4806543" cy="130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ce qui... c'est » ou « c'est... qui ».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8143" y="4027931"/>
            <a:ext cx="5446623" cy="944118"/>
          </a:xfrm>
          <a:prstGeom prst="roundRect">
            <a:avLst>
              <a:gd name="adj" fmla="val 15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98183" y="430225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Un connecteur de sujet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8183" y="4566920"/>
            <a:ext cx="4806543" cy="130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quant à », « en ce qui concerne ».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136642"/>
            <a:ext cx="5446623" cy="944118"/>
          </a:xfrm>
          <a:prstGeom prst="roundRect">
            <a:avLst>
              <a:gd name="adj" fmla="val 15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86968" y="5410962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Une question aux lecteurs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5675630"/>
            <a:ext cx="4806543" cy="130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la toute fin, une seule.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UN TITRE QUI JUGE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Scandale du dépôt : le quartier trahi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Point de dépôt : la question des heures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titre d'un billet annonce de quoi on parle, pas ce qu'on en pense. Un titre qui juge fait fuir exactement les lecteurs qu'on voulait convaincre, et il affaiblit le texte : celui qui a besoin d'un titre fort a souvent des arguments faibles.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du module, une dernière fois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361086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reportage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68094" y="2121408"/>
            <a:ext cx="6690912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compte rendu d'un journaliste qui va sur place.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467737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14041"/>
            <a:ext cx="3361086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chronique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8094" y="2614041"/>
            <a:ext cx="6690912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L'avis signé d'une personne, semaine après semaine.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106674"/>
            <a:ext cx="3361086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8094" y="3106674"/>
            <a:ext cx="6690912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qui permet de vérifier une information.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45300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3599307"/>
            <a:ext cx="3361086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fait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8094" y="3599307"/>
            <a:ext cx="6690912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qu'on peut aller vérifier, même s'il se révèle faux.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091939"/>
            <a:ext cx="3361086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opinion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8094" y="4091939"/>
            <a:ext cx="6690912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que quelqu'un pense, et qui se discute.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43826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584573"/>
            <a:ext cx="3361086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communiqué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8094" y="4584573"/>
            <a:ext cx="6690912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L'annonce officielle d'un organisme.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2688" y="493090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077206"/>
            <a:ext cx="3361086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période de questions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8094" y="5077206"/>
            <a:ext cx="6690912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moment où les citoyens interrogent leurs élus.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2688" y="54235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32688" y="5569839"/>
            <a:ext cx="3361086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argument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8094" y="5569839"/>
            <a:ext cx="6690912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raison qu'on donne pour appuyer son opinion.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Votre billet, huit à douze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fil du Ruisseau - nouveau billet.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Paragraphe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Paragraphe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Paragraphe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titre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prudence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Avant d'envoyer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Qu'est-ce que vous saurez faire lundi que vous ne saviez pas faire il y a quatre semaines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phrase, la vôtre.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Pensez à ce que vous ferez la prochaine fois qu'on vous enverra une nouvelle.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Suivre l'actualité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