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Défi 2. Elle rassemble tout le bloc : le passif de C2, le discours rapporté de C3, et la nominalisation qu'on découvre aujourd'hui.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le plus important et le plus difficile : beaucoup d'élèves complètent un texte avec ce qu'ils croient savoir.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piste est le coeur de la séance : aucun des deux ne le dit, mais le second efface même la possibilité de le demander.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règle de genre est presque sans exception et règle beaucoup d'hésitations.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Même logique que le passif sans « par » vu en C2 : le faire remarquer, les deux procédés se combinent.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Projeter l'article, puis cette diapositive. Le groupe doit pouvoir retrouver chaque observation dans le texte, en la pointant.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Attention au complément : « de + le » donne « du », « de + les » donne « des ». C'est le seul calcul à faire, et il se rate souvent.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central de la séance. Les trois « pas dans le texte » sont exactement les trois façons de se tromper : importer d'une autre source, durcir une nuance, prêter une opinion au journaliste.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Défi 2. La seconde consigne est celle qui compte : elle vérifie que la lecture critique a suivi la grammaire.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C4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Lire l'article du lendemain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passives, une nominalisation dans le titre, un conditionnel, et pas un seul « je » : c'est la signature d'un article informatif. Une fois qu'on la reconnaît, on lit beaucoup plus vite.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Suivre l'actualité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le verbe caché derrière un nom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0063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0886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pourquoi les titres emploient des noms plutôt que des verbes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qu'un article dit de ce qu'il ne dit pas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situer les dates du dossier de la consigne.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Pourquoi les titres n'ont-ils pas de verbe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journal-eta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dépôt ouvrira en mars.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Ouverture du dépôt en mars. 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des deux tient dans un titre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dit qui va ouvrir le dépôt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Les suffixes qui transforment un verbe en nom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SUFFIXE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DES EXEMPLES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-tion, -sion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installer devient l'installation ; décider devient la décision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-ment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stationner devient le stationnement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-ure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ouvrir devient l'ouverture ; fermer devient la fermeture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-age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dépanner devient le dépannage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sans suffixe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reporter devient le report ; appeler devient l'appel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genre suit le suffixe : -tion et -ure sont féminins, -ment et -age sont masculins.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QUE LA NOMINALISATION EFFACE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nom ne dit ni qui a agi, ni quand.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Report de la décision » ne dit pas qui a reporté, ni si c'est fait ou prévu. C'est très commode pour informer vite - et très commode aussi pour ne désigner aucun responsable. Un titre nominal mérite toujours qu'on lise l'article en dessous.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L'ARTICLE DU LENDEMAIN, EN QUATRE OBSERVATIONS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qu'il faut voir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titre est nominal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Dépôt de consigne : Boisjoli en tête. » Aucun verbe conjugué.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Trois phrases passives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 été retenu, sera prise, n'ont pas été fixées. Personne n'agit visiblement.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Un conditionnel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seraient réservées » : l'information n'est pas confirmée.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Pas un seul « je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journaliste ne se met jamais dans son texte. Une chronique, elle, ferait le contraire.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Du verbe au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Remplacez le verbe souligné par le nom de la même famille.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installera le dépôt au printemps.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local ouvrira en mars.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a fermé la caisse il y a deux ans.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stationne devant le dépanneur.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conseil décidera le 14 octobre.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a reporté le vote.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citoyens participent à la séance.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Du verbe au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installera le dépôt au printemps.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l'installation du dépôt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local ouvrira en mars.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l'ouverture du local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a fermé la caisse il y a deux ans.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fermeture de la caisse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stationne devant le dépanneur.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stationnement devant le dépanneur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conseil décidera le 14 octobre.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décision du conseil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a reporté le vote.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report du vote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citoyens participent à la séance.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participation des citoyens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écrit dans le texte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Attention : ne complétez pas avec ce que vous savez d'ailleurs.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local de Boisjoli est l'emplacement recommandé.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conseil municipal tranchera le 14 octobre.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368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085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Marquette a été écarté parce qu'il est trop petit.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6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places seraient réservées pour quinze minutes.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6143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2543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commerçant voisin s'oppose au projet.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6076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617372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6237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6232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Ville n'exploitera pas elle-même le dépôt.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764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861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925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91997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journaliste trouve que la décision a trop tardé.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écrit dans le texte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local de Boisjoli est l'emplacement recommandé.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dans le texte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conseil municipal tranchera le 14 octobre.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dans le texte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368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085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Marquette a été écarté parce qu'il est trop petit.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pas dans le texte - la raison vient de l'entrevue, pas de l'article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6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places seraient réservées pour quinze minutes.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dans le texte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6143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2543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commerçant voisin s'oppose au projet.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pas dans le texte - il s'inquiète du stationnement, ce n'est pas la même chose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6076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617372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6237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6232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Ville n'exploitera pas elle-même le dépôt.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dans le texte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764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861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925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91997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journaliste trouve que la décision a trop tardé.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pas dans le texte - un article informatif ne juge pas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 titre nominal pour une nouvelle de votre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nom, pas de verbe conjugué. Cinq mots au maximum.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dites ce que votre titre n'apprend pas au lecteur.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Suivre l'actualité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