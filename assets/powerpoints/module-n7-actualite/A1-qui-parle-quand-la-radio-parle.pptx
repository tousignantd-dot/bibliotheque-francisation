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par une question ouverte au groupe : où prenez-vous vos nouvelles ? La radio, la télé, un groupe de messagerie, la famille restée au pays. Les réponses donnent le ton et montrent tout de suite que la question des sources est vivante.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cœur du module et il ne sera pas atteint aujourd'hui. Le poser quand même : tout le reste y revient.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Plusieurs élèves suivent surtout l'actualité de leur pays d'origine, et parfois par des groupes de messagerie. Ne pas dévaloriser : s'en servir plus loin, quand on parlera de vérifier une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Farida dit « je n'ai pas tout saisi » : c'est exactement la situation de l'élève devant une radio. Le nommer tout de suite, et dire qu'on ne comprend jamais un reportage d'un seul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question qui ouvre le module. La faire reformuler par un élève avant de donner la réponse de Suzie.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contient déjà toute la séance A4. La faire répéter et l'écrire au tableau : on y reviendra.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de tout le module ; il revient en A3 sous forme d'exercice.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on ne demande pas à l'élève de se méfier de tout, mais de savoir ce qu'il 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Une source » est le mot le plus important des six : il revient dans les quatre blocs.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cinquième porte sur la consigne : y revenir en B2, avec les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Les réponses servent de matière première en A4, quand on triera les faits et les opinions.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 parle, quand la radio parle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Suivre l'actualité, ce n'est pas seulement comprendre les mots. C'est savoir qui les dit, et à quel titre : un journaliste qui rapporte n'engage pas la même chose qu'une chroniqueuse qui juge.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grands genres de l'information : reportage, chronique, éditorial, billet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chacun fait, et ce qu'il ne fait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qu'un texte peut mêler des faits et des jugements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premiers mots du dossier : une source, une manchette.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prenez-vous vos nouvelles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tudio-ra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radio, à la télévision, sur un téléphone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français, ou dans votre première langue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vérifiez ce qu'on vous envoie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a le plus surpris depuis votre arrivée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parlent de notre 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7135" y="2322576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Farida ! Monte le son deux secondes, ils parlent de notre 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7135" y="307187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rue Boisjoli ? Attends... je n'ai pas tout saisi. Il a dit qu'un local allait ouvrir.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7135" y="4158995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point de dépôt pour les contenants consignés. Dans l'ancien local de la caisse, au coin.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7135" y="524611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point de dépôt. C'est là qu'on rapporte les canettes et les bouteilles vides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ne sais toujours pas qui parle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Suzie, il faut que je te dise quelque chose. J'écoute la radio depuis trois ans et je ne sais toujours pas qui parle.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989072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ça, qui parle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29444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3738371"/>
            <a:ext cx="884899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matin, il y a un homme qui raconte ce qui s'est passé. Le samedi, il y a une femme qui parle du même sujet, mais elle se fâche. Est-ce que c'est le même métier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1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1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7135" y="5163311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non. Pas du tout. L'homme du matin fait des reportages : il va sur place, il pose des questions, il rapporte ce qu'il a vu et entendu.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L'opinion assumée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il ne dit pas ce qu'il en pense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65125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n'a pas le droit. Son travail, c'est de te donner les faits et de te faire entendre les gens concernés. Toi, tu décides après.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3738371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quand elle dit que la Ville a mal choisi l'endroit, ce n'est pas une nouvelle.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7135" y="482549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Voila. C'est son avis. Par contre, si elle dit que la consigne est passée à dix cents, ça, c'est un fait, et tu peux le vérifier.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Quatre façons de parler d'une même nouvelle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GENRE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reportage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rapporte ce qu'un journaliste a constaté sur 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chronique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 l'avis signé d'une personne, chaque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L'éditorial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exprime la position du journal lui-même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billet de blogue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texte court, personnel, que les lecteurs commentent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quatre peuvent parler du même sujet le même jour, sans dire la même chose.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GENRE, UN ENGAGEMENT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reportage rapporte ; la chronique juge, et elle le 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que l'un serait honnête et l'autre non. Une chronique est parfaitement honnête : elle annonce qu'elle donne un avis. Le problème commence quand le lecteur ne voit pas la différence et prend le jugement pour de l'information.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pour commencer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reportage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5537" y="2121408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compte rendu d'un journaliste qui va sur place et rapporte ce qu'il a constaté.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chronique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5537" y="2778252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 texte où quelqu'un donne régulièrement son point de vue signé.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éditorial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5537" y="3435096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texte qui exprime la position du journal lui-même.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billet de blogue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5537" y="4091939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 texte court publié en ligne, que les lecteurs peuvent commenter.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manchette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5537" y="4748784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Le titre principal, mis bien en vue, qui annonce la nouvelle importante.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5537" y="5405628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personne ou le document d'où vient une information, et qui permet de la vérifier.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dont on parle est situé rue Boisjoli.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Ludovic Chagnon donne son opinion dans ses reportages.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Vaillancourt signe une chronique le samedi.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Suzie dit qu'une chronique ne contient jamais de faits.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paie la consigne au moment de rapporter le contenant vide.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Suzie propose à Farida d'écrire un billet.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dont on parle est situé rue Boisjoli.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Ludovic Chagnon donne son opinion dans ses reportages.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n'a pas le droit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Vaillancourt signe une chronique le samedi.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Suzie dit qu'une chronique ne contient jamais de faits.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en contient souvent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paie la consigne au moment de rapporter le contenant vide.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on la paie à l'achat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Suzie propose à Farida d'écrire un billet.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nouvelle que vous avez entendue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 vous l'a apprise : la radio, un journal, quelqu'un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vous sauriez dire d'où venait l'information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