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Le bloc ne compte que deux séances : celle-ci pour lire et trier, D2 pour répondre. Le dire d'emblée, le rythme est serré.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prépare D2 : on ne peut pas concéder si on n'a pas d'abord trouvé quoi concéder.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groupe a vu en C1 que « recommandé n'est pas décidé ». La phrase de la chroniqueuse contredit donc un fait établi la séance précédente. Laisser le groupe le trouver.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la justification de tout le Défi 3. L'écrire au tableau : elle sera la consigne d'écriture de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Vrai et plate » contre « discutable et efficace » : la formule résume l'économie d'une chronique. Elle mérite d'être commentée.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ici que le module bascule : l'élève passe de lecteur à auteur. Farida a trouvé la question que personne n'a posée, et c'est ce qu'on demandera à chacun en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conclusion du module tout entier sur la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Boucle bouclée avec A4 : même exercice, texte plus difficile. Comparer les résultats avec ceux du bloc A si vous les avez gardés.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Ces deux lignes sont la matière première de D2 et de E2 : les faire garder.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chronique de samedi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chronique n'est pas une nouvelle : c'est quelqu'un qui pense tout haut et qui signe. Le piège, c'est qu'elle contient aussi des faits parfaitement exacts.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Suivre l'actualité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chronique et ce qui la distingue d'un article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trier les faits et les jugements à l'intérieur d'un même texte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un mot choisi pour juger sans en avoir l'air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identifier le point sur lequel on est d'accord avec l'auteur.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Ce projet a été imposé au quartier.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alle-conse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c'est un fait ou un jugement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mot neutre pourrait remplacer « imposé »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conseil a-t-il déjà voté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la conseillère avait dit à ce sujet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début et la fin ne vont pas ensemble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827024"/>
          </a:xfrm>
          <a:prstGeom prst="roundRect">
            <a:avLst>
              <a:gd name="adj" fmla="val 1769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94447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27135" y="2322576"/>
            <a:ext cx="8848991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Suzie, j'ai lu la chronique de Thérèse Vaillancourt. Je l'ai lue trois fois et je ne sais pas si je suis d'accord.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67304"/>
            <a:ext cx="11057839" cy="827024"/>
          </a:xfrm>
          <a:prstGeom prst="roundRect">
            <a:avLst>
              <a:gd name="adj" fmla="val 1769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231896"/>
            <a:ext cx="1294447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7135" y="3231896"/>
            <a:ext cx="8848991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écrit : « Bien que le projet parte d'une bonne intention, la Ville a encore une fois décidé sans nous. » Le début et la fin ne vont pas ensemble.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76623"/>
            <a:ext cx="11057839" cy="827024"/>
          </a:xfrm>
          <a:prstGeom prst="roundRect">
            <a:avLst>
              <a:gd name="adj" fmla="val 1769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41215"/>
            <a:ext cx="1294447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SUZIE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7135" y="4141215"/>
            <a:ext cx="8848991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contraire, c'est très bien construit. Elle accorde quelque chose avant de frapper. Ensuite elle attaque la façon de faire, pas l'idée.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88594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050535"/>
            <a:ext cx="129444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7135" y="5050535"/>
            <a:ext cx="884899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ne pas attaquer directement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546344"/>
            <a:ext cx="11057839" cy="827024"/>
          </a:xfrm>
          <a:prstGeom prst="roundRect">
            <a:avLst>
              <a:gd name="adj" fmla="val 1769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5710935"/>
            <a:ext cx="1294447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SUZIE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27135" y="5710935"/>
            <a:ext cx="8848991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Parce que si tu attaques directement, celui qui n'est pas d'accord arrête de lire à la deuxième ligne. Tandis que si tu commences par lui donner raison sur un point, il continue.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qui a l'air d'un fait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235964"/>
          </a:xfrm>
          <a:prstGeom prst="roundRect">
            <a:avLst>
              <a:gd name="adj" fmla="val 1183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94447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27135" y="1901952"/>
            <a:ext cx="8848991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Mais elle écrit aussi : « Ce projet a été imposé au quartier. » Ça, c'est faux. La conseillère a dit en entrevue que le conseil déciderait le 14 octobre, en séance publique.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055620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220212"/>
            <a:ext cx="1294447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SUZIE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7135" y="3220212"/>
            <a:ext cx="8848991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Ah. Là, tu viens de faire exactement ce qu'il faut faire. Tu as trouvé une phrase qui a l'air d'un fait et qui n'en est pas un.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71619"/>
            <a:ext cx="11057839" cy="631443"/>
          </a:xfrm>
          <a:prstGeom prst="roundRect">
            <a:avLst>
              <a:gd name="adj" fmla="val 231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236211"/>
            <a:ext cx="1294447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7135" y="4236211"/>
            <a:ext cx="8848991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Imposé », c'est un jugement.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785359"/>
            <a:ext cx="11057839" cy="1235964"/>
          </a:xfrm>
          <a:prstGeom prst="roundRect">
            <a:avLst>
              <a:gd name="adj" fmla="val 1183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949951"/>
            <a:ext cx="1294447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SUZIE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27135" y="4949951"/>
            <a:ext cx="8848991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C'est un jugement. Et le mot est choisi. Elle aurait pu écrire « recommandé par le comité exécutif », ce qui est vrai et plate. Elle a écrit « imposé », ce qui est discutable et efficace.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point où elle a raison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94447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27135" y="1901952"/>
            <a:ext cx="8848991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Dans le même paragraphe, elle donne des chiffres exacts. Cent quarante mètres carrés, deux places, quinze minutes. Tout ça est juste, j'ai vérifié.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753360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17952"/>
            <a:ext cx="1294447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SUZIE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7135" y="2917952"/>
            <a:ext cx="8848991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Bien sûr. Une bonne chroniqueuse ne se trompe pas sur les faits ; c'est ce qui lui donne le droit d'être dure sur le reste.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769359"/>
            <a:ext cx="11057839" cy="1235964"/>
          </a:xfrm>
          <a:prstGeom prst="roundRect">
            <a:avLst>
              <a:gd name="adj" fmla="val 1183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933951"/>
            <a:ext cx="1294447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7135" y="3933951"/>
            <a:ext cx="8848991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Même si je trouve son ton un peu fort, il y a une chose sur laquelle elle a raison. Les heures d'ouverture. Personne ne les connaît, et pour moi c'est la vraie question.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087619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252211"/>
            <a:ext cx="1294447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SUZIE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27135" y="5252211"/>
            <a:ext cx="8848991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Ça, personne ne l'a demandé. Ni Ludovic, ni Thérèse, ni les commerçants. Alors écris-le.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FAITS EXACTS SERVENT LE JUGEMENT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chronique juste sur les faits a plus de force dans ses opinions.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mélange est volontaire, et il n'est pas malhonnête : la chroniqueuse annonce qu'elle donne un avis. Mais le lecteur pressé voit un seul bloc, et prend le jugement pour de l'information parce qu'il est entouré de chiffres vrais.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TRI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la chronique : fait ou jugement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Les faits y sont exacts. Les jugements, eux, se discutent.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Le local fait cent quarante mètres carrés.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Ce projet a été imposé au quartier.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Deux places seront réservées, quinze minutes.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Quinze minutes : voilà bien une idée de bureau.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Personne ne connaît encore les heures d'ouverture.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La Ville a encore une fois décidé sans nous. 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Le conseil doit se prononcer le 14 octobre. 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Il serait temps qu'on écoute enfin les commerçants.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la chronique : fait ou jugement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Le local fait cent quarante mètres carrés.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Ce projet a été imposé au quartier.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jugement - « imposé » apprécie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Deux places seront réservées, quinze minutes.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Quinze minutes : voilà bien une idée de bureau.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jugement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Personne ne connaît encore les heures d'ouverture.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La Ville a encore une fois décidé sans nous.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jugement - « encore une fois » juge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Le conseil doit se prononcer le 14 octobre.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Il serait temps qu'on écoute enfin les commerçants.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jugement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Sur quel point êtes-vous d'accord avec la chroniqueuse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seul point, même petit.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: sur quel point n'êtes-vous pas d'accord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Suivre l'actualité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