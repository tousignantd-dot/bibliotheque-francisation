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charnière du bloc A. Si une seule chose doit rester du module dans dix ans, c'est celle-ci. Prendre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désarçonne toujours. Il est pourtant décisif : confondre « fait » et « vérité » empêche de comprendre ce qu'est une vérification.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 et ne rien expliquer avant que le groupe ait cherché. La différence doit se trouver, pas s'annoncer.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phrase sur la consigne à trente cents fait toujours réagir ; c'est exactement pour cela qu'elle est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dans le journal du jour un exemple de chaque colonne, si le groupe en a un sous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cas difficile de la séance, et celui qui revient en D1 avec la chronique. Le poser ici, sans exiger qu'il soit maîtrisé.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Corrigé masqué au premier passage. Faire nommer, pour chaque opinion, le mot exact qui la trahit : c'est ce repérage qui s'exporte.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données sont vérifiées sur les sites officiels et ne s'inventent pas. Elles servent de banc d'essai : ce sont des faits, et l'élève peut les citer sans crainte.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fin de bloc. Ramasser : ces deux lignes disent exactement où en est chaque élève avant d'attaquer le reportage.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fait, ou une opinion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question sépare les deux, et elle tient en six mots : est-ce que je pourrais aller vérifier ? Tout le reste du module repose sur ce tri.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fait d'une opinion par un test unique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mots qui trahissent un jugement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jugement déguisé en constat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qu'un fait puisse être faux sans cesser d'être un fait.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Ces deux phrases se ressemblent. En quoi diffèrent-elles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journal-et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local est vide depuis deux ans.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 local vide fait honte au quartier.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pourriez-vous aller vérifier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deux personnes raisonnables pourraient-elles contester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TEST UNIQUE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pourrais aller vérifier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oui, c'est un fait. Si la réponse dépend de qui on interroge, c'est une opinion. Un fait n'est pas forcément vrai : « la consigne est de trente cents » est un fait, et il est faux. Ce qui le définit, c'est qu'on peut aller le contredire.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trahit l'un et l'autre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L'OPINION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des chiffres : huit places, quinze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adjectifs de valeur : ridicule, scandaleux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des dates : le 14 octobre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adverbes : trop, enfin, encore une fois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des noms précis : le conseil municipal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verbes : je trouve, il faudrait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un verbe neutre : est, a été retenu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question qui n'attend pas de réponse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fait n'a besoin d'aucun adjectif pour tenir debout.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JUGEMENT DÉGUISÉ EN CONSTAT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projet a été imposé au quartier.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projet a été recommandé par le comité.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phrases ont la même forme grammaticale : une phrase passive au passé composé. Mais « recommander » se constate, tandis qu'« imposer » suppose déjà qu'on a mal agi. Le test qui les sépare : remplacez le mot par un synonyme neutre. Si le sens change beaucoup, il y avait un jugement caché.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 ou opinion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appliquez le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consigne est de vingt-cinq cents sur le verre de 500 ml et plus.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quartier attend ce service depuis bien trop longtemps.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la rue Boisjoli est vide depuis deux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encore une fois décidé sans consulter personne.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dépanneur d'en face dispose de huit places.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 minutes, c'est ridicule pour décharger des sacs.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doit se prononcer le 14 octobre.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serait scandaleux de fermer le dépôt à dix-sept heures.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 ou opinion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consigne est de vingt-cinq cents sur le verre de 500 ml et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 - vérifiable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quartier attend ce service depuis bien trop longtemps.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opinion - « trop » ne se mesure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la rue Boisjoli est vide depuis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 - on peut aller voir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encore une fois décidé sans consulter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opinion - « encore une fois » juge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dépanneur d'en face dispose de huit places.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 - ça se compte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 minutes, c'est ridicule pour décharger des sacs.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opinion - « ridicule » est une appréciation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doit se prononcer le 14 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 - c'est une 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serait scandaleux de fermer le dépôt à dix-sept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opinion - jugement et réclamation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FAITS DU DOSSIER, VÉRIFIÉS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peut affirmer sans risque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consigne ordinaire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Dix cents sur les contenants visés, depuis le 1er novembre 2023.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verre de 500 ml et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Vingt-cinq cents, depuis la même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plastique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Consigné depuis le 1er mars 2025.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verre et le multicouche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S'ajouteront en mars 2027.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la nouvelle que vous avez notée en A1. Écrivez-en un fait, puis une opinion.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fait : quelque chose que je pourrais aller vérifier.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L'opinion : ce que j'en pense, annoncé comme tel.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