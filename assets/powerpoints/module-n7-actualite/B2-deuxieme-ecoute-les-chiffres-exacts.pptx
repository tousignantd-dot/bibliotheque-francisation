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Le groupe a déjà le sujet en tête ; il peut donc écouter pour autre chose. Rappeler la méthode des trois écoutes, affichée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prépare tout le bloc C : « la Ville indique » n'est pas la même chose que « la conseillère Ferron déclare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paient la consigne sans savoir qu'ils peuvent la récupérer. La séance a donc une utilité immédiate, indépendamment de la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Distinction importante à dire au groupe : ce qui concerne la consigne est réel et vérifiable ; le quartier du Ruisseau, lui, est inventé pour les besoins du cours. Un élève doit savoir ce qu'il peut répéter à l'extérieur.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quatre questions avant de lancer l'extrait.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Corrigé masqué au premier passage. Autoriser franchement les arrêts et les retours : c'est la consigne de la deuxième écoute, pas une triche.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pourquoi une institution parle parfois sans nommer personne. Les réponses des élèves valent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prépare directement le jeu de rôle de E1, où le voisin sceptique fait exactement cette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« je ne sais plus » sont utiles : ils montrent quelles voix se confondent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Deuxième écoute : les chiffres exacts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on a le droit d'arrêter et de revenir en arrière. Un chiffre mal entendu, ce n'est pas un détail : c'est ce qui change une nouvelle en rumeur.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chiffres et les dates d'un reportage long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attribuer chaque parole à la personne qui l'a dite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source nommée d'une source anonyme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citer un fait vérifié du dossier de la consigne.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rapporte-t-on, et combien ça vaut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ntenants-s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Rapportez-vous vos contenants vides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Savez-vous combien vous récupérez par contenant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allez-vous les porter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c'était pareil dans votre pays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au Québec : les faits vérifiés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1er novembre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dix cents sur les contenants visés ; vingt-cinq cents sur le verre de 500 ml et 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1er mars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contenants de plastique deviennent consignés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mars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verre et les contenants multicouches s'ajouteront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14 octobre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conseil municipal doit se prononcer sur l'emplacement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trois premières lignes sont vérifiées sur les sites officiels. La quatrième appartient au scénario du module.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ÉCOUTER POUR UN CHIFFRE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n'entend un chiffre que si on l'attend.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deuxième écoute, on sait de quoi parle le reportage : on peut donc décider d'avance ce qu'on cherche. Combien de cents ? Quelle année ? Combien de places ? L'oreille trouve ce qu'elle cherche et laisse passer le reste - et c'est très bien ainsi.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RELEVÉ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Réécoutez, arrêtez, revenez en arrière si nécessaire.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consigne ordinaire est de combien de cents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sur le verre de 500 ml et plus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le plastique est-il consigné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le verre s'ajoutera-t-il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distance est le point de dépôt le plus proche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places devant le dépanneur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Marjolaine habite-t-elle l'immeuble 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date de la séance du conseil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consigne ordinaire est de combien de cents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sur le verre de 500 ml et plus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vingt-cinq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le plastique est-il consigné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mars 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le verre s'ajoutera-t-il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mars 2027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distance est le point de dépôt le plus proche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kilomètres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places devant le dépanneur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huit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Marjolaine habite-t-elle l'immeuble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vingt-six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date de la séance du conseil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14 octobre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dit quoi, et à quel titre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LA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« Le dossier est à l'étude.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Hélène Ferron, conseillère - une élue nommée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« Ça fait onze ans que je reprends les canettes.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Benoît Sarrazin, dépanneur - un témoin nommé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« Moi, je n'ai pas d'auto.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Marjolaine Cusson, résidente - un témoin nommé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« Un dépôt de cette taille serait ouvert six jours sur sept.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- aucune personne nommée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ligne est la seule sans visage. Retenez-la : elle revient au Défi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UN TÉMOIN ET UN PORTE-PAROLE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dépanneur a dit que la Ville allait tout payer.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dépanneur a dit qu'il craignait de perdre ses places.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témoin parle de ce qu'il vit ; un porte-parole parle au nom d'un organisme, et engage cet organisme. Prêter à l'un l'autorité de l'autre est la façon la plus courante de transformer un reportage exact en rumeur fausse, sans que personne ait menti.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chiffre du reportage et dites qui l'a donné.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dix cents - c'est le journaliste qui le rappelle.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savez plus qui l'a dit, écrivez-le aussi.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