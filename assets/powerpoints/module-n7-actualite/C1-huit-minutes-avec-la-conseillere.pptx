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Prévenir : vingt-deux répliques, dont plusieurs de quatre phrases. On ne l'écoutera pas d'un seul tenant — on le coupe en trois, comme le reportage.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dépasse la langue et c'est assumé : savoir qu'une recommandation n'est pas une décision est utile à tout adulte qui habite une ville.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piste est le coeur de la séance : la relance. Les élèves sous-estiment souvent qu'on a le droit de redemander.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Recommandé n'est pas décidé » est la phrase à retenir de la séance. L'écrire au tableau. Elle contient aussi trois phrases passives, qui seront le sujet de C2.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répliques sont bourrées de discours indirect au passé : « vous m'aviez dit que », « je vous avais dit que je vous rappellerais ». Ne pas l'expliquer aujourd'hui - c'est C3. Seulement le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vraie et vérifiable : au Québec, toute séance du conseil d'une municipalité comprend une période de questions du public, et le conseil en fixe la durée et la procédure par règlement. Le dire au groupe : c'est un droit qu'ils 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prépare directement D1.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par la réplique. La cinquième affirmation est celle que le voisin sceptique du jeu de rôle défendra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Les réponses au « pourquoi ça compte » montrent quels élèves ont saisi l'enjeu civique, pas seulement le vocabulaire.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Huit minutes avec la conseillère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entrevue n'est pas un reportage : c'est une personne qu'on fait parler longuement, et qu'on relance quand elle esquive. L'extrait d'aujourd'hui est le plus long du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Suivre l'actualité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entrevue longue et en retenir la structure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comment un journaliste relance quelqu'un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recommandé » de « décidé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qui décide quoi dans une municipalité.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qui se passe dans un studio, à deux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studio-rad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pose les questions, qui répond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L'invitée a-t-elle vu les questions d'avance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fait le journaliste si la réponse est vague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Peut-il dire ce qu'il pense de la réponse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ENTREVUE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 changé depuis hier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79042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1730" y="2322576"/>
            <a:ext cx="866439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Madame Ferron, bonjour. Hier, notre reportage disait que le local de la rue Boisjoli était à l'étude. Ce matin, un communiqué est sorti. Qu'est-ce qui a changé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8424"/>
            <a:ext cx="11057839" cy="898144"/>
          </a:xfrm>
          <a:prstGeom prst="roundRect">
            <a:avLst>
              <a:gd name="adj" fmla="val 16289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303016"/>
            <a:ext cx="1479042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1730" y="3303016"/>
            <a:ext cx="8664397" cy="623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a changé, c'est que le dossier a été déposé officiellement. Le communiqué a été publié hier soir par le service des communications.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118864"/>
            <a:ext cx="11057839" cy="613664"/>
          </a:xfrm>
          <a:prstGeom prst="roundRect">
            <a:avLst>
              <a:gd name="adj" fmla="val 2384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283456"/>
            <a:ext cx="1479042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1730" y="4283456"/>
            <a:ext cx="8664397" cy="33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Donc l'emplacement a été choisi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14824"/>
            <a:ext cx="11057839" cy="1182623"/>
          </a:xfrm>
          <a:prstGeom prst="roundRect">
            <a:avLst>
              <a:gd name="adj" fmla="val 1237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79415"/>
            <a:ext cx="1479042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1730" y="4979415"/>
            <a:ext cx="8664397" cy="908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L'emplacement recommandé, oui. Mais je veux être précise : recommandé n'est pas décidé. La décision finale sera prise par le conseil municipal, en séance publique, le 14 octobre.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ENTREVUE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relance : vous m'aviez dit autre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790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1730" y="1901952"/>
            <a:ext cx="86643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m'aviez dit la semaine dernière que rien n'était 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790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1730" y="2651252"/>
            <a:ext cx="866439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c'était exact la semaine dernière. Je vous avais dit que le comité n'avait pas encore reçu l'analyse technique, et c'était vrai : il l'a reçue lundi.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790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1730" y="4076191"/>
            <a:ext cx="86643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vous avais dit aussi que je vous rappellerais dès qu'il y aurait du nouveau, et c'est ce que j'ai fait.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99872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5163312"/>
            <a:ext cx="1479042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1730" y="5163312"/>
            <a:ext cx="866439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Parlons du stationnement. Le dépanneur d'en face craint de perdre ses huit places.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ENTREVUE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exploite, et qui peut poser une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790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1730" y="1901952"/>
            <a:ext cx="86643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donc pas la Ville qui va l'opérer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790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1730" y="2651252"/>
            <a:ext cx="866439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et c'est important de le dire parce que beaucoup de gens se trompent là-dessus. La Ville met le local à disposition. L'exploitation relève du système de consigne, pas de la municipalité.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79042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LUDOVIC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1730" y="4076191"/>
            <a:ext cx="866439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citoyen qui n'est pas d'accord, il fait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66090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825492"/>
            <a:ext cx="1479042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HÉLÈNE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1730" y="4825492"/>
            <a:ext cx="8664397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vient au conseil le 14 octobre. Toute séance du conseil comprend une période de questions où les personnes présentes peuvent interroger les élus. C'est prévu par la loi.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RECOMMANDÉ N'EST PAS DÉCIDÉ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comité recommande ; un conseil décide, en séance publique.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distinction n'est pas un détail administratif : elle dit à quel moment un citoyen peut encore intervenir. Tant que ce n'est que recommandé, la période de questions du conseil sert à quelque chose. C'est aussi ce que la chronique du Défi 3 va confondre, volontairement.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l'entrevue.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communiqué a été publié avant l'accord du comité exécutif.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la rue Boisjoli fait cent quarante mètres carrés.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la rue Marquette est plus grand.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des huit places seraient réservées, quinze minutes.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Ville qui exploitera le point de dépôt.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dépôt serait ouvert du mardi au dimanche.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heures précises sont déjà fixées.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communiqué a été publié avant l'accord du comité exécutif.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après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la rue Boisjoli fait cent quarante mètres carrés.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local de la rue Marquette est plus grand.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quatre-vingts mètres carrés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des huit places seraient réservées, quinze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Ville qui exploitera le point de dépôt.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le système de consigne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dépôt serait ouvert du mardi au dimanche.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heures précises sont déjà fixées.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- négociées plus tard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quelle est la différence entre recommandé et décidé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Dites-le avec vos mots, pas avec ceux de la conseillère.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: à votre avis, pourquoi est-ce que ça compte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Suivre l'actualité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