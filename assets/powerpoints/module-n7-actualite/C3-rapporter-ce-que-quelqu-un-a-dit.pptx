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point de grammaire du Défi 2, et le plus exigeant du module. Prévoir de l'étaler : mieux vaut deux déplacements maîtrisés que trois survolés.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objectifs deux et trois sont les seuls exigibles à l'évaluation. Le quatrième se travaille par imitation.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changements à trouver, pas un. Les élèves voient le verbe et manquent presque toujours le passage de « vous » à « me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chercher le verbe introducteur avant toute transformation : c'est le réflexe à installer.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tableau de référence : y revenir à chaque phrase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phrases viennent de l'entrevue. Faire retrouver l'original dans l'extrait : le lien avec un texte réel fixe la règle mieux qu'un tableau.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essentiel. Le poser explicitement : les élèves qui ont bien compris B3 vont sur-interpréter ici, et c'est bon signe.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changements ne sont pas exigibles à l'évaluation, mais ils s'entendent partout. Les faire reconnaître, pas produire.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combine passif et conditionnel : la garder pour la fin et la faire décomposer en deux temps.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erreurs de pronom sont les plus fréquentes et les plus faciles à corriger en groupe.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Rapporter ce que quelqu'un a dit</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vous racontez aujourd'hui ce que quelqu'un a dit hier, vous vous placez à hier. Les temps reculent d'un cran pour le montrer.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l'actualité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transformer une parole directe en parole rapportée au passé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plus-que-parfait pour ce qui était déjà fait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conditionnel présent pour ce qui restait à venir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adapter les repères de temps et les pronoms.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phrase, deux fois</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a dit : « Je vous rappellerai.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a promis qu'elle me rappellerait.</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a changé dans le verbe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dans le pronom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POINT DE RÉFÉRENCE RECULE</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Verbe introducteur au passé : les temps de ce qui est rapporté reculent d'un cran.</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vrai que si le verbe qui introduit est au passé. « Elle dit qu'elle viendra » ne change rien ; « elle a dit qu'elle viendrait », oui. Le déclencheur est toujours le verbe introducteur - c'est lui qu'il faut regarder en premier.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déplacements, et rien de plus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RAPPORTE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 DEVIENT</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 qui était déjà fait (passé composé)</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plus-que-parfait : il avait perdu</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 qui était en cours (présent)</a:t>
            </a:r>
          </a:p>
        </p:txBody>
      </p:sp>
      <p:sp>
        <p:nvSpPr>
          <p:cNvPr id="14" name="TextBox 13"/>
          <p:cNvSpPr txBox="1"/>
          <p:nvPr/>
        </p:nvSpPr>
        <p:spPr>
          <a:xfrm>
            <a:off x="4443636" y="3169920"/>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l'imparfait : le dossier était à l'étude</a:t>
            </a:r>
          </a:p>
        </p:txBody>
      </p:sp>
      <p:sp>
        <p:nvSpPr>
          <p:cNvPr id="15" name="Rectangle 14"/>
          <p:cNvSpPr/>
          <p:nvPr/>
        </p:nvSpPr>
        <p:spPr>
          <a:xfrm>
            <a:off x="932688" y="38160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944112"/>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ce qui restait à venir (futur)</a:t>
            </a:r>
          </a:p>
        </p:txBody>
      </p:sp>
      <p:sp>
        <p:nvSpPr>
          <p:cNvPr id="17" name="TextBox 16"/>
          <p:cNvSpPr txBox="1"/>
          <p:nvPr/>
        </p:nvSpPr>
        <p:spPr>
          <a:xfrm>
            <a:off x="4443636" y="3944112"/>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conditionnel présent : elle rappellerait</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variante plus parlée</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aller à l'imparfait + infinitif : elle allait rappeler</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Trois lignes. Presque tout le discours indirect au passé tient là-dedans.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TROIS TRANSFORMATIONS SUR DES PHRASES DU MODULE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Direct, puis rapporté</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 J'ai perdu des clients. »</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Il a expliqué qu'il avait perdu des clients. - passé composé vers plus-que-parfait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 Le dossier est à l'étude. »</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Elle a précisé que le dossier était à l'étude. - présent vers imparfait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 Je vous rappellerai. »</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Elle a promis qu'elle me rappellerait. - futur vers conditionnel</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 Je vais vous répondre par écrit. »</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Elle a dit qu'elle allait me répondre par écrit. - futur proche vers imparfait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CONDITIONNEL QUI N'EST PAS UN DOUTE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Selon la conseillère, elle viendrait peut-être.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a promis qu'elle viendrait.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même conditionnel sert deux fois dans ce module, et c'est le piège central du Défi 2. Au Défi 1, il marquait une information non confirmée. Ici, il marque simplement de l'avenir raconté depuis le passé : elle a bien promis, il n'y a aucun doute. C'est le verbe introducteur qui tranche - « selon nos informations » ou « elle a promis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change aussi, et qu'on oublie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STYLE DIRECT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RAPPORTÉ AU PASSÉ</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hier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veille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demain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lendemain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maintenant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alors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 je vous rappellerai »</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me rappellerait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Dans un article, c'est souvent au pronom qu'on repère qu'une parole est rapportée.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APPLICATION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Rapportez au passé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verbe introducteur est déjà au passé composé.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comité n'a pas encore reçu l'analyse. » Elle m'a dit que...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Je vous rappellerai. » Elle a promis qu'elle...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J'ai déjà perdu des clients. » Il a expliqué qu'il...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dossier est à l'étude. » Elle a précisé que...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conseil se prononcera le 14 octobre. » Elle a annoncé que...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Les heures seront négociées plus tard. » Elle a indiqué que...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Rapportez au passé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comité n'a pas encore reçu l'analyse. » Elle m'a dit que...   </a:t>
            </a:r>
            <a:r>
              <a:rPr sz="1400" b="1" i="0">
                <a:solidFill>
                  <a:srgbClr val="07734A"/>
                </a:solidFill>
                <a:latin typeface="Verdana"/>
              </a:rPr>
              <a:t>» le comité n'avait pas encore reçu l'analyse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Je vous rappellerai. » Elle a promis qu'elle...   </a:t>
            </a:r>
            <a:r>
              <a:rPr sz="1400" b="1" i="0">
                <a:solidFill>
                  <a:srgbClr val="07734A"/>
                </a:solidFill>
                <a:latin typeface="Verdana"/>
              </a:rPr>
              <a:t>» me rappellerait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J'ai déjà perdu des clients. » Il a expliqué qu'il...   </a:t>
            </a:r>
            <a:r>
              <a:rPr sz="1400" b="1" i="0">
                <a:solidFill>
                  <a:srgbClr val="07734A"/>
                </a:solidFill>
                <a:latin typeface="Verdana"/>
              </a:rPr>
              <a:t>» avait déjà perdu des clients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dossier est à l'étude. » Elle a précisé que...   </a:t>
            </a:r>
            <a:r>
              <a:rPr sz="1400" b="1" i="0">
                <a:solidFill>
                  <a:srgbClr val="07734A"/>
                </a:solidFill>
                <a:latin typeface="Verdana"/>
              </a:rPr>
              <a:t>» le dossier était à l'étude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conseil se prononcera le 14 octobre. » Elle a annoncé que...   </a:t>
            </a:r>
            <a:r>
              <a:rPr sz="1400" b="1" i="0">
                <a:solidFill>
                  <a:srgbClr val="07734A"/>
                </a:solidFill>
                <a:latin typeface="Verdana"/>
              </a:rPr>
              <a:t>» le conseil se prononcerait le 14 octobre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Les heures seront négociées plus tard. » Elle a indiqué que...   </a:t>
            </a:r>
            <a:r>
              <a:rPr sz="1400" b="1" i="0">
                <a:solidFill>
                  <a:srgbClr val="07734A"/>
                </a:solidFill>
                <a:latin typeface="Verdana"/>
              </a:rPr>
              <a:t>» les heures seraient négociées plus tard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Rapportez une phrase que quelqu'un vous a dite cette semaine.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Commencez par : « Il m'a dit que... » ou « Elle m'a dit que...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Attention au temps du verbe, et au pronom.</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Suivre l'actualité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