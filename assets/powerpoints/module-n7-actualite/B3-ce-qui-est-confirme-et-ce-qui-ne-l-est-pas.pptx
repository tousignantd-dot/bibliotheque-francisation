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écoute du reportage, et premier point de grammaire du défi. Commencer par écrire les deux phrases au tableau et demander au groupe s'il voit une différence de sens.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évite un malentendu durable : l'élève connaît déjà « pourriez-vous » et croira que c'est le même emploi.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les deux versions dans le laboratoire de la mini-leçon. La différence s'entend à la fin du verbe, et nulle part ailleurs.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 non vérifié » et non « faux » : c'est la nuance que les élèves manquent le plus.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apprendre les quatre verbes de la dernière ligne par coeur : ils couvrent la grande majorité des cas entendus à la radio.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ces formules dans le reportage. Elles sont le signal d'alarme : l'élève qui les entend sait qu'il ne doit pas répéter la suite comme une certitude.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phrases viennent du même reportage, ce qui rend la comparaison concrète. Le piège est fréquent et se corrige vite avec ce repère.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le mot déclencheur : « confirme », « selon nos informations », « il semble que », « précise ». C'est le mot qui décide, pas le sens général.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Un excellent révélateur : ceux qui écrivent le présent n'ont pas encore fait le lien entre la forme et l'engagement.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Ce qui est confirmé et ce qui ne l'est pas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local est loué » et « le local serait loué » ne disent pas la même chose. Une syllabe sépare une information garantie d'une information que le journaliste n'a pas vérifiée.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Suivre l'actualité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conditionnel présent à l'oreille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qu'il signale une information non vérifiée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former le conditionnel présent des verbes courants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conditionnel de celui de la politesse et de l'hypothèse.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syllabe, et tout change</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local est loué pour cinq ans.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local serait loué pour cinq ans.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quel cas le journaliste répond-il de l'information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mot, juste avant, vous met sur la piste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CONDITIONNEL DE L'INFORMATION NON CONFIRMÉE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verbe en -ait, sans « si » dans la phrase : le journaliste n'a pas vérifié.</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ni de la politesse ni de l'hésitation : c'est une règle de métier. Affirmer sans avoir vérifié est une faute professionnelle, alors on met le verbe au conditionnel et l'auditeur est prévenu. L'information se révèle souvent exacte par la suite ; elle n'est simplement pas garantie.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il se forme</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PREND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DONNE</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le radical du futur simple</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ouvrir : il ouvrira</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les terminaisons de l'imparfait</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-ais, -ais, -ait, -ions, -iez, -aient</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le résultat</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il ouvrirait, ils ouvriraient</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les quatre verbes du journaliste</a:t>
            </a:r>
          </a:p>
        </p:txBody>
      </p:sp>
      <p:sp>
        <p:nvSpPr>
          <p:cNvPr id="20" name="TextBox 19"/>
          <p:cNvSpPr txBox="1"/>
          <p:nvPr/>
        </p:nvSpPr>
        <p:spPr>
          <a:xfrm>
            <a:off x="4443636" y="418185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il serait, il aurait, il pourrait, il devrait</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 Il ouvrira » et « il ouvrirait » ne diffèrent que par la fin. C'est peu, et c'est décisif.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FORMULES QUI ANNONCENT LE CONDITIONNEL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guetter à l'écoute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Selon nos informations</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La plus fréquente. Le verbe qui suit sera presque toujours au conditionnel.</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Selon une source proche du dossier</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Quelqu'un a parlé au journaliste, mais ne veut pas être nommé.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 semble que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Plus prudent encore : même la source n'est pas certaine.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 Ville indique que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Une institution parle, sans personne nommée. À traiter avec la même prudence.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LIRE LE CONDITIONNEL COMME UN DOUTE QUAND IL Y A UN « SI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S'il ouvrait, ce serait mieux qu'un rideau baissé.</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Selon nos informations, le local serait loué pour cinq ans.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phrase est une hypothèse : le conditionnel dépend d'un « si » imaginaire, et Marjolaine ne doute de rien, elle imagine. La seconde est une information non confirmée. Le repère est simple : cherchez un « si » dans la phrase. S'il n'y en a pas, c'est de l'information non vérifiée.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APPLICATION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Confirmé, ou pas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Mettez le verbe au présent si l'information est confirmée, au conditionnel sinon.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confirme qu'elle (étudier) le local de la rue Boisjoli.</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nos informations, le local (être) loué pour cinq ans.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Toujours selon nos sources, les travaux (commencer) au printemps.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semble que le dépôt (pouvoir) accueillir trois mille personnes.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indique qu'un dépôt de cette taille (être) ouvert six jours sur sept.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communiqué précise que la décision (revenir) au conseil municipal.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Confirmé, ou pas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confirme qu'elle (étudier) le local de la rue Boisjoli.   </a:t>
            </a:r>
            <a:r>
              <a:rPr sz="1400" b="1" i="0">
                <a:solidFill>
                  <a:srgbClr val="07734A"/>
                </a:solidFill>
                <a:latin typeface="Verdana"/>
              </a:rPr>
              <a:t>» étudie - confirmé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nos informations, le local (être) loué pour cinq ans.   </a:t>
            </a:r>
            <a:r>
              <a:rPr sz="1400" b="1" i="0">
                <a:solidFill>
                  <a:srgbClr val="07734A"/>
                </a:solidFill>
                <a:latin typeface="Verdana"/>
              </a:rPr>
              <a:t>» serait - non confirmé</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Toujours selon nos sources, les travaux (commencer) au printemps.   </a:t>
            </a:r>
            <a:r>
              <a:rPr sz="1400" b="1" i="0">
                <a:solidFill>
                  <a:srgbClr val="07734A"/>
                </a:solidFill>
                <a:latin typeface="Verdana"/>
              </a:rPr>
              <a:t>» commenceraient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semble que le dépôt (pouvoir) accueillir trois mille personnes.   </a:t>
            </a:r>
            <a:r>
              <a:rPr sz="1400" b="1" i="0">
                <a:solidFill>
                  <a:srgbClr val="07734A"/>
                </a:solidFill>
                <a:latin typeface="Verdana"/>
              </a:rPr>
              <a:t>» pourrait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Ville indique qu'un dépôt de cette taille (être) ouvert six jours sur sept.   </a:t>
            </a:r>
            <a:r>
              <a:rPr sz="1400" b="1" i="0">
                <a:solidFill>
                  <a:srgbClr val="07734A"/>
                </a:solidFill>
                <a:latin typeface="Verdana"/>
              </a:rPr>
              <a:t>» serait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communiqué précise que la décision (revenir) au conseil municipal.   </a:t>
            </a:r>
            <a:r>
              <a:rPr sz="1400" b="1" i="0">
                <a:solidFill>
                  <a:srgbClr val="07734A"/>
                </a:solidFill>
                <a:latin typeface="Verdana"/>
              </a:rPr>
              <a:t>» revient - c'est écrit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information que vous avez entendue sans pouvoir la vérifier.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Mettez le verbe au conditionnel.</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Par exemple : « Il paraît que le dépôt ouvrirait au printemps.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Suivre l'actualité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