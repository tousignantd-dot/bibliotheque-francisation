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Premier point de grammaire du Défi 2. Projeter d'abord l'article du lendemain et faire compter les verbes : le groupe trouve seul que presque tous sont au passif.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de la lecture critique, pas de la grammaire. C'est pourtant lui qui justifie les trois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donner la réponse à la quatrième piste. Les hypothèses des élèves - on ne le sait pas, ça n'a pas d'importance, ça arrange quelqu'un - sont toutes justes selon les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ligne se lit à voix haute dans les deux sens, plusieurs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l'exercice de repérage : entourer le sujet avant d'écrire la terminaison.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quatre à voix haute. Seul le féminin pluriel s'entend rarement à l'oral : d'où l'importance de l'écrit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n'est pas une faute de langue mais un fait de lecture. Le présenter comme un outil, pas comme une méfiance systématique.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phrases avec « on » perdent leur « par » : c'est la règle à faire trouver plutôt qu'à donner. « On » ne se met jamais après « par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seconde question est la vraie : elle vérifie que la lecture critique a été comprise, pas seulement la mécanique.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personne ne semble agir : la phrase passive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Lisez n'importe quel article : le communiqué a été publié, le local a été retenu, la décision sera prise. Personne n'y agit. Ce n'est pas un tic d'écriture, c'est un choix.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phrase passive à la lecture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passif au passé composé et accorder le participe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par » quand l'auteur de l'action est nommé, et l'omettre sinon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se demander, devant un passif sans « par », qui a réellement agi.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 fait ça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communiqué a été publié hier soir. » Par qui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local a été retenu par le comité. » Par qui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phrases nomme le responsable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l'autre ne le nomme-t-elle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on la fabrique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PIÈCE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verbe être, au temps voulu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 été, sera, 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participe passé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publié, retenu, pris, fixé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au passé composé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 été + participe passé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la phrase active devient passive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comité a retenu le local devient : le local a été retenu par le comité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C'est le verbe être qui porte le temps. Le participe, lui, ne bouge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L'ACCORD SE FAIT AVEC LE SUJET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sujet commande la terminaison du participe, jamais le complément.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décision a été prise par le conseil » : le participe s'accorde avec « la décision », féminin singulier, et non avec « le conseil ». Regardez à gauche du verbe, pas à droite. C'est l'erreur la plus fréquente et la plus facile à éviter.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ACCORDS À CONNAÎTRE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Regardez toujours le sujet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Masculin singulier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dossier a été déposé.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Féminin singulier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décision a été prise.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Masculin pluriel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locaux ont été visités.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Féminin pluriel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heures ont été fixées.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PASSIF SANS « PAR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communiqué a été publié hier soir.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service des communications a publié le communiqué hier soir.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deux phrases sont correctes, et la première est parfaitement normale dans un article. Mais elle ne dit pas qui a agi. Parfois parce qu'on ne le sait pas, parfois parce que ça n'a aucune importance - et parfois parce que ça arrange celui qui écrit. Devant un passif sans « par », le lecteur attentif se pose toujours la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la voix passive,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Gardez « par » seulement si l'auteur de l'action est nommé.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des communications a publié le communiqué.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retenu le local de la rue Boisjoli.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a pris la décision.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déposé le dossier hier.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inscrit cette mesure dans la recommandation.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refait la rue il y a quatre 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51560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6126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6766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67105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examiné trois raisons.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la voix passive,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service des communications a publié le communiqué.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communiqué a été publié par le service des communications.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retenu le local de la rue Boisjoli.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local a été retenu par le comité.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conseil a pris la décision.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décision a été prise par le conseil.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déposé le dossier hier.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dossier a été déposé hier. - sans « par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inscrit cette mesure dans la recommandation.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 mesure a été inscrite dans la recommandation.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refait la rue il y a quatre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rue a été refaite il y a quatre 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51560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6126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6766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67105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examiné trois raisons.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 raisons ont été examinées par le comité.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Récrivez une de ces phrases à la voix passive : « La Ville a loué le local.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fois avec « par », une fois sans.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 perd-on dans la version sans « par »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