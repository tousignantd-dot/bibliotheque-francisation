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graphie-phonie. Prévenir dès le départ que l'objectif n'est pas de mieux prononcer, mais de mieux entendre. C'est un renversement, et il faut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vrai. Beaucoup d'élèves qui lisent très bien croient être mauvais à l'oral ; c'est souvent cela qu'ils entendent 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à voix haute avant toute explication. L'écart entre les deux comptages est le déclencheur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ce n'est pas familier ni négligé. Un présentateur de radio le fait aussi.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consonnes s'appellent des occlusives : l'air est bloqué un instant, puis relâché. Le mot technique n'est pas exigible, la liste des six lettres l'est.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 chaque mot dans l'activité interactive, puis répéter. Ne pas corriger la production : on travaille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Piège central de la séance. Le nommer explicitement et y revenir chaque fois qu'un élève dit « je n'ai pas compris ce mot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Corrigé à garder masqué au premier passage. Faire écouter, faire lever la main, puis dévoiler. « La semaine » surprend : le s n'est pas une occlusive, donc le e tombe malgré la première syllabe.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: les erreurs de classement disent quels cas reprendre en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« e » qu'on entend et celui qui disparaît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mot très connu devient méconnaissable à la radio parce qu'un petit « e » est tombé. Ce n'est pas du vocabulaire qui manque : c'est une prononciation qu'on n'a jamais apprise.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l'actualité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quand le « e » du milieu d'un mot se dit et quand il tombe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mot connu sous sa forme courte, à l'écoute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deux cas où le « e » se maintient toujours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cesser d'attribuer à un manque de vocabulaire ce qui est un fait de prononciation.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morceaux entendez-vous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Dites « maintenant » lentement : combien de syllabes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Écoutez-le à vitesse normale : combien en reste-t-il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« samedi » ? Et « acheter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mot a-t-il changé, ou seulement sa prononciation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« E » QUI TOMBE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milieu d'un mot, quand une seule consonne le précède, le « e » s'efface.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Samedi » se dit « sam-di ». « Maintenant » se dit « main-t'nant ». « Acheter » se dit « ach-té ». Le mot écrit ne change pas ; la bouche, elle, saute la syllabe. C'est la prononciation ordinaire, pas du relâchement.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cas où le « e » se maintient toujours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DES EXEMPLES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Première syllabe, après p, b, t, d, k, 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petit, demain, tenir, un degré, dehors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Devant les sons « ri » et « li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atelier, un hôtelier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Et s'il y a deux consonnes devant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appartement, justement, autrement - le « e » revient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Partout ailleurs, au milieu du mot, il tombe.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MOT ÉCRIT ET LE MOT ENTENDU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écouter par paires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petit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pe-tit » - le e se dit : première syllabe après un 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samedi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sam-di » - le e tombe : une seule consonne devant.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demain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de-main » - le e se dit : première syllabe après un 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maintenant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main-t'nant » - le e tombe : c'est cette forme qu'on entend à la radio.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un atelier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a-te-lier » - le e se dit : il est devant le son « li ».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franchement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franch'ment » - le e tombe.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CROIRE QU'ON A MANQUÉ UN 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a dit un mot que je ne connais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a dit un mot que je connais, sans son « e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première cause d'incompréhension à l'oral chez les adultes qui lisent pourtant très bien. L'élève cherche « samedi » dans sa mémoire et entend « samdi » : il conclut qu'il lui manque du vocabulaire, alors qu'il lui manque une forme. Entraîner l'oreille à la forme courte règle des dizaines de mots d'un coup.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DISCRIMINATION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l'entend, ou il disparaît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mot, puis classez-le.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petit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samedi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atelier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acheter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degré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semaine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dehors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franchement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l'entend, ou il disparaît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petit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samedi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disparaît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atelier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acheter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disparaît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degré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semaine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disparaît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dehors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franchement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disparaît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où vous entendez le « e », et trois où il disparaît.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pouvez reprendre des mots de la liste d'aujourd'hui.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Dites-les à voix haute avant de les écrire.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l'actualité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