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Prévenir le groupe : l'extrait d'aujourd'hui est long, beaucoup plus long que ceux des modules précédents. C'est voulu, et personne n'est censé tout comprendre à la première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un objectif de comportement, pas de langue. C'est pourtant celui qui débloque le plus d'élèves.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Consigne stricte : crayons posés. La première écoute se fait sans écrire. Les élèves qui notent perdent le fil et confirment leur impression d'échec.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méthode du bloc entier : B1 fait la première écoute, B2 la deuxième, B3 la troisième.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reportage annonce son plan dans les vingt premières secondes. Faire remarquer « D'abord, les faits » : le journaliste dit ce qu'il va faire avant de le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voix, trois positions. Faire nommer chacune : l'élue prudente, le commerçant inquiet, la résidente sans auto. Aucune n'a tort, et c'est ce qui rend le dossier intéressant.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phrase qui commence par « En somme » est le résumé du journaliste. Si un élève n'a retenu qu'une phrase du reportage, c'est celle-là qu'il faut qu'il ait. Le dire : la fin d'un reportage vaut une écoute à elle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de ces questions ne porte sur un chiffre : c'est délibéré. Les chiffres sont l'affaire de B2. Rassurer ceux qui ne les ont pas retenus.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Comparer quelques billets à voix haute : la variété des formulations montre qu'on peut résumer juste de plusieurs façons.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Première écoute : de quoi ça parle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reportage dure trois minutes et personne ne le répète. On ne le comprend pas d'un coup : on l'écoute trois fois, et chaque écoute a sa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reportage long sans décrocher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repérer, à la première écoute, le sujet, le lieu et les personnes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 de perdre des phrases sans arrêter d'écouter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la méthode des trois écoutes et savoir pourquoi elle marche.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 sans rien noter. Que retenez-vous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ocal-v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quoi parle-t-on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cela se passe-t-il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 différentes avez-vous entendues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chiffre que vous avez retenu malgré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TROIS ÉCOUTES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écoute, une question. Jamais les trois en même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Première écoute : de quoi ça parle, où, et qui parle. Deuxième écoute : les chiffres, les dates, les noms, avec le droit d'arrêter et de revenir en arrière. Troisième écoute : le détail, et surtout ce qui est confirmé par rapport à ce qui ne l'est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REPORTAGE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L'ouverture pose le sujet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790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1730" y="2322576"/>
            <a:ext cx="866439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Radio du Ruisseau, il est six heures dix. Un point de dépôt pour les contenants consignés pourrait ouvrir cet automne dans le quartier du Ruisseau.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14790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1730" y="3747515"/>
            <a:ext cx="86643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D'abord, les faits. L'ancien local de la caisse populaire, au coin de Boisjoli et de la 4e Avenue, est vide depuis deux 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7004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834636"/>
            <a:ext cx="14790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1730" y="4834636"/>
            <a:ext cx="866439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Ville confirme qu'elle étudie ce local pour y installer un point de dépôt, c'est-à-dire un endroit où les citoyens rapportent leurs contenants vides et récupèrent leur consigne.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REPORTAGE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gens concernés prennent la parole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0044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3128" y="1901952"/>
            <a:ext cx="814299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comprends que les gens veuillent une date. Mais je ne vais pas en donner une aujourd'hui pour la reprendre dans trois mois. Le dossier est à l'étude.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BENOÎT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128" y="3326892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ça fait onze ans que je reprends les canettes à mon comptoir. Onze ans. Ce qui m'inquiète, c'est le stationnement.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3128" y="4414012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Franchement, huit places de stationnement contre un service pour trois mille personnes ? Moi, je n'ai pas d'auto. Je marche.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REPORTAGE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fin résume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790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1730" y="1901952"/>
            <a:ext cx="86643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ce qui concerne les heures d'ouverture, aucune information ne circule pour l'instant.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790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1730" y="2989072"/>
            <a:ext cx="866439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somme : un local vide, deux emplacements possibles, une décision attendue avant la fin de l'année, et un stationnement qui inquiète les commerçants.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14790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1730" y="4414012"/>
            <a:ext cx="86643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dossier sera présenté à la séance du conseil du 14 octobre. Ludovic Chagnon, Radio du Ruisseau.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Première écoute : 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réécouter.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reportage porte sur un point de dépôt de contenants consignés.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est celui d'une ancienne caisse populaire.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seule personne est interrogée dans le reportage.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Hélène Ferron est conseillère du district du Ruisseau.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Benoît Sarrazin est le propriétaire du local visé.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Marjolaine Cusson se déplace en automobile.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reportage se termine en annonçant une séance du conseil.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Première écoute : 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reportage porte sur un point de dépôt de contenants consignés.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est celui d'une ancienne caisse populaire.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seule personne est interrogée dans le reportage.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quatre voix en tout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Hélène Ferron est conseillère du district du Ruisseau.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Benoît Sarrazin est le propriétaire du local visé.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tient le dépanneur d'en face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Marjolaine Cusson se déplace en automobile.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marche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reportage se termine en annonçant une séance du conseil.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de quoi parlait ce reportage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pas trois. Comme si vous le racontiez à quelqu'un dans l'escalier.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Sans chiffre, sans 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