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 banc du module compte dix-huit mots ; on en voit douze aujourd'hui et six reviendront au fil des défis, quand ils serviront.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reprend le tableau de A1 sous forme d'exercice. Les élèves qui l'ont photographié le retrouveront.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le mot « extrait sonore » sans le donner tout de suite. La quatrième piste prépare A4 : la passante donnera son avis, et c'est légitime.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Demander à chaque fois : est-ce que ce genre-là donne un avis, oui ou non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mots seront utiles bien au-delà du module : tout adulte qui habite une municipalité peut se présenter à une séance du conseil et poser sa question. Le dire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qui servira toute la vie de l'élève, bien au-delà de ce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valable partout, rappelée ici parce que la séance est une séance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 même exercice dans l'activité interactive, en glisser-déposer. Faire justifier chaque association d'une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phrases personnelles fixent le mot bien mieux qu'une définition recopiée.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l'information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Dix-huit mots tiennent tout le dossier. Les connaître, ce n'est pas du décor : sans eux, impossible de dire ce qu'on a compris ni de demander une précision.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genre de texte à ce qu'il fait, et à lui seul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de la source et de l'annonce officielle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gestes de l'information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sur cette image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icro-trot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tend le micro, et qui répond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personne interrogée était prévenue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qu'elle dira, sera-t-il un fait ou une opinion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appelle-t-on ce court passage enregistré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genres et les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5537" y="2121408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compte rendu d'un journaliste qui va sur place et interroge des gens.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chronique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5537" y="2778252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texte où quelqu'un donne régulièrement son point de vue signé.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éditorial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5537" y="3435096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exprime la position du journal lui-même.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blogue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5537" y="4091939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court publié en ligne, que les lecteurs commentent.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manchette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5537" y="4748784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titre principal, mis bien en vue.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5537" y="5405628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La personne ou le document qui permet de vérifier une information.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vient des institutions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communiqué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094" y="2121408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texte officiel qu'un organisme envoie aux médias pour annoncer quelque chose.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porte-parole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8094" y="2778252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chargée de parler au nom d'un organisme.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8094" y="3435096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L'échange où un journaliste pose des questions à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extrait sonore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094" y="4091939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court passage enregistré où on entend parler la personne interrogée.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séance du conseil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8094" y="4748784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réunion publique où les élus d'une ville décident devant les citoyens.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36108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période de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8094" y="5405628"/>
            <a:ext cx="66909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moment où les personnes présentes peuvent interroger les élus.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communiqué n'est pas un reportage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TEXTE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L'ÉCRIT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communiqué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l'organisme lui-même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annoncer ce qui l'arrange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reportage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journaliste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rapporter ce qu'il a constaté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chronique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personne qui signe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convaincre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billet de blogue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n'importe qui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ce qu'on pense, et en discuter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 des quatre n'est malhonnête. Mais aucun ne fait le travail des trois autres.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L'ARTICLE FAIT PARTIE DU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apprend « une source », pas « source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genre de ces mots ne se devine pas : « un communiqué », mais « une entrevue » ; « un éditorial », mais « une manchette ». Apprendre le mot seul oblige à deviner à chaque emploi, et une fois sur deux on se trompe.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genre a son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le genre à ce qu'il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reportage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chronique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éditorial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communiqué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billet de blogue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entrevue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genre a son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reportage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rapporter ce qu'un journaliste a constaté sur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chronique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donner l'avis signé d'une personne, semaine après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éditorial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exprimer la position du journal lui-même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communiqué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annoncer officiellement quelque chose au nom d'un organisme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billet de blogue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publier en ligne un texte court que les lecteurs commentent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entrevue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parler quelqu'un en lui posant des questions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d'aujourd'hui que vous n'aviez jamais employés.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avec leur article.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chacun, écrivez une phrase de votre vie, pas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