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Le banc du module compte dix-huit mots ; on en voit douze aujourd'hui et six reviendront au fil des défis, quand ils serviront.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reprend le tableau de A1 sous forme d'exercice. Les élèves qui l'ont photographié le retrouveront.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Amener le mot « extrait sonore » sans le donner tout de suite. La quatrième piste prépare A4 : la passante donnera son avis, et c'est légitime.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avec l'article. Demander à chaque fois : est-ce que ce genre-là donne un avis, oui ou non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derniers mots seront utiles bien au-delà du module : tout adulte qui habite une municipalité peut se présenter à une séance du conseil et poser sa question. Le dire clairement.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grille qui servira toute la vie de l'élève, bien au-delà de ce dossier.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Règle valable partout, rappelée ici parce que la séance est une séance de vocabulaire.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Reprendre le même exercice dans l'activité interactive, en glisser-déposer. Faire justifier chaque association d'une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phrases personnelles fixent le mot bien mieux qu'une définition recopiée.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mots de l'information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Dix-huit mots tiennent tout le dossier. Les connaître, ce n'est pas du décor : sans eux, impossible de dire ce qu'on a compris ni de demander une précision.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l'actualité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chaque genre de texte à ce qu'il fait, et à lui seul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mots de la source et de l'annonce officielle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lieux et les gestes de l'information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chaque mot avec son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se passe-t-il sur cette image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icro-trotto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tend le micro, et qui répond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la personne interrogée était prévenue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qu'elle dira, sera-t-il un fait ou une opinion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appelle-t-on ce court passage enregistré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genres et les 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0852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reportage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5537" y="2121408"/>
            <a:ext cx="73434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Le compte rendu d'un journaliste qui va sur place et interroge des gens.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70852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chronique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5537" y="2778252"/>
            <a:ext cx="73434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Un texte où quelqu'un donne régulièrement son point de vue signé.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70852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éditorial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5537" y="3435096"/>
            <a:ext cx="73434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texte qui exprime la position du journal lui-même.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70852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billet de blogue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5537" y="4091939"/>
            <a:ext cx="73434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texte court publié en ligne, que les lecteurs commentent.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70852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manchette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5537" y="4748784"/>
            <a:ext cx="73434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titre principal, mis bien en vue.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70852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15537" y="5405628"/>
            <a:ext cx="73434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La personne ou le document qui permet de vérifier une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vient des institutions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3610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communiqué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8094" y="2121408"/>
            <a:ext cx="66909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texte officiel qu'un organisme envoie aux médias pour annoncer quelque chose.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3610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porte-parole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094" y="2778252"/>
            <a:ext cx="66909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chargée de parler au nom d'un organisme.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3610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entrevue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094" y="3435096"/>
            <a:ext cx="66909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L'échange où un journaliste pose des questions à quelqu'un.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3610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extrait sonore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8094" y="4091939"/>
            <a:ext cx="66909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court passage enregistré où on entend parler la personne interrogée.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3610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séance du conseil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8094" y="4748784"/>
            <a:ext cx="66909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réunion publique où les élus d'une ville décident devant les citoyens.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3610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période de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8094" y="5405628"/>
            <a:ext cx="66909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Le moment où les personnes présentes peuvent interroger les élus.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communiqué n'est pas un reportage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TEXTE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QUI L'ÉCRIT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VISE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Un communiqué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l'organisme lui-même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annoncer ce qui l'arrange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1846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Un reportage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1846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journaliste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1846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rapporter ce qu'il a constaté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4119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Une chronique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4119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personne qui signe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4119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convaincre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3963924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Un billet de blogue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3963924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n'importe qui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3963924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dire ce qu'on pense, et en discuter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Aucun des quatre n'est malhonnête. Mais aucun ne fait le travail des trois autres.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L'ARTICLE FAIT PARTIE DU MOT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apprend « une source », pas « source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genre de ces mots ne se devine pas : « un communiqué », mais « une entrevue » ; « un éditorial », mais « une manchette ». Apprendre le mot seul oblige à deviner à chaque emploi, et une fois sur deux on se trompe.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ASSOCIATION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Chaque genre a son travail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Reliez le genre à ce qu'il fait.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reportage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chronique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éditorial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communiqué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billet de blogue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entrevue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Chaque genre a son travail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reportage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rapporter ce qu'un journaliste a constaté sur 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chronique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donner l'avis signé d'une personne, semaine après semaine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éditorial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exprimer la position du journal lui-même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communiqué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annoncer officiellement quelque chose au nom d'un organisme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billet de blogue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publier en ligne un texte court que les lecteurs commentent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entrevue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faire parler quelqu'un en lui posant des questions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mots d'aujourd'hui que vous n'aviez jamais employés.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Écrivez-les avec leur article.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Pour chacun, écrivez une phrase de votre vie, pas du module.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Suivre l'actualité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