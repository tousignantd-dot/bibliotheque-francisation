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les cartes mémoire du module interactif : la révision se fait à l'écran, en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puis dans une phrase complète. « Affranchir » est le seul verbe : le faire conjuguer une fois au présent.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paires se répondent deux à deux. Faire chercher au groupe une situation réelle pour chacune des huit entrées.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dernières lignes ne sont pas des mots mais des phrases toutes faites : c'est ce que le programme appelle des énoncés-types, et elles valent autant que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remplir individuellement, en silence, cinq minutes. Ramasser : c'est la trace la plus utile pour la suite du parcours de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`aComp` du module, revu une dernière fois. Les élèves l'ont déjà vu en A3 : comparer les deux résultats est un bon indicateur de progrès, et ça se dit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là-dessus. C'est l'information que les élèves rapporteront chez eux et qu'ils diront à leurs voisins, ce qui est exactement l'effet recherché.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 lire à voix haute pour ceux qui le veulent : c'est une bonne façon de fermer les seize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question : qu'est-ce que je suis maintenant capable de faire au comptoir d'un bureau de poste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module, par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reste à travailler.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L'ENDROIT ET L'ENVOI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A5335F"/>
                </a:solidFill>
                <a:latin typeface="Verdana"/>
              </a:rPr>
              <a:t>un bureau de poste, un préposé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L'endroit et la personne. Ce sont les deux mots qui nomment la situation entière du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A5335F"/>
                </a:solidFill>
                <a:latin typeface="Verdana"/>
              </a:rPr>
              <a:t>un timbre, affranchir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petit papier collant, et le verbe qui dit qu'on a payé le voyage. Une lettre sans timbre n'est pas affranchie : elle revient.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A5335F"/>
                </a:solidFill>
                <a:latin typeface="Verdana"/>
              </a:rPr>
              <a:t>un envoi, un colis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Tout ce qu'on confie à la poste, et la boîte en particulier. Le premier mot contient le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A5335F"/>
                </a:solidFill>
                <a:latin typeface="Verdana"/>
              </a:rPr>
              <a:t>une balance, un reçu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L'appareil qui décide d'une partie du prix, et le papier qu'on garde. Le numéro de repérage est écrit sur le reçu.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L'ADRESSE ET LES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l'expéditeur, le destinataire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Celui qui envoie, celui qui reçoit. En haut à gauche pour le premier, au milieu et en plus gros pour le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le code postal, le repérage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caractères qui disent où livrer, et le numéro qui permet de suivre la boîte sur Internet. Le repérage est compris, il ne se paie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 avis de livraison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laissé dans la boîte aux lettres quand un colis attend. Quinze jours, puis il repart à l'expéditeur.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le courrier recommandé, un mandat-poste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avec signature, pour les papiers importants, et le papier qui vaut de l'argent, pour ne pas envoyer de comptant.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MOTS QUI RESTENT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et une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Qui casse facilement : du verre, une assiette, un cadre.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909620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Du lundi au vendredi, sans les jours fériés.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rien de fragile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697833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réponse aux trois questions de sécurité du comptoir.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 vais le prendre.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486046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L'annonce du choix, en trois mots.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i="0">
                <a:solidFill>
                  <a:srgbClr val="17181A"/>
                </a:solidFill>
                <a:latin typeface="Verdana"/>
              </a:rPr>
              <a:t>Est-ce que vous pouvez répéter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5274259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qui sauve tout le reste.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suis capable de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74220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TÂCHE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4164" y="1975104"/>
            <a:ext cx="24653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742202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Demander le prix et le délai avant de choisir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4164" y="2395728"/>
            <a:ext cx="2465386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défi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742202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Dire ce qu'il y a dans une boîte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4164" y="2918460"/>
            <a:ext cx="2465386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défi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742202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Annoncer mon choix et demander autre chose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4164" y="3441192"/>
            <a:ext cx="2465386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défi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742202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Lire un avis de livraison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4164" y="3963924"/>
            <a:ext cx="2465386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défi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742202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Demander un service au comptoir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4164" y="4486656"/>
            <a:ext cx="2465386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défi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Cochez ce que vous savez faire, et entourez ce qui reste à travailler.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bureau de poste.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envoie le colis est l'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reçoit le colis est le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caractères comme G1J 3K7 forment le code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carton laissé dans la boîte aux lettres est un ___ de livraison.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qui permet de suivre le colis sur Internet est le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Coller un timbre ou payer au comptoir, c'est ___ son envoi.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envoie le colis est l'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expéditeur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qui reçoit le colis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destinataire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six caractères comme G1J 3K7 forment le code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petit carton laissé dans la boîte aux lettres est un ___ de livraison.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qui permet de suivre le colis sur Internet est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repérage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Coller un timbre ou payer au comptoir, c'est ___ son envoi.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affranchir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DERNIER 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jeter le carton avec les circulaires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garder et aller au comptoir dans les quinze jours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la plus coûteuse du module, et elle n'a rien à voir avec la langue : le carton ressemble à de la publicité. Une fois qu'on sait ce que c'est, on ne se trompe plus jamais.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chose que vous irez faire au bureau de poste cette année.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Envoyer, ramasser, acheter, demander un service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Quels mots du module allez-vous employer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