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Demander qui a déjà trouvé un carton comme celui-là sans savoir ce que c'était. Il y a presque toujours quelqu'un, et souvent un colis retourné.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jettent ce carton en croyant que c'est une circulaire. C'est l'erreur la plus coûteuse du module, et c'est le sujet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réplique est la phrase à retenir : on montre le carton et on dit d'où il vient. Rien d'autre n'est nécessaire pour être servi.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délai est l'information la plus utile de la séance. Le faire écrire au tableau en gros : QUINZE JOURS. Beaucoup de colis repartent parce que personne ne connaît ce chiffre.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première réplique : « J'ai une autre question » ouvre un deuxième service pendant qu'on est au comptoir. C'est une stratégie, pas seulement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document de l'exercice `t3avis`. Faire trouver chaque ligne par un élève différent : c'est un exercice de lecture, pas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mot « ET » est en majuscules exprès : c'est l'erreur qui fait revenir les gens une deuxième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`t3vf` du module. La dernière ligne annonce la séance D2, qui traite le déménagement en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`t3avis`. Il demande de revenir au document, ligne par ligne : c'est de la compréhension écrite, et le programme la vise explicitement au niveau 3 sur ce genre de formulaire.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phrase attendue est celle du dialogue : « J'ai trouvé ce carton-là dans ma boîte aux lettres. » Elle prépare la séance D2, qui travaille « ce », « cet », « cette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carton-là était dans ma boîte aux lettres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petit carton veut dire qu'un colis est arrivé pendant que vous étiez au travail. Il vous attend, mais pas éternellement : quinze jours, et il repart.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avis de livraison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six renseignements qu'il contient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qu'il faut apporter pour ramasser un colis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délai de quinze jours.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ce carton-là veut dire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rton-av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de la publicité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l'a mis là, et pourquoi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faire quelque chose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attendre un mois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colis est 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4487" y="23225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J'ai trouvé ce carton-là dans ma boîte aux lettres.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4487" y="30718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avis de livraison. Votre colis est ici.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4487" y="38211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apporter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4487" y="45704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carton et une pièce d'identité avec photo. Les deux.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Quinze 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le gardez longtemps, un colis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Quinze jours. Après, il retourne à la personne qui l'a envoyé.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Quinze jours seulement ? Je ne le savais pas.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envoie un deuxième carton après cinq jours, pour rappeler.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déménage le premier juillet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une autre question. Je déménage le premier juillet.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pouvez faire suivre votre courrier à la nouvelle adresse.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combien de temps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Jusqu'à douze mois. Mais attention : les colis ne suivent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le carton d'avis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Pour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BERRADA, Yassine — 2145, 8e Avenue, app.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Pourquoi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Personne n'était là pour signer.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Où le ramasser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Bureau de poste de la 3e Avenue, à partir du 5 juin, treize heures.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Quoi apporter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carton et une pièce d'identité avec photo.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Jusqu'à quand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Gardé quinze jours. Après le 19 juin, retour à l'expéditeur.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avis final est envoyé après cinq jours, pour rappeler.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DEUX CHOSES À APPORTER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carton ET une pièce d'identité avec photo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deux, jamais l'une sans l'autre. Un permis de conduire, une carte d'assurance maladie avec photo, un passeport : tout ce qui porte votre nom et votre visage. Sans les deux, la préposée ne peut pas remettre le colis, même si elle vous reconnaît.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 et le carton.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trouvé dans la boîte aux lettres est un avis de livraison.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apporter le carton et une pièce d'identité avec photo.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est gardé au bureau de poste pendant deux mois.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deuxième carton est envoyé après cinq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courrier peut suivre jusqu'à douze mois à la nouvelle adresse.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colis suivent aussi à la nouvelle adresse.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trouvé dans la boîte aux lettres est un avis de livraison.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apporter le carton et une pièce d'identité avec photo.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est gardé au bureau de poste pendant deux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quinze jours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deuxième carton est envoyé après cinq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courrier peut suivre jusqu'à douze mois à la nouvelle 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colis suivent aussi à la nouvelle 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seulement les lettres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carton d'avis de Yassine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le tableau, puis répondez par vrai ou faux.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attend Yassine au bureau de poste de la 3e Avenue.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Yassine peut le ramasser le 4 juin au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seul suffit pour ramasser le colis.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le 19 juin, le colis retourne à la personne qui l'a envoyé.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a été avisé parce que personne ne pouvait signer.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rappel n'est envoyé avant le retour du colis.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carton d'avis de Yassine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attend Yassine au bureau de poste de la 3e Avenue.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Yassine peut le ramasser le 4 juin au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à partir du 5 juin, treize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seul suffit pour ramasser le colis.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carton et une pièce d'identité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le 19 juin, le colis retourne à la personne qui l'a envoyé.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colis a été avisé parce que personne ne pouvait signer.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rappel n'est envoyé avant le retour du colis.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 avis final après cinq jours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direz en arrivant au comptoir avec un carton.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Qu'est-ce que vous apporterez avec vous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