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3. Demander qui a déjà trouvé un carton comme celui-là sans savoir ce que c'était. Il y a presque toujours quelqu'un, et souvent un colis retourné.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d'élèves jettent ce carton en croyant que c'est une circulaire. C'est l'erreur la plus coûteuse du module, et c'est le sujet de toute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première réplique est la phrase à retenir : on montre le carton et on dit d'où il vient. Rien d'autre n'est nécessaire pour être servi.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délai est l'information la plus utile de la séance. Le faire écrire au tableau en gros : QUINZE JOURS. Beaucoup de colis repartent parce que personne ne connaît ce chiffre.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première réplique : « J'ai une autre question » ouvre un deuxième service pendant qu'on est au comptoir. C'est une stratégie, pas seulement une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le document de l'exercice `t3avis`. Faire trouver chaque ligne par un élève différent : c'est un exercice de lecture, pas de mémoire.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Le mot « ET » est en majuscules exprès : c'est l'erreur qui fait revenir les gens une deuxième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`t3vf` du module. La dernière ligne annonce la séance D2, qui traite le déménagement en entier.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`t3avis`. Il demande de revenir au document, ligne par ligne : c'est de la compréhension écrite, et le programme la vise explicitement au niveau 3 sur ce genre de formulaire.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La phrase attendue est celle du dialogue : « J'ai trouvé ce carton-là dans ma boîte aux lettres. » Elle prépare la séance D2, qui travaille « ce », « cet », « cette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D1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carton-là était dans ma boîte aux lettres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petit carton veut dire qu'un colis est arrivé pendant que vous étiez au travail. Il vous attend, mais pas éternellement : quinze jours, et il repart.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colis de Yassine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avis de livraison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les six renseignements qu'il contient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qu'il faut apporter pour ramasser un colis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 délai de quinze jours.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ce carton-là veut dire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arton-av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c'est de la publicité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l'a mis là, et pourquoi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faut faire quelque chose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peut attendre un mois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Votre colis est ici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417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YASSINE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4487" y="2322576"/>
            <a:ext cx="87016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J'ai trouvé ce carton-là dans ma boîte aux lettres.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4417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CAROLE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4487" y="3071876"/>
            <a:ext cx="87016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un avis de livraison. Votre colis est ici.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4417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YASSINE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4487" y="3821175"/>
            <a:ext cx="87016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faut apporter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4417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CAROLE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4487" y="4570475"/>
            <a:ext cx="87016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carton et une pièce d'identité avec photo. Les deux.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Quinze jours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417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YASSINE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4487" y="1901952"/>
            <a:ext cx="87016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le gardez longtemps, un colis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417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CAROLE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4487" y="2651252"/>
            <a:ext cx="87016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Quinze jours. Après, il retourne à la personne qui l'a envoyé.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400551"/>
            <a:ext cx="14417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YASSINE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4487" y="3400551"/>
            <a:ext cx="87016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Quinze jours seulement ? Je ne le savais pas.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149851"/>
            <a:ext cx="14417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CAROLE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4487" y="4149851"/>
            <a:ext cx="87016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envoie un deuxième carton après cinq jours, pour rappeler.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déménage le premier juillet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417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YASSINE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4487" y="1901952"/>
            <a:ext cx="87016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une autre question. Je déménage le premier juillet.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417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CAROLE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4487" y="2651252"/>
            <a:ext cx="87016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pouvez faire suivre votre courrier à la nouvelle adresse.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417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YASSINE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4487" y="3400551"/>
            <a:ext cx="87016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Pendant combien de temps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44179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CAROLE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4487" y="4149851"/>
            <a:ext cx="870163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Jusqu'à douze mois. Mais attention : les colis ne suivent pas.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dit le carton d'avis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86100"/>
          </a:xfrm>
          <a:prstGeom prst="roundRect">
            <a:avLst>
              <a:gd name="adj" fmla="val 474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LIGNE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Pour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BERRADA, Yassine — 2145, 8e Avenue, app.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569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84932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Pourquoi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84932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Personne n'était là pour signer.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4612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374136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Où le ramasser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374136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Bureau de poste de la 3e Avenue, à partir du 5 juin, treize heures.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35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63339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Quoi apporter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863339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Ce carton et une pièce d'identité avec photo.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22452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352544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Jusqu'à quand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352544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Gardé quinze jours. Après le 19 juin, retour à l'expéditeur.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43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3903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Un avis final est envoyé après cinq jours, pour rappeler.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DEUX CHOSES À APPORTER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carton ET une pièce d'identité avec photo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deux, jamais l'une sans l'autre. Un permis de conduire, une carte d'assurance maladie avec photo, un passeport : tout ce qui porte votre nom et votre visage. Sans les deux, la préposée ne peut pas remettre le colis, même si elle vous reconnaît.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 et le carton.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carton trouvé dans la boîte aux lettres est un avis de livraison.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apporter le carton et une pièce d'identité avec photo.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colis est gardé au bureau de poste pendant deux mois.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deuxième carton est envoyé après cinq jours.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courrier peut suivre jusqu'à douze mois à la nouvelle adresse.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colis suivent aussi à la nouvelle adresse.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carton trouvé dans la boîte aux lettres est un avis de livraison.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apporter le carton et une pièce d'identité avec photo.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colis est gardé au bureau de poste pendant deux mois.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quinze jours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deuxième carton est envoyé après cinq jours.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courrier peut suivre jusqu'à douze mois à la nouvelle adresse.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colis suivent aussi à la nouvelle adresse.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seulement les lettres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carton d'avis de Yassine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Relisez le tableau, puis répondez par vrai ou faux.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colis attend Yassine au bureau de poste de la 3e Avenue.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Yassine peut le ramasser le 4 juin au matin.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carton seul suffit pour ramasser le colis.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Après le 19 juin, le colis retourne à la personne qui l'a envoyé.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colis a été avisé parce que personne ne pouvait signer.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Aucun rappel n'est envoyé avant le retour du colis.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carton d'avis de Yassine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colis attend Yassine au bureau de poste de la 3e Avenue.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Yassine peut le ramasser le 4 juin au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à partir du 5 juin, treize heures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carton seul suffit pour ramasser le colis.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le carton et une pièce d'identité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Après le 19 juin, le colis retourne à la personne qui l'a envoyé.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colis a été avisé parce que personne ne pouvait signer.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Aucun rappel n'est envoyé avant le retour du colis.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un avis final après cinq jours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phrase que vous direz en arrivant au comptoir avec un carton.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phrase suffit.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Qu'est-ce que vous apporterez avec vous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Le colis de Yassine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