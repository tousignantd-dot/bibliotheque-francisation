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et d'écriture. Elle donne les outils que la séance B1 a fait entendre. Écrire les cinq mots au tableau avant de commencer et les laisser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poser les deux questions à la suite par un élève différent,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chercher au groupe une autre question du bureau de poste pour chacun des trois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les deux questions à la suite, comme une seule phrase : c'est ainsi qu'elles se disent au comptoir.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premières sont équivalentes. La quatrième est celle qui manque le plus souvent aux élèves : sans elle, on choisit sans comparer.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`t1quest` du module interactif. Le faire d'abord sur la fiche, puis à l'écran. La dernière ligne reprend la formule de la séance A4 : la faire remarquer.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condamner la forme orale : la nommer, dire qu'elle existe, et expliquer pourquoi on apprend l'autre d'abord.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`t1qui` du module, où les phrases s'écoutent. Le faire ici à la voix : lire chaque phrase et laisser le groupe répondre à main levée, puis justifier.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Corriger seulement l'ordre des mots : c'est le seul point de la séance qui doit être acquis avant B3.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cinq questions du comptoir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Combien, combien de temps, est-ce que, où, qu'est-ce que. Cinq mots de question, et toute une démarche tient debout.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colis de Yassine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le bon mot de question selon la réponse attendue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cinq questions correctes avec « est-ce que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ces questions à voix haute sans hésiter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qui parle : la préposée ou le client.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questions qui décident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322576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COMPLÈTE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Combien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est-ce que ça coûte 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Combien de temps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délai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Combien de temps est-ce que ça prend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370831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462686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Elles vont toujours ensemble : un prix seul ne dit rien.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autres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DEMANDE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QUESTION COMPLÈTE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Est-ce 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oui ou un non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Est-ce que je peux payer par carte 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Où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endroit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36976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Où est-ce que je mets mon adresse 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Qu'est-ce 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chose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4078224"/>
            <a:ext cx="322265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Qu'est-ce que je dois écrire 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réponse attendue décide du mot : un oui, un endroit, une chose.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DEUX QUESTIONS À NE JAMAIS OUBLIER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Combien est-ce que ça coûte ? Combien de temps est-ce que ça prend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Elles vont toujours ensemble, parce qu'un prix seul ne veut rien dire : vingt-deux dollars est cher pour un envoi qui prend deux semaines, et bon marché pour un envoi qui prend deux jours.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TROIS FAÇONS DE POSER LA MÊME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Combien est-ce que ça coûte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forme complète, la plus claire. C'est celle qu'on apprend, et personne ne trouve jamais qu'elle fait trop scolaire.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Ça coûte combien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5440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forme courante à l'oral, au Québec comme ailleurs. Le mot de question passe à la fin, et la voix monte.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C'est combien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plus courte. Elle marche partout, mais elle ne dit pas de quoi on parle : à employer quand on montre l'objet du doigt.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421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100" b="1" i="0">
                <a:solidFill>
                  <a:srgbClr val="B45309"/>
                </a:solidFill>
                <a:latin typeface="Verdana"/>
              </a:rPr>
              <a:t>Et pour l'autre service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671822"/>
            <a:ext cx="4806543" cy="113461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question de relance, quand la préposée a nommé un seul prix. Trois mots, et vous obtenez la comparaison.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mot de question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« combien », « combien de temps », « est-ce que », « où » ou « qu'est-ce que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est-ce que ça coûte, pour Calgary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est-ce que ça prend pour se rendre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peux payer par carte de débit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est-ce que j'écris mon adresse sur la boîte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il faut apporter pour ramasser un colis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vous pouvez répéter, s'il vous plaît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mot de question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est-ce que ça coûte, pour Calgary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combien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est-ce que ça prend pour se rendre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combien de temps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je peux payer par carte de débit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est-ce que j'écris mon adresse sur la boîte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il faut apporter pour ramasser un colis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qu'est-ce que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vous pouvez répéter, s'il vous plaît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est-ce que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ORDRE DES MOTS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Ça prend combien de temps ça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Combien de temps est-ce que ça prend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de question se met au début, et « est-ce que » vient tout de suite après. À l'oral rapide, on entend souvent la première forme, mais elle n'aide personne à se faire comprendre quand on débute.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L'ORAL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dit cette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La préposée derrière le comptoir, ou le client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va où, votre colis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envoyer ce colis,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dans la boîte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est-ce que ça prend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repérage est compris dans les deux services.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pouvez répéter le prix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dit cette phrase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va où, votre colis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préposée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voudrais envoyer ce colis, s'il vous plaît.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client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y a dans la boîte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préposée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est-ce que ça prend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repérage est compris dans les deux services.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préposée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vous pouvez répéter le prix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client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deux questions que vous poserez la prochaine fois, avant de choisir.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pour le prix, une pour le délai.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Écrivez-les en entier, avec « est-ce que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Le colis de Yassine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