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orale. C'est le point le plus abstrait du module : tout se joue sur des exemples entendus, jamais sur la règle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le contraste : « Je vais prendre le colis standard » n'est pas faux, mais personne ne parle comme ça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est la seule qui compte vraiment : c'est celle que les élèves ne devinent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deux phrases en frappant dans les mains sur le petit mot : la place s'entend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`t2pron` du module interactif. Les deux lignes avec « en » sont celles à reprendre : c'est le seul point neuf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avec et sans « s'il vous plaît » : la différence de ton est immédiate, même pour une oreille débutante.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carte : le trait d'union et le « moi » ne vont pas avec tous les verbes. Ne pas en faire une règle, seulement un constat sur ces quatre-là.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`t2donnez` du module. Le trait d'union se perd chez la moitié du groupe : le corriger systématiquement, il compte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demandes de l'exercice au tableau par six élèves différents : les traits d'union manquants sautent aux yeux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Vérifier le trait d'union et la présence de la formule de politesse : ce sont les deux seules choses à corriger ce soir.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vais le prendre, je vais en prendre trois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la chose vient d'être nommée, on ne la répète pas : on la remplace par un petit mot. Et dès qu'on dit un nombre, ce petit mot est « en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le », « la », « les » pour une chose déjà nommée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dès qu'on dit un nombre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petit mot devant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son choix au comptoir en trois mots.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PHRASE DU DÉFI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vais le prendre.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et le choix est fait. « Le » remplace « le colis standard », que la préposée vient de nommer. On ne répète pas le nom du service : ce serait long, et personne ne le fait.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petit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REMPLACE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colis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le prendre.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enveloppe-là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la prendre.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carnets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les prendre.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enveloppes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en prendre trois.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Dès qu'il y a un nombre dans la réponse, c'est « en ». Toujours.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PLACE DU PETIT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vais LE prendre.  ·  Je vais EN prendre trois.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se met devant le verbe, jamais après. On ne dit pas « je vais prendre le » ni « je vais prendre en trois ». Cette place-là ne bouge pas, quel que soit le petit mot.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Complétez avec « le », « la », « les » ou « en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ce que la préposée vient de nommer.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colis standard ? » — Oui, je vais ___ prendre.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Cette enveloppe-là ? » — Oui, je vais ___ prendre.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timbres ? » — Je vais ___ prendre douze.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deux carnets ? » — Je vais ___ prendre tous les deux.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mandat-poste ? » — Je vais ___ prendre un, s'il vous plaît.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reçu ? » — Oui, je vais ___ garder.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Complétez avec « le », « la », « les » ou « en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colis standard ? » — Oui, je vais ___ prendre.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Cette enveloppe-là ? » — Oui, je vais ___ prendre.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timbres ? » — Je vais ___ prendre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— il y a un nombre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deux carnets ? » — Je vais ___ prendre tous les 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 mandat-poste ? » — Je vais ___ prendre un,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— il y a un nombre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reçu ? » — Oui, je vais ___ garder.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DEMANDER QUELQUE CHOSE AU COMPTOIR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Donnez-moi un carnet, s'il vous plaît.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d'abord, puis « moi » avec un trait d'union. Sans « s'il vous plaît » à la fin, la phrase devient un ordre. Avec lui, c'est la façon normale de demander, et personne ne la trouve brusque.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D'AUTRES VERBES DU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verbe, puis -moi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Donnez-moi…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carnet de timbres, trois enveloppes, le reçu. C'est le verbe le plus employé au comptoir, et il ne choque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Montrez-moi…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enveloppes, les boîtes, les formats. Quand on veut voir avant de choisir, ce qui est presque toujours une bonne idée.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Expliquez-moi…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différence entre deux services, ce qui est écrit sur un papier. Demander une explication est parfaitement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Répétez…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Sans « moi » : on dit « Répétez le prix, s'il vous plaît ». C'est la seule des quatre qui se passe du petit mot.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Commencez par le verbe, et n'oubliez pas le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 carnet de timbres.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trois enveloppes.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vous montre les boîtes.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répète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vous explique la différence.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 reçu.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 carnet de timbres.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Donnez-moi un carnet de timbres,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trois enveloppes.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Donnez-moi trois enveloppes,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vous montre les boîtes.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Montrez-moi les boîtes,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répète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Répétez le prix, s'il vous plaît.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qu'on vous explique la différence.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Expliquez-moi la différence, s'il vous plaît.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 reçu.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Donnez-moi le reçu, s'il vous plaît.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TRAIT D'UNION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Donnez moi un carnet.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Donnez-moi un carnet.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trait d'union n'est pas une décoration : il relie le verbe et le « moi » en un seul bloc, et c'est ainsi que le mot se prononce. À l'oral, personne n'entend la différence ; à l'écrit, elle se voit tout de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demandes que vous ferez au comptoir, avec « donnez-moi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nombre : combien en voulez-vous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« s'il vous plaît » à la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