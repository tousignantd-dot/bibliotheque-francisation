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et d'écriture. Elle donne les mots que la séance C1 a fait entendre. Écrire les cinq tournures au tableau et les y laisser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cinq phrases d'affilée avec « il y a » et des objets de la classe : la forme ne bouge pas, et c'est rassurant à ce stade.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la dernière colonne du haut : les élèves doivent comprendre « contient », pas le produire.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point difficile de la séance. Faire l'exercice au tableau avec dix exemples avant de passer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trois formules à la suite, dans l'ordre : c'est ainsi qu'elles sortent au comptoir, comme une seule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`t2contenu` du module interactif. La dernière ligne est un piège volontaire : « de la vaisselle » est un singulier collectif, donc « c'est ». L'expliquer seulement si un élève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trois phrases avec « c'est » et trois avec « ce sont », à partir de leur propre billet de sortie de 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par rôle. C'est le passage obligé du jeu de rôle de la séance E1 : chaque élève doit l'avoir dit à voix haute au moins deux fois avant de sortir.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corriger. C'est la trace écrite qui sert de brouillon à la production écrite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y a, contient, c'est, ce sont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façons de nommer ce qu'il y a dans une boîte. La plus simple marche pour une chose comme pour dix, et c'est celle qu'on emploie neuf fois sur dix.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y a » pour nommer un contenu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c'est » et « ce sont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rien de » pour rassurer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trois phrases qui décrivent un colis.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PHRASE QUI MARCHE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y a des vêtements et un livre.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y a » ne change jamais : ni au singulier, ni au pluriel, ni au féminin. Une chose, dix choses, c'est la même forme. C'est la tournure la plus sûre du français pour dire ce qui se trouve quelque 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façons de dire le contenu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TOURNURE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Il y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toujours, le plus simple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y a des vêtements et un livre.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contient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de la préposée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boîte contient des vêtements.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C'est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seule chose derrière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un cadeau pour mon frère.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Ce sont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plusieurs choses derrière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sont des vêtements d'hiver.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Rien 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 rassurer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Rien de fragile, rien de liquide.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Contenir » s'entend au comptoir, mais on n'a jamais besoin de le dire soi-même.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SEUL CHOIX QUI DEMANDE DE RÉFLÉCHIR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un cadeau.  ·  Ce sont des vêtements.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» devant une seule chose. « Ce sont » devant plusieurs. On regarde ce qui vient APRÈS, pas ce qui vient avant : la boîte reste une, mais son contenu peut être pluriel.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RIEN DE : TROIS EMPLOIS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formule qui rassure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Rien de fragile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Aucun objet qui casse : pas de verre, pas d'assiette, pas de cadre. C'est la première des trois questions de sécurité.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Rien de liquide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Pas de bouteille, pas de parfum, pas de crème. Les liquides voyagent mal et certains sont refusés dans l'avion.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Rien de dangereux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Pas de produit qui brûle, pas d'aérosol, pas de pile toute seule. La question paraît étrange : elle est posée à tout le monde.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Attention au « de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dit « rien DE fragile », jamais « rien fragile ». Le petit mot « de » est obligatoire, et il ne s'accorde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« il y a », « contient », « c'est », « ce sont » ou « rien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des vêtements et un livre dans la boîte.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boîte ___ deux chandails et un cadre.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un cadeau d'anniversaire pour mon frère.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des livres d'école, rien d'autre.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n'y a ___ de fragile là-dedans.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Attention : ___ de la vaisselle, c'est fragile.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des vêtements et un livre dans la boîte.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y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boîte ___ deux chandails et un cadre.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contient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un cadeau d'anniversaire pour mon frère.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des livres d'école, rien d'autre.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sont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n'y a ___ de fragile là-dedans.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Attention : ___ de la vaisselle, c'est fragile.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CONTENU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sont un cadeau.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un cadeau.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objet derrière, donc « c'est ». L'erreur vient du fait que la boîte contient plusieurs choses d'habitude : on regarde le mot qui suit immédiatement, jamais la boîte elle-même.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L'ORAL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la préposée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 : l'un pose les trois questions, l'autre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dans la boîte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de fragile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de liquide, rien de dangereux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pour qui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la préposée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dans la boîte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y a des vêtements et un livre.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de fragile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Non, rien de fragile.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de liquide, rien de dangereux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Non, rien.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pour qui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un cadeau pour mon frère.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le contenu d'une boîte en trois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« il y a », une avec « c'est » ou « ce sont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« rien de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