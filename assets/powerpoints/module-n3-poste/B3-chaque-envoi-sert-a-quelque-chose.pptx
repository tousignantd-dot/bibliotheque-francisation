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d'écoute et de compréhension. Elle répond à la question que les élèves posent toujours après B1 : « Et les autres services, c'est quoi ?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Amener le mot « repérage » par la dernière piste. C'est le service que les élèves connaissent le mieux sans savoir le nommer en français : beaucoup suivent déjà des colis sur leur téléphone.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l'exercice `t1envois` du module, donné ici en tableau. Faire lire chaque ligne, puis masquer la colonne de droite et interroger.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Beaucoup d'élèves auront à envoyer un document important cette année : c'est l'information la plus utile de la séance, au-delà du vocabulaire.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Insister sur la dernière phrase : c'est une erreur fréquente et coûteuse chez les personnes nouvellement arrivées, qui envoient de l'argent à leur famille.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Faire dire au groupe, pour chaque ligne, une situation vraie de leur vie.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justifier chaque réponse : c'est le raisonnement qui compte, pas le mot. Deux services peuvent convenir à la quatrième situation ; accepter les deux si l'élève explique le délai.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Cinq minutes par rôle. C'est la première fois que les élèves enchaînent une formule polie et un nom de service : c'est exactement la tâche du jeu de rôle de la séance E1.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Ramasser. Les billets servent d'exemples réels pour la séance B4, où on compare les prix.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B3  ·  MODULE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Chaque envoi sert à quelque chose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Six façons d'envoyer, six besoins différents. On ne choisit pas le plus rapide ni le moins cher : on choisit celui qui fait ce dont on a besoin.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Le colis de Yassine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Le colis de Yassine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six services de la poste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à quoi chacun sert, en une phrase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choisir le bon service pour une situation donnée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ce qu'est le repérage.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Le colis de Yassine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900" b="1" i="0">
                <a:solidFill>
                  <a:srgbClr val="17181A"/>
                </a:solidFill>
                <a:latin typeface="Verdana"/>
              </a:rPr>
              <a:t>Pourquoi cette boîte-là est fermée avec du ruban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ruban-boit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339"/>
            <a:ext cx="3760927" cy="25231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821944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qu'on peut envoyer une boîte ouverte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79928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3089656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3162808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est écrit dessus, d'habitude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765804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875532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948684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Comment savoir si elle est bien rendue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551680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661408"/>
            <a:ext cx="50292" cy="821944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734560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qu'on peut la suivre pendant le voyage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Le colis de Yassine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LES SIX ENVOIS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quoi sert chacun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4141565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 colis standard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48573" y="2121408"/>
            <a:ext cx="5910433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4B4F52"/>
                </a:solidFill>
                <a:latin typeface="Verdana"/>
              </a:rPr>
              <a:t>Envoyer une boîte sans être pressé, au prix le plus bas.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63194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778252"/>
            <a:ext cx="4141565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L'Xpresspost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8573" y="2778252"/>
            <a:ext cx="5910433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Faire arriver la boîte en un ou deux jours ouvrables.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2887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35096"/>
            <a:ext cx="4141565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 courrier recommandé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8573" y="3435096"/>
            <a:ext cx="5910433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Obtenir la signature de la personne qui reçoit.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091939"/>
            <a:ext cx="4141565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 mandat-poste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48573" y="4091939"/>
            <a:ext cx="5910433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Envoyer de l'argent sans mettre du comptant dans l'enveloppe.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460248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4748784"/>
            <a:ext cx="4141565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timbre sur une enveloppe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48573" y="4748784"/>
            <a:ext cx="5910433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Envoyer une simple lettre, sans passer au comptoir.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525932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5405628"/>
            <a:ext cx="4141565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 repérage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48573" y="5405628"/>
            <a:ext cx="5910433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Savoir sur Internet où est rendue la boîte.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Le colis de Yassine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 SERVICE QUI PROTÈGE VOS PAPIERS IMPORTANTS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courrier recommandé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La personne qui reçoit doit signer. Vous obtenez la preuve qu'elle a bien reçu l'envoi, avec la date. C'est ce qu'on demande pour un bail, un contrat, un avis au propriétaire, un document du gouvernement.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Le colis de Yassine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 SERVICE QUI REMPLACE LE COMPTANT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mandat-poste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C'est un papier acheté à la poste qui vaut de l'argent. On l'envoie dans une enveloppe : s'il se perd, il ne peut pas être encaissé par n'importe qui. On ne met jamais de billets dans une enveloppe.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Le colis de Yassine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même besoin, deux réponses possibles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1699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QUE VOUS VOULEZ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BON SERVICE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Que ça arrive vite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0D7A6F"/>
                </a:solidFill>
                <a:latin typeface="Verdana"/>
              </a:rPr>
              <a:t>l'Xpresspost, plus cher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7368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01696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Que ça coûte le moins possible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01696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0D7A6F"/>
                </a:solidFill>
                <a:latin typeface="Verdana"/>
              </a:rPr>
              <a:t>le colis standard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27964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07664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Une preuve que c'est reçu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07664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0D7A6F"/>
                </a:solidFill>
                <a:latin typeface="Verdana"/>
              </a:rPr>
              <a:t>le courrier recommandé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78561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913631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Envoyer de l'argent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913631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0D7A6F"/>
                </a:solidFill>
                <a:latin typeface="Verdana"/>
              </a:rPr>
              <a:t>le mandat-poste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29158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419600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Savoir où c'est rendu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419600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0D7A6F"/>
                </a:solidFill>
                <a:latin typeface="Verdana"/>
              </a:rPr>
              <a:t>le repérage, compris partout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1817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9264" y="547420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Le repérage est le seul de la liste qui ne se paie pas : il vient avec le colis.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Le colis de Yassine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 service choisir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Lisez la situation, puis nommez le service.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envoyez un cadeau qui doit arriver dans deux semaines.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devez envoyer un contrat signé à un propriétaire.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envoyez deux cents dollars à votre mère.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Votre soeur se marie samedi et le cadeau part mercredi.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envoyez une carte d'anniversaire.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voulez savoir si la boîte est arrivée à Calgary.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Le colis de Yassine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 service choisir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envoyez un cadeau qui doit arriver dans deux semaines.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colis standard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devez envoyer un contrat signé à un propriétaire.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courrier recommandé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envoyez deux cents dollars à votre mère.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mandat-poste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Votre soeur se marie samedi et le cadeau part mercredi.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l'Xpresspost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envoyez une carte d'anniversaire.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 timbre sur une enveloppe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voulez savoir si la boîte est arrivée à Calgary.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repérage, sur Internet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Le colis de Yassine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À L'ORAL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Demandez le service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Deux par deux : employez une formule de la séance A4.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3230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9631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Vous voulez envoyer un contrat avec signature.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218688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51129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57530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374136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Vous voulez acheter un mandat-poste.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97680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43026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49427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453128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Vous voulez savoir si le repérage est compris.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056632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189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253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5212080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Vous voulez comparer les deux vitesses.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Le colis de Yassine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Demandez le service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3230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9631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Vous voulez envoyer un contrat avec signature.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Je voudrais l'envoyer par courrier recommandé, s'il vous plaît.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218688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51129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57530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374136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Vous voulez acheter un mandat-poste.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J'aimerais acheter un mandat-poste, s'il vous plaît.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97680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43026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49427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453128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Vous voulez savoir si le repérage est compris.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Est-ce que le repérage est compris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056632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189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253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5212080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Vous voulez comparer les deux vitesses.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Et pour l'Xpresspost, ça coûte combien 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Le colis de Yassine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un envoi que vous devrez faire, et le service qui convient.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Des papiers, un cadeau, de l'argent, une lettre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Pourquoi ce service-là plutôt qu'un autre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Le colis de Yassine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