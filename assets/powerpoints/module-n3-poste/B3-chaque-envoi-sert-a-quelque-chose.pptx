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 et de compréhension. Elle répond à la question que les élèves posent toujours après B1 : « Et les autres services, c'est quoi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Amener le mot « repérage » par la dernière piste. C'est le service que les élèves connaissent le mieux sans savoir le nommer en français : beaucoup suivent déjà des colis sur leur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`t1envois` du module, donné ici en tableau. Faire lire chaque ligne, puis masquer la colonne de droite et interroger.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Beaucoup d'élèves auront à envoyer un document important cette année : c'est l'information la plus utile de la séance, au-delà du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Insister sur la dernière phrase : c'est une erreur fréquente et coûteuse chez les personnes nouvellement arrivées, qui envoient de l'argent à leur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dire au groupe, pour chaque ligne, une situation vraie de leur vie.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: c'est le raisonnement qui compte, pas le mot. Deux services peuvent convenir à la quatrième situation ; accepter les deux si l'élève explique le délai.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par rôle. C'est la première fois que les élèves enchaînent une formule polie et un nom de service : c'est exactement la tâche du jeu de rôle de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billets servent d'exemples réels pour la séance B4, où on compare les prix.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B3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Chaque envoi sert à quelque chose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façons d'envoyer, six besoins différents. On ne choisit pas le plus rapide ni le moins cher : on choisit celui qui fait ce dont on a besoin.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colis de Yassine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six services de la poste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à quoi chacun sert, en une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le bon service pour une situation donnée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qu'est le repérage.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Pourquoi cette boîte-là est fermée avec du ruban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uban-boi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peut envoyer une boîte ouverte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écrit dessus, d'habitude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savoir si elle est bien rendue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peut la suivre pendant le voyage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SIX ENVOIS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quoi sert chacun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14156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colis 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8573" y="2121408"/>
            <a:ext cx="591043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Envoyer une boîte sans être pressé, au prix le plus bas.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414156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L'Xpresspost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8573" y="2778252"/>
            <a:ext cx="591043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Faire arriver la boîte en un ou deux jours ouvrables.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414156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courrier recommandé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8573" y="3435096"/>
            <a:ext cx="591043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Obtenir la signature de la personne qui reçoit.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414156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mandat-poste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8573" y="4091939"/>
            <a:ext cx="591043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Envoyer de l'argent sans mettre du comptant dans l'enveloppe.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414156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timbre sur une enveloppe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8573" y="4748784"/>
            <a:ext cx="591043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Envoyer une simple lettre, sans passer au comptoir.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414156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repérage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8573" y="5405628"/>
            <a:ext cx="591043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Savoir sur Internet où est rendue la boîte.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SERVICE QUI PROTÈGE VOS PAPIERS IMPORTANTS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courrier recommandé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personne qui reçoit doit signer. Vous obtenez la preuve qu'elle a bien reçu l'envoi, avec la date. C'est ce qu'on demande pour un bail, un contrat, un avis au propriétaire, un document du gouvernement.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SERVICE QUI REMPLACE LE COMPTANT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mandat-poste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un papier acheté à la poste qui vaut de l'argent. On l'envoie dans une enveloppe : s'il se perd, il ne peut pas être encaissé par n'importe qui. On ne met jamais de billets dans une enveloppe.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même besoin, deux réponses possibles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99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VOUS VOULEZ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BON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 ça arrive 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l'Xpresspost, plus cher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 ça coûte le moins possible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le colis standard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preuve que c'est reçu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le courrier recommandé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Envoyer de l'argent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le mandat-poste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915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1960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Savoir où c'est rendu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1960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le repérage, compris partout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817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47420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repérage est le seul de la liste qui ne se paie pas : il vient avec le colis.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service choisir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 la situation, puis nommez le service.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envoyez un cadeau qui doit arriver dans deux semaines.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devez envoyer un contrat signé à un propriétaire.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envoyez deux cents dollars à votre mère.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soeur se marie samedi et le cadeau part mercredi.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envoyez une carte d'anniversaire.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savoir si la boîte est arrivée à Calgary.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service choisir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envoyez un cadeau qui doit arriver dans deux semaines.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colis standard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devez envoyer un contrat signé à un propriétaire.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courrier recommandé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envoyez deux cents dollars à votre mère.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mandat-poste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soeur se marie samedi et le cadeau part mercredi.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l'Xpresspost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envoyez une carte d'anniversaire.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timbre sur une enveloppe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savoir si la boîte est arrivée à Calgary.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repérage, sur Internet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À L'ORAL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Demandez le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 : employez une formule de la séance A4.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envoyer un contrat avec signature.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acheter un mandat-poste.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savoir si le repérage est compris.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89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253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comparer les deux vitesses.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Demandez le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envoyer un contrat avec signature.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voudrais l'envoyer par courrier recommandé,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acheter un mandat-poste.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J'aimerais acheter un mandat-poste, s'il vous plaît.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savoir si le repérage est compris.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Est-ce que le repérage est compris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89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253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comparer les deux vitesses.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Et pour l'Xpresspost, ça coûte combien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colis de Yassine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 envoi que vous devrez faire, et le service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Des papiers, un cadeau, de l'argent, une lettre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Pourquoi ce service-là plutôt qu'un autre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Le colis de Yassine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