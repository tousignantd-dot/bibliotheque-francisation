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d'évaluation formative. Prévoir les tablettes ou les portables pour le jeu de rôle avec l'assistant, et un casque par élève si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phrase que Yassine dit à Denise à la fin du module : « Il fallait juste demander avant de dire oui.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cas sont ceux du jeu de rôle du module interactif. Laisser choisir : un élève qui a une vraie démarche à faire prendra celle-là.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temps sont affichés dans le module interactif pendant l'enregistrement. Les projeter ici aussi : les élèves les regardent en parlant, et c'est voulu.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Insister sur la dernière consigne : la question est ce qui transforme la note en vraie communication, et c'est un critère du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grille exacte du module interactif : l'élève la retrouve à l'écran, avec des cases à cocher.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dialogue ferme le module. Le faire écouter à la toute fin de la séance, après les enregistrements : les élèves y reconnaissent leur propre démarche, et la dernière réplique est le message du module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`aQui` du module. Court : il sert de retour au calme après les enregistrements.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billets disent ce qu'il faut reprendre en E2, et ils servent d'autoévaluation avant la révision du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module tient dans un échange d'une minute : dire pourquoi on vient, demander le prix et le délai, dire ce qu'il y a dedans, choisir. Puis écrire une note.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colis de Yassine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une démarche complète au comptoir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ses questions avant de choisir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s'enregistrer, s'écouter et se corriger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courte note à glisser dans le colis.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DU MODULE, EN UNE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demander avant de dire oui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préposée répond à ce qu'on lui demande, et à rien d'autre. Le prix, le délai, ce qui est compris : rien de tout cela ne s'annonce tout seul. Trois questions, et vous choisissez en connaissance de cause.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 au choix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VOUS VENEZ FAIRE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colis pour Calgary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cadeau d'anniversaire pour votre frère, et vous ne savez ni le prix ni le délai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carton dans la boîte aux lettres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avis de livraison à la main, et un colis qui vous attend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déménagement du premier juillet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faire suivre votre courrier à la nouvelle adresse, dans le même quartier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Chacun choisit sa situation. Les trois demandent les mêmes formules polies.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PRODUCTION ORALE, EN TROIS 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Environ 45 secondes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TEMPS 1 — Dire pourquoi vous venez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Bonjour. Je voudrais envoyer ce colis à Calgary, s'il vous plaît. » Une salutation, une phrase, et la destination.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TEMPS 2 — Demander le prix et le délai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Combien est-ce que ça coûte ? Et combien de temps est-ce que ça prend ? » Les deux questions ensemble, jamais l'une sans l'autre.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TEMPS 3 — Répondre et choisir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Il y a des vêtements et un livre, rien de fragile. Je vais le prendre. » Le contenu, puis le choix en trois mots.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Avant d'envoyer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Écoutez-vous une fois. Est-ce que les deux questions y sont ? Est-ce que vous avez dit « rien de fragile » ? Recommencez si nécessaire.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PRODUCTION ÉCRITE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note à glisser dans le colis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 cinq à huit phrases, pour la personne qui va recevoir la boîte. Dites ce qu'il y a dedans, quand le colis devrait arriver, une chose à laquelle faire attention, et posez-lui une question avec « est-ce que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GRILLE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votre note doit contenir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3928"/>
          </a:xfrm>
          <a:prstGeom prst="roundRect">
            <a:avLst>
              <a:gd name="adj" fmla="val 45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VÉRIFIER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AVEC QUELS MOTS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Ce qu'il y a dans le colis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a, c'est, ce sont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service choisi et le temps que ça prend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standard, Xpresspost, une semaine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575304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Une chose à laquelle faire attention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575304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fragile, ne pas plier, rien de liquide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5442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82439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Une question posée à la personne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82439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82184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38216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Attention aux petits mots : ce colis, cet avis, cette boîte, ces timbres.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POUR FINIR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Ça s'est bien passé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179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DENISE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4487" y="1901952"/>
            <a:ext cx="870163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Alors, ça s'est bien passé au bureau de poste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6887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33472"/>
            <a:ext cx="144179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YASSINE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4487" y="2633472"/>
            <a:ext cx="870163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Très bien. J'ai posé mes questions avant de choisir.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364991"/>
            <a:ext cx="144179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DENISE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4487" y="3364991"/>
            <a:ext cx="870163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tu as pris quoi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3192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96511"/>
            <a:ext cx="144179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YASSINE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4487" y="4096511"/>
            <a:ext cx="870163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colis standard. Vingt-deux dollars, une semaine.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6344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828031"/>
            <a:ext cx="144179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DENISE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4487" y="4828031"/>
            <a:ext cx="870163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vois ? Ce n'était pas si difficile.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39495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559551"/>
            <a:ext cx="144179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YASSINE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4487" y="5559551"/>
            <a:ext cx="870163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Non. Il fallait juste demander avant de dire oui.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Yassine ou Denise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Qui dit cette phrase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Alors, ça s'est bien passé au bureau de poste ?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J'ai posé mes questions avant de choisir.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colis standard. Vingt-deux dollars, une semaine.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le bon choix pour un cadeau qui n'est pas pressé.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fallait juste demander avant de dire oui.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Yassine ou Denise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Alors, ça s'est bien passé au bureau de poste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Denise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J'ai posé mes questions avant de choisir.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Yassine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colis standard. Vingt-deux dollars, une semaine.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Yassine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le bon choix pour un cadeau qui n'est pas pressé.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Denise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fallait juste demander avant de dire oui.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Yassine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Qu'est-ce que vous feriez autrement, la prochaine fois, au comptoir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question que vous avez oublié de poser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que vous n'avez pas trouvé assez vite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colis de Yassine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