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phonétique. Prévoir les haut-parleurs : tout se joue à l'oreille, et les élèves doivent entendre avant de voir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les deux mots l'un après l'autre, lentement, en exagérant la forme de la bouche.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prononcer les deux sons deux par deux, chacun regardant la bouche de l'autre. La forme des lèvres se voit de loin.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Cette règle n'est pas parfaite dans toute la langue, mais elle règle tous les mots du bureau de poste — le dire au groupe, plutôt que de laisser croire à une loi absolue.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Insister sur la famille des mots en -eur : elle est immense et elle ne connaît pas d'exception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`prPhon` du module interactif, où chaque mot s'écoute. Le faire ici à la voix, puis le refaire à l'écran en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phrase par tout le groupe, puis par un élève seul. La première phrase est la plus difficile : elle enchaîne les deux 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qui a déjà manqué un rendez-vous à cause d'une heure mal comprise. Dédramatiser, puis donner la parade : faire répéter le chiffre.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six mots à voix haute en descendant la colonne : le son change exactement au milieu du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Passer entre les rangées et écouter les heures dites à voix basse : c'est là qu'on entend qui a compris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« eu » de deux et le « eu » de neuf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kilos, neuf heures, un peu, l'expéditeur : les mêmes deux lettres, deux sons différents. Et « deux heures » n'est pas « neuf heures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de « deux » et celui de « neuf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deux sons en plaçant la bouche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connaître la règle de la lettre qui suit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heure d'ouverture sans se faire comprendre de travers.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DEUX LETTRES, DEUX SONS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 ·  neuf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lettres e et u ensemble ne se disent pas toujours de la même façon. Dans « deux », la bouche est petite et ronde. Dans « neuf », elle s'ouvre. Personne ne vous corrigera si vous vous trompez, mais deux heures et neuf heures ne sont pas la même heure.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va la bouche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BOUCHE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MOTS REPÈRES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celui de « deux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arrondie, presque fermée, comme pour siffler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deux, jeudi, un peu, mieux, monsieur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celui de « neuf 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plus ouverte, détendue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neuf, une heure, plusieurs, l'expéditeur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lèvres décident : petites et rondes, ou ouvertes.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LA RÈGLE QUI DÉCIDE PRESQUE TOUJOURS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regarde ce qu'il y a APRÈS les lettres e-u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Rien après, ou un e muet : le son est fermé, comme dans « deux », « un peu », « jeudi ». Une consonne prononcée après : le son est ouvert, comme dans « neuf », « une heure », « l'expéditeur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GRAPHIE-PHONIE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qu'il y a après décide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APRÈS E-U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fermé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peu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rien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1846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fermé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neuf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f prononcé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4119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ouvert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396392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heure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396392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r prononcé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3963924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ouvert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48665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l'expéditeur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48665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r prononcé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486656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3B49A0"/>
                </a:solidFill>
                <a:latin typeface="Verdana"/>
              </a:rPr>
              <a:t>ouvert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Tous les mots en -eur ont le son ouvert : facteur, erreur, ordinateur.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de « deux » ou le son de « neuf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mot, puis dites quel son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neuf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80868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36316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jeudi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880868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36316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heure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22040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777488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peu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22040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777488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l'expéditeur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63212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518660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monsieur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363212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518660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plusieurs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son de « deux » ou le son de « neuf »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deux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son de deux — fermé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neuf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son de neuf — ouvert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880868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36316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jeudi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son de deux — fermé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880868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36316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heure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son de neuf — ouvert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22040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777488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peu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son de deux — fermé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22040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777488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l'expéditeur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son de neuf — ouvert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63212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4518660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monsieur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son de deux — fermé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59855" y="4363212"/>
            <a:ext cx="5464911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434175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34175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7095" y="4518660"/>
            <a:ext cx="4504791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plusieurs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le son de neuf — ouvert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RÉPÉTITION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du bureau de poste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répétez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ouvre à neuf heures, le jeudi.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kilos et cent grammes.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L'expéditeur est en haut à gauche.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parle un peu vite pour moi.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plusieurs personnes devant moi.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monsieur, bonne journée.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phrases du bureau de poste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Ça ouvre à neuf heures, le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deux sons dans la même phrase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kilos et cent grammes.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 fermé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L'expéditeur est en haut à gauche.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 ouvert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parle un peu vite pour moi.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 fermé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plusieurs personnes devant moi.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 ouvert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monsieur, bonne journée.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son fermé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à deux heures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à neuf heures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le piège coûteux du module : vous arrivez sept heures trop tard, et l'erreur ne se voit qu'une fois devant une porte fermée. Devant une heure, répétez toujours pour vérifier : « Neuf heures ? Neuf ?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GRAPHIE-PHONIE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du module à prononcer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7952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2280" y="2121408"/>
            <a:ext cx="82567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son fermé — rien de prononcé après les lettres e-u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6319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778252"/>
            <a:ext cx="17952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jeudi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2280" y="2778252"/>
            <a:ext cx="82567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son fermé — un des jours où beaucoup de gens vont à la poste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2887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35096"/>
            <a:ext cx="17952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peu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2280" y="3435096"/>
            <a:ext cx="82567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son fermé — « elle parle un peu vite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94563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091939"/>
            <a:ext cx="17952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neuf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02280" y="4091939"/>
            <a:ext cx="82567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son ouvert — le f se prononce, et l'heure d'ouverture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6024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4748784"/>
            <a:ext cx="17952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heure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2280" y="4748784"/>
            <a:ext cx="82567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son ouvert — le r se prononce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525932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5405628"/>
            <a:ext cx="1795271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l'expéditeur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2280" y="5405628"/>
            <a:ext cx="8256727" cy="437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son ouvert — comme facteur, erreur, ordinateur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l'heure d'ouverture d'un endroit près de chez vous, et dites-la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Est-ce que c'est le son de « deux » ou celui de « neuf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Neuf heures, deux heures, huit heures : lequel est le plus difficile pour vous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