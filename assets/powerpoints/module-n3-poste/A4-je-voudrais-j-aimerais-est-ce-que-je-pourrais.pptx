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et d'écriture. C'est la séance qui rend possible tout le défi 1 : sans ces formules, l'élève ouvre la bouche et s'arrête.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par tout le groupe, puis par chaque élève en changeant le mot « colis » : une lettre, un mandat, une boîte.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diapositive la plus utile du bloc A : elle tient dans une photo de téléphone et elle sert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 contraste : dire la même demande sans les trois mots, puis avec. Les élèves entendent la différence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jusqu'à ce qu'elle sorte sans hésitation : c'est celle qui sauve les élèves quand tout le reste échoue.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`prPoli` du module interactif. Le faire d'abord à l'écrit sur la fiche, puis le refaire à l'écran : la correction automatique accepte les deux réponses de l'avant-dernière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 a déjà employé « je veux » sans y penser. Beaucoup l'ont fait : c'est la traduction directe de leur langue. Dédramatiser.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par rôle, puis on échange. Passer entre les rangées et corriger seulement la formule, pas la prononciation : ce n'est pas la séance pour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montre que ces quatre formules ne servent pas seulement au bureau de poste, ce qui est l'intention du programme au niveau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voudrais, j'aimerais, est-ce que je pourrais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« je veux » sonne dur. Trois formules polies suffisent pour tout demander, et une quatrième pour faire répéter la personne devant soi.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je voudrais » pour dire ce qu'on vient faire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j'aimerais » pour un achat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je pourrais » pour une permission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vous pouvez » pour demander un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PHRASE QUI OUVRE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envoyer ce colis, s'il vous plaît.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Jamais « je veux ». « Je veux » n'est pas incorrect, mais au comptoir il sonne dur, comme un ordre. « Je voudrais » dit exactement la même chose et ouvre la conversation.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formules, quatre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voudrais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ce qu'on vient faire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envoyer ce colis.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J'aimerais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surtout pour un achat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des timbres, s'il vous plaît.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Est-ce que je pourrais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une 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pourrais payer par carte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Est-ce que vous pouvez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 service à l'autre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pouvez répéter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premières parlent de soi. Les deux dernières demandent quelque chose à l'autre.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MOTS DE LA POLITESSE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ne coûtent rien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bonjour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début, toujours. On ne commence pas une demande sans saluer : ici, c'est presque une obligation, même entre inconnus.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s'il vous plaît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la fin de la demande. Sans lui, la phrase devient un ordre, même avec un verbe poli devant.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merci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de partir, et aussi au milieu quand on reçoit une réponse. On peut le dire deux ou trois fois dans le même échange.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vous, jamais 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comptoir, on vouvoie toujours, même une personne plus jeune. C'est la règle des lieux de service au Québec.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FAIRE RÉPÉTER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vous pouvez répéter, s'il vous plaît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phrase-là sert tous les jours, partout, et elle ne gêne personne. On peut ajouter : « un peu moins vite, s'il vous plaît ». Ne pas comprendre n'est pas une faute.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« voudrais », « aimerais », « pourrais » ou « pouvez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envoyer ce colis,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___ un carnet de timbres.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___ payer par carte de débit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répéter le prix, s'il vous plaît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savoir combien de temps ça prend.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parler un peu moins vite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envoyer ce colis,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___ un carnet de timbres.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aimerais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___ payer par carte de débit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répéter le prix,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savoir combien de temps ça prend.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 — « j'aimerais » se dit aussi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parler un peu moins vite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envoyer ce colis.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envoyer ce colis,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est comprise, mais elle ferme le visage de la personne en face. Un seul mot change, et tout le reste de l'échange devient plus facile — y compris le droit de faire répéter trois fois.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à votre voisin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 : l'un est le client, l'autre la préposée.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envoyer une boîte à Montréal.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acheter un carnet de timbres.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payer avec votre carte.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n'avez pas compris le prix.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à votre voisin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envoyer une boîte à Montréal.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Bonjour. Je voudrais envoyer ce colis à Montréal,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acheter un carnet de timbres.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J'aimerais un carnet de timbres,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payer avec votre carte.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je pourrais payer par carte de débit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n'avez pas compris le prix.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vous pouvez répéter, s'il vous plaît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demande polie que vous devrez faire cette semaine, ailleurs qu'à la poste.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pharmacie, à l'école de vos enfants, chez le propriétaire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Laquelle des quatre formules convient le mieux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