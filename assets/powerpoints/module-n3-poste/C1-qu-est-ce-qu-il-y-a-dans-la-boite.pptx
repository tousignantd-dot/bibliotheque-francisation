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2. Prévenir le groupe dès le début : cette question surprend et gêne beaucoup de personnes nouvellement arrivées. Dire tout de suite qu'elle est posée à tout le monde, sans exception.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réponse honnête : trois raisons — la sécurité, l'assurance en cas de casse, et les règles de l'avion pour les liquides. Le dire simplement enlève tout le malaise de la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questions de sécurité — fragile, liquide, dangereux — reviennent à chaque envoi. Les faire répéter dans l'ordre : c'est une formule fixe.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Je vais le prendre » est la phrase du défi 2. Trois mots, et le choix est fait. La séance C3 lui est entièrement consacrée : ne pas l'expliquer aujourd'hui, seulement la faire entendre.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Autre chose ? » est l'invitation à demander le reste. Beaucoup d'élèves partent sans avoir demandé ce dont ils avaient besoin : dire que cette question-là est faite pour 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Le mot « rien de » est celui de la séance C2. Le faire entendre trois fois aujourd'hui, sans le décomposer.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Question posée à chaque groupe : la pile du téléphone. La réponse est celle-là — dans l'appareil, ça va ; toute seule, non.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`t2vf` du module. Faire justifier chaque « faux » par la réplique exacte.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Ces billets deviennent les exemples de la séance C2, qui travaille exactement ces deux tournures.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Qu'est-ce qu'il y a dans la boîte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question vient chaque fois, et elle n'est pas une indiscrétion : la préposée doit savoir ce qui voyage. Trois mots suffisent à répondre.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colis de Yassine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pourquoi la préposée demande le contenu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à trois questions de sécurité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annoncer son choix en trois mots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acheter des timbres et des enveloppes au même comptoir.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Pourquoi faut-il dire ce qu'il y a dedans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arnet-timb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la préposée a le droit d'ouvrir la boîte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ne peut pas voyager par avion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passe-t-il si l'objet casse pendant le voyage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la question est la même pour tout le monde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Rien de fragile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CAROLE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4487" y="2322576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y a dans la boîte, monsieur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YASSINE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4487" y="3071876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des vêtements et un livre. Rien de fragile.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CAROLE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4487" y="3821175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Rien de liquide, rien de dangereux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YASSINE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4487" y="4570475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Non, rien. Juste des vêtements et un livre.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vais le prendre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CAROLE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4487" y="1901952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Bon. Alors, standard ou Xpresspost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YASSINE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4487" y="2651252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standard. Je vais le prendre.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CAROLE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4487" y="3400551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Très bien. Il me faut l'adresse complète, avec le code postal.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YASSINE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4487" y="4149851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l'ai écrite sur la boîte. Est-ce que c'est correct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Autre chose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YASSINE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4487" y="1901952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J'aimerais aussi des timbres pour des lettres.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CAROLE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4487" y="2651252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carnet ou à l'unité ? Le carnet coûte moins cher.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YASSINE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4487" y="3400551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Donnez-moi un carnet, s'il vous plaît.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YASSINE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4487" y="4149851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en prendre trois. Ça fait combien en tout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questions de sécurité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DEMANDE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RÉPONSE LA PLUS SIMPLE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que c'est fragile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« Rien de fragile.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qu'il y a du liquide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« Rien de liquide. 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qu'il y a quelque chose de dangereux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« Rien de dangereux. 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08576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864608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Si la réponse est oui, on le dit : la préposée met une étiquette et le prix change parfois.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CE QUI NE VOYAGE PAS PAR LA POSTE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liquides inflammables, les aérosols, les piles au lithium seules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parfum, une bouteille de gaz pour briquet, une batterie de téléphone envoyée seule : ces trois-là sont refusés ou demandent un envoi spécial. Un appareil avec sa pile dedans, lui, passe sans problème.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préposée demande ce qu'il y a dans la boîte.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de la vaisselle fragile dans le colis.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Yassine choisit l'Xpresspost.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L'adresse de l'expéditeur va en haut à gauche.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Yassine achète un carnet de timbres.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prend trois enveloppes à deux dollars chacune.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préposée demande ce qu'il y a dans la boîte.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de la vaisselle fragile dans le colis.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des vêtements et un livre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Yassine choisit l'Xpresspost.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prend le standard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L'adresse de l'expéditeur va en haut à gauche.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Yassine achète un carnet de timbres.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prend trois enveloppes à deux dollars chacune.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ce qu'il y aurait dans votre boîte, et si c'est fragile.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Employez « il y a » et « rien de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phrases suffisent.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Le colis de Yassine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