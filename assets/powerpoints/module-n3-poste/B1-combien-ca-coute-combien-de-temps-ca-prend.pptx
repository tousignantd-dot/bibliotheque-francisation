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les quatre formules polies de la séance A4 : elles servent dès la première réplique du dialogue d'aujourd'hui.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attendue est double : le poids et la destination. La vitesse de l'envoi vient ensuite, et c'est le client qui la choisit — c'est la découverte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Carole, la préposée. Faire remarquer que la première question n'est pas « qu'est-ce que vous voulez » mais « il va où » : la destination vient avant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du défi : la question du prix appelle une contre-question. Beaucoup d'élèves se figent à ce moment-là. Faire répéter « Pas trop » et « Oui, assez » : deux réponses courtes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est celle de la séance A4, employée pour de vrai. Souligner qu'elle arrive AVANT le choix, pas après le paiement.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prix sont ceux du scénario ; dire au groupe qu'ils changent chaque année, mais que la façon de les demander, elle, ne change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logique entière du défi 1 en une phrase : demander d'abord, choisir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`t1vf` du module. Faire justifier chaque « faux » par la réplique exacte, comme en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billets montrent qui pose déjà les deux questions du défi et qui commence encore par « combien »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Combien ça coûte, combien de temps ça prend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le prix et le délai ne s'affichent nulle part. Ils se demandent. La préposée répond à ce qu'on lui demande, et à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complet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deux renseignements qui décident du choix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deux services d'envoi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qu'on peut faire répéter un prix avant de dire oui.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Qu'est-ce qui se passe avant qu'on donne un prix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lance-col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préposée pose-t-elle la boîte là-dessus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prix dépend seulement du poids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doit savoir d'autre avant de répondre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demanderiez avant de choisir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va où, votre colis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envoyer ce colis,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Il va où, votre colis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Calgary, en Alberta.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Je le pèse. Deux kilos et cent grammes.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dépend de la vitesse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est-ce que ça coûte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dépend de la vitesse. Vous êtes pressé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trop. C'est un cadeau pour le douze du mois.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le colis standard suffit. C'est le moins 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pouvez répéter le prix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est-ce que ça prend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Québec à Calgary, comptez à peu près une semaine.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répéter le prix,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Standard, vingt-deux dollars. Xpresspost, trente-huit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services, deux prix, deux délais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colis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peu près une semaine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vingt-deux dollars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L'Xpresspost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ou deux jours ouvrables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trente-huit dollars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repérage est compris dans les deux : il ne coûte pas un sou de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DÉCIDE DU PRIX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poids, la destination, la vitesse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premiers, la préposée les trouve toute seule : elle pèse la boîte et elle lit l'adresse. Le troisième, c'est vous qui le choisissez, et vous ne pouvez le choisir qu'après avoir demandé le prix et le délai.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préposée demande d'abord où va le colis.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pèse deux kilos et cent grammes.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est le même pour toutes les vitesses.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standard met à peu près une semaine jusqu'à Calgary.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repérage coûte un supplément.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fait répéter le prix avant de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préposée demande d'abord où va le colis.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pèse deux kilos et cent grammes.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est le même pour toutes les vitesses.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vingt-deux ou trente-huit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standard met à peu près une semaine jusqu'à Calgary.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repérage coûte un supplément.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compris dans les deux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fait répéter le prix avant de choisir.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demanderiez en premier, avec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avez une boîte à envoyer à l'autre bout du pays.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questions suffisent : lesquelles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