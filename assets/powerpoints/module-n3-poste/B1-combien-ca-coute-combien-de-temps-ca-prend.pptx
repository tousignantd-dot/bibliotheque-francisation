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Rappeler les quatre formules polies de la séance A4 : elles servent dès la première réplique du dialogue d'aujourd'hui.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attendue est double : le poids et la destination. La vitesse de l'envoi vient ensuite, et c'est le client qui la choisit — c'est la découverte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Présenter Carole, la préposée. Faire remarquer que la première question n'est pas « qu'est-ce que vous voulez » mais « il va où » : la destination vient avant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cœur du défi : la question du prix appelle une contre-question. Beaucoup d'élèves se figent à ce moment-là. Faire répéter « Pas trop » et « Oui, assez » : deux réponses courtes suffisent.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réplique est celle de la séance A4, employée pour de vrai. Souligner qu'elle arrive AVANT le choix, pas après le paiement.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Les prix sont ceux du scénario ; dire au groupe qu'ils changent chaque année, mais que la façon de les demander, elle, ne change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logique entière du défi 1 en une phrase : demander d'abord, choisir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`t1vf` du module. Faire justifier chaque « faux » par la réplique exacte, comme en A1.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: les billets montrent qui pose déjà les deux questions du défi et qui commence encore par « combien »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Combien ça coûte, combien de temps ça prend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comptoir, le prix et le délai ne s'affichent nulle part. Ils se demandent. La préposée répond à ce qu'on lui demande, et à rien d'autre.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colis de Yassine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échange complet au comptoir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deux renseignements qui décident du choix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deux services d'envoi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qu'on peut faire répéter un prix avant de dire oui.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Qu'est-ce qui se passe avant qu'on donne un prix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alance-col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la préposée pose-t-elle la boîte là-dessus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prix dépend seulement du poids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qu'elle doit savoir d'autre avant de répondre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demanderiez avant de choisir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va où, votre colis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YASSINE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4487" y="2322576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voudrais envoyer ce colis, s'il vous plaît.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CAROLE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4487" y="3071876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Il va où, votre colis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821175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YASSINE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4487" y="3821175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Calgary, en Alberta.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570475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4487" y="4570475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Parfait. Je le pèse. Deux kilos et cent grammes.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Ça dépend de la vitesse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YASSINE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4487" y="1901952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est-ce que ça coûte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4487" y="2651252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dépend de la vitesse. Vous êtes pressé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400551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YASSINE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4487" y="3400551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Pas trop. C'est un cadeau pour le douze du mois.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149851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4487" y="4149851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le colis standard suffit. C'est le moins cher.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vous pouvez répéter le prix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YASSINE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4487" y="1901952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est-ce que ça prend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4487" y="2651252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Québec à Calgary, comptez à peu près une semaine.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YASSINE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4487" y="3400551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pouvez répéter le prix, s'il vous plaît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4179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4487" y="4149851"/>
            <a:ext cx="87016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 sûr. Standard, vingt-deux dollars. Xpresspost, trente-huit dollars.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services, deux prix, deux délais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719072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DÉLAI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colis standard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peu près une semaine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vingt-deux dollars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L'Xpresspost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ou deux jours ouvrables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trente-huit dollars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67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023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repérage est compris dans les deux : il ne coûte pas un sou de plus.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QUI DÉCIDE DU PRIX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poids, la destination, la vitesse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premiers, la préposée les trouve toute seule : elle pèse la boîte et elle lit l'adresse. Le troisième, c'est vous qui le choisissez, et vous ne pouvez le choisir qu'après avoir demandé le prix et le délai.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préposée demande d'abord où va le colis.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colis pèse deux kilos et cent grammes.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prix est le même pour toutes les vitesses.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colis standard met à peu près une semaine jusqu'à Calgary.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repérage coûte un supplément.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Yassine fait répéter le prix avant de choisir.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préposée demande d'abord où va le colis.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colis pèse deux kilos et cent grammes.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prix est le même pour toutes les vitesses.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vingt-deux ou trente-huit dollars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colis standard met à peu près une semaine jusqu'à Calgary.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repérage coûte un supplément.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est compris dans les deux services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Yassine fait répéter le prix avant de choisir.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ce que vous demanderiez en premier, avec vos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avez une boîte à envoyer à l'autre bout du pays.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questions suffisent : lesquelles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colis de Yassine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