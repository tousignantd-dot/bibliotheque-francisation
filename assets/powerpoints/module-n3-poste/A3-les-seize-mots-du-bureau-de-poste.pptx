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Prévoir les postes ou les tablettes : la deuxième moitié de la séance se fait dans le module interactif, avec les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cases postales existent surtout dans les villages et les petits immeubles. Beaucoup d'élèves en ont une sans savoir comment ça s'appelle.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Affranchir » est le seul verbe de la liste : le faire employer dans une phrase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Expéditeur et destinataire se confondent tout le temps. Donner le truc : l'expéditeur expédie, le destinataire est la destination.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sont ceux des défis 2 et 3. Les poser aujourd'hui sans les développer : ils reviendront avec leur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écrire les deux mots au tableau par un élève, puis faire placer les deux adresses sur une vraie boîte de carton si vous en avez 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`aComp` du module, celui de la dernière section. Le faire ici en découverte, sans pénaliser : les élèves le retrouveront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l'exercice `prImg` : sept photos à faire glisser vers la phrase qui les décrit. Ouvrir le module sur les postes pour la deuxième heure. Les trois autres phrases sont : un petit carton trouvé dans la boîte aux lettres, le mur de petites cases, une boîte fermée avec du ruban.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disent quels mots reprendre au début du défi 1, et ils préparent la révision de la séance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seize mots du bureau de poste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familles de mots : l'endroit, l'envoi, l'adresse et les services. Seize mots qui suffisent à tenir toute une démarche au comptoir.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colis de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seize mots du module avec leur article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chaque mot à sa définition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sept objets du bureau de poste en photo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six de ces mots dans une phrase.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c'est, et à quoi ça sert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ses-posta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voit-on ce mur de petites portes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derrière chacune d'elles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la clé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avez déjà eu une case comme celle-là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FAMILLE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L'endroit et l'envoi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8089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bureau de poste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5930" y="2121408"/>
            <a:ext cx="724307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Le magasin du gouvernement où on envoie et où on ramasse le courrier.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8089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préposé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5930" y="2778252"/>
            <a:ext cx="724307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travaille derrière le comptoir et qui te sert.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8089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timbre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5930" y="3435096"/>
            <a:ext cx="724307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Le petit papier collant qu'on colle sur une lettre pour payer l'envoi.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8089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affranchir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5930" y="4091939"/>
            <a:ext cx="724307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Payer l'envoi d'une lettre ou d'un colis, avec un timbre ou au comptoir.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8089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envoi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5930" y="4748784"/>
            <a:ext cx="724307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Tout ce qu'on confie à la poste : une lettre, un colis, un mandat.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8089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colis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15930" y="5405628"/>
            <a:ext cx="724307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boîte qu'on envoie par la poste, plus grosse qu'une lettre.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FAMILLE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L'adresse et le suivi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13369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l'expéditeur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0703" y="2121408"/>
            <a:ext cx="79183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envoie. Son adresse va en haut à gauche.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13369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destinataire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0703" y="2778252"/>
            <a:ext cx="79183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reçoit. Son adresse va au milieu de la boîte.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13369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code postal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0703" y="3435096"/>
            <a:ext cx="79183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Les six caractères qui disent exactement où livrer, comme G1L 2M4.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13369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repérage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0703" y="4091939"/>
            <a:ext cx="79183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numéro qui permet de suivre son colis sur Internet.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13369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0703" y="4748784"/>
            <a:ext cx="79183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L'appareil du comptoir qui dit combien pèse le colis.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13369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reçu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0703" y="5405628"/>
            <a:ext cx="79183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papier qu'on te remet après avoir payé.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FAMILLE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demande au comptoir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4533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fragile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0391" y="2121408"/>
            <a:ext cx="659861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 casse facilement : du verre, une assiette, un cadre.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4533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avis de livraison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0391" y="3106674"/>
            <a:ext cx="659861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carton laissé dans ta boîte aux lettres quand un colis t'attend.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4533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courrier recommandé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0391" y="4091939"/>
            <a:ext cx="659861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envoi que la personne doit signer quand elle le reçoit.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4533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mandat-poste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0391" y="5077205"/>
            <a:ext cx="659861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papier acheté à la poste qui vaut de l'argent, plus sûr que du comptant.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Deux mots qui se ressemblent et qu'il ne faut pas confondre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719072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QUI EST-CE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VA SON ADRESSE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l'expéditeur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 qui envoie la boîte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haut à gauche, en petit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destinataire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 qui reçoit la boîte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milieu, en plus gros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67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023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Si la boîte ne se rend pas, elle retourne à l'expéditeur.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mot manque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de la liste.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envoie le colis est l'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reçoit le colis est le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six caractères comme G1J 3K7 forment le code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carton laissé dans la boîte aux lettres est un ___ de livraison.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qui permet de suivre le colis est le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Coller un timbre ou payer au comptoir, c'est ___ son envoi.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mot manque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envoie le colis est l'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expéditeur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reçoit le colis est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destinataire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six caractères comme G1J 3K7 forment le code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postal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carton laissé dans la boîte aux lettres est un ___ de livraison.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qui permet de suivre le colis est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repérage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Coller un timbre ou payer au comptoir, c'est ___ son envoi.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affranchir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DANS LE MODULE INTERACTIF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photos, sept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uban-bo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comptoir où on parle à la préposée.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boîte rouge de la rue, pour les lettres déjà timbrées.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boîte posée sur la balance du comptoir.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carnet de timbres, moins cher qu'à l'unité.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du bureau de poste que vous ne connaissiez pas ce matin.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pour l'endroit, un pour l'envoi, un pour l'adresse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Lequel des seize vous semble le plus difficile à retenir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colis de Yassine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