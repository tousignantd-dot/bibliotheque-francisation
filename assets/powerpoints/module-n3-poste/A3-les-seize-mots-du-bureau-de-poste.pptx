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Prévoir les postes ou les tablettes : la deuxième moitié de la séance se fait dans le module interactif, avec les photos.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cases postales existent surtout dans les villages et les petits immeubles. Beaucoup d'élèves en ont une sans savoir comment ça s'appelle.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Affranchir » est le seul verbe de la liste : le faire employer dans une phrase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Expéditeur et destinataire se confondent tout le temps. Donner le truc : l'expéditeur expédie, le destinataire est la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des défis 2 et 3. Les poser aujourd'hui sans les développer : ils reviendront avec leur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les deux mots au tableau par un élève, puis faire placer les deux adresses sur une vraie boîte de carton si vous en avez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`aComp` du module, celui de la dernière section. Le faire ici en découverte, sans pénaliser : les élèves le retrouveront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l'exercice `prImg` : sept photos à faire glisser vers la phrase qui les décrit. Ouvrir le module sur les postes pour la deuxième heure. Les trois autres phrases sont : un petit carton trouvé dans la boîte aux lettres, le mur de petites cases, une boîte fermée avec du ruban.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disent quels mots reprendre au début du défi 1, et ils préparent la révision de la séance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bureau de poste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familles de mots : l'endroit, l'envoi, l'adresse et les services. Seize mots qui suffisent à tenir toute une démarche au comptoir.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seize mots du module avec leur article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mot à sa définition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sept objets du bureau de poste en photo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six de ces mots dans 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c'est, et à quoi ça sert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ses-posta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voit-on ce mur de petites portes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derrière chacune d'elles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la clé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déjà eu une case comme celle-là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L'endroit et l'envoi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bureau de poste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5930" y="2121408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magasin du gouvernement où on envoie et où on ramasse le courrier.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préposé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5930" y="2778252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travaille derrière le comptoir et qui te sert.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5930" y="3435096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Le petit papier collant qu'on colle sur une lettre pour payer l'envoi.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affranchir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5930" y="4091939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Payer l'envoi d'une lettre ou d'un colis, avec un timbre ou au comptoir.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envoi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5930" y="4748784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Tout ce qu'on confie à la poste : une lettre, un colis, un mandat.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089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colis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5930" y="5405628"/>
            <a:ext cx="724307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boîte qu'on envoie par la poste, plus grosse qu'une lettre.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FAMILLE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L'adresse et le suivi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l'expéditeur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0703" y="2121408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envoie. Son adresse va en haut à gauche.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destinataire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0703" y="2778252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reçoit. Son adresse va au milieu de la boîte.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0703" y="3435096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six caractères qui disent exactement où livrer, comme G1L 2M4.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repérage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0703" y="4091939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 qui permet de suivre son colis sur Internet.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0703" y="4748784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du comptoir qui dit combien pèse le colis.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1336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0703" y="5405628"/>
            <a:ext cx="79183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qu'on te remet après avoir payé.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FAMILLE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demande au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533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fragile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391" y="2121408"/>
            <a:ext cx="65986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casse facilement : du verre, une assiette, un cadre.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4533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de livraison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0391" y="3106674"/>
            <a:ext cx="65986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carton laissé dans ta boîte aux lettres quand un colis t'attend.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4533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courrier recommandé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391" y="4091939"/>
            <a:ext cx="65986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envoi que la personne doit signer quand elle le reçoit.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4533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mandat-poste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0391" y="5077205"/>
            <a:ext cx="65986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acheté à la poste qui vaut de l'argent, plus sûr que du comptant.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mots qui se ressemblent et qu'il ne faut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EST-CE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SON ADRESSE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l'expéditeur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qui envoie la boîte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 à gauche, en petit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destinataire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qui reçoit la boîte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milieu, en plus gros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la boîte ne se rend pas, elle retourne à l'expéditeur.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de la 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envoie le colis est l'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reçoit le colis est le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caractères comme G1J 3K7 forment le code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laissé dans la boîte aux lettres est un ___ de livraison.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qui permet de suivre le colis est le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Coller un timbre ou payer au comptoir, c'est ___ son envoi.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envoie le colis est l'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expéditeur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reçoit le colis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destinataire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six caractères comme G1J 3K7 forment le code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laissé dans la boîte aux lettres est un ___ de livraison.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qui permet de suivre le colis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repérage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Coller un timbre ou payer au comptoir, c'est ___ son envoi.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affranchir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DANS LE MODULE INTERACTIF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photos, sept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uban-bo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où on parle à la préposée.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boîte rouge de la rue, pour les lettres déjà timbrées.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boîte posée sur la balance du comptoir.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carnet de timbres, moins cher qu'à l'unité.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bureau de poste que vous ne connaissiez pas ce matin.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pour l'endroit, un pour l'envoi, un pour l'adresse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Lequel des seize vous semble le plus difficile à retenir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