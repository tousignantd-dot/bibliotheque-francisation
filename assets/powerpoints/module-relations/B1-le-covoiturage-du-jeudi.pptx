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B. Rappeler en une phrase où on en était : Mariama et Chantal se sont parlé au vestiaire la semaine d'avant.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Beaucoup d'élèves diront qu'ils refuseraient. C'est exactement le sujet : au Québec, accepter une offre de covoiturage est ordinaire et n'engage à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répliques teintées contiennent la formule qui rend l'offre acceptable : « de toute façon », « ça ne me dérange pas ». Les écrire au tableau. Trois « qui / que / où » apparaissent déjà ici — les faire remarquer sans les expliquer : c'est la séance B2.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Je jouais » et « je ne connaissais personne » : premier imparfait du module. Le signaler, sans l'enseigner — le bloc C s'en charge. Ici, on veut seulement que le sens passe.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Six ans dans la même équipe ! » est une des exclamations travaillées en A3. Faire réécouter l'extrait et redemander : est-ce une question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carte est celle à préparer : faire écrire à chacun sa réponse à « tu fais ça depuis longtemps ? » pour une activité de sa vie.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C'est de la compréhension fine, pas de la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Compter les questions avec le groupe, à même la diapo du dialogue. Le constat frappe plus qu'une 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billets serviront directement à la production orale de E1. Les ramasser et les garder.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covoiturage du jeudi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Chantal offre de passer prendre Mariama. Une offre d'aide de deux phrases devient une vraie conversation : depuis quand tu joues, qui t'a amenée, où on va en avril.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Des nouvelles à donner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21203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2026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échange informel entre deux personnes qui se connaissent peu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06343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1841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266439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075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comment une offre d'aide ouvre une conversation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5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5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1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3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comment j'ai connu une activité ou un lieu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questions qui relancent l'échange.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Quelqu'un vous offre de vous ramener en voiture. Que dites-vous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acceptez-vous sans avoir l'air de profiter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question posez-vous en retour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gêne dans une offre comme celle-là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ça se fait, ici, entre gens qui se connaissent peu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L'offre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CHANTAL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408" y="2322576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tu veux, je peux venir te chercher le jeudi. Je passe devant l'hôpital de toute façon.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09696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2408" y="3409696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ferais ça ? L'autobus que je prends s'arrête à trois coins de rue d'ici.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3322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496816"/>
            <a:ext cx="156972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CHANTAL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2408" y="4496816"/>
            <a:ext cx="8573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ne me dérange pas. C'est le trajet que je fais chaque semaine.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246116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2408" y="5246116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 beaucoup. Le gymnase où on joue n'est pas facile à trouver en autobus le soir.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Depuis quand tu joues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CHANTAL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2408" y="1901952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joues depuis longtemps ? Tu sers mieux que la moitié de l'équipe.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989072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2408" y="2989072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mon pays, je jouais au volleyball trois fois par semaine. Ici, j'ai arrêté pendant un 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076191"/>
            <a:ext cx="156972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CHANTAL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2408" y="4076191"/>
            <a:ext cx="8573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tu as arrêté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825492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2408" y="4825492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connaissais personne et je ne savais pas où aller. C'est une collègue qui m'a parlé du centre.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ans dans la même équipe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CHANTAL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408" y="1901952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souvent comme ça. Moi, c'est ma voisine qui m'a amenée la première fois, il y a six ans.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89072"/>
            <a:ext cx="156972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2408" y="2989072"/>
            <a:ext cx="8573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Six ans dans la même équipe 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CHANTAL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2408" y="3738371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même équipe, oui. Les gens que je vois le jeudi, c'est presque ma famille maintenant.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825491"/>
            <a:ext cx="156972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2408" y="4825491"/>
            <a:ext cx="8573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tournoi dont Julie parlait tantôt, c'est quand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QUE LE DIALOGUE ENSEIGNE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retenir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Une offre se refuse rarement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Ça ne me dérange pas », « je passe devant de toute façon » : ces formules existent pour vous permettre d'accepter sans gêne. Elles sont sincères.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On demande depuis quand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Tu joues depuis longtemps ? » est la question la plus fréquente quand on rencontre quelqu'un dans une activité. Préparez votre réponse.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On raconte qui nous a amené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Presque personne n'arrive seul dans une activité. Dire « c'est une collègue qui m'a parlé du centre » est une réponse complète et naturelle.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On finit par une invitation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conversation se termine sur le tournoi d'avril. Une rencontre réussie ouvre sur une prochaine fois.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Chantal doit faire un détour pour passer à l'hôpital.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Mariama jouait trois fois par semaine dans son pays.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joué sans interruption depuis son arrivée.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une collègue qui lui a parlé du centre.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Chantal joue dans cette équipe depuis deux ans.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tournoi a lieu à Drummondville, en avril.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Chantal doit faire un détour pour passer à l'hôpital.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passe devant de toute façon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Mariama jouait trois fois par semaine dans son pays.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joué sans interruption depuis son arrivée.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a arrêté pendant un 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une collègue qui lui a parlé du centre.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Chantal joue dans cette équipe depuis deux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depuis six ans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tournoi a lieu à Drummondville, en avril.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QU'IL FAUT RETENIR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conversation informelle avance par questions courtes, pas par longs récits.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Chantal pose cinq questions en douze répliques. Chacune tient en moins de dix mots. C'est ce rythme qui rend l'échange agréable — un long monologue, même correct, referme la conversation.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Racontez en trois phrases comment vous avez connu une activité, un lieu ou un emploi.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Qui vous en a parlé ? Quand ? Qu'est-ce qui s'est passé ensuite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C'est une collègue qui m'a parlé du centre.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nouvelles à donner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