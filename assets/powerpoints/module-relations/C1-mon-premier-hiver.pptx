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sensible : plusieurs élèves ont vécu une arrivée difficile. Annoncer d'emblée que personne n'est obligé de raconter la sienne aujourd'hui — la production personnelle vient en E1, et le sujet est 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à dix minutes. Laisser parler ceux qui veulent, sans insister sur les autres. Ne rien corriger : c'est de l'écoute. Noter au tableau les mots de temps qui sortent — ils reviendront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répliques teintées contiennent le couple qui structure tout le bloc : « je suis arrivée » (l'évènement) et « je portais » (le décor). Ne pas encore nommer les temps — c'est la séance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fait rire les groupes. La laisser vivre : l'humour détend un sujet qui peut être lourd.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Grâce à » apparaît ici pour la première fois : le signaler, sans l'enseigner — c'est la séance D2. Demander seulement : est-ce une bonne ou une mauvaise chose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plan que les élèves suivront à la production orale de E1. Le faire recopier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La dernière est la plus fine : elle demande d'avoir entendu la toute dernière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prépare directement C2 : ces mots sont ceux qui décident du temps de verbe. Les recopier au tableau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 premier hiver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fera moins vingt demain. Mariama raconte son arrivée : l'aéroport en sandales, trois mois derrière une fenêtre, et une voisine qui a tout changé.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récit de vie raconté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le décor de ce qui est l'évènement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mots qui situent dans le temps : le douze janvier, ce jour-là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qu'un récit avance par étapes, pas par explications.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 quoi vous souvenez-vous de vos premiers jours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temps faisait-il ? Comment étiez-vous habillé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attendait ? Que vous a-t-on dit en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 le plus surpris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ne saviez pas et que personne ne vous avait dit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sandales, en janvier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232257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vingt demain. Tu vas encore me dire que tu aimes 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30718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Maintenant, oui. Mon premier hiver, par exemple, ça a été autre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4158995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arrivée le douze janvier. À l'aéroport, je portais une veste et des sandales.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408" y="524611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sandales ! En janvier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froid, et le cousin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 ne m'avait expliqué. Chez moi, il faisait trente degrés le matin même.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408" y="298907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quand les portes se sont ouvertes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408" y="3738371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eu mal aux oreilles. Je pensais que j'étais malade.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4876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cousin m'attendait avec un manteau et des bottes dans un sac. Il avait tout prévu, sauf de me prévenir.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 changé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trois premiers mois, je ne sortais pas. Je regardais la neige par la fenêtre et je comptais les jours.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408" y="298907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408" y="37383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voisine m'a emmenée glisser avec ses enfants. J'ai compris ce jour-là qu'on pouvait aimer l'hiver.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5491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825491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Grâce à cette voisine, oui. Elle ne le sait même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STRUCTURE DU RÉCIT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étapes, toujours les mêmes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1 · Le décor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Où, quand, comment c'était. « Je suis arrivée le douze janvier, je portais une veste et des sandales.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2 · Le problème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n'allait pas. « J'ai eu mal aux oreilles. Les trois premiers mois, je ne sortais pas.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3 · Le tournant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changé, et grâce à qui. « Une voisine m'a emmenée glisser.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4 · Aujourd'hui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en garde. « Quatorze mois plus tard, je joue au volleyball par moins vingt.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savait qu'il ferait très froid à son arrivée.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de son départ, il faisait trente degrés chez 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cousin l'avait prévenue du froid avant son départ.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premiers mois, elle sortait tous les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voisine qui l'a emmenée glisser.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voisine sait qu'elle a changé la vie de Mariama.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savait qu'il ferait très froid à son 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personne ne lui avait expliqué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matin de son départ, il faisait trente degrés chez 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cousin l'avait prévenue du froid avant son départ.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avait tout prévu sauf ça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trois premiers mois, elle sortait tous les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ne sortait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voisine qui l'a emmenée glisser.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voisine sait qu'elle a changé la vie de Mariama.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ne le sait même pas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mots ou expressions du récit qui situent dans le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douze janvier », « les trois premiers mois », « ce jour-là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chacun, dites s'il désigne un moment précis ou une durée.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