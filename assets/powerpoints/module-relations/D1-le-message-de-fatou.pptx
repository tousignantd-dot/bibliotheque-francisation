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D. Annoncer le plan : aujourd'hui on reçoit des nouvelles, à la séance suivante on en donne par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Fatou a choisi le message vocal en disant « je ne voulais pas te l'écrire » : le groupe reconnaîtra ce réflexe. C'est une bonne entrée en matière interculturelle.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fois. À la deuxième écoute, demander de noter trois informations. Comparer ensuite en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Écris-moi vite » est une demande explicite : c'est ce qui déclenche la production écrite de D2. Le souligner.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les quatre parties dans le message. C'est le plan que les élèves suivront s'ils enregistrent eux-mêmes un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Des nouvelles » est toujours au pluriel dans ce sens. Le signaler : « une nouvelle » désigne une seule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phrase exacte du message. Réécouter au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Elle fait le pont vers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Sujet possiblement sensible. Préciser que le billet est lu par vous seul et que personne n'aura à le partager.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message de Fatou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Fatou, la sœur de Mariama, laisse un message vocal depuis la Guinée. Le bébé est né. Recevoir une nouvelle, c'est déjà une compétence : comprendre, et savoir qu'il faut répondre.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message vocal personnel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l'information essentielle : qui, quoi, quand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formules qui annoncent une nouvelle importante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qu'on répond, et à quelle vitesse.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annoncez-vous une grande nouvelle à quelqu'un de loin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message écrit, par message vocal, par appel ? Pourquoi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prévenez-vous en premier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attendez-vous avant d'annoncer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se fait de la même façon dans votre pays et ici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MESSAGE VOCAL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grande nouvelle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message en entier, diapo masquée,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535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6260" y="2322576"/>
            <a:ext cx="89898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Mariama, c'est ta sœur. J'ai une grande nouvelle et je ne voulais pas te l'écrire.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1535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6260" y="3409696"/>
            <a:ext cx="89898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bébé est arrivé mardi matin. Une petite fille. Trois kilos deux.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158995"/>
            <a:ext cx="11535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6260" y="4158995"/>
            <a:ext cx="89898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s'est bien passé. J'étais fatiguée, mais je vais bien, et elle mange déjà comme quatre.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MESSAGE VOCAL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nom, et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1535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6260" y="1901952"/>
            <a:ext cx="89898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Maman est restée avec nous toute la semaine. Elle dit qu'elle te ressemble quand tu étais bébé.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1535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6260" y="2989072"/>
            <a:ext cx="89898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choisi son nom hier soir : Aminata, comme grand-mère.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1535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6260" y="3738371"/>
            <a:ext cx="89898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Envoie-moi des photos de la neige. Je veux les lui montrer quand elle sera grande.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25491"/>
            <a:ext cx="11535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6260" y="4825491"/>
            <a:ext cx="89898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Écris-moi vite. Tu me manques.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QU'UN MESSAGE DE NOUVELLES CONTIENT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choses, presque toujours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Qui parle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C'est ta sœur. » On se nomme, même à quelqu'un qui nous connaît : le message vocal ne montre pas toujours le nom.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nouvelle, tout de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Le bébé est arrivé mardi matin. » On ne fait pas attendre. La nouvelle vient dans les deux premières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détails qui rassurent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Tout s'est bien passé. » Après une naissance, une opération, un déménagement, c'est ce que la personne au loin veut entendre en premier.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Une demande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Envoie-moi des photos. » · « Écris-moi vite. » Un message de nouvelles finit presque toujours par une demande de réponse.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des évènements de la vie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DÉSIGNE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naissance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l'arrivée d'un bébé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mariage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l'union de deux personnes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déménagement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changement de logement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décès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mort de quelqu'un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nouvelles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raconte de sa vie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préféré annoncer la nouvelle par écrit.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bébé est né un mardi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garçon.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Leur mère est restée avec eux toute la semaine.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du bébé n'est pas encore choisi.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dit à Mariama de ne pas se presser pour répondre.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préféré annoncer la nouvelle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ne voulait pas l'écrire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bébé est né un mardi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garçon.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petite fille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Leur mère est restée avec eux toute la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du bébé n'est pas encore choisi.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Aminata, choisi hier soir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dit à Mariama de ne pas se presser pour répondre.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« écris-moi vite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nouvelle personnelle appelle une réponse, et vite.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Ne pas répondre à l'annonce d'une naissance, d'un mariage ou d'un décès se remarque, ici comme ailleurs. Trois lignes suffisent — c'est justement l'objet de la séance suivante.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la dernière grande nouvelle que vous avez reçue de votre pays.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vous l'a annoncée ? Comment ? Avez-vous répondu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 suffisent. Vous n'aurez pas à la lire à voix haute.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