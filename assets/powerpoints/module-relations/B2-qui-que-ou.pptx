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grammaire longue. Écrire la phrase du chapeau au tableau et faire voter à main levée. Garder le résultat affiché jusqu'à la fin.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Laisser essayer trois ou quatre élèves avant de donner la réponse. Plusieurs produiront la bonne phrase spontanément : le point à enseigner est le choix entre les trois, pas l'idée de relier.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la diapo centrale de la séance. La faire recopier telle quelle dans le cahier avant de continuer.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souligner le verbe qui suit, dans trois exemples au tableau.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Insister sur la dernière phrase : « qu'il » pour « qui il » est une des fautes les plus fréquentes à l'écrit.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Donner trois exemples de temps : le jour où, l'année où, le moment où. Les écrire au tableau et les y laisser.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la faute numéro un sur cette notion. Y consacrer du temps : faire produire cinq phrases avec « les gens que… » par cinq élèves différents.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à voix haute, pour chaque ligne, ce qui vient après le trou avant de donner la réponse. Le raisonnement compte plus que la bonne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Cet exercice vérifie la compréhension, pas la production. Un élève qui retrouve l'antécédent comprend la phrase, même s'il hésite encore à écrire.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individuellement et rendre à la séance suivante : cette notion demande une rétroaction personnelle, pas une correction collective.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B2  ·  MODULE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qui, que, où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L'autobus ___ je prends s'arrête loin. » Trois pronoms possibles, un seul juste. Le choix ne dépend pas de la personne ni de la chose : il dépend du mot qui suit.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90 minutes  ·  Des nouvelles à donner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coller deux phrases ensemble sans répéter le même mot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choisir entre qui, que et où en regardant ce qui suit le trou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que où reprend aussi un moment, pas seulement un lieu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retrouver le mot que le pronom remplace dans une phrase entendue.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PROBLÈME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7181A"/>
                </a:solidFill>
                <a:latin typeface="Verdana"/>
              </a:rPr>
              <a:t>Comment dire ces deux phrases en une seule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Je prends un autobus. Cet autobus s'arrête loin.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se répète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Par quel petit mot pourrait-on remplacer la répétition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Essayez à voix haute, même sans être sûr.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vient après le trou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APRÈS LE TROU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PRONOM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EXEMPLE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un verbe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collègue qui m'a parlé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un sujet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trajet que je fais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un lieu avant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4794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6900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gymnase où on joue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4014215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un moment avant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4794" y="4014215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6900" y="4014215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l'année où je suis arrivée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test tient en une question : qu'est-ce qui vient juste après le trou 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QUI — LE SUJET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Après qui, le verbe arrive tout de suite. Il n'y a pas d'autre sujet.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C'est une collègue qui m'a parlé du centre. » Le pronom qui est lui-même le sujet du verbe « a parlé ». Si vous voyez un sujet après le trou — je, tu, elle, mon frère — ce n'est pas qui.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QUE — LE COMPLÉMENT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Après que, il y a un autre sujet, puis le verbe.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C'est le trajet que je fais chaque semaine. » Après que vient « je », un sujet. Le trajet est ce qu'on fait : le complément direct. Devant une voyelle, que devient qu' — mais qui ne se raccourcit jamais.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OÙ — LE LIEU, ET LE MOMENT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où reprend un endroit, mais aussi un moment.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Le gymnase où on joue » et « l'année où je suis arrivée » sont tous les deux corrects. C'est la partie que les élèves oublient : en anglais on dirait when, en français c'est le même mot que pour le lieu.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PIÈGE DE LA PERSONNE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les gens qui je vois le jeudi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les gens que je vois le jeudi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qui et que ne dépendent pas du fait qu'on parle d'une personne ou d'une chose. Beaucoup d'élèves choisissent qui parce qu'il s'agit de gens — et se trompent à chaque fois. Ce qui décide, c'est ce qui suit : ici, « je », un sujet.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qui, que ou où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chaque phrase. Regardez ce qui vient juste après le trou.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L'autobus ___ je prends s'arrête à trois coins de rue.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une collègue ___ m'a parlé du centre communautaire.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gymnase ___ on joue est au sous-sol.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gens ___ je vois le jeudi sont presque ma famille.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tournoi ___ commence en avril dure deux jours.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parc ___ mes enfants jouent est à côté de la maison.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qui, que ou où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L'autobus ___ je prends s'arrête à trois coins de rue.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que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une collègue ___ m'a parlé du centre communautaire.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qui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gymnase ___ on joue est au sous-sol.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gens ___ je vois le jeudi sont presque ma famille.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que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tournoi ___ commence en avril dure deux jours.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qui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parc ___ mes enfants jouent est à côté de la maison.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où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 quoi parle-t-on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Dites quel mot le pronom remplace.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Le gymnase où on joue n'est pas facile à trouver.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C'est une collègue qui m'a parlé du centre.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Les gens que je vois le jeudi sont ma famille. 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L'année où je suis arrivée, il faisait froid. 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Le manteau que mon cousin avait apporté était trop grand. »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 quoi parle-t-on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Le gymnase où on joue n'est pas facile à trouver.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gymnase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C'est une collègue qui m'a parlé du centre.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une collègue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Les gens que je vois le jeudi sont ma famille.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les gens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L'année où je suis arrivée, il faisait froid.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l'année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Le manteau que mon cousin avait apporté était trop grand.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manteau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trois phrases sur votre quartier : une avec qui, une avec que, une avec où.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Soulignez, dans chaque phrase, le mot que le pronom remplace.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Exemple : « Le parc où mes enfants jouent est à côté de la maison.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Des nouvelles à donner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