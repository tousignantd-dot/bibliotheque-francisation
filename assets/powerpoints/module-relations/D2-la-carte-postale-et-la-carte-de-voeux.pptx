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d'écriture, la plus longue du bloc D. Apporter si possible de vraies cartes — une postale, une de vœux — à faire circuler.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« est-ce que ça se fait ici ? » est celle que beaucoup d'élèves n'osent pas poser. La valoriser explicitement devant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 avant de passer à l'écriture.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parties 2 et 3 réutilisent exactement le présent et le passé composé du bloc C. Le dire : rien de nouveau à apprendre ici, seulement à replacer.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Bonne nouvelle à annoncer au groupe : c'est une liste finie. La faire recopier et conserver.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phrases au tableau et faire trouver le test par le groupe avant de le donner.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fusions au tableau. Les laisser jusqu'à la fin du module — elles servent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 test à voix haute — heureusement ou malheureusement — avant chaque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Appliquer le test de la deuxième ligne du tableau : parle-t-on de soi ou de l'autre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Faute très fréquente et jamais signalée aux élèves. C'est un point culturel autant que linguistique.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production écrite du module. Ramasser, corriger, rendre avant E1 : les élèves reprendront ce texte dans l'activité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carte postale et la carte de vœux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cartes, quelques lignes chacune, et deux buts opposés : l'une raconte où vous êtes, l'autre parle de la personne à qui vous écrivez. Se tromper de genre se remarque.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carte postale d'une carte de vœux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quatre parties d'une carte postale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la formule figée qui convient à l'occasion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la cause avec grâce à ou à cause de, selon le résultat.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carte pour Chantal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repérez la réponse à la question de Mariama.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MARIAMA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2408" y="232257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Chez nous, on écrit toujours une carte quand un enfant naît. Est-ce que ça se fait ici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4510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40969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CHANTAL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2408" y="340969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ça se fait beaucoup. Les gens en envoient pour les naissances, les mariages, le Nouvel 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96816"/>
            <a:ext cx="156972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MARIAMA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408" y="4496816"/>
            <a:ext cx="857371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qu'est-ce qu'on écrit ? Je ne veux pas me tromper.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246116"/>
            <a:ext cx="156972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B45309"/>
                </a:solidFill>
                <a:latin typeface="Verdana"/>
              </a:rPr>
              <a:t>CHANTAL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408" y="5246116"/>
            <a:ext cx="857371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grand-chose. Trois lignes suffisent : tu félicites, tu souhaites quelque chose, tu signes.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cartes, deux buts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CARTE POSTALE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CARTE DE VŒUX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but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raconter où je suis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féliciter ou souhaiter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qui on parle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 soi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 l'autre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Longueur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quatre à six phrases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trois lignes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Temps des verbes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présent et passé composé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présent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deuxième ligne est le vrai test : parle-t-on de soi, ou de l'autre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CARTE POSTALE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Ses quatre parties,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1 · La salutation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Bonjour Fatou, » ou « Chère Fatou, ». Une virgule, et on va à la ligne.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2 · Où je suis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t'écris de Québec, il neige depuis hier. » Au présent : c'est maintenant.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3 · Ce que j'ai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Hier, on a visité le Vieux-Port. » Au passé composé : les évènements du voyage.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4 · La fin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Tu me manques. Je t'embrasse. Mariama. » On signe de son prénom, sans formule longue.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FORMULES FIGÉES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occasion, une formule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OCCASION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Une naissance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Bienvenue au petit ! Toutes nos félicitations.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mariage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Beaucoup de bonheur à vous deux.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Nouvel 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Meilleurs vœux pour la nouvelle année.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Un décès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Mes sincères condoléances.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Ces formules ne s'inventent pas : on les réutilise telles quelles. Il y en a une dizaine à connaître, pas plus.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GRÂCE À OU À CAUSE 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grâce à annonce un résultat heureux, à cause de un résultat ennuyeux.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Grâce à cette voisine, j'ai aimé l'hiver. » · « On est partis à cause du bruit. » Les deux répondent à « pourquoi ? », mais ils ne sont pas neutres. Le test : remplacez par heureusement ou malheureusement.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LA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à cause de le bruit · grâce à le covoiturage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à cause du bruit · grâce au covoiturage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 + le donne du, de + les donne des ; à + le donne au, à + les donne aux. La fusion est obligatoire en français : « de le » et « à le » n'existent jamais. C'est mécanique, et ça se corrige en une séance.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grâce à ou à cause 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 Attention aux fusions.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cette voisine, Mariama a aimé l'hiver.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sont partis ___ bruit du bar.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covoiturage, elle n'attend plus l'autobus.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manqué deux entraînements ___ son horaire.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déménagement a été long ___ pluie.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ses coéquipières, elle s'est fait des amies.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grâce à ou à cause de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cette voisine, Mariama a aimé l'hiver.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Grâce 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sont partis ___ bruit du bar.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cause du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covoiturage, elle n'attend plus l'autobus.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Grâce au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manqué deux entraînements ___ son horaire.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cause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déménagement a été long ___ pluie.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cause de 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ses coéquipières, elle s'est fait des amies.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Grâce 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Postale ou vœux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de quelle carte vient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sommes à Québec depuis deux jours et il neige sans arrêt.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Félicitations à vous deux pour cette belle nouvelle 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Hier, on a marché dans le Vieux-Port toute la journée.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souhaite beaucoup de bonheur avec le petit.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moins quinze, mais le soleil est magnifique.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Postale ou vœux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sommes à Québec depuis deux jours et il neige sans arrêt.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carte postale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Félicitations à vous deux pour cette belle nouvelle !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carte de vœux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Hier, on a marché dans le Vieux-Port toute la journée.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carte postale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souhaite beaucoup de bonheur avec le petit.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carte de vœux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fait moins quinze, mais le soleil est magnifique.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carte postale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PARLER DE SOI SUR UNE CARTE DE VŒUX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Félicitations ! Moi, cette année, j'ai déménagé et j'ai changé d'emploi.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Félicitations ! Je vous souhaite beaucoup de bonheur avec le petit.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carte de vœux est tournée vers l'autre. Raconter sa propre année à l'occasion d'une naissance déplace l'attention au mauvais endroit. Gardez vos nouvelles pour une lettre ou un courriel.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une carte : postale ou de vœux, à votre choix. Cinq à huit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Carte postale : les quatre parties, dans l'ordre.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Carte de vœux : la formule de l'occasion, un souhait, votre prénom.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au moins une fois qui, que ou où, et un verbe au passé composé.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