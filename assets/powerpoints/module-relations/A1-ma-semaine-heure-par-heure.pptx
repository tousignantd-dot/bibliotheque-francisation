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module. Ne pas commencer par une liste de mots : la séance part d'une situation. Écrire au tableau : jeudi, 16 h, centre communautaire.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chaque objectif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grand groupe, sans corriger. Noter au tableau les mots que le groupe utilise — on comparera avec les mots justes à la diapo du vocabulaire. Beaucoup diront « je fais le lavage » : garder la formule, elle est 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troisième carte : l'horaire de travail décide de tout le reste. C'est vrai pour beaucoup d'élèves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module (section « Je découvre ») avant d'afficher le texte. Les deux répliques teintées contiennent tout l'horaire : les faire relire.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Vocabulaire à expliquer ici : une brassée, passer l'aspirateur (ou la balayeuse), sortir les ordures. Faire mimer chaque geste — c'est plus rapide qu'une traduction.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annonce le bloc C : « chez nous, on cuisinait » — l'imparfait du souvenir. Ne pas l'expliquer maintenant, seulement la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Balayeuse » est le mot québécois courant ; « aspirateur » se comprend partout. Les deux sont bons.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Quart de travail » est très employé au Québec — un élève qui cherche du travail l'entendra dès la première entrevue.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reviendront à toutes les séances du bloc B. Les laisser au tableau jusqu'à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par deux élèves différents. C'est la diapo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présenter la colonne de gauche comme une faute : c'est une phrase juste, mais qui ferme l'échange. La nuance compte pour des adultes.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Ils serviront de point de départ à la séance A2 sur les adverbes de fréquence.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Ma semaine, heure par heure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Mariama est arrivée de Guinée il y a quatorze mois. Depuis l'automne, elle joue au volleyball le jeudi soir. Ce soir-là, elle arrive en avance — et une conversation commence.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à quelle heure je me lève, je travaille et je finis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tâches de ma semaine avec le mot juste, pas avec « je fais des choses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simple à quelqu'un sur son horaire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51338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2161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conversation informelle entre deux personnes qui se connaissent peu.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vous, votre semaine ressemble à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eve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vous levez-vous ? Est-ce pareil tous les jours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jour faites-vous le ménage ? Et le lavage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faites le soir, après le souper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une activité qui revient chaque semaine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Mariama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D'où elle vient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Guinée. Elle est arrivée au Québec il y a quatorze mois, un douze janvier.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Ce qu'elle fait de ses journées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travaille à la buanderie d'un hôpital. Son quart commence à sept heures, alors elle se lève à cinq heures et quart.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Pourquoi le jeudi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seul soir où elle finit à quatre heures. Les autres jours, elle sort à six heures et n'arrive jamais à 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Qui est Chantal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coéquipière qui joue dans cette ligue depuis six ans. C'est elle qui engage la conversation.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Jeudi soir, au vestiaire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CHANTAL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232257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es arrivée avant tout le monde ce soir. D'habitude, tu entres en courant à la dernière minute.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340969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jeudi, je finis mon quart à quatre heures. Les autres soirs, je sors à six heures et je n'arrive jamais à temps.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9681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CHANTAL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2408" y="449681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travailles où, déjà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24611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2408" y="524611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buanderie de l'hôpital. Je commence à sept heures, alors je me lève à cinq heures et quart.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soir, c'est plus dur que le matin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CHANTAL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2408" y="19019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 heures et quart ! Moi, je me lève à six heures et je trouve déjà ça dur.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2408" y="298907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matin, ça va. C'est le soir qui est difficile. Je fais le souper, je fais une brassée, et là il est neuf heures.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76191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CHANTAL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2408" y="4076191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ménage, tu le fais quand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82549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408" y="482549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samedi matin. Je passe l'aspirateur, je sors les ordures, et après je suis libre.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d'organiser sa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CHANTAL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2408" y="19019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Nous, on fait ça le dimanche. Mon chum lave le plancher pendant que je m'occupe du lavage.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2408" y="298907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dimanche, moi, je cuisine pour la semaine. Je fais un grand chaudron et je congèle.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7619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CHANTAL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2408" y="407619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intelligent, ça. Moi, je décide à cinq heures et demie ce qu'on va manger, et c'est toujours la panique.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516331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408" y="516331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Chez nous, on cuisinait toujours pour beaucoup de monde. J'ai gardé l'habitude.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ménage et le lavage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7329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brassée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0307" y="2121408"/>
            <a:ext cx="727870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quantité de linge qu'on lave en une seule fois.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7329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balayeuse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0307" y="2909620"/>
            <a:ext cx="727870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L'appareil qui aspire la poussière. On dit aussi « l'aspirateur 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7329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bac de recyclage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0307" y="3697833"/>
            <a:ext cx="727870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grand bac où on met le papier, le carton et le plastique.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7329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sortir les ordures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0307" y="4486046"/>
            <a:ext cx="727870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Mettre les déchets au bord de la rue avant le passage du camion.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7329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grand chaudron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0307" y="5274259"/>
            <a:ext cx="727870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grande casserole, pour cuisiner en quantité.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travail et le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150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quart de travail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2014" y="2121408"/>
            <a:ext cx="73369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Les heures qu'on travaille dans une journée : jour, soir ou nuit.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150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congé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014" y="2909620"/>
            <a:ext cx="73369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journée où on ne travaille pas.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150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l'horaire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014" y="3697833"/>
            <a:ext cx="73369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des heures où on doit être quelque part.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150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être libre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014" y="4486046"/>
            <a:ext cx="73369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N'avoir rien de prévu, pouvoir faire ce qu'on veut.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150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à temps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2014" y="5274259"/>
            <a:ext cx="73369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Ni en retard, ni trop tôt.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loisir qui revient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centre communautaire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614" y="2121408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endroit du quartier où on fait du sport et des activités.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coéquipière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614" y="2909620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joue dans la même équipe que soi.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entraînement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4614" y="3697833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séance où on pratique un sport, avant les matchs.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covoiturage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4614" y="4486046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Voyager à plusieurs dans la même voiture.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tournoi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4614" y="5274259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compétition où plusieurs équipes jouent l'une contre l'autre.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parler de sa semaine, on donne une heure, un jour et une action précise.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travaille » ne dit presque rien. « Je commence à sept heures, je finis à quatre heures le jeudi » situe la personne dans le temps et permet à l'autre de proposer quelque chose — un covoiturage, une activité, une invitation.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PARLER DE SON HORAIRE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travaille beaucoup et je suis souvent fatiguée.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commence à sept heures et je finis à quatre heures, sauf le jeudi.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phrases sont correctes. Mais seule la deuxième permet à l'autre personne de répondre quelque chose d'utile : « alors tu es libre le jeudi soir ? ». Donner une heure, c'est ouvrir la conversation.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votre semaine : une heure, un jour, une tâche.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Je me lève à cinq heures et quart du lundi au vendredi.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un mot de la diapo du ménage et un mot du travail.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