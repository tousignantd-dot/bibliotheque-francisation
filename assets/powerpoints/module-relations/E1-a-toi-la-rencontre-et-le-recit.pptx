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les postes et les écouteurs. Rendre d'abord les billets corrigés de B1, C2 et D2 : ce sont les brouillons.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: une question ouverte, un imparfait, un passé composé, un « où », un verbe pronominal, une fréquence. Tout le module tient dans ces quatre répliques.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Passer dans les rangées. Les élèves qui bloquent ont presque toujours oublié de poser une question : leur rappeler les cinq mots de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sujet est libre : une arrivée, un déménagement, un voyage, un mariage, une naissance. Redire que personne n'est obligé de raconter quelque chose de difficile.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peuvent reprendre la carte écrite au billet de D2 : elle a déjà été corrigée. Le leur dire — c'est du temps gagné pour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vérification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les deux fautes par le groupe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au groupe. Plusieurs élèves n'osent pas se tromper devant l'assistant parce qu'ils croient que tout est vu. Ce n'est pas le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vaut mieux qu'une note. Le rendre annoté à la séance E2, où les élèves font leur 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la rencontre et le récit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productions, dans l'ordre : une conversation avec l'assistant, un récit enregistré, une carte écrite. La conversation sert de répétition aux deux autres.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connaissance avec quelqu'un dans une activité de loisir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une expérience personnelle en trois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carte postale ou une carte de vœux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relire et me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tournoi de Drummondville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Voici la fin du dialogue commencé en B4. Repérez tout ce que vous avez appris.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OLIVIER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232257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faisais, cette année-là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30718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cours de français le matin et du travail le soir. Le samedi, je dormais.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158995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OLIVIER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2408" y="4158995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là, tu joues combien de fois par semaine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90829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2408" y="490829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seule. Le jeudi. Mais je m'entraîne toute seule le dimanche, au parc où mes enfants jouent.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1 ·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Tu choisis 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volleyball du jeudi, la cuisine collective du samedi, ou la marche du dimanche. Trois activités de quartier bien réelles.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Tu choisis ton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personne qui arrive pour la première fois, ou celle qui accueille. Les deux sont utiles à pratiquer.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L'assistant ne sait rien de toi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ne racontera rien avant que tu poses des questions. C'est fait exprès : c'est toi qui mènes.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Ton 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Apprendre trois choses sur l'autre, raconter une chose sur toi, et proposer de se revoir.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2 · LE RÉCIT 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quarante-cinq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 · Le décor, à l'imparfait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C'était en janvier. Il faisait trente degrés chez moi et je portais des sandales.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 · Les évènements, au passé composé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 suis arrivée le douze janvier. J'ai eu mal aux oreilles en sortant.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 · Ce que ça a changé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Grâce à une voisine, j'ai compris qu'on pouvait aimer l'hiver.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3 · LA CARTE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Postale ou vœux, au 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doit contenir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salutation ; où tu es ou quelle est l'occasion ; ce que tu as fait ou ce que tu souhaites ; une fin et ta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vérifie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moins une fois qui, que ou où. Au moins un verbe au passé composé. Cinq à huit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Relis-toi une fois à voix basse. Les fautes qu'on entend sont celles qu'on corrige le plus vite.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Relis-toi une fois, à voix basse, avant de cliquer.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à vérifier, toujours les mêmes : l'accord du participe avec être, la place de l'adverbe et du pronom y, et le « ne » de jamais. Ce sont les trois fautes du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ENVOYER SANS SE RELIRE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arrivé en janvier et j'ai jamais vu la neige 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arrivée en janvier et je n'avais jamais vu la neige avant.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fautes en une phrase, toutes deux corrigeables en dix secondes de relecture : l'accord du participe avec être, et le « ne » de jamais. La relecture n'est pas un luxe, c'est la moitié du travail d'écriture.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L'ENSEIGNANT REÇOIT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qu'il ne reçoit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La prise orale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enregistrement et sa transcription, si tu choisis de les envoyer. Rien ne part tant que tu n'as pas cliqué.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La carte écrite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texte que tu déposes, tel que tu l'as écrit. Tu peux le reprendre autant de fois que tu veux avant d'envoyer.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qui n'est jamais conservé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corrections de l'assistant et la conversation du jeu de rôle. Elles servent à t'entraîner, pas à t'évaluer.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avoir envoyé : notez une chose que vous corrigeriez si vous recommenciez.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oublié d'accorder le participe avec être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