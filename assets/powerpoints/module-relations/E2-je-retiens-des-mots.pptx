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 : chacun doit avoir ses propres traces sous les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C'est la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à chacun de nommer une activité de son quartier. Si personne n'en connaît, c'est le moment de donner l'adresse du centre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ceux du récit oral de E1. Les faire employer dans une phrase au passé composé.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Des nouvelles » est toujours au pluriel dans ce sens.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différent, dans ses mots,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trois-là sont les plus vite oubliés. Y consacrer un peu plus de temps qu'aux trois premiers.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 Beaucoup d'élèves ignorent que le module reste ouvert après la dernière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interactive, section « Je retiens des mots ».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un récit. Dernière séance : on rassemble, on révise, et chacun fait le point sur ce qu'il sait maintenant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six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 journée et ma semaine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brassée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0307" y="2121408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quantité de linge qu'on lave en une fois.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balayeuse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0307" y="2909620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aspire la poussière.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bac de recyclage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0307" y="3697833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bac du papier, du carton et du plastique.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quart de travail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0307" y="4486046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heures qu'on travaille dans une journée.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congé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0307" y="5274259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journée où on ne travaille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Mes loisirs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covoiturage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614" y="2121408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Voyager à plusieurs dans la même voiture.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centre communautaire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4614" y="2909620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lieu de quartier pour le sport et les activités.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coéquipière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4614" y="3697833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de la même équipe que soi.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s'entraîner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4614" y="4486046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Pratiquer souvent pour devenir meilleur.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tournoi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4614" y="5274259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compétition sur une ou deux journées.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évènements de la vie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déménagement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23633" y="2121408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changement de logement.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naissance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23633" y="2909620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L'arrivée d'un bébé.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mariage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3633" y="3697833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L'union de deux personnes.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voyage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3633" y="4486046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déplacement de plusieurs jours.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1662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arrivée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3633" y="5274259"/>
            <a:ext cx="73353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moment où l'on arrive dans un pays.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Donner des nouvelles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nouvelles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15537" y="2121408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raconte de sa vie à quelqu'un de loin.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carte postale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5537" y="2909620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carte envoyée pendant un voyage.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carte de vœux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5537" y="3697833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carte pour féliciter ou souhaiter.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féliciter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5537" y="4486046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Dire à quelqu'un qu'on est content pour lui.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085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souhaiter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15537" y="5274259"/>
            <a:ext cx="73434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Exprimer ce qu'on désire de bon pour quelqu'un.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SIX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qui, que, où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ce qui suit le trou décide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imparfait / passé composé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décor dure, l'évènement arrive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 et là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on ne répète jamais le lieu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SIX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grâce à / à cause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heureux ou ennuyeux, ce n'est pas neutre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l'accent d'insistance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voix monte sur le mot qui compte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[t] de « je suis-t-arrivée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on l'entend, on ne l'écrit pas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 : essayez d'abord, révélez ensuite.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trois portent sur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Parler de sa semaine et raconter son histoire, c'est ce qui fait entrer quelqu'un dans un groupe.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Mariama n'a pas appris le volleyball cette année : elle savait déjà jouer. Ce qu'elle a appris, c'est à répondre quand on lui demande depuis quand elle joue. C'est ça, une relation sociale.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parler de mes journées et de mon horaire.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raconter une expérience du passé : le décor et les évènements.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écrire une carte postale et une carte de vœux.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