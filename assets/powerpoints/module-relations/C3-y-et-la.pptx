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répétée du chapeau au tableau et demander au groupe ce qui cloche. La plupart le sentent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recopier. Cette diapo répond à 90 % des questions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au tableau, l'un sous l'autre. Faire produire une phrase de chaque type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mots sont souvent interchangeables. Le dire : ne pas laisser un élève bloquer sur ce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faute : lire la phrase de gauche à voix haute, lentement. Le groupe réagit.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Aux lignes 3 et 5, y serait aussi acceptable. Le dire, et expliquer pourquoi là sonne mieux : le lieu vient d'être nommé et on y fait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quatre élèves au tableau, un par phrase. Demander de nommer la faute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évite une confusion fréquente. Ne pas s'y attarder plus de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place du pronom et l'absence de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y et 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au centre communautaire. Je vais au centre communautaire chaque jeudi. » Deux petits mots évitent la répétition — et se placent chacun à sa façon.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lieu par y, devant le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lieu déjà nommé par là, après le 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y devant l'auxiliaire au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plus répéter le lieu après avoir employé 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mots,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à, au, dans, chez + lieu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 déjà nommé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le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le verbe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J'y vais le jeudi.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mangeait là.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 typique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aller, retourner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rester, manger, travailler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ligne de la place est celle qui demande le plus de pratique : y précède le verbe, à l'inverse de plusieurs langues.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Y, COLLÉ DEVANT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 se place avant le verbe, jamais après.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J'y vais » et non « je vais y ». Au passé composé, y passe devant l'auxiliaire : « j'y suis allée deux fois ». Avec deux verbes, y se met devant celui qui porte le sens : « je vais y aller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LÀ, APRÈS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là montre un endroit dont on vient de parler.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balcon ? On mangeait là tous les soirs. » · « Je suis restée là trois heures. » là est plus concret que y : il est proche du geste de montrer du doigt.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RÉPÉTER LE LIEU APRÈS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J'y vais au centre communautaire le jeudi.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J'y vais le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dites y, le lieu est déjà dedans. Le répéter est une faute, et elle s'entend tout de suite — c'est comme dire deux fois le même mot. La phrase juste est plus courte, et c'est justement l'intérêt.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 ou 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le lieu souligné.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au centre communautaire. › J'___ vais le jeudi.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joue dans cette équipe. › Elle ___ joue depuis six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mangeait sur le balcon. › On mangeait ___ tous les soirs.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allée à Québec. › J'___ suis allée le mois passé.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restée dans le vestiaire. › Elle est restée ___ trois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habitons chez ma sœur. › Nous ___ habitons depuis mars.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 ou 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au centre communautaire. › J'___ vais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joue dans cette équipe. › Elle ___ joue depuis six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mangeait sur le balcon. › On mangeait ___ tous les soirs.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allée à Québec. › J'___ suis allée le mois passé.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restée dans le vestiaire. › Elle est restée ___ trois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habitons chez ma sœur. › Nous ___ habitons depuis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faute de place ou une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y le jeudi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J'y suis allée à Québec le mois passé.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joue y depuis six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y habitons chez ma sœur.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y le jeudi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J'y vais le jeudi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J'y suis allée à Québec le mois passé.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J'y suis allée le mois passé.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joue y depuis six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y joue depuis six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y habitons chez ma sœur.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y habitons depuis mars.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 ALLER PLUS LOIN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emplois très courants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J'y vais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la plus employée du français parlé. Elle veut dire « je pars » autant que « je m'y rends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On y va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invitation à partir. C'est la phrase de Chantal à la fin du premier dialogue du module.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Il y a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Attention : ici, y ne remplace rien. « Il y a » est une expression figée qui annonce l'existence de quelque chose.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des lieux de votre semaine, deux avec y, deux avec là.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le lieu dans une première phrase, puis remplacez-le dans la suivante.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vais au parc le dimanche. J'y vais avec mes enfants.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