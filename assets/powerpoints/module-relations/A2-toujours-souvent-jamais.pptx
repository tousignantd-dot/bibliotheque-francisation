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Reprendre les billets de sortie de A1. Lire deux ou trois phrases à voix haute, sans nommer leur auteur, et demander : combien de fois par semaine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la colonne de droite par le groupe, puis la cacher et redemander le sens de chaque adverbe.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un exemple personnel pour chaque adverbe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phrases au tableau et barrer la mauvaise devant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règle sera réutilisée telle quelle au bloc C, quand tout le récit passera au passé composé. Le dire aux élèves : ça se paie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: ce qu'on entend et ce qu'on écrit ne sont pas la même chose ici. Les élèves qui apprennent surtout à l'oreille écrivent la forme entendue.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Plusieurs réponses sont acceptables aux lignes 1, 3 et 4. Accepter et faire justifier : c'est le sens qui tranche, pas une clé unique.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lignes 2 et 4 sont au passé composé : c'est là que la place se joue. Faire venir deux élèves au tableau pour ces deux-là.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une vraie difficulté : « je joue le jeudi » (chaque semaine) contre « je joue jeudi » (cette semaine). Faire produire les deux phrases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surtout la place de l'adverbe et le « ne » de jamais. Rendre à la séance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A2  ·  MODULE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Toujours, souvent, jamais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Combien de fois ? En français, on répond souvent sans chiffre. Cinq petits mots suffisent — mais ils ne se placent pas n'importe où dans la phrase.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Des nouvelles à donner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toujours, souvent, parfois, rarement et jamais à bon escient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0063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0886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l'adverbe après le verbe simple, et entre l'auxiliaire et le participe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jamais réclame un ne devant le verbe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à la question « combien de fois ? » sans donner de chiffre.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Du plus souvent au moins souvent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ADVERBE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toujours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chaque fois, sans exception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souvent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plupart du temps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parfois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temps en temps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rarement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presque pas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jamais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aucune fois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mêmes, dans une phrase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ADVERBE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toujours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Julie est toujours la première arrivée.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souvent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cuisine souvent le dimanche.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rarement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 vont rarement au tournoi.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jamais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ne sort jamais le soir.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dernière ligne est la seule qui change la phrase : jamais réclame un 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PLACE DANS LA PHRASE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Avec un verbe simple, l'adverbe se met juste après le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cuisine souvent le dimanche » et non « Je souvent cuisine ». C'est l'inverse de plusieurs langues, où l'adverbe précède le verbe. L'erreur s'entend immédiatement à l'oral.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AU PASSÉ COMPOSÉ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L'adverbe se glisse entre l'auxiliaire et le participe passé.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n'ai jamais joué au hockey. » · « Elle a souvent travaillé le soir. » L'adverbe ne va ni avant l'auxiliaire, ni après le participe.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CAS DE JAMAIS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sort jamais le soir.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ne sort jamais le soir.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l'oral, au Québec comme ailleurs, le « ne » tombe très souvent : on entend « a sort jamais le soir ». Ce n'est pas une faute d'écoute. Mais à l'écrit, le « ne » est obligatoire — et son absence est une des fautes les plus visibles.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adverbe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 avec l'adverbe qui convient au sens.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jeudi, Mariama finit à quatre heures : elle arrive ___ à l'heure.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autres soirs, elle sort à six heures : elle n'arrive ___ à temps.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Chantal fait son ménage le dimanche. Elle le fait ___ le samedi.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Chantal décide à cinq heures et demie : c'est ___ la panique.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tournoi a lieu une fois par année : les joueuses y vont ___.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Julie déteste attendre : elle est ___ la première arrivée.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adverbe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jeudi, Mariama finit à quatre heures : elle arrive ___ à l'heure.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toujours / souvent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autres soirs, elle sort à six heures : elle n'arrive ___ à temps.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jamais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Chantal fait son ménage le dimanche. Elle le fait ___ le samedi.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rarement / parfois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Chantal décide à cinq heures et demie : c'est ___ la panique.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toujours / souvent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tournoi a lieu une fois par année : les joueuses y vont ___.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rarement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Julie déteste attendre : elle est ___ la première arrivée.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toujours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Remettre l'adverbe à sa place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Réécrivez chaque phrase en plaçant correctement l'adverbe entre parenthèses.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fais le lavage le soir. (souvent)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a travaillé de nuit. (jamais)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Nous sortons les ordures le mardi. (toujours)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a passé la balayeuse. (rarement)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Ils vont au centre communautaire. (parfois)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Remettre l'adverbe à sa place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fais le lavage le soir. (souvent)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Je fais souvent le lavage le soir.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a travaillé de nuit. (jamais)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Elle n'a jamais travaillé de nuit.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Nous sortons les ordures le mardi. (toujours)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Nous sortons toujours les ordures le mardi.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a passé la balayeuse. (rarement)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Il a rarement passé la balayeuse.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Ils vont au centre communautaire. (parfois)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Ils vont parfois au centre communautaire.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POUR ALLER PLUS LOIN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dire combien de fois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Avec un adverbe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Je cuisine souvent le dimanche. » Court, naturel, sans chiffre. C'est ce qu'on emploie le plus dans une conversation.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Avec une fréquence chiffrée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Trois fois par semaine », « une fois par mois », « deux soirs sur trois ». Plus précis, utile quand la précision compte.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Avec un jour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Le jeudi » — avec l'article — veut dire tous les jeudis. Sans article, « jeudi » désigne un seul jeudi, celui qui vient.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 sur vous, une par adverbe : toujours, souvent, rarement, jamais.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des quatre doit être au passé composé.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Je n'ai jamais travaillé de nuit.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nouvelles à donner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