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courte, très visuelle. Elle clôt le bloc A : à la fin, chaque élève doit pouvoir décrire sa semaine en six phrases.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Attendre le mot « brassée ». S'il ne vient pas, ne pas le donner tout de suite : demander d'abord « une quoi de linge ? ». Le mot se retient mieux après un moment de recherche.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les articles. Faire répéter « une brassée », « la balayeuse », « les ordures » — l'article fait partie du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annonce les verbes pronominaux, qui reviendront au bloc C avec l'auxiliaire être. Ne pas développer maintenant.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Cacher la colonne de droite et faire reconstituer de mémoire. Le dialogue de A1 contient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les deux phrases par le groupe, avec un vrai exemple de leur vie. C'est la diapo à photographier.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de langues n'ont pas cette construction. Annoncer qu'elle reviendra au passé composé, avec l'auxiliaire être.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six mots sont ceux du banc de vocabulaire du module. Les élèves peuvent les réviser seuls avec les cartes mémoire.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bilan du bloc A. Garder ces billets : ils serviront de brouillon à la production orale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A4  ·  MODULE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gestes de la semaine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Huit photos, huit gestes qu'on fait toutes les semaines. Mettre le mot juste sur chacun, c'est pouvoir en parler à quelqu'un sans chercher ses mots.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50 minutes  ·  Des nouvelles à donner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huit gestes de la vie quotidienne avec le mot exact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situer chaque geste dans la semaine : quel jour, quel moment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l'article juste : une brassée, la balayeuse, les ordures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décrire ma propre semaine en six phrases enchaînées.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fait cette personne ? En un mot précis.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brass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est le mot pour cette quantité de linge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jour faites-vous cela, chez vous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fois par semaine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quelqu'un d'autre le fait avec vous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QUATRE GESTES DU MÉNAGE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et le moment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mettre une brassée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Faire fonctionner la laveuse une fois. On dit aussi « partir une brassée ». Beaucoup de gens en font une le soir, en semaine.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passer la balayeuse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Aspirer la poussière. « Balayeuse » est le mot québécois ; « aspirateur » se comprend partout.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sortir les ordures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Mettre les déchets au bord de la rue. Chaque quartier a son jour — souvent le même que le bac de recyclage.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laver le plancher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Se dit « laver », pas « nettoyer », quand on parle du plancher. « Faire le ménage » désigne l'ensemble.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QUATRE AUTRES GESTES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et le moment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cuisiner pour la semaine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Faire un grand chaudron le dimanche et congéler. C'est ce que fait Mariama, et c'est très courant chez les gens qui travaillent tôt.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se lever 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Je me lève à cinq heures et quart. » Verbe pronominal : le petit mot « me » n'est pas facultatif.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prendre l'autobus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On dit « prendre » l'autobus, jamais « aller » l'autobus. L'arrêt peut être à « trois coins de rue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aller à l'entraînement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séance où on pratique un sport. Le tournoi, lui, arrive une fois par année.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SITUER DANS LA SEMAINE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Quand Mariama fait quoi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MOMENT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matin, à 5 h 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elle se lève pour son quart de 7 heures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jeudi après 16 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elle va jouer au volleyball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samedi matin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elle fait le ménage et sort les ordures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dimanche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elle cuisine pour toute la semaine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soir, après le souper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elle met une brassée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L'ARTICLE DEVANT LE JOUR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Le jeudi » veut dire tous les jeudis. « Jeudi », sans article, veut dire celui qui 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joue le jeudi » décrit une habitude. « Je joue jeudi » annonce un seul soir. La différence tient à un mot de deux lettres, et elle change complètement le sens d'une invitation.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VERBE PRONOMINAL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lève à cinq heures et quart.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me lève à cinq heures et quart.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Lever » et « se lever » sont deux verbes différents : on lève un objet, on se lève de son lit. Le petit mot « me » n'est pas une politesse, c'est une partie du verbe. Sans lui, la phrase veut dire autre chose.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mot exact.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pars une ___ de lavage avant de souper.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samedi, je passe la ___ dans tout le logement.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sort le ___ de recyclage le mardi soir.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___ de travail commence à sept heures.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pris un ___ pour aller au tournoi.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volleyball a lieu au ___ communautaire.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pars une ___ de lavage avant de souper.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brassée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samedi, je passe la ___ dans tout le logement.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balayeuse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sort le ___ de recyclage le mardi soir.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bac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___ de travail commence à sept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quart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pris un ___ pour aller au tournoi.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congé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volleyball a lieu au ___ communautaire.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centre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Décrivez votre semaine en six phrases, une par jour ou par moment.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au moins trois mots vus aujourd'hui.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au moins un adverbe de fréquence de la séance A2.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nouvelles à donner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