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qui clôt le bloc B. Prévoir dix minutes à la fin pour le dialogue du tournoi, qui sert de transition vers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la plus importante : plusieurs élèves ignorent qu'il existe un centre communautaire dans leur quartier. Avoir l'adresse du centre local sous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Disputer un match » surprend souvent : le verbe n'a rien d'agressif ici. Donner aussi la forme courante « jouer un match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dans le banc de vocabulaire du module. Les élèves peuvent les réviser avec les cartes mémoire, en autonomie.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complète pour chaque ligne de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A4. Cette famille de verbes reviendra au passé composé en C2, avec l'auxiliaire être —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présenter que ce début : le dialogue complet sert de modèle au jeu de rôle de E1. Faire remarquer la présentation en trois mots — le prénom, l'équipe, depuis quand.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demande un participe passé : c'est une amorce du bloc C. L'accepter sans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Garder les billets : ils alimentent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loisir et du 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S'entraîner, disputer un match, marquer, battre : six verbes suffisent pour parler de n'importe quel sport d'équipe. Et trois mots pour se rendre à l'activité.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six verbes du sport avec le bon complément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personnes d'une activité de quartier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parler d'un loisir que je pratique ou que je voudrais pratiquer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conversation entre deux personnes qui ne se connaissent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se passe-t-il ici ? Quels mots connaissez-vous déjà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ymn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cet endroit ? Et le filet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jour de la semaine y va-t-on, d'habitude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payer ? Faut-il s'inscrire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endroit comme celui-là près de chez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verbes du 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s'entraîner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5340" y="2121408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Pratiquer souvent pour devenir meilleur.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disputer un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5340" y="2778252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Jouer une partie contre une autre équipe.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battre une équipe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5340" y="3435096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Gagner contre elle.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marquer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5340" y="4091939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 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servir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5340" y="4748784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Lancer le ballon pour commencer l'échange.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65833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participer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5340" y="5405628"/>
            <a:ext cx="739366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Prendre part à l'activité avec les autres.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et les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centre communautaire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614" y="2121408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endroit du quartier pour le sport et les activités.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614" y="2909620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groupe d'équipes qui jouent les unes contre les autres.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coéquipière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614" y="3697833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de la même équipe que soi.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tournoi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614" y="4486046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compétition sur une ou deux journées.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covoiturage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614" y="5274259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Voyager à plusieurs dans la même voiture.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et son complément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NE DIT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s'entraîner le dimanche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entraîner le dimanche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disputer un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disputer un jeu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marquer un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marquer un but au volleyball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participer à une activité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participer une activité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quatrième ligne est la plus coûteuse : participer demande toujours 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VERBE PRONOMINAL, ENCORE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entraîne le dimanche matin.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m'entraîne le dimanche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 « se lever » vu en A4, « s'entraîner » a besoin de son petit mot. « Entraîner » sans le pronom veut dire autre chose : entraîner une équipe, c'est en être l'entraîneur.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tournoi de Drummondville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début du dialogue. La suite sera travaillée en E1.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232257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Excuse-moi, c'est bien ici, le vestiaire des équipes de Longueuil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OLIVIER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0718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entre. Moi, c'est Olivier, je joue pour Saint-Hubert. Toi, tu es avec Chantal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158995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Mariama. Oui, c'est elle qui m'a amenée. Je joue avec elles depuis l'automne.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OLIVIER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408" y="524611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l'automne seulement ? Tu as l'air de jouer depuis dix 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fait du ___ : Chantal passe me chercher le jeudi.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___ m'ont appelée quand j'ai manqué deux jeudis.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dure deux jours, à Drummondville.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m'___ toute seule le dimanche, au parc.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volleyball a lieu au ___ communautaire.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équipe a ___ celle de Saint-Hubert.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fait du ___ : Chantal passe me chercher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covoiturage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___ m'ont appelée quand j'ai manqué deux jeudis.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coéquipières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dure deux jours, à Drummondville.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tournoi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m'___ toute seule le dimanche, au parc.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entraîne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volleyball a lieu au ___ communautaire.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centre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Notre équipe a ___ celle de Saint-Hubert.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battu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quatre phrases un loisir que vous pratiquez ou aimeriez pratiquer.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? Quand ? Avec qui ? Depuis quand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deux verbes de la première diapositive de vocabulaire.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