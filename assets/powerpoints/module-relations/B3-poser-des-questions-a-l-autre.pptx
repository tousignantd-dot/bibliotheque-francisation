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le constat de B1 : Chantal pose cinq questions en douze répliques. C'est ce qu'on outille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trois à voix haute. La première est celle qu'ils entendront le plus au Québec ; la troisième, celle qu'on leur demandera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annonce la séance D2, où grâce à et à cause de seront travaillés. Ne pas développer.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deux élèves jouent la version courte, puis la version longue. Le groupe entend la différence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transformer cinq questions fermées en questions ouvertes, au tableau, avec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les trois formes de question. Ce qui compte est le mot interrogatif choisi, pas la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réponses proposées ne sont que des exemples. Toute phrase qui relance est bonne. Faire lire trois productions d'élèves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trois réponses maintenant, dans le cahier. Elles serviront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meilleures questions serviront de banque commune au jeu de rôle de E1 — les recopier au tableau ce jour-là.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Poser des questions à l'autre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une conversation informelle, celui qui pose les questions fait avancer l'échange. Cinq mots interrogatifs suffisent — et trois façons de les employer, de la plus familière à la plus soignée.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où, quand, combien de fois, depuis quand et pourquoi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les trois formes de question selon la situation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relancer une conversation qui s'arrête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une question par plus qu'un seul mot.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poser la même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Intonation (familier)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Tu travailles où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(courant)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Où est-ce que tu travailles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Inversion (soigné)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Où travailles-tu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sont correctes. La deuxième passe partout : c'est celle à employer si on hésite.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CINQ MOTS UTILES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lieu. « Tu travailles où ? » — la question la plus fréquente quand on rencontre quelqu'un.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depuis 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point de départ. « Tu joues depuis quand ? » Réponse : « depuis l'automne », « depuis six ans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combien de fois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fréquence. « Tu joues combien de fois par semaine ? » Réponse : « une seule, le jeudi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pourquoi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raison. « Pourquoi tu as arrêté ? » Attention : la réponse commence par « parce que », jamais par « à cause de » suivi d'un verbe.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RÉPONDRE PAR PLUS QUUN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réponse d'un seul mot ferme la conversation. Ajoutez toujours une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— Tu travailles où ? — À l'hôpital. » s'arrête là. « — À la buanderie de l'hôpital. Je commence à sept heures. » donne à l'autre quelque chose à quoi répondre. C'est la différence entre un interrogatoire et une conversation.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QUESTION QUI NE RELANCE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Tu aimes ça ? — Oui.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Qu'est-ce que tu aimes le plus là-dedans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question à laquelle on répond par oui ou non arrête la conversation aussi sûrement qu'un silence. Les questions ouvertes — avec où, quand, comment, pourquoi, qu'est-ce que — obligent l'autre à raconter.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Trouvez la question qui va avec la réponse. Employez « tu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 ___ ?  — À la buanderie de l'hôpital.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 ___ ?  — À cinq heures et quart.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 ___ ?  — Une fois par semaine, le jeudi.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 ___ ?  — Depuis l'automne.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 ___ ?  — Parce que je ne connaissais personne.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 ___ ?  — À la buanderie de l'hôpital.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Où est-ce que tu travailles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 ___ ?  — À cinq heures et quart.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À quelle heure est-ce que tu te lèves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 ___ ?  — Une fois par semaine, le jeudi.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Tu joues combien de fois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 ___ ?  — Depuis l'automne.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Tu joues depuis quand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 ___ ?  — Parce que je ne connaissais personne.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Pourquoi est-ce que tu as arrêté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Allonger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Ajoutez une phrase à chaque réponse trop courte.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— Tu travailles où ? — À l'hôpital.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— Tu joues depuis longtemps ? — Non.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— Tu viens en autobus ? — Oui.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— Tu aimes l'hiver ? — Maintenant, oui.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Allonger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— Tu travailles où ? — À l'hôpital.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… à la buanderie. Je commence à sept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— Tu joues depuis longtemps ? — Non.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… seulement depuis l'automne. J'avais arrêté un 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— Tu viens en autobus ? — Oui.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… oui, mais l'arrêt est à trois coins de rue.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— Tu aimes l'hiver ? — Maintenant, oui.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… maintenant, oui. Mon premier hiver a été dur.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questions à préparer pour soi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Tu fais ça depuis longtemps ?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Préparez votre réponse pour une activité de votre vie : un sport, un cours, un emploi. Deux phrases suffisent.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Qu'est-ce que tu fais dans la vie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Question très fréquente. Nommez le lieu et l'horaire, pas seulement le métier.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Comment tu as connu ça ?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Presque personne n'arrive seul quelque part. Racontez qui vous en a parlé.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questions que vous poseriez à quelqu'un rencontré à une activité.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Cinq mots interrogatifs différents, cinq questions ouvertes.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Aucune question à laquelle on peut répondre par oui ou non.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