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 : sans haut-parleur, cette séance ne fonctionne pas. Faire l'essai avant l'arrivée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deux extraits du module (exercice 2 de « Je découvre ») avant toute explication. Laisser le groupe décrire ce qu'il entend avec ses mots — « plus fort », « plus haut », « plus long » : les trois sont 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la colonne de droite à voix haute par plusieurs élèves, en exagérant. L'exagération est pédagogique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plusieurs élèves se découragent sur la prononciation. L'objectif est la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chaque extrait, puis demander au groupe de répondre à voix haute comme si on leur parlait. C'est la partie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versions par deux élèves. La différence de naturel est immédiatement 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 pour l'écoute — les élèves peuvent le refaire seuls ensuite. Ne pas donner la réponse avant deux écoutes.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phrase par toute la classe en même temps, deux fois. L'effet de groupe lève la gêne.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Excellent point de départ pour la séance suivante : lire deux ou trois relevés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la voix insiste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Elle portait des sandales. » et « Des sandales ! » — mêmes mots, deux messages. En français, ce n'est pas le vocabulaire qui porte la surprise, c'est la voix.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à l'oreille une phrase où la personne insiste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qu'une exclamation n'attend pas de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les phrases d'insistance sont souvent très courtes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monter ma propre voix sur le mot qui compte.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Ces deux phrases disent-elles la même chose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portait des sandales à l'aéroport.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Des sandales ! En janvier !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personne surprise ? À quoi l'entendez-vous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deuxième phrase attend une réponse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change entre les deux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PHRASE NEUTRE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PHRASE QUI INSISTE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qu'on 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on informe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réagit, on s'étonne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voix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elle descend jusqu'au 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syllabe monte nettement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longueur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phrase complète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souvent deux ou trois mots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qu'on attend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rien de spécial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l'autre confirme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ligne de la longueur est le repère le plus simple : une phrase très courte, dans une conversation, est presque toujours une réaction.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VOUS DEVEZ FAIRE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Reconnaître l'insistance suffit. Vous n'avez pas à la produire parfaitement.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programme du cours demande de la reconnaître, pour comprendre son interlocuteur. La produire viendra tout seul, à force d'écouter. Ne bloquez pas là-dessus.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EXCLAMATIONS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qu'elles veulent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« Des sandales ! En janvier !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Surprise. Chantal ne demande pas quel type de chaussures : elle trouve ça incroyable. La bonne réponse est « oui, je ne savais pas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« Cinq heures et quart !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Étonnement. Chantal ne demande pas l'heure : elle trouve ça très tôt.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« Six ans dans la même équipe !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Admiration. Mariama ne pose pas de question : elle souligne que c'est long.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« Onze voyages !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Incrédulité. La phrase entière monte, parce que c'est le nombre qui surprend.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EXCLAMATION ET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Des sandales ! — Euh… oui, des sandales bleues.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Des sandales ! — Oui ! Personne ne m'avait dit qu'il faisait si froid.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exclamation réagit à ce que vous venez de dire ; elle ne demande pas d'information nouvelle. Y répondre par un détail donne l'impression de ne pas avoir compris. Il suffit de confirmer, et d'ajouter une phrase.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insiste,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phrase et dites si la personne insiste ou parle normalement.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sandales ! En janvier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portait des sandales à l'aéroport.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Cinq heures et quart 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lève à cinq heures et quart.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ans dans la même équipe 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joue dans cette équipe depuis six ans.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insiste,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sandales ! En janvier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insiste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portait des sandales à l'aéroport.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neutre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Cinq heures et quart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insiste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lève à cinq heures et quart.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neutre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ans dans la même équipe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insiste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joue dans cette équipe depuis six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neutre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dire à voix haute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« Félicitations !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voix monte sur la dernière syllabe. C'est la phrase la plus utile du bloc 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« Tu ferais ça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Surprise reconnaissante : quelqu'un vous offre quelque chose et vous ne l'attendiez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« Depuis l'automne seulement !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Étonnement admiratif. À réutiliser au bloc B, dans le dialogue du tournoi.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une phrase entendue cette semaine où quelqu'un insistait.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dans l'autobus, à la télévision — n'importe où.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phrase, puis soulignez le mot sur lequel la voix montait.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