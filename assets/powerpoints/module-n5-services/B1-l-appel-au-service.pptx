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Ramasser le devoir A4 : quels mots officiels chacun a-t-il relevés ? En écrire cinq au tableau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parler longuement : c'est la séance où les blocages se disent. Les noter au tableau ; les quatre séances du bloc B les traitent tous, et le dire rassure.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dernière réplique : une phrase, un fait, une durée. C'est le modèle de tout le défi. La faire répéter par trois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Leïla épelle sans qu'on le lui demande. C'est le geste à installer : on n'attend pas de ne pas être compris pour épeler.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choses à souligner : c'est Leïla qui demande comment suivre sa demande, et c'est cette question qui fait apparaître le numéro.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la question à voix haute par tout le groupe, deux fois. C'est un automatisme à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carte de route du défi 1 tout entier ; les élèves peuvent l'avoir sous les yeux en appelant.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vivre l'erreur : demander à un élève de raconter longuement pendant que vous jouez le préposé, et montrer que vous ne savez toujours pas quoi noter.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La cinquième est celle qui explique tout le problème : la faire retrouver dans le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très court et très ciblé. Il donne le matériel d'ouverture de B2 et permet de corriger la formulation avant que l'appel réel ait lieu.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 au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menu automatisé, quatre minutes d'attente, puis quelqu'un décroche. Ce qui décide de la suite, c'est la première phrase — et le numéro qu'on note avant de raccrocher.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menu téléphonique automatisé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en une seule phrase pourquoi on appelle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cinq moments d'un appel à un service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qu'est une requête et pourquoi il faut la demander.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qui vous arrête quand vous devez téléphoner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ppel-teleph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menu au début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peur de ne pas comprendre la réponse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pas savoir quoi dire en premier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Devoir écrire en même temps qu'on écoute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menu, puis quelqu'un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7860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1291" y="2322576"/>
            <a:ext cx="836483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joint le service à la clientèle de la Ville. Pour le français, faites le 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0954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74136"/>
            <a:ext cx="177860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1291" y="3374136"/>
            <a:ext cx="836483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un problème de collecte, faites le trois. Pour parler à un préposé, restez en ligne. Le temps d'attente est d'environ quatre minutes.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61104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25696"/>
            <a:ext cx="177860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MICHELINE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1291" y="4425696"/>
            <a:ext cx="836483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Bonjour, Micheline à l'appareil. Comment puis-je vous aider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157216"/>
            <a:ext cx="177860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1291" y="5157216"/>
            <a:ext cx="836483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Bonjour. Je vous appelle parce que mon bac brun n'a pas été ramassé depuis deux semaines.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S'identifier, et épeler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7860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MICHELINE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1291" y="1901952"/>
            <a:ext cx="836483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semaines, d'accord. Vous êtes à quelle adresse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77860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1291" y="2651252"/>
            <a:ext cx="836483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7412, rue De Normanville, appartement 3. À Villeray.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77860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MICHELINE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1291" y="3400551"/>
            <a:ext cx="836483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votre code postal, s'il vous plaît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77860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1291" y="4149851"/>
            <a:ext cx="836483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H2R 2V8. Je peux vous l'épeler : H, deux, R, deux, V, huit.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numéro de requête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7860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1291" y="1901952"/>
            <a:ext cx="836483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 savoir si le bac va être vidé cette semaine quand même.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7860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MICHELINE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1291" y="2989072"/>
            <a:ext cx="836483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J'ouvre une requête pour un ramassage supplémentaire. Le délai est de trois jours ouvrables.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77860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1291" y="4076191"/>
            <a:ext cx="836483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jours ouvrables. Et comment est-ce que je fais pour suivre ma demande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77860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MICHELINE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1291" y="5163312"/>
            <a:ext cx="836483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donne un numéro de requête. Vous notez ? 24-118-7690.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DEMANDE SANS REQUÊTE N'EXISTE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Sans numéro, personne ne peut la retrouver — et vous n'avez rien à rappeler.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question qui change un appel en démarche tient en huit mots : « Est-ce que vous ouvrez une requête ? » Beaucoup d'appels se terminent par une promesse orale que rien ne conserve.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CINQ MOMENTS D'UN 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Toujours le même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1. Le menu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écoute et on appuie — rien à dire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2. La raison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phrase, un fait, une durée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3. L'identification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adresse, code postal, on épelle au besoin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4. Les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 ou trois, précises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5. La clôture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note le numéro, on le répète, on remercie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moment 5 est celui qu'on saute quand on est pressé — et c'est celui qui coûte le plus cher.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RACONTER AU LIEU D'ANNONCER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alors voilà, c'est parce que je suis arrivée ici il y a huit mois et…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Bonjour, je vous appelle parce que mon bac n'a pas été ramassé depuis deux semaines.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préposé trie les appels : il a besoin de savoir en dix secondes de quoi il s'agit. Le contexte viendra s'il le demande. Commencer par l'histoire fait perdre l'attention avant d'arriver au fait.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l'appel.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menu annonce environ quatre minutes d'attente.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Micheline demande le numéro d'assurance sociale.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épelle son code postal sans qu'on le lui demande.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collecte se fait le mardi matin dans son secteur.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sortait son bac au bon moment depuis le début.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délai annoncé est de trois jours ouvrables.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répète le numéro de requête pour le confirmer.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menu annonce environ quatre minutes d'attente.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Micheline demande le numéro d'assurance sociale.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l'adresse et le code postal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épelle son code postal sans qu'on le lui demande.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collecte se fait le mardi matin dans son secteur.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sortait son bac au bon moment depuis le début.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vers midi, trop tard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délai annoncé est de trois jours ouvrables.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répète le numéro de requête pour le confirmer.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première phrase de l'appel que vous auriez à faire.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 : « Bonjour, je vous appelle parce que…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fait, et depuis quand. Nous les lirons ensemble à la séance B2.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