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compréhension écrite. Ramasser le devoir C2 et lire trois descriptions à voix haute : elles montrent où en sont les relatifs, qui reviennent aujourd'hui comme forme de reprise.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groupe trouve vite. Faire expliciter la méthode : on remonte à la phrase précédente. C'est toute la séance, et il vaut mieux qu'ils la formulent eux-mêmes.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deuxième phrase de la précision est importante pour la confiance du groupe : ne pas la sauter.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est utile : un élève qui cherche du nouveau dans une reprise perd son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carte mérite un exemple au tableau : une consigne mal comprise sur ce point fait apporter le mauvais document au guichet.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pratiquer le test à voix haute sur les deux exemples : c'est un geste, pas une connaissance.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chaque paire à voix haute par un élève, puis demander à un autre de répondre. La lecture à voix haute fait déjà la moitié du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l'erreur de lecture la plus coûteuse du module. Lui donner du temps : elle explique la moitié des deuxièmes visites au guichet.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 de travail individuel. La mini-leçon développe les quatre formes de reprise et le piège de « ce dernier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en continuité directe avec C1 : la même page sert deux fois, ce qui montre qu'une page officielle se travaille en plusieurs passages.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quoi renvoie ce mot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règlement ne répète pas vingt fois « la demande de carte de citoyenne ». Il écrit « celle-ci ». Le texte devient court — et difficile, parce qu'il faut se rappeler à tout moment de quoi on parle.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Les services de ma 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quatre formes de reprise dans un texte officiel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remonter à ce qu'un pronom remplace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« ce dernier » désigne le plus proche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« y » et « en » par le groupe complet pour vérifier.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phrases. De quoi parle la seconde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Apportez une preuve de résidence.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Celle-ci doit dater de moins de trois mois.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« celle-ci » remplace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l'avez-vous su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QUAND UN MOT VOUS ARRÊTE, REMONTEZ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reprend est presque toujours dans la phrase précédente.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Ou dans le titre juste au-dessus. Si vous devez remonter plus loin qu'un paragraphe, c'est probablement le texte qui est mal écrit — pas vous qui lisez mal. Le dire libère beaucoup d'élèves.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QUATRE FORMES DE 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font toutes la même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pronom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elle, la, y, 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synonyme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demande, puis la requête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mot général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bac, le bidon, la boîte, repris par « ces contenants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démonstratif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document, cette pièce, ces matières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Toutes renvoient plus haut. Aucune n'apporte d'information nouvelle.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DEUX PLUS GLISSANTS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Ils désignent le plus proche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ce dernier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dernier nommé. « Le formulaire et le reçu ; ce dernier peut être une photo. » Il s'agit du reçu.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celui-ci, celle-ci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plus proche, pas le plus important. Dans un texte officiel, presque toujours celui d'avant.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celui-là, celle-là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plus éloigné. Rare dans une page de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Le contresens qui coûte 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Croire que « ce dernier » désigne le sujet principal du paragraphe.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Y ET 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petits mots qui portent beaucoup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REPREND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lieu, ou « à quelque chose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l'écocentre : on y apporte les vieux appareils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de quelque chose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visites gratuites : vous en avez quatre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70831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62686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test : remplacez par le groupe complet et relisez. La phrase redevient claire.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quoi renvoie le mot souligné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Remontez et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Apportez une preuve de résidence. Celle-ci doit dater de moins de trois mois.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L'écocentre ouvre à neuf heures. On y apporte les vieux appareils.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avez droit à quatre visites. Vous en avez utilisé deux.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Joignez le formulaire et le reçu ; ce dernier peut être une photo.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Votre demande a été enregistrée. Cette requête porte le numéro 24-118-7690.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Peinture, huile, piles : ces matières ne vont jamais dans un bac.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quoi renvoie le mot souligné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Apportez une preuve de résidence. Celle-ci doit dater de moins de trois mois.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preuve de résidence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L'écocentre ouvre à neuf heures. On y apporte les vieux appareils.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l'écocentre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avez droit à quatre visites. Vous en avez utilisé deux.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visites gratuites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Joignez le formulaire et le reçu ; ce dernier peut être une photo.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reçu — le dernier nommé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Votre demande a été enregistrée. Cette requête porte le numéro 24-118-7690.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demande enregistrée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Peinture, huile, piles : ces matières ne vont jamais dans un bac.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peinture, l'huile et les piles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LIRE PAR-DESSUS LES PRONOMS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continue, je comprends l'idée générale.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m'arrête une seconde sur « celle-ci » et je remonte.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croit avoir compris, et on rate la condition. « Celle-ci doit dater de moins de trois mois » : si on n'a pas vu que c'était la preuve de résidence, on apporte un bail de trois ans et on repart bredouille.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DANS L'ACTIVITÉ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L'exercice à l'écran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mot souligné à ce qu'il reprend.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3069" y="2084831"/>
            <a:ext cx="3025555" cy="4087368"/>
          </a:xfrm>
          <a:prstGeom prst="roundRect">
            <a:avLst>
              <a:gd name="adj" fmla="val 3022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2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357" y="2103120"/>
            <a:ext cx="2988979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Sur la page que vous avez trouvée au devoir C1, relevez trois reprises.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pronom, un démonstratif, un « y » ou un « en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 chacun, écrivez ce qu'il remplace.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Les services de ma 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