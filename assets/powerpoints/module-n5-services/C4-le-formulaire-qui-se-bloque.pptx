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Ramasser le devoir C3. Si un élève a une démarche en ligne en cours, proposer de la regarder ensemble au projecteur : rien n'enseigne mieux cette séance qu'un vrai formulaire.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monde recommence depuis le début, ce qui ne change rien. Laisser dire, puis donner la méthode : on remonte vérifier les astérisques.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Ajouter : lire tous les champs AVANT d'en remplir un seul. Cinq minutes de lecture épargnent trois soirées.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premier mot est celui qui bloque le plus de gens, et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le plus directement réutilisable du module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ce qui arrive à Leïla au défi 3. Annoncer la suite : la séance D1 raconte ce qui se passe quand elle finit par se déplacer.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Après la correction, demander qui a déjà laissé vide un champ « le cas échéant » sans oser. Plusieurs mains se lèvent, et c'est instructif.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recopier les quatre groupes dans le cahier de vocabulaire, pas dans le cahier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par téléphone », sans article — sauf « par la poste », seule exception des quatre canaux.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forme fautive au tableau et la barrer devant le groupe. Y revenir à chaque séance suivante : elle demande plusieurs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consigne est importante : plusieurs élèves ont de vraies démarches en cours et il ne s'agit pas de les leur faire rater en devoir.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formulaire qui se bloque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formulaire n'est pas un texte : c'est une machine. Il refuse d'avancer sans presque jamais dire pourquoi. Trois soirées perdues viennent presque toujours d'un champ mal compris, pas d'une panne.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sept mots des formulaires officiels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met dans « nom à la naissance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pourquoi une page se bloque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prépositions des démarches.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EXPÉRIENCE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La page refuse d'avancer et ne dit pas pourquoi.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-ecr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recommencez depuis le début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changez de navigateur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abandonnez et vous vous déplacez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regardez-vous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CHAMP OBLIGATOIRE VIDE BLOQUE TOUT, EN SILENCE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L'astérisque * marque les champs sans lesquels rien n'avance.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système ne dit pas toujours lequel manque. Quand une page se bloque : remonter et vérifier chaque astérisque, un par un. C'est fastidieux, et c'est presque toujours 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DU FORMULAIRE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vous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 VRAIMENT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Nom à la 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de votre acte de naissance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Champ obligatoire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lui, le formulaire refuse d'avancer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Pièce justificative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 qui prouve ce que vous déclarez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Téléverser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envoyer un fichier vers le 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 Québec, le nom ne change pas au mariage : ce champ arrête bien du monde.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DU FORMULAIRE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vous engage, et votre preuve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DEMANDE VRAIMENT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cas échéant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cela s'applique à vous — sinon, laissez vide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Attestation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case du bas : vous déclarez que tout est exact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Numéro de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preuve d'envoi — à noter avant de fermer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L'attestation est la seule ligne du formulaire qui vous engage. On relit avant.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L'ADRESSE, ET POURQUOI ELLE BLOQUE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détail de trois lettres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L'ordre imposé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Numéro, rue, appartement, ville, code postal. Toujours dans cet 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L'abréviation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app. 3 », et non « appartement 3 ». Le système compare à sa propre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n'est pas votre faute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une faiblesse du formulaire. Mais c'est à vous de la contourner.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symptôme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page redemande l'adresse à la dernière étape, sans expliquer pourquoi.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faut-il inscrire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inscrit sur votre acte de naissance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champ marqué d'un astérisque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appartement 3 » doit s'écrire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qui prouve ce que vous déclarez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Envoyer un fichier vers le site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 cela s'applique à votre situation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case par laquelle vous déclarez que tout est exact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qu'il faut noter après l'envoi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faut-il inscrire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inscrit sur votre acte de naissance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nom à la naissance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champ marqué d'un astérisque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champ obligatoire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appartement 3 » doit s'écrire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app.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qui prouve ce que vous déclarez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pièce justificative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Envoyer un fichier vers le site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téléverser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 cela s'applique à votre situation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cas échéant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case par laquelle vous déclarez que tout est exact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l'attestation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qu'il faut noter après l'envoi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numéro de confirmation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PRÉPOSITIONS S'APPRENNENT AVEC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s'adresser à · se renseigner sur · avoir besoin de · avoir droit 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Aucune logique ne dit pourquoi on se renseigne SUR un tarif mais qu'on s'adresse À un service. Un élève qui apprend « s'adresser » sans son « à » l'apprendra deux fois. Notez-les toujours en groupe.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à, au, de, dans, par, pour, avant de, sur.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s'adresser ___ service des collectes.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suis renseignée ___ les tarifs en vigueur.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faire votre demande ___ téléphone.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Vérifiez le temps d'attente ___ vous déplacer.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recevrez une réponse ___ trois jours ouvrables.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besoin ___ une preuve de résidence.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s'est présentée ___ guichet avec ses pièces.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résidents ont droit ___ quatre visites gratuites.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s'adresser ___ service des collectes.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suis renseignée ___ les tarifs en vigueur.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faire votre demande ___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Vérifiez le temps d'attente ___ vous déplacer.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recevrez une réponse ___ trois jours ouvrables.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besoin ___ une preuve de résidence.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s'est présentée ___ guichet avec ses pièces.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résidents ont droit ___ quatre visites gratuites.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DEMANDER POUR QUELQUE CHOSE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demande pour un renseignement.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demande un renseignement au préposé.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demande quelque chose à quelqu'un, sans « pour ». C'est l'erreur la plus fréquente de tout ce module, et elle s'entend au premier mot de l'appel.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Ouvrez un formulaire officiel en ligne, sans le remplir.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Comptez les champs obligatoires et relevez deux mots que vous ne connaissiez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N'envoyez rien. On regarde, c'est tout.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