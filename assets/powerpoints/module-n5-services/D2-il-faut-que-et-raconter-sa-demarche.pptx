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grammaire, deux points en un : la phrase impersonnelle et les deux passés. Ils vont ensemble parce qu'un échange au guichet les emploie tous les deux, dans la même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groupe sent la différence tout de suite, même sans pouvoir la nommer. Poser la question « qui est nommé ? » suffit à faire trouver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point d'accord surprend : le faire vérifier en cherchant le sujet, qui est « il » et non « deux documents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note du bas rassure beaucoup : le subjonctif n'est obligatoire que dans un cas sur trois.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enlève l'essentiel de la peur : les réguliers se fabriquent, seuls quatre irréguliers s'apprennent.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premières se font vite. Les quatre dernières demandent du temps : les faire écrire au tableau par des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test simple : si on peut ajouter « mardi dernier » sans que ce soit bizarre, c'est le passé composé.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trois phrases de plus par le groupe, sur le même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porte l'accord du participe avec « être ». La souligner : elle revient dans le courriel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deux versions à voix haute, l'une après l'autre. La différence s'entend immédiatement, bien mieux qu'elle ne s'explique.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de synthèse du défi 3, et brouillon direct du courriel de E2. Le dire : les élèves gardent leur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Il faut que, et raconter sa démarche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Vous avez oublié votre signature » désigne un coupable. « Il manque votre signature » désigne un manque. Même information, et ce n'est pas du tout la même conversation.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Les services de ma 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faut que » avec le subjonctif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quatre subjonctifs des démarches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il manque » et « il reste » au singulier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raconter une démarche au passé composé et à l'imparfait.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COMPARAISON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Deux façons de dire la même chose. Laquelle préférez-vous entendre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Vous avez oublié votre signature.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manque votre signature.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est nommé dans la première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dans la seconde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« IL » QUI NE REMPLACE PERSONNE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faut · il manque · il reste · il s'agit de — un sujet vide.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C'est la forme préférée de l'administration parce qu'elle énonce une règle sans désigner de coupable. Et le verbe reste au singulier même si ce qui manque est au pluriel : « il manque deux documents », jamais « il manquent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FORMES DE « IL FAUT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Selon qu'on nomme quelqu'un ou non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faut + 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personne n'est nommé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une preuve de résidence.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faut + infinitif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personne n'est nommé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apporter deux pièces.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faut que + subjonctif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nomme la personne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4078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faut que vous apportiez deux pièces.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Tant que vous ne nommez personne, aucun subjonctif à faire.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QUATRE SUBJONCTIFS À SAVOIR PAR CŒUR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Ils reviennent dans toute démarche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être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je sois · que vous soyez · qu'elle soit. « Il faut que la facture soit récente.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avoir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j'aie · que vous ayez. « Il faut que j'aie mon numéro de requête.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faire, pouvoir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que je fasse · que je puisse. « Il faut que vous puissiez revenir.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verbes réguliers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sur le « ils » du présent : ils apport-ent donne que vous apport-iez. Aucun effort.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SUBJONCTIF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Attention au subjonctif après « il faut que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deux pièces d'identité.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vous ___ une preuve de résidence. (apporter)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la facture ___ récente. (être)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une signature au bas du formulaire.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dix minutes avant la fermeture.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j'___ mon numéro de requête. (avoir)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nous ___ la demande avant vendredi. (faire)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vous ___ revenir demain. (pouvoir)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deux pièces d'identité.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vous ___ une preuve de résidence. (apporter)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apportiez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la facture ___ récente. (être)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une signature au bas du formulaire.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manque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dix minutes avant la fermeture.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reste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j'___ mon numéro de requête. (avoir)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nous ___ la demande avant vendredi. (faire)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fassions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que vous ___ revenir demain. (pouvoir)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puissiez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LES ÉTAPES AU PASSÉ COMPOSÉ, LE DÉCOR À L'IMPARFAIT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J'ai appelé la Ville parce que mon bac débordait.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passé composé dit ce qui est arrivé, une fois, à un moment. L'imparfait dit la situation autour : ce qui durait, ce qui se répétait. Un récit qui n'emploie qu'un seul des deux sonne faux, même quand chaque phrase est correcte.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SCHÉMA LE PLUS FRÉQUENT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durait, ce qui coupe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DURAIT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QUI L'INTERROMPT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J'attendais depuis vingt minutes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un préposé a répondu.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remplissais le formulaire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la page s'est bloquée.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y avait douze personnes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quand mon numéro a été appelé.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Quand » annonce la coupure. Le repérer, et les deux temps se placent tout seuls.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RÉCIT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 composé ou imparfait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le verbe à la bonne forme.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Avant, je ___ le bac le mardi vers midi. (sortir)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semaine dernière, j'___ la Ville. (appeler)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depuis vingt minutes quand il a répondu. (attendre)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au guichet avec ses deux pièces. (se présenter)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___ toujours à la dernière page. (se bloquer)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que je me déplace au comptoir. (falloir)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je suis arrivée, il y ___ douze personnes. (avoir)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Passé composé ou imparfait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Avant, je ___ le bac le mardi vers midi. (sortir)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sortais — une habitude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semaine dernière, j'___ la Ville. (appeler)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ai appelé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J'___ depuis vingt minutes quand il a répondu. (attendre)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attendais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___ au guichet avec ses deux pièces. (se présenter)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s'est présentée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formulaire ___ toujours à la dernière page. (se bloquer)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bloquait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___ que je me déplace au comptoir. (falloir)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 fallu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Quand je suis arrivée, il y ___ douze personnes. (avoir)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TOUT METTRE AU PASSÉ COMPOSÉ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attendu, il a répondu, la page s'est bloquée, je me suis déplacée.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17181A"/>
                </a:solidFill>
                <a:latin typeface="Verdana"/>
              </a:rPr>
              <a:t>J'attendais depuis vingt minutes quand il a répondu. La page se bloquait, alors je me suis déplacée.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Chaque phrase de la version fautive est correcte, et pourtant le récit sonne comme une liste. Le décor a besoin de l'imparfait : c'est lui qui explique pourquoi les étapes ont eu lieu.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six phrases une démarche que vous avez déjà faite.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étapes au passé composé, le décor à l'imparfait.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ce qu'il a fallu faire, ou ce qui manquait.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Les services de ma ville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