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Ramasser les feuilles d'appel du devoir B4 et en regarder trois au projecteur, avec l'accord des élèves. C'est le meilleur bilan possible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lisent ces pages de haut en bas et se découragent avant la moitié. Nommer cette fatigue : elle vient de la méthode, pas du niveau de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conseil de Pierre-Luc est contre-intuitif et c'est ce qui le rend mémorable : on lit d'abord ce qui est refusé, parce que c'est ce qui coûte un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mots — « non identifiées » — décident du sort de toute la phrase. C'est l'exemple parfait des mots qui restreignent ; l'écrire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En vigueur » sert bien au-delà de ce module : lois, tarifs, horaires, règlements d'immeuble. Le dire, c'est un mot pour la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 même encadré sur une autre page officielle au projecteur : il y est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phrase de la note sans le « sauf », puis avec : le sens bascule.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raisonnement est fin et il vaut la peine de le développer lentement. Il s'applique à toutes les listes officielles, pas seulement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phrase exacte du dialogue. Les élèves doivent apprendre à citer, pas à se souvenir.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repérage, sans lecture intégrale : c'est exactement la compétence visée. Insister sur ce point, sinon les élèves liront tout et s'épuiseront.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page qu'on ne lit pas de haut en 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 de service public n'est pas faite pour être lue : elle est faite pour qu'on y cherche une réponse. Et l'encadré « avant de vous déplacer » évite plus de voyages inutiles que tout le reste de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information précise dans une page officielle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la colonne des matières refusées avant celle des acceptées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l'encadré qui conditionne tout le reste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petits mots qui restreignent le sens.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Par où commenceriez-vous à lire cette page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ec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haut, comme un livre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vos yeux allés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 encadré veut dire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avant d'abandonner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colonnes, et la bonne à lire d'abord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7575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446" y="2322576"/>
            <a:ext cx="826768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Pierre-Luc, viens voir. J'ai trouvé la page dont tu m'avais parlé, mais je ne comprends pas la moitié.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87575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8446" y="3303016"/>
            <a:ext cx="826768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Montre. Ah oui, c'est la page de l'écocentre. Elle est longue, mais elle est bien faite.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87575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446" y="4283456"/>
            <a:ext cx="826768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deux colonnes. « Matières acceptées » et « Matières refusées ». Ça, ça 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63895"/>
            <a:ext cx="187575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5263895"/>
            <a:ext cx="826768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Lis la deuxième. C'est celle qui cause des problèmes : les gens chargent leur auto et ils repartent avec.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change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Matières refusées : les matières dangereuses non identifiées, les pneus de camion, les déchets qui viennent d'un chantier commercial.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332689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 peinture, elle est encore dans son pot d'origine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4076191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avec l'étiquette.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82549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elle passe. C'est ce que veut dire « non identifiées » : un bidon sans étiquette, ils ne le prennent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L'encadré, et « en vigueur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là, le petit encadré gris, en haut à droite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265125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Avant de vous déplacer. » C'est toujours l'encadré le plus important d'une page comme celle-là.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3738371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 mot que je ne connais pas : « en vigueur ». « Tarifs en vigueur au 1er avril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7575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825492"/>
            <a:ext cx="826768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: les prix qui s'appliquent aujourd'hui. Une loi, un tarif, un horaire : ce qui est en vigueur, c'est ce qui compte maintenant.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L'ENCADRÉ « AVANT DE VOUS DÉPLACER » SE LIT EN PREMIER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qui conditionnent tout le reste de la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qu'il faut apporter, ce qu'il faut vérifier, ce qui est limité. Si vous ne lisez qu'un bloc de la page, c'est celui-là — et il est presque toujours en haut, à droite, sur fond gris.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QUI RESTREIGNENT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Petits, et ils retournent la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sauf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retire un cas de ce qui vient d'être 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non identifié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ajoute une condition : il faut une étiquette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limité 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un nombre maximum, souvent par année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cas échéant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seulement si cela s'applique à vous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Gratuit pour les résidents, sauf pour les résidus de construction.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LIRE LA COLONNE DES MATIÈRES ACCEPTÉES EN PREMIER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vérifie que mon objet est dans la liste de gauche.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lis d'abord ce qui est refusé.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objet peut être absent des deux colonnes : la liste des acceptées n'est jamais complète. La liste des refusées, elle, est faite pour être complète — c'est elle qui vous évite le déplacement.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Pierre-Luc conseille de lire d'abord les matières acceptées.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peinture dans son pot d'origine avec étiquette est acceptée.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Non identifiées » veut dire : sans étiquette.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L'encadré gris s'intitule « Avant de vous déplacer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visites gratuites est illimité.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vigueur » veut dire : qui s'applique en ce moment.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déchets d'un chantier commercial sont acceptés.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Pierre-Luc conseille de lire d'abord les matières acceptées.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les refusées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peinture dans son pot d'origine avec étiquette est acceptée.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Non identifiées » veut dire : sans étiquette.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L'encadré gris s'intitule « Avant de vous déplacer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visites gratuites est illimité.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limité par année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vigueur » veut dire : qui s'applique en ce moment.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déchets d'un chantier commercial sont acceptés.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refusés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une page de service public et repérez-y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L'encadré le plus important, un mot qui restreint, une date « en vigueur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Ville, école, RAMQ, SAAQ — n'importe laquelle. Apportez l'adresse de la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