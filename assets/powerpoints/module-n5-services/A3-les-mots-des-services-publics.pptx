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Commencer par ramasser le devoir A1 : quel jour de collecte chacun a-t-il trouvé ? Trois ou quatre réponses suffisent pour montrer que les jours diffèrent d'une rue à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n'ont jamais vu d'écocentre. Laisser décrire longuement avant de nommer : le mot se retient mieux après l'image.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Matières résiduelles » est le premier mot d'administration du module. Faire remarquer qu'on ne le dit jamais à son voisin, mais qu'il est le seul qui figure dans un règlement.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Requête » est le mot le plus utile du module entier. Le dire, et faire répéter la question qui l'emploie : « Est-ce que vous ouvrez une requête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En vigueur » revient dans toutes les pages officielles du Québec, bien au-delà de ce module. Insister : c'est un mot qui sert toute la vie.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qui, dans le groupe, a déjà pris un billet numéroté quelque part. Presque tout le monde — mais peu savent le nommer en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distinction des deux dernières lignes est la cause la plus fréquente d'un deuxième déplacement.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employer chaque réponse dans une phrase complète, pas seulement nommer le mot. C'est là que se voit la maîtrise réelle.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Travail individuel, dix minutes. Les huit photos reprennent les quatre familles de mots dans l'ordre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consigne est volontaire : elle permet à un élève sans auto ni logement à lui de ne pas inventer une situation qu'il n'a pas vécue.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des services publics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Seize mots, et la plupart ne s'apprennent nulle part ailleurs : on les rencontre pour la première fois le jour où on en a besoin, au téléphone, sans dictionnaire.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Les services de ma ville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seize mots du module et leur donner une définition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chaque mot à une situation concrète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les mots des bacs, de l'appel, de l'écran et du guichet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cinq de ces mots dans une phrase à soi.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se passe-t-il sur cette photo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cocentre-dep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sommes-nous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ces gens attendent-ils en auto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qu'ils apportent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Faut-il payer pour entrer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brochure et les collectes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5294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brochure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496" y="2121408"/>
            <a:ext cx="65225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petit document imprimé de quelques pages, envoyé pour informer la population.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5294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matières résiduelles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496" y="2909620"/>
            <a:ext cx="65225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mot officiel pour tout ce qu'on jette : ordures, recyclage et restes de table.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5294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bac brun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496" y="3697833"/>
            <a:ext cx="65225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bac où l'on met les restes de table et les résidus de jardin.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5294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écocentre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496" y="4486046"/>
            <a:ext cx="65225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lieu public où l'on apporte ce qui n'entre dans aucun bac.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5294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preuve de résidence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496" y="5274259"/>
            <a:ext cx="65225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papier à votre nom qui montre où vous habitez : un bail, une facture.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téléphone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43163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préposé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8645" y="2121408"/>
            <a:ext cx="762036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employée par un service pour répondre au public.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43163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requête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8645" y="3106674"/>
            <a:ext cx="762036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demande enregistrée par un service, qui reçoit un numéro et qu'on peut suivre.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43163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jour ouvrable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645" y="4091939"/>
            <a:ext cx="762036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jour où les bureaux sont ouverts : du lundi au vendredi, sauf les fériés.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43163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épeler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645" y="5077205"/>
            <a:ext cx="762036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Dire un mot lettre par lettre, pour que l'autre personne l'écrive sans erreur.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Devant l'écran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2874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formulaire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5755" y="2121408"/>
            <a:ext cx="712325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document à remplir, avec des champs à compléter dans un ordre imposé.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92874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en vigueur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5755" y="3106674"/>
            <a:ext cx="712325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 dit d'une règle, d'un tarif ou d'un horaire qui s'applique en ce moment.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92874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matière refusée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5755" y="4091939"/>
            <a:ext cx="712325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chose qu'un lieu de dépôt n'accepte pas, même si vous l'avez apportée.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92874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encadré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5755" y="5077205"/>
            <a:ext cx="712325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court texte entouré d'un cadre, mis à part parce qu'il est plus important.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guichet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548919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guichet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5927" y="2121408"/>
            <a:ext cx="6503079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comptoir où l'on se présente pour faire une démarche en personne.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435096"/>
            <a:ext cx="3548919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billet de file d'attente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5927" y="3435096"/>
            <a:ext cx="6503079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numéroté qu'on prend en entrant, et qui donne son tour.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748784"/>
            <a:ext cx="3548919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pièce d'identité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5927" y="4748784"/>
            <a:ext cx="6503079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document officiel qui prouve qui vous êtes, souvent avec une photo.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QUATRE MOTS QUI SE RESSEMBLENT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qui ne disent pas la même chose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DÉSIGNE EXACTEMENT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demande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vous formulez — cela peut rester sans trace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requête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demande une fois enregistrée, avec un numéro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pièce d'identité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vous êtes — souvent avec photo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preuve de résidence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vous habitez — avec votre adresse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Au guichet, on demande souvent les deux dernières : ce sont deux papiers, pas 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Quel mot du module convient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vous répond au comptoir.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numéroté qu'on prend en entrant.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demande enregistrée qui porte un numéro.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Du lundi au vendredi, sauf les fériés.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tarif qui s'applique aujourd'hui.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lieu où l'on apporte un vieux réfrigérateur.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bail ou la facture qui montre votre adresse.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bloc de texte encadré, plus important que le reste.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vous répond au comptoir.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préposé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numéroté qu'on prend en entrant.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billet de file d'attente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demande enregistrée qui porte un numéro.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requête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Du lundi au vendredi, sauf les fériés.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jour ouvrable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tarif qui s'applique aujourd'hui.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tarif en vigueur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lieu où l'on apporte un vieux réfrigérateur.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écocentre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bail ou la facture qui montre votre adresse.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preuve de résidence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bloc de texte encadré, plus important que le reste.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encadré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DANS L'ACTIVITÉ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L'exercice à l'écran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Glissez chaque photo sur la phrase qui la décrit.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02623" y="2084831"/>
            <a:ext cx="1986448" cy="4087368"/>
          </a:xfrm>
          <a:prstGeom prst="roundRect">
            <a:avLst>
              <a:gd name="adj" fmla="val 4603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pr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911" y="2103120"/>
            <a:ext cx="1949872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cinq phrases avec cinq mots du module, tirées de votre vie.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La dernière fois que je suis allé au guichet, j'avais oublié ma preuve de résidence.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un mot ne vous sert jamais, choisissez-en un autre et dites pourquoi.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Les services de ma ville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