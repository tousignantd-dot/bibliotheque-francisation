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grammaire. Ramasser le devoir B2 et corriger deux ou trois subordonnées au tableau avant de commencer : la structure de B2 revient dans tous les exercices d'aujourd'hui.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est le cœur de la séance : personne n'est nommé, et c'est précisément pour ça que l'administration emploie cette 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les trois exemples à voix haute par le groupe entier.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sur la troisième ligne : c'est celle que les élèves lisent partout sans jamais l'employer eux-mêmes.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prête à confusion avec « je dois passer demain », qui annonce au lieu de demander. Faire jouer les deux phrases à deux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Ces trois participes reviennent dans tout récit de démarche qui a mal tourné — donc en D2 et en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sixième phrase annonce « il faut que » + subjonctif, travaillé en D2. Le signaler sans le développer : ce n'est pas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rare mais tenace. Un élève qui la fait a compris le sens et cherche la forme : le lui dire, c'est encourageant.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synthèse. Faire remarquer que les six phrases pourraient se suivre dans un même appel : c'est ce que le niveau 5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qui prépare deux choses à la fois : la prise de notes de B4 et le récit de démarche du défi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Pouvoir, devoir, falloir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verbes qui ne disent pas une action, mais comment il faut la prendre. Dans une démarche, ils portent l'essentiel : ce qu'on a le droit de faire, ce qu'on est obligé de faire, ce que la règle exige de tout le monde.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Les services de ma ville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possibilité, obligation nommée et règle générale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l'infinitif après pouvoir, devoir et falloir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conjuguer les trois au présent et au passé composé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il faut » pour énoncer une règle sans désigner personne.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Trois phrases. Est-ce que je suis obligé, dans les trois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Vous pouvez faire la demande en ligne.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Vous devez présenter deux pièces.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faut une preuve de résidence.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est obligé, dans la troisième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APRÈS LES TROIS, LE VERBE RESTE À L'INFINITIF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dois apporter · Vous pouvez rappeler · Il faut sortir le bac.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Ces trois verbes commandent le verbe qui suit. Celui-ci ne se conjugue jamais : ni « je dois j'apporte », ni « il faut vous sortez ». C'est la première chose à installer, avant toute nuance de sens.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TROIS VERBES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chacun 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EXPRIME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pouvoir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possible, c'est permis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pouvez faire la demande en ligne.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devoir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obligé, et je sais qui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devez présenter deux pièces.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78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falloir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4078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obligé, peu importe qui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4078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une preuve de résidence.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21208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546811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Il faut » ne se conjugue qu'avec « il » : c'est la forme des règlements.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POUVOIR SERT AUSSI À DEMANDER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usages à distinguer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possibilité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Vous pouvez faire la demande en ligne. » — c'est offert.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demande de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Pouvez-vous répéter, s'il vous plaît ? » — la formule polie du téléphone.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permission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Est-ce que je peux passer demain ? » — je demande le droit.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L'impossibilité passée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Je n'ai pas pu terminer ma demande. » — participe « pu », sans accent.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TROIS AU PASSÉ COMPOSÉ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participes irréguliers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PARTICIPE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pouvoir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n'ai pas pu terminer le formulaire.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devoir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dû me déplacer au guichet.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78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falloir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4078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fallu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4078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 fallu que je rappelle.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910328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5166360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dû » porte son accent au masculin singulier seulement : dû, due, dus, dues.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CONJUGAISON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Pouvoir, devoir ou falloir, à la bonne forme.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___ présenter deux pièces d'identité.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-vous répéter le numéro, s'il vous plaît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entrer à l'écocentre, il ___ une preuve de résidence.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n'ai pas ___ terminer le formulaire.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___ me déplacer au comptoir.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que vous sortiez le bac la veille au soir.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 ___ que je rappelle avec mon numéro.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___ faire ma demande par téléphone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___ présenter deux pièces d'identité.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devez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-vous répéter le numéro, s'il vous plaît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Pouvez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entrer à l'écocentre, il ___ une preuve de résidence.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n'ai pas ___ terminer le formulaire.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___ me déplacer au comptoir.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que vous sortiez le bac la veille au soir.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 ___ que je rappelle avec mon numéro.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fallu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___ faire ma demande par téléphone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peux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CONJUGUER FALLOIR À D'AUTRES PERSONNES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Nous fallons revenir demain.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faut que nous revenions demain.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Falloir n'existe qu'avec « il ». Dès qu'on veut nommer quelqu'un, il faut passer par « il faut que » et le subjonctif — la structure du défi 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EMPLOI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Dites-le des trois façons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Même information, trois formulations.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Règle générale, personne n'est nommé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Obligation, la personne est nommée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Possibilité offerte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 polie au téléphone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n'a pas été possible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a été imposé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Dites-le des trois façons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Règle générale, personne n'est nommé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faut deux pièces d'identité.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Obligation, la personne est nommée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Vous devez apporter deux pièces d'identité.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Possibilité offerte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Vous pouvez apporter votre bail ou une facture.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 polie au téléphone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Pouvez-vous me dire quelles pièces il faut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n'a pas été possible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n'ai pas pu faire la demande en ligne.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a été imposé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J'ai dû me déplacer au guichet.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cinq phrases sur une démarche que vous avez déjà faite.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avec « il faut », deux avec « je dois » ou « j'ai dû », une avec « je n'ai pas pu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démarche vraie : école, clinique, banque, ville.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Les services de ma ville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