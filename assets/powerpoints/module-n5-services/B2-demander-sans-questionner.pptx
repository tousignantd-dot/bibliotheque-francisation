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et le point de langue le plus important du module. Commencer par lire trois premières phrases du devoir B1 à voix haute, sans nommer les auteurs, et les faire améliorer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phrases sur le même ton, sans jouer la politesse : c'est la structure qui doit faire la différence, pas la voix. Le groupe entend presque toujours la seconde comme plus douce.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unique de la séance ; tout le reste en découle.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Conseiller à chaque élève d'en adopter une seule pour commencer : l'automatisme vient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cartes sont celles qu'on oublie. Les faire écrire dans le cahier, en couple : la question directe à gauche, la transformation à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réponse à voix haute avant de l'écrire. La structure s'installe par l'oreille bien plus que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forme fautive au tableau et faire venir un élève barrer ce qui est en trop. Le geste marque plus que la correction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typique des élèves qui ont bien appris l'inversion au niveau précédent. Les féliciter d'abord, puis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directement réutilisable : ces cinq phrases serviront à l'appel réel du devoir B4. Le dire pour que les élèves les prennent au sérieux.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sans questionner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Quand est-ce que le camion passe ? » est correct. Mais quatre questions de suite font un interrogatoire. La subordonnée interrogative demande la même chose et laisse l'échange se suivre.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« Pouvez-vous me dire… », « Je voudrais savoir…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question directe en subordonnée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si » quand la réponse est oui ou non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que » et « ce qui » devant une chose.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façons de demander. Laquelle préférez-vous entendre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est-ce que le camion passe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Pouvez-vous me dire quand le camion passe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plus longue ? Laquelle est plus polie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on en pose quatre de 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QUESTION EST DÉJÀ POSÉE PAR L'OUVERTURE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je voudrais savoir », on remet l'ordre normal : sujet, puis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Plus de « est-ce que », plus d'inversion. « Je voudrais savoir quand le camion passe » — et non « quand est-ce que le camion passe ». Poser la question deux fois est l'erreur numéro un de cette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OUVERTURES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OUVERTURE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Pouvez-vous me dire…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courante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…quand le camion passe.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voudrais savoir…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neutre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…si le bac sera vidé.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J'aimerais savoir…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douce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…où se trouve le bureau.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marchent avec n'importe quel mot de question. En choisir une et l'automatiser.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MOT DE QUESTION NE CHANGE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Sauf deux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quand, où, comment, combien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passent tels quels : « …me dire quand le camion passe.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est-ce que devient 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Réponse oui ou non : « …savoir si le bac sera vidé.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qu'est-ce que devient ce 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…me dire ce qu'il faut apporter.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qu'est-ce qui devient ce qui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…me dire ce qui manque à mon dossier.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question 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Commencez par « Pouvez-vous me dire… » ou « Je voudrais savoir…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est-ce que le camion passe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bac sera vidé cette semaine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 le bureau le plus proche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ça prend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je peux suivre ma requête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avez reçu mon formulaire 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manque à mon dossier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question 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est-ce que le camion passe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me dire quand le camion passe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bac sera vidé cette semaine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si le bac sera vidé cette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apporter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me dire ce qu'il faut apporter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 le bureau le plus proche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savoir où se trouve le bureau le plus proche.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ça prend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combien de temps prend le traitement.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je peux suivre ma requête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me dire comment je peux suivre ma requête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avez reçu mon formulaire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si vous avez reçu mon formulaire.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manque à mon dossier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me dire ce qui manque à mon dossier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GARDER « EST-CE QUE » DANS LA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savoir quand est-ce que le camion passe.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savoir quand le camion passe.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voudrais savoir » pose déjà la question. La poser une seconde fois avec « est-ce que » double la structure. C'est l'erreur la plus fréquente, et elle s'entend tout de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INVERSER LE SUJET DANS LA SUBORDONNÉE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J'aimerais savoir où se trouve-t-il le bureau.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J'aimerais savoir où se trouve le bureau.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L'inversion appartient à la question directe. Dans une subordonnée, on revient à l'ordre normal — et le sujet ne se répète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demandes en subordonnée pour un appel que vous devez vraiment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École, clinique, propriétaire, service de la ville — au choix.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avec « si », et une avec « ce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