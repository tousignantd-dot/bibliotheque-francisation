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d'abord au groupe : qui a déjà reçu du courrier du gouvernement ou de la Ville sans savoir si c'était important ? Les réponses ouvrent la séance et disent, tout de suite, combien d'élèves jettent ce qu'ils devraient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la plus fréquente est « je le mets avec les circulaires ». C'est exactement le point de départ du module. Ne pas corriger tout de suite : laisser le dialogue le faire à votre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lever la main : qui a un bac brun chez soi ? Qui s'en sert ? L'écart entre les deux réponses est presque toujours large, et il est intéressant.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capital, et contre-intuitif pour beaucoup : l'horaire n'est pas le même d'une rue à l'autre. Un voisin de quartier n'est pas une source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Preuve de résidence » revient dans tout le module et jusqu'au défi 3. L'écrire au tableau maintenant et l'y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les élèves ne retiennent qu'une chose de cette séance, c'est celle-là — et elle se vérifie le soir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différence de nature de la quatrième carte : les trois premiers viennent à vous, le quatrième exige que vous alliez à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deux ou trois objets proposés par le groupe et les faire classer. C'est là que sortent les vrais cas d'incertitude.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la gêne : plusieurs élèves n'osent pas dire qu'ils jettent ce courrier parce qu'ils ne le comprennent pas. Le dire pour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 et vérifiable, qui prépare directement le défi 1 : la moitié du groupe découvrira qu'elle sort ses bacs trop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papier qu'on a pris pour de la publicité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brochure de la Ville arrive avec les circulaires, et finit avec elles. Dedans, il y a l'horaire des collectes, un lieu dont personne n'a entendu parler, et la réponse à une question qu'on se pose depuis deux semaines.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communication officielle dans son courrier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bacs et dire ce qui va dans chacun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écocentre et ce qu'on y apporte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 horaire de collecte dépend de l'adresse.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trouvez ce dépliant dans votre boîte aux lettres. Qu'est-ce que vous en faites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rochure-v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de la publicité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savez-vous avant de l'ouvrir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l'envoie,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vous ne le lisez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bacs, et je n'en ai que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7575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446" y="2322576"/>
            <a:ext cx="8267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Pierre-Luc, tu as reçu ça, toi ? C'est arrivé dans ma boîte aux lettres hier.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87575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8446" y="3374136"/>
            <a:ext cx="8267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Fais voir… Oui, c'est la brochure de la Ville. Ils l'envoient à tout le monde deux fois par année.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87575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446" y="4425696"/>
            <a:ext cx="82676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trois bacs dessus. Trois. Chez moi, dans l'entrée, il y en a deux.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157216"/>
            <a:ext cx="187575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5157216"/>
            <a:ext cx="8267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gris, c'est les ordures. Le vert, c'est le recyclage. Et le brun, c'est les restes de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 de la collecte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restes de table dans un bac ? Pour quoi faire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265125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devient du compost. C'est ramassé une fois par semaine, mais pas le même jour que le reste.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3738371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le sais comment, le jour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48767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entres ton code postal sur le site de la Ville, et il te sort ton horaire. Ça s'appelle Info-collectes.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que personne ne connaît en arrivant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8446" y="1901952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ça, en bas de la page, « écocentre » ? Le mot ne me dit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446" y="265125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endroit où tu apportes ce qui n'entre dans aucun bac. Un vieux micro-ondes, de la peinture, des branches.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7575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446" y="3738371"/>
            <a:ext cx="826768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payant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87575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PIERRE-LUC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446" y="4487672"/>
            <a:ext cx="826768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pour les résidents, dans la plupart des cas. Mais il faut que tu apportes une preuve que tu habites la ville.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HORAIRE DE COLLECTE SE VÉRIFIE PAR SON ADRESSE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le même jour d'une rue à l'autre, même dans un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entre son code postal dans l'outil de la Ville et on obtient son horaire à soi. Demander à un voisin d'une autre rue est la façon la plus courante de sortir son bac le mauvais jour pendant des mois sans comprendre pourquoi.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BACS ET L'ÉCOCENTRE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va où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bac gris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ordures : ce qui ne se recycle pas et ne se composte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bac 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recyclage : papier, carton, verre, métal, plastique. Souvent aux deux semaines.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bac brun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restes de table et les résidus de jardin. Ils deviennent du compost.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L'écocentre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n'entre dans aucun bac : peinture, meubles, appareils, branches. On s'y déplace.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OÙ VA CET OBJET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cas qui trompent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DESTINATION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vieux micro-ondes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l'écocentre — jamais dans un bac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pot de peinture avec son étiquette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l'écocentre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Les épluchures de légumes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bac brun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contenant de plastique rincé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bac vert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En cas de doute : ni le bac gris ni le chemin — on téléphone ou on lit la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PRENDRE UNE COMMUNICATION OFFICIELLE POUR DE LA PUBLICITÉ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arrivé avec les circulaires, donc c'est de la publicité.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regarde qui l'envoie avant de décider si je le garde.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brochure municipale, un avis de renouvellement, un formulaire à remplir : tous arrivent dans la même boîte aux lettres que les circulaires. Le tri se fait sur l'expéditeur, jamais sur l'apparence.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avait rangé la brochure avec les circulaires.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brun sert au recyclage du papier.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bacs sont ramassés le même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trouve son horaire en entrant son code postal.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vieux micro-ondes se met dans le bac gris.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L'écocentre demande une preuve qu'on habite la ville.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avait rangé la brochure avec les circulaires.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brun sert au recyclage du papier.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aux restes de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bacs sont ramassés le même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pas le même jour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trouve son horaire en entrant son code postal.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vieux micro-ondes se met dans le bac gris.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l'écocentre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L'écocentre demande une preuve qu'on habite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Cherchez votre horaire de collecte avec votre code postal.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le jour de chacun des bacs que vous avez.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Regardez aussi à quelle heure il faut les sortir. Nous en reparlerons.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