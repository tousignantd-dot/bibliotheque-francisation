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du temps pour le bilan et l'autoévaluation : ils font partie de la séance, ils ne sont pas ce qu'on coupe quand on a pris du retard.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choisissent le second sans hésiter, mais écrivent souvent le premier quand ils sont fâchés. Nommer cet écart : c'est le vrai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Dire aussi qu'on a le droit d'être fâché : il s'agit de la stratégie, pas du sentiment.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exacte du cadre de document dans le module : les élèves la retrouveront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carte est celle qu'on oublie : un objet sans numéro oblige le service à chercher, et le courriel attend.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Faire écrire les sept phrases séparément avant d'assembler : les élèves qui rédigent d'un trait produisent presque toujours du hors-sujet.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Boucler avec la règle de B1 : une demande sans requête n'existe pas. Les élèves font le lien eux-mêmes, et c'est le moment de le souligner.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huit-là dépassent le module : ils servent à la RAMQ, à la SAAQ, à l'école, à l'assurance. Le dire explicitement en terminant.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se fait aussi dans le module, à l'écran. La faire ici à l'oral, en groupe : les élèves découvrent qu'ils ne sont pas seuls à hésiter sur les mêmes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La seconde consigne est la vraie : tout ce module ne sert que si une démarche réelle est tentée dans les jours qui suivent. Le dire une dernière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courriel de relance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semaine a passé et rien n'est arrivé. Un courriel qui accuse se traite moins vite qu'un courriel qui informe — et il tient en dix phrases, numéro de requête compris.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relance à un service public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rappeler une démarche au passé composé et à l'imparfait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deux demandes en subordonnée interrogative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Deux courriels. Lequel sera traité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fait trois fois que je vous écris, c'est inadmissible.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bac n'a toujours pas été vidé. Requête 24-118-7690, ouverte le 12 mai.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donne le plus d'information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donne le plus envie de répondre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RESTEZ FACTUEL : C'EST CE QUI VA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courriel qui informe se traite ; un courriel qui accuse se transmet.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service public ne juge pas votre ton, mais il traite d'abord ce qu'il peut traiter. Un numéro de requête, une date, un fait : voilà de quoi agir. La colère, elle, doit d'abord être lue par quelqu'un d'autre avant que rien ne bouge.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CINQ ÉLÉMENTS DU COURRIEL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Rien de plus, rien de moins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6976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numéro et la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requête 24-118-7690, ouverte le mardi 12 mai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rappel de la situation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J'avais appelé parce que mon bac n'était pas ramassé.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délai annoncé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On m'avait annoncé trois jours ouvrables.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Deux demandes en subordonnée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voudrais savoir si… », « Pouvez-vous me dire…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9216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20183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suite et vos coordonnées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20183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Si rien ne bouge d'ici vendredi, je rappellerai.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85231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412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 six à dix phrases. Au-delà, le courriel perd son lecteur.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FORME DU COURRIEL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repères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L'objet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Requête 24-118-7690 — collecte non effectuée, suivi ». Le numéro dans l'objet.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L'ouverture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» puis « Je vous écris au sujet de… » — et « vous » du début à la fin.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 corps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passé composé pour les étapes, l'imparfait pour le décor. Comme en D2.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clôture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formule de salutation, votre nom, et un numéro où vous joindre.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les phrases une à 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élément, avant de rédiger le courriel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et la date de votre appel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rappel, à l'imparfait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avait été annoncé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L'état actuel, au présent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avec « si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avec « ce que » ou un autre mot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suite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ÉCRIRE UN COURRIEL SANS NUMÉRO DE REQUÊTE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Bonjour, j'avais appelé la semaine dernière au sujet de mon bac.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« Bonjour, je vous écris au sujet de la requête 24-118-7690, ouverte le 12 mai.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numéro, le service doit chercher — par nom, par adresse, par date — et votre courriel attend derrière ceux qui en ont un. Le numéro n'est pas un détail administratif : c'est ce qui rend la relance possible.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LES MOTS À EMPORTER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qui servent partout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requête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496" y="2121408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demande enregistrée, avec son numéro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46773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14041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496" y="2614041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annoncé, en jours ouvrables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106674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préposé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496" y="3106674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répond, au téléphone ou au comptoir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4530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599307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 vigueur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496" y="3599307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s'applique aujourd'hui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091939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justificative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496" y="4091939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qui prouve ce que vous déclarez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43826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584573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preuve de résidence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496" y="4584573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montre où vous habitez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493090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077206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cas échéant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496" y="5077206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cela s'applique à vous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54235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2688" y="5569839"/>
            <a:ext cx="3529488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jour ouvrable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496" y="5569839"/>
            <a:ext cx="6522510" cy="273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du lundi au vendredi, sauf les fériés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téléphoner à un service et dire en une phrase pourquoi j'appelle.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pose mes questions avec « Pouvez-vous me dire…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note un numéro de requête et je le répète pour le confirmer.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la différence entre trois jours et trois jours ouvrables.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trouve l'encadré qui compte dans une page de service public.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les mots d'un formulaire officiel.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me présenter à un guichet et raconter ce que j'ai déjà essayé.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à un service pour relancer une demande.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Terminez le module en ligne : envoyez votre courriel et votre enregistrement.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module garde votre avancement : vous pouvez finir à la maison.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la semaine prochaine, faites une vraie démarche avec ce que vous savez.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