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Commencer par relever au tableau, dans le dialogue de C1, les quatre relatifs que Leïla et Pierre-Luc emploient sans y penser. Le groupe les cherche : cinq minutes, et ça pose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groupe préfère presque toujours la seconde sans savoir dire pourquoi. Nommer la raison : on ne répète plus, et les deux idées deviennent une seule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l'outil de toute la séance. Le faire appliquer à voix haute, lentement, sur les deux exemples.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tableau de référence : le laisser affiché pendant tous les exercices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lister par le groupe d'autres verbes avec « de ». Ils en trouvent toujours plus qu'on ne pense, et la liste leur appartient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trouver trois exemples de temps par le groupe : le moment où, l'année où, la semaine où.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appliquer le test à voix haute pour les six premières. Les deux dernières demandent un autre raisonnement : les garder pour la 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presque universelle et qui persiste longtemps. Ne pas en faire un drame : la signaler, la corriger, et y revenir en E2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synthèse. Faire écrire au tableau par des élèves différents, et faire vérifier l'accord de la dernière par le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 qui prépare directement le courriel de E2. Le dire, pour que les élèves gardent leurs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Qui, que, dont, où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niveau 5 n'attend plus des phrases courtes, mais un discours organisé. Quatre petits mots suffisent à joindre deux idées — et ce sont eux qui tiennent les longues phrases des pages officielles.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Les services de ma ville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choisir entre qui et que par le test de trois secondes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dont quand la phrase de départ contient « de »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où pour le lieu et pour le moment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le participe passé après « que ».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COMPARAISON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phrases courtes, ou une seule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 lieu. On y apporte les vieux appareils.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C'est un lieu où on apporte les vieux appareils.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sonne comme un adulte qui parle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a gagné ? Qu'est-ce qu'on a perdu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TEST DE TROIS SECONDES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verbe seul après le trou : qui. Un sujet puis un verbe : que.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L'encadré ___ est en haut » : après le trou vient « est », un verbe seul, donc qui. « Le formulaire ___ j'ai rempli » : après le trou vient « j'ai », un sujet et un verbe, donc que. Ce test règle neuf cas sur dix sans aucune grammaire.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RELATIFS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employer lequel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15996"/>
          </a:xfrm>
          <a:prstGeom prst="roundRect">
            <a:avLst>
              <a:gd name="adj" fmla="val 48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RELATIF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SUIT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qui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verbe tout de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préposé qui a ouvert ma requête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sujet, puis un 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203448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formulaire que j'ai rempli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dont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phrase avait « de 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726180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page dont tu m'as parlé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où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lieu ou un moment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248912"/>
            <a:ext cx="3222650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jour où le camion passe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06425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32028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qui » ne s'élide jamais : on écrit « qui a », jamais « qu'a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COMMENT TROUVER « DONT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Cherchez le « de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Tu m'as parlé DE cette page. » devient « la page dont tu m'as parlé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verbes qui l'appellent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parler de · avoir besoin de · s'occuper de · être content de · avoir envie 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S'il n'y a pas de « de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n'est pas « dont ». C'est le seul test nécessaire.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L'erreur classique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La page que tu m'as parlé » — il manque le « de », donc il faut « dont ».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OÙ » SERT AUSSI POUR LE MOMENT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jour où le camion passe · l'année où je suis arrivée.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moitié de l'usage de « où » est ignorée par la plupart des élèves, qui le réservent au lieu. « Le jour que » s'entend beaucoup à l'oral d'ici, mais dans un courriel à un service, c'est « le jour où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 DU RELATIF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qui, que, dont ou où.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l'encadré ___ est en haut à droite.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___ j'ai rempli s'est bloqué.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enfin trouvé la page ___ tu m'avais parlé.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L'écocentre est un lieu ___ on apporte les vieux appareils.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préposé ___ m'a répondu s'appelait Gaétan.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preuve de résidence ___ j'ai besoin, c'est mon bail.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mardi est le jour ___ le camion passe.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pièces ___ elle a apportées étaient les bonnes.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l'encadré ___ est en haut à droite.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formulaire ___ j'ai rempli s'est bloqué.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enfin trouvé la page ___ tu m'avais parlé.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L'écocentre est un lieu ___ on apporte les vieux appareils.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préposé ___ m'a répondu s'appelait Gaétan.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preuve de résidence ___ j'ai besoin, c'est mon bail.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dont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mardi est le jour ___ le camion passe.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pièces ___ elle a apportées étaient les bonnes.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que (qu')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OUBLIER L'ACCORD APRÈS « QUE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pièces d'identité qu'elle a apporté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pièces d'identité qu'elle a apportées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Avec « que », le participe passé s'accorde avec ce qui précède — ici « les pièces », féminin pluriel. Avec « qui », jamais cet accord. C'est la seule différence grammaticale sérieuse entre les deux.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Joignez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seule phrase, avec le bon relatif.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lieu. On y apporte les vieux appareils.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la page. Tu m'as parlé de cette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formulaire. Il se bloque toujours.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facture. J'ai besoin de cette facture.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mardi est un jour. Le camion passe ce jour-là.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Voilà les pièces. Elle les a apportées.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Joignez les deux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lieu. On y apporte les vieux appareils.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un lieu où on apporte les vieux appareils.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trouvé la page. Tu m'as parlé de cette page.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J'ai trouvé la page dont tu m'as parlé.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Voici le formulaire. Il se bloque toujours.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Voici le formulaire qui se bloque toujours.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la facture. J'ai besoin de cette facture.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C'est la facture dont j'ai besoin.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mardi est un jour. Le camion passe ce jour-là.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mardi est le jour où le camion passe.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Voilà les pièces. Elle les a apportées.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Voilà les pièces qu'elle a apportées.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Décrivez en cinq phrases un service que vous connaissez, avec les quatre relatifs.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au moins avec « dont », une au moins avec « où » pour un moment.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service réel : votre école, votre clinique, votre banque.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Les services de ma 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