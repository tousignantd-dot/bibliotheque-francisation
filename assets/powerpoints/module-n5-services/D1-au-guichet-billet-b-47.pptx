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Ramasser le devoir C4 : combien de champs obligatoires chacun a-t-il comptés ? Quels mots inconnus ? Cinq minutes qui font le pont avec la séance d'aujourd'hui.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commencent par raconter leur frustration. C'est humain, et c'est ce qui allonge l'échange. Laisser dire, sans corriger : le dialogue s'en charge.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phrases de Leïla, et Gaétan sait où reprendre. Faire compter les mots : vingt-quatre. C'est tout ce qu'il fallait.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lien avec la séance C4 est direct : les élèves l'ont appris avant Leïla. Le faire remarquer, c'est valorisant et ça montre que le module tient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Il faut que vous me montriez » et « il faut qu'elle date » : deux subjonctifs, travaillés en D2. Les souligner au passage sans les 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confusion entre ces deux papiers est la cause la plus fréquente d'un deuxième déplacement.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remarquer que le module a suivi cet ordre : le défi 2 lisait la page, le défi 1 téléphonait.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synthèse du module ; la garder affichée jusqu'à la fin du bloc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difficile : répondre en un mot semble impoli à beaucoup d'élèves. Expliquer que c'est au contraire ce qui aide.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». La dernière est celle qui frappe : trois soirées en ligne contre dix minutes au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 de travail individuel, en clôture de séance. L'exercice reprend le tableau des six étapes dans le désordre.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 qui prépare le jeu de rôle de E1. Insister sur la limite de deux phrases : c'est la contrainte qui fait 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 guichet, billet B-47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arrive rarement les mains vides : on a déjà essayé en ligne, déjà téléphoné, déjà attendu. Il faut raconter ce qui s'est passé avant, comprendre ce qui manque, et repartir avec la réponse.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Les services de ma 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au comptoir une démarche déjà commencée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exactement à une question fermée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écouter ce qui manque au dossier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six étapes d'une démarche administrative.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avez le billet B-47. Que direz-vous en vous assoyant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billet-file-atten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quoi commencez-vous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Racontez-vous vos trois soirées devant le formulaire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doit savoir le préposé en dix secondes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Qu'avez-vous apporté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Dire d'où on part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41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VOIX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74093" y="2322576"/>
            <a:ext cx="8802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Numéro B quarante-sept, au comptoir trois.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341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GAÉTAN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4093" y="3071876"/>
            <a:ext cx="8802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Vous pouvez vous asseoir. Qu'est-ce qui vous amène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3414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74093" y="3821175"/>
            <a:ext cx="880203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Je viens pour ma carte de citoyenne. J'ai commencé la demande en ligne, mais elle n'a pas fonctionné.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908295"/>
            <a:ext cx="13414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GAÉTAN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74093" y="4908295"/>
            <a:ext cx="880203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n'a pas fonctionné comment ? Elle a été refusée, ou elle est restée bloquée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n'était pas votre faute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414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4093" y="1901952"/>
            <a:ext cx="880203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est restée bloquée à la dernière page. J'avais rempli tout le formulaire et il me redemandait mon adresse.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3414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GAÉTAN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74093" y="2989072"/>
            <a:ext cx="880203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Ah, ça arrive quand l'adresse est écrite autrement que dans notre système. Vous aviez mis « appartement » au long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341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4093" y="4076191"/>
            <a:ext cx="8802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j'avais écrit « appartement 3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3414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GAÉTAN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74093" y="4825492"/>
            <a:ext cx="880203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ça. Le système veut « app. 3 ». Ce n'est pas votre faute, c'est une vraie faiblesse du formulaire.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qu'il faut, et ce qui manque parfois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414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GAÉTAN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4093" y="1901952"/>
            <a:ext cx="880203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que vous me montriez deux pièces : une avec votre photo, et une avec votre adresse.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341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74093" y="2989072"/>
            <a:ext cx="8802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mon permis de conduire, et j'ai apporté mon bail.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3414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GAÉTAN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4093" y="3738371"/>
            <a:ext cx="880203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il fait la job. Ce qui manque parfois, c'est une facture trop vieille — il faut qu'elle date de moins de trois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8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1"/>
            <a:ext cx="1341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74093" y="4825491"/>
            <a:ext cx="8802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Dix minutes ! J'ai passé trois soirées sur le site Web.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DEUX PIÈCES, JAMAIS UNE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avec votre photo, une avec votre adresse — ce sont deux papiers différents.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pièce d'identité dit qui vous êtes ; une preuve de résidence dit où vous habitez. Un permis de conduire fait souvent les deux, mais pas toujours. Et une facture doit dater de moins de trois mois.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SIX ÉTAPES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Avant et pendant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ÉTAPE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1. Avant de commencer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lire la page et son encadré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2. Réunir ce qu'il faut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pièces, et vérifier leur date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3. Faire la demande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ligne, par téléphone ou au comptoir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L'étape 1 est celle qu'on saute, et elle décide des cinq autres.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SIX ÉTAPES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ÉTAPE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4. Garder une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numéro de requête et la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5. Attendre le délai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jours ouvrables, pas en jours de calendrier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6. Relancer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rappeler ou écrire, avec le numéro de requête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trois dernières sont celles que « Je me lance » fait travailler.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RÉPONDRE À UN GUICHET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gestes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Dire d'où vous partez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J'ai commencé la demande en ligne, mais elle n'a pas fonctionné.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Décrire la panne, pas la raconter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Elle est restée bloquée à la dernière page. » Le lieu, pas la chronologie.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Répondre exactement à la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Refusée, ou bloquée ? » — « Bloquée. » Un guichet fonctionne par tri.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Repartir avec une suite claire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Réglé, ou bien vous savez quoi apporter et quand revenir. Jamais entre les deux.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 demande en ligne avait été refusée.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formulaire buttait sur « appartement » écrit au long.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Gaétan dit que c'est une faiblesse du formulaire.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deux pièces : une avec photo, une avec l'adresse.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bail de Leïla est refusé parce qu'il porte deux noms.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facture doit dater de moins de trois mois.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Leïla doit revenir la semaine suivante.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 demande en ligne avait été refusée.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était bloquée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formulaire buttait sur « appartement » écrit au long.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Gaétan dit que c'est une faiblesse du formulaire.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deux pièces : une avec photo, une avec l'adresse.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bail de Leïla est refusé parce qu'il porte deux noms.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convient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facture doit dater de moins de trois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Leïla doit revenir la semaine suivante.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la carte s'imprime sur place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DANS L'ACTIVITÉ INTERACTIVE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L'exercice à l'écran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Reliez chaque étape à ce qu'on y 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30880" y="2084831"/>
            <a:ext cx="6929934" cy="4087368"/>
          </a:xfrm>
          <a:prstGeom prst="roundRect">
            <a:avLst>
              <a:gd name="adj" fmla="val 2237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3eta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9168" y="2103120"/>
            <a:ext cx="6893358" cy="405079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Préparez la première phrase que vous diriez à un guichet.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démarche vraie, en cours ou passée. Deux phrases au maximum.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aussi les deux pièces que vous apporteriez.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Les services de ma ville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