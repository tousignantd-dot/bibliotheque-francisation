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Ramasser le devoir D1 et lire cinq premières phrases de guichet à voix haute, sans nommer les auteurs. Le groupe dit laquelle il trouve la plus efficace, et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 message très vite, sans pause, comme un vrai. Les trois questions restent sans réponse et le groupe le voit tout de suite. C'est le meilleur déclencheur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centrale de la production orale ; y revenir à chaque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le geste que personne ne fait spontanément et qui change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troisième carte : c'est ce qui rend l'exercice utile et parfois frustrant. Prévenir, sinon les élèves croient que l'outil fonctionne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d'écriture individuelle. Circuler et vérifier surtout le temps 4 : c'est celui qu'on bâcle, et c'est celui qui décide du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dictez un numéro vite, puis lentement, et demandez au groupe de l'écrire les deux fois. La démonstration est nette.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avec la grille des sept choses à faire et cocher sans interrompre. Bilan collectif à la fin : quelles questions ont été oubliées le plus souvent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consigne d'écoute est la partie qui apprend. Insister : un élève qui s'écoute une fois corrige plus d'erreurs qu'avec dix minutes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L'appel, et le message dans la boîte vocale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fois personne ne répond. Une minute pour laisser un message complet, et pas de deuxième chance : on ne rappelle pas quelqu'un pour lui faire répéter son numéro.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appel complet du menu jusqu'à la clôture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un message de boîte vocale en quatre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numéro de rappel de façon audible du premier coup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s'écouter et se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message sur un répondeur. Pourriez-vous rappeler cette personne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ppel-tele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Oui bonjour c'est moi j'avais appelé pour le bac rappelez-moi merci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est-ce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numéro la rappeler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quoi s'agissait-il exactement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MESSAGE VAUT CE QU'ON PEUT EN FAIRE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nom, un numéro de dossier, une demande, un numéro de rappel.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qui écoute votre message ne vous connaît pas et a quarante messages avant le vôtre. Si l'un des quatre éléments manque, elle ne peut rien faire — et votre demande s'arrête là.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QUATRE TEMPS DU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minute, pas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3100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1. Se nommer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Ici Leïla Haddad, au sujet de la requête 24-118-7690.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2. Rappeler la situation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phrases : ce qui s'est passé, ce qui avait été annoncé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3. Dire ce qu'on attend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Je voudrais savoir si la requête est toujours ouverte.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4. Laisser un rappel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numéro, un moment — et on répète le numéro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926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3529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numéro se dit deux fois, en début et en fin de message. Toujours.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 AVEC L'ASSISTANT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 vous enregistrer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Trois situations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bac qui n'est plus ramassé · le vieux réfrigérateur · la demande bloquée.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Deux rôles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appelez, ou vous êtes le préposé. Faites les deux : le niveau 5 demande les deux.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règle du jeu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L'assistant ne donne jamais un renseignement avant qu'on le lui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que ça vous apprend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n'aurez pas demandé, vous ne le saurez pas. Comme au vrai téléphone.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vos quatre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ligne par temps, avant de vous enregistrer.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1 — se nommer et donner le numéro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2 — la situation, en deux phrases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3 — ce que vous attendez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4 — le rappel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PARLER TROP VITE EN DONNANT SON NUMÉRO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cinqcentquatorzecinqcinqcinqzéroundeux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Cinq… un… quatre… cinq… cinq… cinq… zéro… un… huit… deux.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numéro se dit chiffre par chiffre, lentement, et deux fois. La personne qui écoute le note à la main, souvent sans pouvoir réécouter. C'est le moment du message où il faut ralentir le plus.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dos à 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appelle, l'autre est le préposé. Puis on inverse.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bac qui n'est plus ramassé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vieux réfrigérateur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demande bloquée en ligne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 votre message dans le module et écoutez-vous.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Écoutez-vous comme si vous étiez le préposé : pourriez-vous rappeler cette personne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Recommencez autant de fois qu'il faut, puis envoyez.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