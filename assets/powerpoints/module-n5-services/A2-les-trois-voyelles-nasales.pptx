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phonétique. Prévoir un miroir de poche, ou faire travailler les élèves deux par deux face à face : la position des lèvres se corrige à l'œil bien plus vite qu'à l'oreille.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Dire les trois mots lentement, deux fois, sans les écrire. Beaucoup d'élèves n'entendront d'abord aucune différence : c'est normal et il faut le dire tout de suite, sinon ils croient avoir un problème d'oreille.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pincer le nez et redire « nom » : le son change, ce qui prouve que l'air y passait.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C'est le tableau de référence de toute la séance ; le laisser affiché pendant les exercices.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carte est celle qui change tout : un élève qui cherche le son en même temps que la position n'obtient ni l'un ni l'autre.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Dire chaque mot deux fois. Ne pas afficher l'orthographe pendant l'écoute : elle donne la réponse et vide l'exercice de son intérêt. Dans le module, le même exercice porte les symboles de l'alphabet phonétique.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opposer : « an » et « année », « bon » et « bonne », « certain » et « certaine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l'opposition masculin/féminin au tableau : c'est le seul endroit où l'erreur de nasale change vraiment le sens, et ça frappe.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phrase est le piège de la séance. La garder pour la fin et laisser le groupe se corriger lui-même.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court mais exigeant. Il prépare directement l'appel du défi 1, où donner son nom et son adresse est la première épreuve réelle.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SÉANCE A2  ·  MODULE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Les trois voyelles nasales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Au téléphone, personne ne voit votre bouche. Trois sons portent tout ce dont un préposé a besoin : votre nom, votre adresse, le moment. Ils s'apprennent en une séance.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Les services de ma ville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Les services de ma ville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les sons AN, ON et IN à l'écoute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produire chacun avec la bonne position des lèvres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les lettres qui donnent chaque son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quand la nasale disparaît devant une voyelle.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Les services de ma ville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ÉCOUTE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Trois mots. Est-ce que vous entendez la même chose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3B49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attente — nom — matin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3B49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Lequel a les lèvres en rond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3B49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Lequel a les lèvres étirées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3B49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votre langue en a autant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Les services de ma ville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UNE VOYELLE NASALE, C'EST DE L'AIR QUI PASSE PAR LE NEZ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494788"/>
          </a:xfrm>
          <a:prstGeom prst="roundRect">
            <a:avLst>
              <a:gd name="adj" fmla="val 5864"/>
            </a:avLst>
          </a:prstGeom>
          <a:solidFill>
            <a:srgbClr val="E8EA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6718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Par le nez et par la bouche en même temps — et la consonne n ne se dit pas.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94404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268724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nom » est une seule voyelle, pas « no-mme ». La lettre n a fondu dans la voyelle : elle ne s'entend plus comme consonne. C'est ce qui déroute les élèves dont la langue prononce toutes les lettres.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Les services de ma ville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LES TROIS SONS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Position, lettres, exemples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163824"/>
          </a:xfrm>
          <a:prstGeom prst="roundRect">
            <a:avLst>
              <a:gd name="adj" fmla="val 462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236212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14267" y="1975104"/>
            <a:ext cx="236212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BOUCHE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5847" y="1975104"/>
            <a:ext cx="236212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ÉCRIT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77427" y="1975104"/>
            <a:ext cx="236212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DANS CE MODULE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2395728"/>
            <a:ext cx="236212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le son AN, comme dans attente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14267" y="2395728"/>
            <a:ext cx="236212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grande ouverte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5847" y="2395728"/>
            <a:ext cx="236212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an am en em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77427" y="2395728"/>
            <a:ext cx="236212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attente · résidence · en vigueur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310896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3236976"/>
            <a:ext cx="236212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le son ON, comme dans nom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14267" y="3236976"/>
            <a:ext cx="236212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lèvres en rond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5847" y="3236976"/>
            <a:ext cx="236212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on om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77427" y="3236976"/>
            <a:ext cx="236212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nom · réponse · information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3950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078224"/>
            <a:ext cx="236212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le son IN, comme dans matin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14267" y="4078224"/>
            <a:ext cx="236212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lèvres étirées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5847" y="4078224"/>
            <a:ext cx="236212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in im ain ein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77427" y="4078224"/>
            <a:ext cx="236212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matin · certain · plein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521208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69264" y="546811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Après un i, les lettres « en » se lisent IN : bien, rien, combien.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Les services de ma ville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COMMENT CORRIGER UN ÉLÈVE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gestes qui marchent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3B49A0"/>
                </a:solidFill>
                <a:latin typeface="Verdana"/>
              </a:rPr>
              <a:t>Pour le son 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Arrondissez les lèvres comme pour siffler. » Le geste vaut mieux que l'explication.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3B49A0"/>
                </a:solidFill>
                <a:latin typeface="Verdana"/>
              </a:rPr>
              <a:t>Pour le son 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Étirez comme au début d'un sourire. » Faire tenir la position avant de dire le mot.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3B49A0"/>
                </a:solidFill>
                <a:latin typeface="Verdana"/>
              </a:rPr>
              <a:t>Pour le son 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Ouvrez comme chez le médecin. » La mâchoire descend franchement.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3B49A0"/>
                </a:solidFill>
                <a:latin typeface="Verdana"/>
              </a:rPr>
              <a:t>Toujours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Faire d'abord la position sans son, puis ajouter la voix. Jamais l'inverse.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Les services de ma ville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DISCRIMINATION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 son entendez-vous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Dites AN, ON ou IN pour chaque mot.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attente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nom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matin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résidence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réponse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certain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renseignement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6928" y="6954520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841247" y="705154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841247" y="71155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44168" y="7109968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information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66928" y="764235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Rounded Rectangle 40"/>
          <p:cNvSpPr/>
          <p:nvPr/>
        </p:nvSpPr>
        <p:spPr>
          <a:xfrm>
            <a:off x="841247" y="773938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841247" y="780338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344168" y="779780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plein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Les services de ma ville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 son entendez-vous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attente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nom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matin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IN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résidence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réponse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certain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IN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renseignement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6928" y="6954520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841247" y="705154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841247" y="71155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44168" y="7109968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information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ON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66928" y="764235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Rounded Rectangle 40"/>
          <p:cNvSpPr/>
          <p:nvPr/>
        </p:nvSpPr>
        <p:spPr>
          <a:xfrm>
            <a:off x="841247" y="773938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841247" y="780338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344168" y="779780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plein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IN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Les services de ma ville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DEVANT UNE VOYELLE, LA NASALE DISPARAÎT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8EA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une année » se dit a-nnée, et non an-née.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Quand le n ou le m est suivi d'une voyelle, il redevient une consonne ordinaire et la voyelle d'avant se dénasalise : a-nnée, bo-nne, ma-ti-née. C'est la règle qui manque le plus souvent aux élèves qui nasalisent partout.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Les services de ma ville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PRONONCER LA CONSONNE FINALE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nom dit « nomme », matin dit « matine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Une seule voyelle, et rien après.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La consonne nasale a fondu dans la voyelle. La redire annule le son et transforme souvent le mot en un autre : « certain » devient « certaine », donc féminin, ce qui n'était pas voulu.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Les services de ma ville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PRODUCTION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Lisez à voix haute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Une phrase par personne, en surveillant vos lèvres.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temps d'attente est d'environ quatre minutes.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vous donne mon nom et mon code postal.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camion passe le mardi matin.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J'aimerais un renseignement sur les tarifs en vigueur.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n'ai pas eu de réponse, et c'est certain.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Quatre visites gratuites par année.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Les services de ma ville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Enregistrez-vous en disant votre nom et votre adresse, comme au téléphone.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Réécoutez-vous : est-ce que vos lèvres étaient rondes sur « nom »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Recommencez jusqu'à ce que vous soyez satisfait de la première phrase.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Les services de ma ville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