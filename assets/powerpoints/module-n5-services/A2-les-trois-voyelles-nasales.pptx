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Prévoir un miroir de poche, ou faire travailler les élèves deux par deux face à face : la position des lèvres se corrige à l'œil bien plus vite qu'à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trois mots lentement, deux fois, sans les écrire. Beaucoup d'élèves n'entendront d'abord aucune différence : c'est normal et il faut le dire tout de suite, sinon ils croient avoir un problème d'oreille.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pincer le nez et redire « nom » : le son change, ce qui prouve que l'air y passait.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toute la séance ; le laisser affiché pendant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celle qui change tout : un élève qui cherche le son en même temps que la position n'obtient ni l'un ni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fois. Ne pas afficher l'orthographe pendant l'écoute : elle donne la réponse et vide l'exercice de son intérêt. Dans le module, le même exercice porte les symboles de l'alphabet phonétique.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opposer : « an » et « année », « bon » et « bonne », « certain » et « certaine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l'opposition masculin/féminin au tableau : c'est le seul endroit où l'erreur de nasale change vraiment le sens, et ça frappe.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phrase est le piège de la séance. La garder pour la fin et laisser le groupe se corriger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mais exigeant. Il prépare directement l'appel du défi 1, où donner son nom et son adresse est la première épreuve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trois voyelles nasales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personne ne voit votre bouche. Trois sons portent tout ce dont un préposé a besoin : votre nom, votre adresse, le moment. Ils s'apprennent en une séance.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sons AN, ON et IN à l'écoute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chacun avec la bonne position des lèvres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qui donnent chaque 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la nasale disparaît devant une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Trois mots. Est-ce que vous entendez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attente — nom — matin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 les lèvres en rond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 les lèvres étirées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votre langue en a autant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UNE VOYELLE NASALE, C'EST DE L'AIR QUI PASSE PAR LE NEZ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le nez et par la bouche en même temps — et la consonne n ne se dit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nom » est une seule voyelle, pas « no-mme ». La lettre n a fondu dans la voyelle : elle ne s'entend plus comme consonne. C'est ce qui déroute les élèves dont la langue prononce toutes les lettres.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TROIS 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Position, lettres, exemples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26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BOUCHE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42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CE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8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AN, comme dans attente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267" y="2395728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grande ouverte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395728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 am en 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427" y="2395728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attente · résidence · en vigueur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236976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ON, comme dans 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267" y="3236976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lèvres en rond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3236976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427" y="3236976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 · réponse · 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078224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IN, comme dans matin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4267" y="4078224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lèvres étirées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078224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 im ain ein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7427" y="4078224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matin · certain · plein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Après un i, les lettres « en » se lisent IN : bien, rien, combien.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COMMENT CORRIGER UN ÉLÈVE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 qui marchent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Pour le son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Arrondissez les lèvres comme pour siffler. » Le geste vaut mieux que l'explication.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Pour le son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Étirez comme au début d'un sourire. » Faire tenir la position avant de dire le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Pour le son 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Ouvrez comme chez le médecin. » La mâchoire descend franchement.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Toujours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d'abord la position sans son, puis ajouter la voix. Jamais l'inverse.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AN, ON ou IN pour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résidence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renseignement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information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plein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résidence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réponse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renseignement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information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plein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DEVANT UNE VOYELLE, LA NASALE DISPARAÎT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une année » se dit a-nnée, et non an-née.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le n ou le m est suivi d'une voyelle, il redevient une consonne ordinaire et la voyelle d'avant se dénasalise : a-nnée, bo-nne, ma-ti-née. C'est la règle qui manque le plus souvent aux élèves qui nasalisent partout.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PRONONCER LA CONSONNE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nom dit « nomme », matin dit « matine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seule voyelle, et rien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consonne nasale a fondu dans la voyelle. La redire annule le son et transforme souvent le mot en un autre : « certain » devient « certaine », donc féminin, ce qui n'était pas voulu.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personne, en surveillant vos lèvres.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temps d'attente est d'environ quatre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donne mon nom et mon code postal.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passe le mardi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un renseignement sur les tarifs en vigueur.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eu de réponse, et c'est certain.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visites gratuites par année.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en disant votre nom et votre adresse, comme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Réécoutez-vous : est-ce que vos lèvres étaient rondes sur « nom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Recommencez jusqu'à ce que vous soyez satisfait de la première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