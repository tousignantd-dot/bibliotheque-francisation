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Deuxième écoute du même entretien. Les élèves ont déjà compris l'essentiel en B1 ; aujourd'hui on écoute pour les détails, ce qui est une écoute tout à fait différente et qu'il faut annoncer.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objectif vient du programme : « comprendre l'ordre des étapes d'une consigne à partir d'indices autres que les connecteurs de temps ». C'est plus difficile qu'il n'y paraît.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Laisser le groupe se tromper. L'erreur la plus fréquente est de vouloir tout faire en même temps ; la deuxième est d'attendre une réponse avant de commencer autre chose.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que deux étapes portent « en même temps » : une démarche n'est pas toujours une file, et attendre pour rien coûte des semaines.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relever dans le dialogue les expressions qui ordonnent : il y en a cinq, aucune n'est un numéro.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travailler à deux, cinq minutes, avant de corriger. Demander à chaque équipe de justifier une seule étape : la justification vaut plus que la réponse.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Arrêter l'extrait après chaque chiffre la première fois, puis le repasser en entier sans arrêt. C'est la deuxième écoute qui compte : elle montre au groupe qu'il a progressé en une heure.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pratiquer la formule tout de suite : donner une date au hasard à chaque élève, qui doit la redire pour vérification. Cinq minutes, et le réflexe est pris.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trouver la différence : des dates, des lieux, des verbes d'action. C'est le modèle de la production orale de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Dix minutes en tout. Circuler et noter les étapes le plus souvent oubliées : ce sont la cinquième — vérifier — et la sixième — revoir le conseiller. Les redire au groupe avant de terminer.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SÉANCE B2  ·  MODULE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La démarche, dans son ordre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Six étapes, et l'ordre compte autant que les étapes. Commencer par la troisième fait perdre une session entière.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Choisir la suite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remettre en ordre les six étapes d'une démarche administrative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repérer les chiffres exacts d'un discours entendu deux fois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l'ordre des étapes sans mot de liaison explicite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redire la démarche à voix haute, dans l'ordre, sans notes.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qui vient en premier, selon vous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Finir son cours de français, ou s'inscrire au test 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Demander la description du programme, ou attendre la réponse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0D7A6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Y a-t-il des choses qu'on peut faire en même temps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Six étapes, dans leur ordre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4061460"/>
          </a:xfrm>
          <a:prstGeom prst="roundRect">
            <a:avLst>
              <a:gd name="adj" fmla="val 36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QUAND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QU'IL FAUT FAIRE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1 · avant tout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60655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terminer la francisation : le français commande tous les autres préalables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3075432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320344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2 · en même temps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320344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s'inscrire au comptoir à la séance du test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59816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72618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3 · en même temps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72618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demander la description officielle du programme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412089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24891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4 · au résultat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24891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déposer la preuve de réussite au secrétariat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64362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77164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5 · avant la date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77164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vérifier que la preuve est au dossier, pas seulement postée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32688" y="516636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32688" y="529437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0D7A6F"/>
                </a:solidFill>
                <a:latin typeface="Verdana"/>
              </a:rPr>
              <a:t>6 · en janvier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43636" y="529437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revoir le conseiller avec des papiers, pas des suppositions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L'ORDRE SE LIT SANS « ENSUITE »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897632"/>
          </a:xfrm>
          <a:prstGeom prst="roundRect">
            <a:avLst>
              <a:gd name="adj" fmla="val 5049"/>
            </a:avLst>
          </a:prstGeom>
          <a:solidFill>
            <a:srgbClr val="DCF2E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207467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200" b="1" i="0">
                <a:solidFill>
                  <a:srgbClr val="17181A"/>
                </a:solidFill>
                <a:latin typeface="Verdana"/>
              </a:rPr>
              <a:t>Un conseiller ne dit presque jamais « premièrement, deuxièmement ». Il dit « commencez par », « une fois que », « d'ici là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439724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67156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Écoutez les repères de temps plutôt que les numéros : « avant tout », « pendant ce temps », « dès que », « d'ici janvier ». Ce sont eux qui rangent les étapes, et ils ne se comptent pas.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la démarche en 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Numérotez de 1 à 6, d'après ce que Pascal a dit.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Revoir le conseiller avec des papiers plutôt qu'avec des suppositions.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Terminer la francisation.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Déposer la preuve de réussite au secrétariat.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S'inscrire au comptoir à la séance du test.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Vérifier que la preuve est bien au dossier.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la description officielle du programme.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Remettez la démarche en ordre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Revoir le conseiller avec des papiers plutôt qu'avec des suppositions.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6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Terminer la francisation.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Déposer la preuve de réussite au secrétariat.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4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S'inscrire au comptoir à la séance du test.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2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Vérifier que la preuve est bien au dossier.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Demander la description officielle du programme.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PRATIQUE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Deuxième écoute : les chiffres exacts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Réécoutez l'entretien et 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Bintou a travaillé ... ans dans une pharmacie à Bamako.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est commis de soir depuis ... ans.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deuxième voie demande d'avoir seize ans au ... septembre.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unités demandées sont celles de ... secondaire.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séance du test a lieu le ... novembre.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test d'équivalence compte ... épreuves.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Deuxième écoute : les chiffres exacts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Bintou a travaillé ... ans dans une pharmacie à Bamako.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six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Elle est commis de soir depuis ... ans.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deux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deuxième voie demande d'avoir seize ans au ... septembre.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trente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Les unités demandées sont celles de ... secondaire.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quatrième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La séance du test a lieu le ... novembre.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vingt-huit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DCF2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0D7A6F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Le test d'équivalence compte ... épreuves.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sept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noter un chiffre entendu sans le vérifier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le redire à voix haute pour se le faire confirmer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Le vingt-huit, c'est bien ça ? » Deux secondes, et l'erreur ne part pas avec vous. Un chiffre mal noté dans un bureau ne se corrige plus : il devient une absence, une place perdue ou un rendez-vous manqué.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D7A6F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Deux façons de sortir d'un rendez-vous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Sans rien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Il m'a expliqué. C'était intéressant. Je pense qu'il faut faire un test.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4270248"/>
          </a:xfrm>
          <a:prstGeom prst="roundRect">
            <a:avLst>
              <a:gd name="adj" fmla="val 34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0D7A6F"/>
                </a:solidFill>
                <a:latin typeface="Verdana"/>
              </a:rPr>
              <a:t>Avec quelque chose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3307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Test le 28 novembre, inscription au comptoir. Preuve à déposer avant le 6 février. Prochain rendez-vous en janvier. »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la suite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Redis la démarche à voix haute, à ton voisin, sans regarder tes notes.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Six étapes, dans l'ordre.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Ton voisin coche celles que tu as dites ; vous changez ensuite de rôle.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B2 · Choisir la suite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