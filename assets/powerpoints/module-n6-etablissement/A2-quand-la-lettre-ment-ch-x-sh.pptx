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prononciation. Elle est courte en contenu et longue en répétition : prévoir au moins vingt minutes de répétition à voix haute, en groupe puis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plus utile dans la vraie vie : c'est celui qui débloque un adulte devant un mot administratif entendu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trois minutes. Presque tout le monde a une histoire de mot introuvable. Ne pas donner la solution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deux fois. Insister ensuite sur l'exception qui rassure : « chercher », « chaque », « chose » gardent le son normal. Le k est l'exception, jamais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du nombre est le seul point difficile de la séance. Le faire pratiquer avec des dates : six février, dix novembre, six heures, dix heures.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schéma » revient très souvent dans une brochure de programme : c'est le dessin qui accompagne une explication. Le faire répéter plus que les deux 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l'essai en direct avec un téléphone si le groupe en a un : l'effet est immédiat.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Dédramatiser tout de suite après : personne ne reprendra un adulte qui dit « diz jours » au lieu de « di jours ». Ce qui compte, c'est de reconnaître les formes à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mots soi-même, deux fois chacun, sans montrer l'écrit. Les élèves lèvent la main pour K, S ou CH. Puis afficher la correction et faire répéter le mot en le voyant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but n'est pas l'alphabet phonétique, c'est de laisser une trace personnelle que l'élève relira. Accepter toutes les transcriptions.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Quand la lettre ment : ch, x, 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« psi-co-lo-gie » dans un bureau, vous l'écrivez comme vous l'avez entendu, et vous ne le trouvez nulle part. Trois cas seulement, et ils sont partout dans les noms de matières.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ch qui se disent comme un k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lettre x qui se dit comme un 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lettres sh et sch qui se disent comme un ch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dans un dictionnaire quand on ne l'a qu'entendu.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mot que vous avez entendu sans jamais le trouver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vous est-il déjà arrivé de chercher un mot et de ne pas le trouver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des lettres qui ne se disent pas dans votre langue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faites-vous, en général, quand un mot vous échappe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Cas 1 · les lettres ch qui se disent comme un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la psychologie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psi-co-lo-gie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une chronologie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cro-no-lo-gie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orchestre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or-kestre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la technologie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tec-no-lo-gie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écho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é-co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Des mots venus du grec, et les noms de matières en sont pleins.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Cas 2 · la lettre x qui se dit comme un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sisse, tout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semaines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semaines, devant une consonne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siz ans, devant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dix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disse, tout seul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soixante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soi-sante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nombres, entendus dix fois par rendez-vous.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Cas 3 · les lettres sh et sch qui se disent comme un 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shampoing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cham-poin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mots courts, empruntés à l'anglais ou à l'allemand, et devenus tout à fait courants.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CHERCHER AVEC LA LETTRE ÉCRITE, PAS AVEC LE SON ENTENDU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un mot entendu ne se trouve pas, essayez ch à la place du k, et x à la place du 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entendez « cronologie », vous cherchez « cronologie » : rien. Vous essayez « chronologie » : vous le trouvez. Cette seule habitude vaut des dizaines de mots par année.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prononcer chaque ch comme dans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reconnaître les mots savants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Technologie » dite avec le son de « chat » ne se comprend pas du tout, et l'interlocuteur ne devine pas. Ces mots-là sont peu nombreux : ils s'apprennent un par un, et la liste tient sur une carte.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mot. Comme un K, comme un S, ou comme un CH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psychologie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chronologie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orchestre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shampoing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psychologie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chronologie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orchestre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shampoing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un 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mots de la séance et note à côté comment ils se disent.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 ceux que tu risques d'employer au centre.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la prononciation à ta façon : personne ne te corrigera là-dessus.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