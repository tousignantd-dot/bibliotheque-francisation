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la plus dense du module : quatre points de langue. Les traiter dans l'ordre et accepter de ne pas tout finir — les deux premiers sont indispensables, les deux derniers se reprennent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objectifs sont les quatre outils du jeu de rôle de E1. Le dire : rien ici n'est de la grammaire pour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est : à la fin d'une phrase, quand la voix descend. La faire trouver plutôt que de la donner ; le groupe la connaît sans l'avoir formulée.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les six formules à voix haute, en groupe. Elles s'apprennent une fois et servent toute une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un exercice de deux minutes : l'enseignant parle sans arrêt, les élèves doivent entrer. Ils sentent immédiatement où c'est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L'exception « espérer » est la faute la plus fréquente : on dit « j'espère qu'il sera là », jamais « qu'il soit là ». L'écrire à part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irréguliers dans la liste : soit, ait, sache. Les signaler avant, pas après. Faire relire la phrase entière à voix haute une fois corrigée.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du niveau, tous groupes confondus. Faire répéter cinq phrases correctes plutôt que d'expliquer une deuxième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deux versions à voix haute par deux élèves : la différence de température s'entend, et l'explication devient inutile.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minutes, et c'est le cœur du bloc D. Faire lire trois productions à voix haute. Rappeler la phrase de Bintou : « Si j'y vais avant, je vais penser à ça pendant l'épreuve.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Prendre sa place autour de la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d'adultes sortent d'une rencontre sans avoir dit ce qu'ils voulaient dire. Ce n'est presque jamais un manque de courage : c'est qu'on ne sait pas où entrer.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s'introduire dans une discussion sans couper celui qui parle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un verbe de volonté suivi de «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condition avec « si », sans futur juste après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son point de vue comme un point de vue.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Où entre-t-on dans une conversation à quatre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parler plus fort ? Lever la main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savez-vous qu'une personne a fini sa phrase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quand vous n'osez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façons de prendre la parole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61460"/>
          </a:xfrm>
          <a:prstGeom prst="roundRect">
            <a:avLst>
              <a:gd name="adj" fmla="val 36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Si je peux me permettre…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prendre la parole sans couper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J'ajoute une chose.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compléter ce qu'on vient de dire soi-même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Si je comprends bien…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vérifier avant d'aller plus loin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Est-ce que je peux poser une question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demander la parole pour interroger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6436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77164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Vous disiez tantôt que…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77164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reprendre les mots d'un autre pour répondre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663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29437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C'est tout pour moi.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29437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rendre la parole en disant qu'on a fini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ENTRE À LA FIN D'UNE PHRASE, PAS AU MILIEU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 la fin des phrases plutôt que leur début : c'est là que la place s'ouvre.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signal est un souffle, un « donc », un « bon » — la personne cherche sa suite. Entrer au milieu d'une phrase ne fonctionne pas : l'autre reprend, et vous perdez le tour sans avoir rien 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subjonctif après un verbe de volonté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 INTRODUCTEUR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il faut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quelqu'un envoie le compte rendu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vouloir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veut que la preuve soit au dossier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exiger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exige que les documents arrivent avant la 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aimerait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aimerait que la visite ait lieu après le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craindre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craint qu'il fasse tout à la dernière minute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irréguliers suffisent : sois, aie, aille, fasse, sache. Et espérer, lui, prend l'indicatif.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après «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verbe entre parenthèses à la forme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veut que la preuve ... au dossier avant le 6 février. (être)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quelqu'un lui ... le compte rendu. (envoyer)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exige que les documents ... avant la date. (arriver)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aimerait que la visite ... lieu après le test. (avoir)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souhaite que le plan de formation ... la date. (porter)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tout le monde ... la même chose. (savoir)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après «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veut que la preuve ... au dossier avant le 6 février. (être)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quelqu'un lui ... le compte rendu. (envoyer)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envoie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exige que les documents ... avant la date. (arriver)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arrivent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aimerait que la visite ... lieu après le test. (avoir)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souhaite que le plan de formation ... la date. (porter)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porte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tout le monde ... la même chose. (savoir)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sache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elle viendra demain, on regardera son dossier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elle vient demain, on regardera son dossier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Jamais de futur juste après « si ». Le futur va de l'autre côté de la virgule, dans la conséquence. Et devant « il », « si » se colle : s'il réussit, s'ils arrivent — mais « si elle », en deux mots.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Annoncer que ce qui suit est un avis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QUI APPARTIENT L'AVIS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À mon avis,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vous : c'est le plus courant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Pour ma part,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vous, par rapport aux autres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Personnellement,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vous, et vous insistez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Selon la responsable,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elle, pas à vous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me semble que…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vous, mais vous n'êtes pas sûr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C'est trop court » oblige l'autre à vous contredire. « À mon avis, c'est trop court » lui laisse la place de répondre.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ce que tu dirais si tu n'étais pas d'accord avec une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« pour ma part » et une condition avec « si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Ne refuse pas : propose autre chose et dis pourquoi.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