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trente minutes d'écriture réelle et quinze minutes de bilan. Le reste est de la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change le ton d'un courriel et sa réponse. Il vient des attentes de fin de cours du niveau, pas de la situation : c'est écrit dans le manifeste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la plus fréquente est « commencer ». Le premier paragraphe est effectivement le plus dur, et c'est exactement celui que le tableau suivant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C2 : la mise en page est une information. On écrit comme on nous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liste exacte du module interactif : les élèves la retrouveront cochable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Plusieurs élèves croient qu'il faut écrire compliqué pour être pris au sérieux. C'est le contraire, et il faut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leçon la plus transférable du module entier. La faire reformuler par deux élèves avant de commencer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en silence. Faire lire deux ou trois premiers paragraphes à voix haute et les améliorer ensemble : le reste du courriel suit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Enchaîner sur l'autoévaluation du module interactif, dix-huit énoncés, à faire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minutes. L'assistant du module vérifie le texte avant l'envoi à l'enseignant. Les élèves qui le souhaitent peuvent envoyer leur courriel pour de vrai, à leur propre centre : plusieurs le feront.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au secrétariat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courriel qui demande une exception reçoit un non poli. Un courriel qui annonce ce qu'on va faire et quand reçoit un « c'est noté » — et c'est ce qu'on cherche.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 courriel formel : appel, trois paragraphes, salutation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l'on est et de quel dossier il s'agit dès la première ligne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indirecte et une condition avec « si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par un engagement daté plutôt que par une demande de faveur.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Avez-vous déjà écrit à une école, à un bureau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français ? Dans une autre langue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reçu une réponse ? Combien de temps après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était difficile : commencer, ou finir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êtes, votre numéro de dossier, de quoi vous parlez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situation et votre question, précisément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vous engagez à faire, avec une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paragraphe porte une idée principale, et une seule. Le blanc entre deux paragraphes est un changement d'idée, pas de la décoration.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courriel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formule d'appel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Madame, · Monsieur,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numéro de dossier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sujet du dossier 6-24-0187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question indirecte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savoir si la preuve peut arriver en janvier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condition avec 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je réussis le test le 28 novembre,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subjonctif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que la date soit inscrite au dossier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engagement daté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déposerai la preuve la semaine du 12 janvier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N'ÉCRIVEZ PAS AU FUTUR D'ORDRE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n'avez pas à imiter le style de l'avis que vous avez reçu.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soussignée déposera » n'est pas de votre côté de la lettre. Écrivez simplement : « Je déposerai la preuve la semaine où je la recevrai. » Un futur normal, et une date. C'est plus clair, et c'est mieux reçu.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demande de faire une exception pour moi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informe que je déposerai la preuve la semaine du 12 janvier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d'exception oblige la personne à refuser : elle n'a souvent pas le pouvoir d'accorder, et elle répond non poliment. Un engagement daté, lui, ne demande rien : il informe. La réponse est alors « c'est noté » — c'est-à-dire une ligne dans votre dossier.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premier paragraphe, en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 vous êtes, votre dossier, de quoi vous parlez.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: votre nom, votre programme, votre numéro de dossier.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: le document dont vous parlez et sa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EN GARDEZ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Je découvre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qui poser quelle question, et pourquoi tout finit en papier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suivre un entretien, poser une question indirecte, ne pas perdre le fil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trouver la condition et la date d'un avis, en trois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prendre sa place, poser une condition, annoncer son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semaines pour une seule compétence : décider, au lieu d'attendre qu'on décide pour 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ton courriel, huit à douze phrases,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 la liste des six éléments avant d'envoyer.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 par un engagement daté, jamais par une demande de faveur.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