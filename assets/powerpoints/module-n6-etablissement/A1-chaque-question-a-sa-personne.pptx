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Ouvrir par une question au groupe : qu'est-ce que vous ferez quand la francisation sera finie ? Beaucoup répondront « je ne sais pas », et c'est exactement le point de départ. Ne pas répondre à leur place 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celui de tout le module. Il surprend les élèves venus de systèmes où la parole d'un fonctionnaire engage.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sans mauvaise réponse. Noter au tableau les personnes que le groupe nomme : la liste sera presque toujours incomplète, et c'est ce manque qui rend le tableau d'analyse utile tout à l'heure.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phrase d'ouverture de Bintou : elle s'excuse avant de parler. C'est très fréquent et ça n'aide personne. On y reviendra en D2, quand il faudra prendre la parole dans une rencontre.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Arrêter sur la dernière question et la faire deviner au groupe avant d'écouter la suite. La plupart répondront « oui ». La réponse est non, et c'est la découverte la plus utile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: « Ce qui se dit au comptoir ne compte pas. » et la laisser toute la session. Annoncer la production écrite de E2 : dans quatre semaines, chacun écrira son propre courriel au secrétariat.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de référence du module ; il revient à chaque ouverture de bloc.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Donner tout de suite la phrase à réutiliser : « Est-ce que je peux avoir ça par écrit ? » Elle est polie, normale, et elle ne froisse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article. « L'enseignement individualisé » est long : le découper en trois temps et le faire dire deux fois. C'est le mot du module que les élèves emploieront le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 Le dernier surprend : beaucoup d'élèves trient d'avance et jettent le document qui aurait tout expliqué.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les billets : ils donnent la matière du jeu de rôle de E1, et ils disent quelles questions le groupe n'ose pas poser.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Chaque question a sa personne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Bintou termine sa francisation en février et ne sait pas ce qui vient après. Au comptoir, elle apprend une chose que personne ne dit à voix haute : ici, tout finit en papier.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la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personnes d'un établissement et dire ce que chacune peut faire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361943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4442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se règle au comptoir de ce qui demande un rendez-vous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478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603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685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449063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une chose dite ne compte pas tant qu'elle n'est pas écrite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4894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56672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749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56906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cinq premiers mots du dossier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À qui poses-tu tes questions, dans ton centre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Sais-tu qui travaille au comptoir de l'accueil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As-tu déjà rencontré un conseiller ou une conseillère d'orientation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t'a déjà répondu que tu n'as pas compris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t'a déjà donné quelque chose par écrit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n'est pas à moi qu'il faut demander 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2359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6282" y="2322576"/>
            <a:ext cx="881984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m'excuse, je ne sais pas si c'est ici qu'il faut demander ça.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32359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6282" y="3071876"/>
            <a:ext cx="88198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Demandez toujours, on verra bien. Vous êtes en francisation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32359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6282" y="4158995"/>
            <a:ext cx="88198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au local 214, le soir. Je finis mon dernier cours en février et je voudrais savoir ce que je fais après.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32359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6282" y="5246116"/>
            <a:ext cx="88198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Ah. Ça, c'est une belle question, et ce n'est pas à moi qu'il faut la poser.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Choisir un programme, c'est autre chose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2359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6282" y="1901952"/>
            <a:ext cx="881984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inscriptions, oui. Des dossiers, des relevés de notes, des changements d'horaire : tout ce qui est papier passe par le comptoir. Mais choisir un programme, c'est autre chose.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132359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6282" y="3326892"/>
            <a:ext cx="881984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L'orientation, c'est une personne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32359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6282" y="4076191"/>
            <a:ext cx="88198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une personne, oui. Son métier, c'est de s'asseoir avec quelqu'un et de regarder avec lui ce qui est possible.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32359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6282" y="5163312"/>
            <a:ext cx="881984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il décide si je peux entrer dans un programme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Toujours par 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2359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6282" y="1901952"/>
            <a:ext cx="881984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Personne ne décide en parlant. La décision arrive après, par écrit, du centre de formation professionnelle.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32359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6282" y="2989072"/>
            <a:ext cx="881984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écrit.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7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32359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56282" y="3738371"/>
            <a:ext cx="881984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Toujours par écrit. Ici, une chose qui compte finit toujours en papier : un avis, une lettre, une ligne dans votre dossier. Ce qui se dit au comptoir ne compte pas.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1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1"/>
            <a:ext cx="132359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BINTOU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6282" y="5163311"/>
            <a:ext cx="881984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mon enseignant, monsieur Béliveau, il sert à quoi là-dedans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personnes, quatre pouvoirs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PEUT FAIRE POUR TOI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Au comptoir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recevoir les papiers, ouvrir un dossier, donner un relevé de notes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À l'orientation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expliquer, calculer tes préalables, nommer ce qui bloque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Ton enseignant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dire où tu en es en français ; son avis pèse, il ne tranche pas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direction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décider, et sa décision arrive toujours par écrit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Aucune de ces personnes ne peut faire le travail d'une autre. Poser sa question au mauvais endroit fait perdre une semaine.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QUI COMPTE FINIT EN PAPIER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chose dite au comptoir n'engage personne ; une ligne au dossier engage l'établissement.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de la mauvaise volonté. La personne qui vous a parlé changera de poste, partira, oubliera. Le dossier, lui, reste. Un adulte qui sait demander un écrit avance deux fois plus vite qu'un adulte qui parle bien.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premiers mots, avec leur article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1010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conseillère d'orientation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8092" y="2121408"/>
            <a:ext cx="595091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personne dont le métier est de regarder avec toi quels programmes te sont ouverts.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41010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dossier scolaire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8092" y="2909620"/>
            <a:ext cx="595091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L'ensemble des papiers qu'un établissement garde sur toi et qui te suit.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41010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relevé de notes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8092" y="3697833"/>
            <a:ext cx="595091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papier officiel qui montre les cours réussis et le résultat de chacun.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41010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l'enseignement individualisé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8092" y="4486046"/>
            <a:ext cx="595091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façon d'apprendre où chacun avance à son rythme dans son cahier.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41010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matière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8092" y="5274259"/>
            <a:ext cx="595091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domaine d'étude à part, avec ses propres cours et ses unités.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conversation de Bintou et de Réal.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Bintou termine sa francisation en février.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 ce qui est papier passe par le comptoir de l'accueil.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comptoir qui choisit le programme d'un élève.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conseiller d'orientation décide lui-même de l'admission.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Réal conseille d'amener son enseignant à la rencontre.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n'apporter que les papiers qu'on juge utiles.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Bintou termine sa francisation en février.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 ce qui est papier passe par le comptoir de l'accueil.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comptoir qui choisit le programme d'un élève.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c'est l'orientation qui explique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conseiller d'orientation décide lui-même de l'admission.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la décision arrive par écrit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Réal conseille d'amener son enseignant à la rencontre.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n'apporter que les papiers qu'on juge utiles.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on apporte tout, le conseiller trie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Quelle question voudrais-tu poser, et à qui la poserais-tu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suffit, et elle peut commencer par « je me demande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Nomme la personne : le comptoir, l'orientation, ton enseignant.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Choisir la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