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centrale du module et du niveau. La reprise de l'information est le savoir qui distingue vraiment le niveau 6 des niveaux 3 et 5. Prendre le temps ; ne pas ajouter d'exercice.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objectif est le plus souvent raté, et il s'entend immédiatement : « j'y pense » pour une personne est une faute qui s'installe si on ne la nomme pas tout de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« Je le sais. » au tableau, seule, et laisser le silence. Le groupe comprend en trente secondes ce que la séance va enseigner.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lire chaque exemple deux fois, la phrase longue puis la courte : c'est le chemin que fait l'oreille pendant un entretien.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répéter la liste de verbes : elle est courte et elle couvre presque tous les cas d'un bureau.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Donner cinq phrases à trier oralement : chose ou personne ? Le tri prend trois minutes et règle la moitié du problème.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d'abord dire à voix haute ce que le mot remplace, avant d'écrire le pronom. Un élève qui nomme le référent ne se trompe presque jamais de pronom.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ajouter deux verbes par rangée, trouvés par le groupe. La liste personnelle vaut plus que celle du tableau.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six items vont deux par deux : la même construction, une chose puis une personne. Corriger par paires, pas dans l'ordre de la grille.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minutes. Ramasser deux ou trois productions et les projeter au tableau la séance suivante : rien ne vaut une phrase écrite par quelqu'un du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B3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Le, en, y : trois mots qui renvoient en arrière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perd rarement le fil sur un mot inconnu. On le perd presque toujours sur un mot de deux lettres.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Choisir la suite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21203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202688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retrouver ce que remplacent « le », « en » et « y » dans une phrase suivie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006343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31841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3266439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32075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le » pour reprendre une idée entière, sans l'accorder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92295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42478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43301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4093463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en » pour « de + chose » et « y » pour « à + chose » ou un lieu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133847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5311647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393943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5335015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garder la préposition quand il s'agit d'une personne.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Je le sais. » — vous savez quoi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Écoutez la phrase seule : elle ne veut rien dire.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qu'il faut avoir entendu avant pour la comprendre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qu'il existe des mots pareils dans votre langue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mots, trois emplois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862072"/>
          </a:xfrm>
          <a:prstGeom prst="roundRect">
            <a:avLst>
              <a:gd name="adj" fmla="val 511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REMPLACE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le, l'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idée entière, une phrase déjà dite : Je sais que c'est fini. Je le sais.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 plus une chose : Il parle des préalables. Il en parle.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plus une chose, ou un lieu : Elle va au secrétariat. Elle y va.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910328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5166360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Ils passent toujours devant le verbe conjugué, ou devant l'infinitif quand il y a deux verbes.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« LE » D'IDÉE NE S'ACCORDE JAMAIS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 ne désigne ni un homme, ni une femme, ni un pluriel : il désigne une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Elle sait que c'est vrai » devient « Elle le sait », jamais « elle la sait ». Les verbes qui appellent ce « le » sont toujours les mêmes : savoir, dire, croire, ignorer, expliquer, répéter, comprendre.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pense à ma fille, donc j'y pense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pense à elle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En » et « y » ne remplacent jamais une personne. Pour une personne, on garde la préposition et on met un pronom fort : je pense à elle, je parle de lui, je m'occupe d'eux. C'est la faute la plus fréquente du niveau, et elle s'entend tout de suite.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avec le, l', en ou 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passage souligné dans la première phrase est ce qu'il faut remplacer.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Pascal explique que le test ne remplace pas un diplôme. Bintou ne ... savait pas.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pense à sa demande d'admission. Elle ... pense depuis trois semaines.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parle souvent des préalables particuliers. Il ... parle à chaque rencontre.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trouve les préalables dans l'encadré gris. On ... trouve aussi les dates.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conseiller a répété que ce n'était pas une équivalence. Il ... a répété deux fois.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Bintou a besoin d'un relevé de notes. Elle ... a besoin avant février.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avec le, l', en ou 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Pascal explique que le test ne remplace pas un diplôme. Bintou ne ... savait pas.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pense à sa demande d'admission. Elle ... pense depuis trois semaines.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parle souvent des préalables particuliers. Il ... parle à chaque rencontre.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trouve les préalables dans l'encadré gris. On ... trouve aussi les dates.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conseiller a répété que ce n'était pas une équivalence. Il ... a répété deux fois.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Bintou a besoin d'un relevé de notes. Elle ... a besoin avant février.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verbes qui commandent le pronom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VERBE SE CONSTRUIT AVEC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EMPLOIE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 : parler de, avoir besoin 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: penser à, s'inscrire 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lieu : aller à, être 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 : savoir que, dire que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31596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le, l'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148072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404104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C'est la construction du verbe qui décide, jamais le sens de la phrase.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Chose ou personne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Récrivez la deuxième phrase, en remplaçant le passage souligné.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pense à ma facture.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pense à ma sœur.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parle de son dossier.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parle de sa conseillère.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s'occupe de ses papiers.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s'occupe de ses enfants.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Chose ou personne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pense à ma facture.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j'y pense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pense à ma sœur.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pense à elle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parle de son dossier.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elle en parle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parle de sa conseillère.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elle parle d'elle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s'occupe de ses papiers.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s'en occupe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s'occupe de ses enfants.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s'occupe d'eux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Écris deux phrases sur ta propre démarche, avec « y » et avec « en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Pense à ta demande, à ton dossier, à un papier qu'il te manque.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Écris d'abord la phrase longue, puis la courte en dessous.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Choisir la suite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