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centrale du module et du niveau. La reprise de l'information est le savoir qui distingue vraiment le niveau 6 des niveaux 3 et 5. Prendre le temps ; ne pas ajouter d'exercice.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souvent raté, et il s'entend immédiatement : « j'y pense » pour une personne est une faute qui s'installe si on ne la nomme pas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« Je le sais. » au tableau, seule, et laisser le silence. Le groupe comprend en trente secondes ce que la séance va enseigner.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chaque exemple deux fois, la phrase longue puis la courte : c'est le chemin que fait l'oreille pendant un entretien.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la liste de verbes : elle est courte et elle couvre presque tous les cas d'un bureau.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cinq phrases à trier oralement : chose ou personne ? Le tri prend trois minutes et règle la moitié du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d'abord dire à voix haute ce que le mot remplace, avant d'écrire le pronom. Un élève qui nomme le référent ne se trompe presque jamais de pronom.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ajouter deux verbes par rangée, trouvés par le groupe. La liste personnelle vaut plus que celle du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items vont deux par deux : la même construction, une chose puis une personne. Corriger par paires, pas dans l'ordre de la grille.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deux ou trois productions et les projeter au tableau la séance suivante : rien ne vaut une phrase écrite par quelqu'un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Le, en, y : trois mots qui renvoient en arrière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perd rarement le fil sur un mot inconnu. On le perd presque toujours sur un mot de deux lettres.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ce que remplacent « le », « en » et « y » dans une phrase suivie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le » pour reprendre une idée entière, sans l'accorder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2478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3301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en » pour « de + chose » et « y » pour « à + chose » ou un lieu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133847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5311647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393943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3350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la préposition quand il s'agit d'une personne.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le sais. » — vous savez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la phrase seule : elle ne veut rien dire.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faut avoir entendu avant pour la comprendre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existe des mots pareils dans votre langue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mots, trois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REMPLACE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le, l'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idée entière, une phrase déjà dite : Je sais que c'est fini. Je le sais.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plus une chose : Il parle des préalables. Il en parle.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plus une chose, ou un lieu : Elle va au secrétariat. Elle y va.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Ils passent toujours devant le verbe conjugué, ou devant l'infinitif quand il y a deux verbes.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« LE » D'IDÉE NE S'ACCORDE JAMAIS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ne désigne ni un homme, ni une femme, ni un pluriel : il désigne une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Elle sait que c'est vrai » devient « Elle le sait », jamais « elle la sait ». Les verbes qui appellent ce « le » sont toujours les mêmes : savoir, dire, croire, ignorer, expliquer, répéter, comprendre.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pense à ma fille, donc j'y pense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pense à elle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En » et « y » ne remplacent jamais une personne. Pour une personne, on garde la préposition et on met un pronom fort : je pense à elle, je parle de lui, je m'occupe d'eux. C'est la faute la plus fréquente du niveau, et elle s'entend tout de 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le, l', en ou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passage souligné dans la première phrase est ce qu'il faut remplacer.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Pascal explique que le test ne remplace pas un diplôme. Bintou ne ... savait pas.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pense à sa demande d'admission. Elle ... pense depuis trois semaines.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parle souvent des préalables particuliers. Il ... parle à chaque rencontre.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trouve les préalables dans l'encadré gris. On ... trouve aussi les dates.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a répété que ce n'était pas une équivalence. Il ... a répété deux fois.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Bintou a besoin d'un relevé de notes. Elle ... a besoin avant février.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le, l', en ou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Pascal explique que le test ne remplace pas un diplôme. Bintou ne ... savait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pense à sa demande d'admission. Elle ... pense depuis trois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parle souvent des préalables particuliers. Il ... parle à chaque rencontre.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trouve les préalables dans l'encadré gris. On ... trouve aussi les dates.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a répété que ce n'était pas une équivalence. Il ... a répété deux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Bintou a besoin d'un relevé de notes. Elle ... a besoin avant février.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verbes qui commandent le pronom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 SE CONSTRUIT AVEC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EMPLOIE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: parler de, avoir besoin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: penser à, s'inscrire 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lieu : aller à, être 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: savoir que, dire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le, l'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la construction du verbe qui décide, jamais le sens de la phrase.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Chose ou personne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deuxième phrase, en remplaçant le passage souligné.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pense à ma facture.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pense à ma sœur.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parle de son dossier.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parle de sa conseillère.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s'occupe de ses papiers.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s'occupe de ses enfants.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Chose ou personne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pense à ma facture.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j'y pense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pense à ma sœur.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pense à elle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parle de son dossier.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en parle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parle de sa conseillère.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parle d'elle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s'occupe de ses papiers.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s'en occupe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s'occupe de ses enfants.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s'occupe d'eux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phrases sur ta propre démarche, avec « y » et avec « en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 à ta demande, à ton dossier, à un papier qu'il te manque.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Écris d'abord la phrase longue, puis la courte en dessous.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