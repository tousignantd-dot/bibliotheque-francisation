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 pure. Distribuer si possible la copie papier de l'avis, tirée des fiches élèves : un document qu'on tient dans la main se lit autrement qu'un document projeté.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vient de la grammaire du texte : « tenir compte de la présentation matérielle et de la mise en page ». Ce n'est pas de la décoration, c'est du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plus riche : beaucoup diront oui. C'est exactement ce que la méthode des cinq endroits vient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appliquer les cinq points sur l'avis distribué, en trois minutes, chronomètre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redire la phrase par trois élèves différents. Elle défait une angoisse réelle et très répandue.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lignes : c'est tout l'avis. Faire constater qu'une page officielle tient en six phrases utiles.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du type « texte » du module interactif, fait ici à l'oral. Demander de pointer le passage sur la copie papier avant de répondre : le geste compte autant que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qui, dans le groupe, a déjà lu seulement le début d'une lettre officielle. Beaucoup de mains. Dédramatiser, puis donner la méthode comme un outil, pas comme un reproche.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sur le blanc entre les paragraphes : c'est le point qui sert directement à la production écrite de E2, où l'on demandera trois paragraphes séparés.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Certains élèves n'auront aucune date : leur faire écrire celle de la remise de la production écrite du module. Le geste est 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L'avis d'admission conditionnelle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page, trois minutes, cinq endroits. La bonne nouvelle est en haut, l'obligation est au milieu — et beaucoup de gens referment la feuille avant d'y arriver.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regarder cinq endroits d'un avis avant d'en lire la première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exactement ce que veut dire « admission conditionnelle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la condition, la date limite et la personne à contacter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la mise en page comme une information, au même titre que le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Que faites-vous en recevant une lettre officielle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l'ouvrez tout de suite, ou vous attendez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lisez le début, ou vous cherchez un mot précis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lu une lettre deux fois et compris deux choses différentes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endroits,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REGARDER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L'en-tête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établissement parle, et il ne parle que pour lui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La ligne en gras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genre du document, donc tout ce qui va suivre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L'encadré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condition ou la date : ce qui est entouré est ce qui oblige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Les deux 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celle de l'envoi, et celle qui vous oblige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La dernière ligne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qui vous adresser, et à quel poste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Regardez avant de lire. Un lecteur pressé qui sait regarder comprend plus vite qu'un lecteur appliqué.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CONDITIONNELLE VEUT DIRE : À VOUS, JUSQU'À LA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admission conditionnelle réserve la place, elle ne la donne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ni un oui, ni un non. Le centre garde une place dans un groupe précis, et personne d'autre ne peut la prendre tant que la date n'est pas passée. « Je suis acceptée mais pas vraiment » est une lecture inquiète, et elle est fausse.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l'avis de Bintou dit exactement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9416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Avis d'admission conditionnelle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genre du document, dès la première ligne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Une place vous est réservée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à vous, dans le groupe du 2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candidate fournira la preuve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fournissez-la : ce futur est un ordre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documents se déposent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vous qui les déposez, personne d'autre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place est libérée le 6 février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qui oblige, à mettre au calendrier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62991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757927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Vous vous adresserez à madame Dostie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4757927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seule personne qui peut changer quelque chose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le passage de l'avis qui répond à la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 est l'objet de la lettre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que le centre réserve, et pour quel groupe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est exactement la condition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Qu'arrive-t-il le 6 février si rien n'a été déposé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qui faut-il s'adresser pour une question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 est l'objet de la lettre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Avis d'admission conditionnelle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que le centre réserve, et pour quel groupe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place dans le groupe du 2 mars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est exactement la condition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fournir la preuve de réussite du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Qu'arrive-t-il le 6 février si rien n'a été déposé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place réservée est libérée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qui faut-il s'adresser pour une question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à madame Dostie, au poste 4412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le début et refermer la feuille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jusqu'à la date qui oblige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bonne nouvelle est en haut, l'obligation est au milieu. C'est l'ordre habituel d'un avis, et il n'est pas fait pour vous piéger : la politesse veut qu'on annonce d'abord ce qui est accordé. Mais le résultat est le même si vous vous arrêtez là.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la mise en page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endroit à ce qu'il vous apprend.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nom en haut à gauche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ligne en gras sous l'en-tête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suite de chiffres en petit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passage entouré d'un trait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blanc entre deux paragraphes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dernière ligne avant la signature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la mise en page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nom en haut à gauche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quel établissement parle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ligne en gras sous l'en-tête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genre du document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suite de chiffres en petit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numéro de dossier, à donner au téléphone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passage entouré d'un trait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condition ou la date à ne pas manquer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blanc entre deux paragraphes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changement d'idée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dernière ligne avant la signature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à qui s'adresser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 dans ton agenda la date qui t'oblige, cette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date d'inscription, de remise, de rendez-vous.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 à côté ce qui arrive si tu la manques.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