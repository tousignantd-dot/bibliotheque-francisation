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lecture, pas d'écriture. Demander aux élèves d'apporter un papier reçu du centre : la moitié en aura un dans son sac, et un document réel vaut mieux qu'un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sauve une année : la date de l'envoi n'est jamais celle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qui met mal à l'aise et qu'il faut poser sans reproche : presque personne ne lit un document officiel en entier, et c'est normal. La séance existe pour donner une méthode, pas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à voix haute les papiers que les élèves ont apportés.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tout lire à voix haute : faire lire une carte par élève. S'arrêter sur « une évaluation comparative », qui reviendra en B4 et qui est le document le plus mal compris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les cinq points, dans l'ordre, sur un document apporté par un élève volontaire.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Distribuer un surligneur si possible : le geste s'installe mieux que la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par tout le groupe, à voix haute, deux fois. Beaucoup d'élèves croient qu'elle est agressive. Elle ne l'est pas, et ils l'entendront eux-mêmes en la disant.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Le dernier item est le plus difficile : bien redire que ce document situe, mais ne remplace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Reprendre deux ou trois formulations à voix haute et les corriger ensemble : c'est la première production orale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Sept papiers, sept choses différentes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établissement, tout finit en papier. Mais chaque papier ne dit qu'une chose, et cinq endroits d'une page suffisent à savoir laquelle.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sept papiers d'un établissement et dire ce que chacun contient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prouve, ce qui décide et ce qu'on écrit soi-même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2478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3301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regarder cinq endroits d'un document avant d'en lire la première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33847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311647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393943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3350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deux dates d'un document officiel et savoir laquelle oblige.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Quel papier as-tu reçu de ton centre cette année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L'as-tu gardé ? Sais-tu où il est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L'as-tu lu en entier, ou seulement le début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avait une date à respecter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de papiers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6265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Ceux qui prouvent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relevé de notes, attestation, évaluation comparative : ils disent ce qui a eu lieu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Ceux qui décident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avis officiel, plan de formation, convocation : ils portent une décision et une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Ceux que tu écris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demande de rencontre, courriel, compte rendu : les seuls sur lesquels tu as la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1091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26694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premières familles se demandent ; la troisième s'écrit. C'est la seule où votre précision change quelque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papiers, et ce que chacun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relevé de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cours que tu as réussis et le résultat obtenu à chacun.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avis officiel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décision de l'établissement, avec sa date et parfois sa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plan de 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des cours à suivre et le temps prévu pour chacun.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évaluation comparative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niveau d'ici se comparent des études faites ailleurs.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demande de rencontre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tu cherches, en deux lignes, avant un rendez-vous.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compte rendu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été dit et décidé pendant une rencontre.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Cinq endroits, avant de lire une seule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REGARDER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VOUS APPREND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En haut à gauche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établissement parle, et il ne parle jamais pour un autre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ligne en gras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genre du document, donc ce que le reste va contenir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Votre 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lettre adressée à quelqu'un d'autre n'engage personne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Les deux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 de l'envoi, et celle avant laquelle vous devez agir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Les petits chiffres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numéro de dossier, sans lequel un appel ne mène nulle part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lecteur pressé qui sait regarder comprend plus vite qu'un lecteur appliqué qui lit tout dans l'ordre.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Y A TOUJOURS DEUX 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Celle du haut est passée le jour où vous lisez ; celle du milieu est celle à écrire dans votre calendrier.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date de l'envoi ne vous demande rien. La date limite, elle, décide de tout, et elle est presque toujours plus bas dans la page, souvent dans un encadré. Soulignez-la au crayon dès la première lecture.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se fier à ce qu'on vous a 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où c'est écrit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On m'avait dit que ça comptait » ne sauve personne, parce que la personne qui l'a dit n'a rien noté. La question à poser est simple et parfaitement polie : « Est-ce que je peux avoir ça par écrit ?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papier vous faut-il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situation, puis nommez le papier à demander.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employeur veut la preuve des cours que vous avez réussis.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l'ordre des cours et le temps prévu pour chacun.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garder la trace de ce qui s'est décidé en réunion.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rencontrer le conseiller d'orientation.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vous annonce sa décision par la poste.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situer vos études de votre pays par rapport à celles d'ici.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papier vous faut-il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employeur veut la preuve des cours que vous avez réussis.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relevé de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l'ordre des cours et le temps prévu pour chacun.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plan de 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garder la trace de ce qui s'est décidé en réunion.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compte rendu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rencontrer le conseiller d'orientation.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demande de rencontre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vous annonce sa décision par la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avis officiel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situer vos études de votre pays par rapport à celles d'ici.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évaluation comparative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papier vas-tu demander cette semaine, et à qui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le nom du papier et l'endroit où tu iras.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aussi la question exacte que tu diras.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