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B. Elle prépare directement le jeu de rôle de E1 : ce sont les deux structures que l'élève emploiera le plus devant un conseiller.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coince : « ce que » quand il n'y a pas de nom avant, « celui que » quand il y en a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phrase au tableau. Le groupe sent tout de suite la lourdeur sans savoir la nommer. Amener « celle » plutôt que de le donner.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l'essai « remettre le nom » sur les quatre exemples : le genre saute aux yeux, et l'élève n'a plus besoin de deviner.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test « verbe sans sujet ou sans complément » est le seul qui tranche à coup sûr ; le faire appliquer trois fois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le nom repris avant d'écrire la forme. Le cinquième item porte « où » avec un lieu, le quatrième « dont » : les signaler, ils reviennent en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au groupe deux exemples de chaque, tirés de leur propre situation. Trois minutes suffisent et la distinction 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les deux colonnes en alternance, un élève chacune : l'oreille entend la différence de ton avant que la tête comprenne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celui à surveiller : « s'il », jamais « si il ». Le cinquième aussi : c'est « quoi » devant un infinitif, jamais « que ». Les écrire tous les deux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Huit minutes. Faire lire quelques questions à voix haute et les corriger ensemble. Demander aux élèves de les garder : elles servent telles quelles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Celui qui, celle que — et la question qui entre dans la phrase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outils pour parler dans un bureau : désigner sans répéter, et poser sa question sans la poser.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la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celui, celle, ceux, celles suivis de qui, que, où ou dont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celui que » de « ce que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transformer une question directe en question indirecte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avec un mot interrogatif suivi d'un infinitif.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dit-on sans répéter le mot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y a trois voies. La voie qui vous concerne demande un test.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dérange dans cette phrase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feriez-vous pour ne pas redire « voie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formes, un seul mécanisme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REPREND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celui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nom masculin singulier : le papier, celui que je crains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nom féminin singulier : la voie, celle qui vous concerne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ceux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nom masculin pluriel : les documents, ceux qui portent un sceau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celles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nom féminin pluriel : les preuves, celles qui comptent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genre et le nombre viennent du nom qu'on ne répète pas. En cas de doute, remettez le nom.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IL NE RESTE JAMAIS SEUL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Celui, celle, ceux, celles appellent toujours une suite : qui, que, où, dont, ou « de…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Prends celui » n'existe pas en français. Il faut « celui-ci », « celui-là », « celui de Bintou » ou « celui qui… ». Après le pronom, si le verbe n'a pas de sujet, c'est « qui » ; s'il lui manque un complément, c'est « que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celui, celle, ceux ou celles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à la majuscule quand le mot ouvre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trois voies d'admission. ... qui concerne Bintou demande le test.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papiers sont arrivés. ... que je crains, c'est l'avis d'une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Parmi tous ses documents, elle garde ... qui portent un sceau.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toutes les dates, ... dont personne ne se rappelle est la bonne.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locaux portent le numéro 118. ... où la rencontre a lieu est au fond.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Parmi les préalables, ... qu'il lui manque sont en mathématiques.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celui, celle, ceux ou celles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trois voies d'admission. ... qui concerne Bintou demande le test.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papiers sont arrivés. ... que je crains, c'est l'avis d'une page.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Parmi tous ses documents, elle garde ... qui portent un sceau.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toutes les dates, ... dont personne ne se rappelle est la bonne.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locaux portent le numéro 118. ... où la rencontre a lieu est au fond.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Parmi les préalables, ... qu'il lui manque sont en mathématiques.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sais pas celui que je dois faire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sais pas ce que je dois faire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Ce que » quand aucun nom n'a été posé avant : c'est une chose sans nom. « Celui que » quand le nom a été dit : le formulaire, celui que je dois remplir. Un nom avant, on prend celui ; pas de nom, on prend 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qui entre dans une phrase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QUESTION DIRECTE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QUESTION INDIRECTE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ça compte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me demande si ça compte.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qu'il faut un rendez-vous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Il demande s'il faut un rendez-vous.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que je dois faire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ne sais pas ce que je dois faire.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manque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J'aimerais savoir ce qui manque.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est-ce que je m'inscris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ne sais pas comment m'inscrire.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choses disparaissent : le point d'interrogation, l'inversion du sujet, et « est-ce que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seulement le mot ou les deux mots qui manquent.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Est-ce que mes années comptent ? Je me demande ... mes années comptent.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Qu'est-ce que je dois faire ? Je ne sais pas ... je dois faire.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Où est-ce que je dépose ça ? Je voudrais savoir ... je dépose ça.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Qu'est-ce qui manque à mon dossier ? J'aimerais savoir ... manque.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faire de mes six ans ? Je ne sais pas ... faire de mes six ans.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Est-ce qu'il faut un rendez-vous ? Il demande ... faut un rendez-vous.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Est-ce que mes années comptent ? Je me demande ... mes années comptent.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Qu'est-ce que je dois faire ? Je ne sais pas ... je dois faire.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ce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Où est-ce que je dépose ça ? Je voudrais savoir ... je dépose ça.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Qu'est-ce qui manque à mon dossier ? J'aimerais savoir ... manque.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ce 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faire de mes six ans ? Je ne sais pas ... faire de mes six ans.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quoi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Est-ce qu'il faut un rendez-vous ? Il demande ... faut un rendez-vous.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s'il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trois questions que tu poserais à un conseiller, en question indirecte.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« Je me demande… », « Je voudrais savoir… », « Je ne sais pas…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sont celles que tu emploieras dans le jeu de rôle.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la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