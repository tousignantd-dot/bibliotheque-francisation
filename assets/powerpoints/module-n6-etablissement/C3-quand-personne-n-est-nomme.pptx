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la grammaire y sert directement : chaque phrase du tableau vient d'un document réel que les élèves recevront. Le dire d'entrée de jeu.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points forment un couple : ils sont les deux façons dont l'administration évite de dire « faites ceci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hésiter. La réponse « le secrétariat » est très fréquente et elle explique bien des enveloppes jamais apportées.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poser la question à voix haute après chaque ligne : « par qui ? » Le réflexe s'installe en cinq minutes et il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L'apostrophe est la faute la plus fréquente à l'écrit ; l'accord est la plus fréquente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quatre phrases à trier oralement. Deux minutes. Ne pas entrer dans la terminologie : le tri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voix haute, avant d'écrire, qui agit dans chaque phrase. Le quatrième et le sixième sont les deux seuls où ce n'est pas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les deux colonnes en alternance. Le groupe entend le changement de distance avant de comprendre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irrégulier : le signaler avant, pas après. Rappeler que l'élève n'a pas à écrire ainsi : il doit seulement comprendre qu'on lui donne un 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C'est la vérification la plus honnête du cours : un élève qui traduit une phrase officielle en phrase ordinaire l'a comprise, même s'il ne sait pas la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Quand personne n'est nommé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Les documents se déposent au secrétariat. » Les documents ne se déposent pas tout seuls. Deux tournures suffisent à cacher qui doit bouger — et c'est presque toujours vous.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la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verbe pronominal à sens passif et nommer qui agit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« se » plus un verbe au présent, accordé avec la chose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futur simple qui donne un ordre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traduire ce futur à l'impératif pour en saisir l'obligation.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Les documents se déposent au secrétariat. » Qui les dépose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secrétariat ? Les documents eux-mêmes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auriez-vous écrit cette phrase, vous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croyez-vous qu'on écrit comme ça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qui ne nomme personne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6976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Les demandes se déposent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devez les apporter là, en personne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 formulaire se remplit en ligne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le remplissez vous-même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Ce papier s'obtient au comptoir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57530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allez le demander, il n'arrivera pas seul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197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4774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Les résultats s'envoient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4774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là, c'est le centre qui agit : vous attendez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9216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2018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Les places se prennent vite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2018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n'agit, sauf les autres candidats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85231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412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seule question, chaque fois : par qui ? Neuf fois sur dix, par vous.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SE PLUS LE VERBE AU PRÉSENT, ACCORDÉ AVEC LA CHOSE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demande se dépose ; les demandes se déposent. Devant une voyelle, « se » devient « s'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verbe ne s'accorde pas avec vous, mais avec ce qui subit l'action : « les places se prennent vite », même si c'est vous qui les prenez. Et « ce papier s'obtient », jamais « se obtient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se lave, donc ce papier se demande veut dire la même chose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le sens du verbe qui tranche, jamais la forme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Elle se lave » : le « se » veut bien dire elle-même. « Ce papier se demande au comptoir » : personne ne se demande lui-même. La forme est identique, le sens ne l'est pas — et seule la question « par qui ? » les distingue.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le verbe à la forme des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« se » plus le verbe au présent.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demandes ... au secrétariat. (déposer)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formulaire ... en ligne, en douze minutes. (remplir)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papier ... au comptoir, jamais par courriel. (obtenir)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résultats ... par la poste. (envoyer)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test ... deux fois par année. (donner)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places du groupe de mars ... vite. (prendre)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le verbe à la forme des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demandes ... au secrétariat. (déposer)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 déposent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formulaire ... en ligne, en douze minutes. (remplir)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 remplit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papier ... au comptoir, jamais par courriel. (obtenir)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s'obtient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résultats ... par la poste. (envoyer)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s'envoient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test ... deux fois par année. (donner)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 donne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places du groupe de mars ... vite. (prendre)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 prennent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futur qui donne un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L'ORDRE ORDINAIRE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VERSION OFFICIELLE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Présentez-vous au local 118.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Vous vous présenterez au local 118.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Fournissez la preuve.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candidate fournira la preuve.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Déposez vos documents.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Vous déposerez vos documents au pavillon 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Signez le formulaire.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Vous signerez le formulaire au bas de la page.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Soyez à jeun.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patient sera à jeun le matin de l'examen.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Ni « peut-être », ni « probablement » : ce futur-là n'annonce rien, il oblige.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la consigne au futur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seulement le verbe, à la forme des documents officiels.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Présentez-vous au local 118. Vous ... au local 118 à 8 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Fournissez la preuve. La candidate ... la preuve avant le 6 février.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Déposez vos documents. Vous ... vos documents au pavillon 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Apportez une pièce d'identité. Vous ... une pièce d'identité avec photo.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Signez le formulaire. Vous ... le formulaire au bas de la page.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Soyez à jeun. Le patient ... à jeun le matin de l'examen.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la consigne au futur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Présentez-vous au local 118. Vous ... au local 118 à 8 h.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vous présenterez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Fournissez la preuve. La candidate ... la preuve avant le 6 février.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fournira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Déposez vos documents. Vous ... vos documents au pavillon B.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déposerez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Apportez une pièce d'identité. Vous ... une pièce d'identité avec photo.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apporterez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Signez le formulaire. Vous ... le formulaire au bas de la page.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signerez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Soyez à jeun. Le patient ... à jeun le matin de l'examen.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sera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Récris deux phrases officielles en phrases ordinaires.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Choisis-en une avec « se », une avec un futur.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« Ça veut dire : …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la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