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Le bloc entier porte sur l'écrit officiel : annoncer que la voix humaine disparaît pendant deux séances et que c'est le papier qui parle.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nouveau au niveau 6 : l'élève ne résume plus, il localise. C'est l'exercice du type « texte » du module interactif.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honnête attendue : presque personne ne lit quatre pages. La séance ne demande pas de le faire, elle apprend à chercher.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Arrêter sur la dernière réplique et demander au groupe si Bintou a raison. Elle a tort, et c'est une lecture inquiète très répandue : la place est bien à elle jusqu'à la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expliquer le futur aujourd'hui : c'est la séance C3. Se contenter de faire remarquer que Bintou a raison de s'en étonner.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annonces ici : le passé simple, travaillé en C4, et l'encadré, travaillé en C2. Les nommer sans les traiter.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les quatre informations dans le texte de l'exercice, chronomètre en main : trois minutes suffisent quand on sait quoi chercher.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Enchaîner tout de suite sur ce que l'expérience apporte : la reconnaissance des acquis, le stage plus facile, l'entrevue. Ne pas laisser le groupe sur le refus.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à chaque fois où la réponse se trouve, dans quel paragraphe. C'est ce repérage-là qu'on évalue, pas la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minutes. Ces questions serviront en C2 : plusieurs auront leur réponse dans l'avis officiel, ce qui montre au groupe qu'un document répond souvent à ce qu'on allait demander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papiers sur la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description du programme fait quatre pages ; l'avis en fait une. C'est la page qui fait peur — et c'est celle qui se lit le plus vite quand on sait où regarder.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lecture à deux voix de deux documents officiels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dans une description de programme la durée, les voies et le stage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un passage précis d'un texte pour répondre à une question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décrit de ce qui est exigé.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Quand vous recevez quatre pages, que lisez-vous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première page en entier, ou vous cherchez tout de suite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cherchez en premier, en général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est-il arrivé de manquer quelque chose d'important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Conditionnelle, ça veut dire 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2359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6282" y="2322576"/>
            <a:ext cx="8819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as reçu quoi, finalement ? Tu avais l'air blanche en sortant du comptoir.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32359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6282" y="3409696"/>
            <a:ext cx="8819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papiers. La description du programme, quatre pages, et un avis officiel. Une page, celui-là. C'est la page qui me fait peur.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32359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6282" y="4496816"/>
            <a:ext cx="8819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Montre. Ah, ça commence par « Avis d'admission conditionnelle ». Conditionnelle, ça veut dire quoi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32359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6282" y="5583936"/>
            <a:ext cx="8819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je suis acceptée, mais pas vraiment.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place est réservée jusqu'au six février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3594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6282" y="1901952"/>
            <a:ext cx="881984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attends, ce n'est pas ce qui est écrit. Regarde la ligne encadrée : la place est réservée jusqu'au six février, et elle est libérée si la condition n'est pas remplie à cette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32359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6282" y="3326892"/>
            <a:ext cx="8819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condition, c'est le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2359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6282" y="4076191"/>
            <a:ext cx="8819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le test. « La candidate fournira la preuve de réussite du test de développement général. » Fournira. Au futur.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32359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6282" y="5163312"/>
            <a:ext cx="8819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au futur ? Ce n'est pas une prédiction, c'est une obligation.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Toujours dans l'encadré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359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6282" y="1901952"/>
            <a:ext cx="8819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 la description du programme, maintenant. La première page ne parle même pas du programme.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2359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6282" y="2989072"/>
            <a:ext cx="8819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raconte l'histoire du centre. « Le centre ouvrit ses portes en mille neuf cent soixante-huit. » Ouvrit.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2359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6282" y="4076191"/>
            <a:ext cx="881984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les préalables particuliers, ils sont où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32359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6282" y="4825492"/>
            <a:ext cx="88198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Page trois, dans l'encadré gris, sous le titre en gras. C'est toujours dans l'encadré, ce qui compte. Le reste, c'est de la présentation.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description du programme donne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Y CHERCHE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Y TROUVE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durée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onze mois à temps plein, de jour, du lundi au vendredi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voies d'entrée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trois, dans un paragraphe à part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six semaines en milieu de travail, non rémunéré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date limite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6 février, dernier jour où une place réservée demeure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06704"/>
          </a:xfrm>
          <a:prstGeom prst="roundRect">
            <a:avLst>
              <a:gd name="adj" fmla="val 181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49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Quatre informations, quatre pages. Le reste est de la présentation, et se saute sans remords.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STAGE NE SE REMPLACE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48306"/>
          </a:xfrm>
          <a:prstGeom prst="roundRect">
            <a:avLst>
              <a:gd name="adj" fmla="val 597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253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Six semaines en milieu de travail terminent la formation, et aucune expérience antérieure ne les remplace.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4792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2224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réponse la plus dure du module pour un adulte qui a déjà exercé le métier ailleurs. Elle est nette, elle est écrite, et il vaut mieux la lire au centre que la découvrir en novembre.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description du programme.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formation dure onze mois à temps plein.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se donne le soir, du lundi au jeudi.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voies mènent à l'admission.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stage dure six semaines et il est rémunéré.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expérience de travail peut remplacer le stage.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le 6 février, la place est offerte à quelqu'un d'autre.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formation dure onze mois à temps plein.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se donne le soir, du lundi au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de jour, du lundi au vendredi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voies mènent à l'admission.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stage dure six semaines et il est rémunéré.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n'est pas rémunéré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expérience de travail peut remplacer le stage.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aucune, quelle qu'elle soit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le 6 février, la place est offerte à quelqu'un d'autre.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question que tu poserais après avoir lu ces quatre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question, la plus utile.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Écris-la en question indirecte, comme en B4.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