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Reprendre au tableau la phrase de A1 — « ce qui se dit au comptoir ne compte pas » — et annoncer que l'entretien d'aujourd'hui, lui, produira des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important et le plus douloureux : les années de travail à l'étranger ne remplacent aucun préalable. Le dire clairement, puis dire tout de suite à quoi elles servent.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délicate et essentielle. Laisser parler sans commenter. Beaucoup d'élèves ont reçu des réponses contradictoires : la séance va en donner une seule, précise et vérifiable.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« j'y pense tous les soirs » : le « y » renvoie à la phrase d'avant. C'est le sujet entier de B3, annoncé ici sans le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répliques de suite pour le même locuteur : c'est volontaire, un conseiller énumère. Arrêter après chacune et faire compter sur les doigts. Ces trois voies sont vérifiées et exactes.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le plus important du module. Le redire soi-même après l'écoute, lentement. Plusieurs élèves du groupe auront ce document et croiront le contraire depuis des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situer chaque élève dans une des trois voies : c'est le moment le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noms au tableau, l'un sous l'autre, et les y laisser jusqu'à la fin du bloc. C'est une confusion qui coûte des mois d'inscription au mauvais 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l'article de « la formation professionnelle » et de « la reconnaissance des acquis » : le défini, parce qu'il n'y en a qu'une.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Terminer sur le dernier item, qui est le seul consolant, et le laisser affiché.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: les réponses disent qui a besoin d'un vrai rendez-vous d'orientation, et il y en a toujours plus qu'on ne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heure avec le conseiller d'orientation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entretien d'orientation n'est pas une série de questions et de réponses : c'est un fil. Perdre le fil ici ne coûte pas un mot, ça coûte une année.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entretien de vingt et une répliques sans en perdre le fil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voies d'entrée d'un programme professionnel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remplace un préalable de ce qui n'en remplace aucun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cinq mots de la démarche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Qu'est-ce que vous faisiez avant d'arriver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faites le même travail aujourd'hui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demandé si vos années comptaient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vous a répondu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sais pas quoi faire de mes années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2359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6282" y="2322576"/>
            <a:ext cx="881984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Entrez, assoyez-vous. J'ai lu votre demande : vous cherchez à savoir quels préalables il vous manque. C'est déjà plus clair que la moitié de ce que je reçois.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32359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6282" y="3303016"/>
            <a:ext cx="881984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Merci. Je me demande surtout par où commencer. J'ai travaillé six ans dans une pharmacie à Bamako.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323594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6282" y="4283456"/>
            <a:ext cx="8819845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Et vous aimeriez le refaire.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148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79415"/>
            <a:ext cx="132359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6282" y="4979415"/>
            <a:ext cx="881984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J'y pense tous les soirs. Mais je ne sais pas quoi faire de mes années là-bas. Personne ne me dit si ça compte ou si ça ne compte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chemins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359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6282" y="1901952"/>
            <a:ext cx="88198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chemins. Le premier : un diplôme d'études secondaires, ou son équivalent reconnu.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88920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1323594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6282" y="2953512"/>
            <a:ext cx="8819845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deuxième : avoir seize ans au trente septembre et les unités de quatrième secondaire en langue d'enseignement, en langue seconde et en mathématiques.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6052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325112"/>
            <a:ext cx="132359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6282" y="4325112"/>
            <a:ext cx="88198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troisième, celui qui vous concerne : avoir dix-huit ans et réussir le test de développement général, plus les préalables particuliers du programme.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21208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376672"/>
            <a:ext cx="132359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6282" y="5376672"/>
            <a:ext cx="881984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fait beaucoup de mots. Le test, il remplace le diplôme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vous l'a mal 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359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6282" y="1901952"/>
            <a:ext cx="881984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Non, et c'est la confusion la plus fréquente. Le test de développement général ouvre la porte d'un programme professionnel, rien d'autre.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5336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17952"/>
            <a:ext cx="132359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6282" y="2917952"/>
            <a:ext cx="881984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J'ai aussi un papier du ministère de l'Immigration. On m'a dit que c'était une équivalence.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935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933951"/>
            <a:ext cx="132359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6282" y="3933951"/>
            <a:ext cx="881984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vous l'a mal dit, et ça arrive chaque semaine. Ce document est un avis d'expert : il dit à quel niveau d'ici vos études de là-bas se comparent.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85359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49951"/>
            <a:ext cx="1323594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6282" y="4949951"/>
            <a:ext cx="8819845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n'est pas une équivalence de diplôme, ça ne remplace pas un permis, et ça ne garantit l'admission à aucun programme. Gardez-le, mais ne bâtissez pas votre année dessus.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Trois voies vers un programme professionnel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VOIE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Par le diplôme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diplôme d'études secondaires ou son équivalent reconnu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Par les unités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seize ans au 30 septembre et les unités de 4e secondaire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Par le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dix-huit ans, le test de développement général, les préalables du programme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Ces trois voies sont celles du programme réel. La troisième est celle de la plupart des adultes en francisation.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le test de développement général donne une équivalence de secondaire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il ouvre la porte d'un programme professionnel, et rien d'autre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tests existent et se confondent chaque semaine. Le test de développement général ouvre un programme professionnel quand les préalables particuliers sont réussis. C'est l'autre — le test d'équivalence de niveau de scolarité, sept épreuves dont deux en français — qui mène à une attestation valant une cinquième secondaire.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mots de la démarche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1431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programme d'études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0192" y="2121408"/>
            <a:ext cx="59088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L'ensemble organisé des cours qui mènent à un diplôme précis.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41431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préalable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0192" y="2909620"/>
            <a:ext cx="59088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cours ou le niveau qu'il faut avoir réussi avant d'être admis.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41431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formation professionnelle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0192" y="3697833"/>
            <a:ext cx="59088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L'enseignement qui prépare à un métier et se termine par un diplôme d'État.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41431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évaluation comparative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0192" y="4486046"/>
            <a:ext cx="59088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L'avis d'expert qui dit à quel niveau d'ici se comparent des études faites ailleurs.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41431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reconnaissance des acquis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0192" y="5274259"/>
            <a:ext cx="59088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démarche qui fait reconnaître ce qu'une personne sait déjà faire.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l'entretien de Bintou et de Pascal.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Bintou a travaillé six ans dans une pharmacie à Bamako.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test de développement général donne une équivalence de secondaire.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six années de pharmacie remplacent un préalable.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L'évaluation comparative garantit l'admission à un programme.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Pascal conseille de terminer la francisation avant tout le reste.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échec au test ferme définitivement la porte.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Bintou a travaillé six ans dans une pharmacie à Bamako.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test de développement général donne une équivalence de secondaire.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ouvre un programme professionnel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six années de pharmacie remplacent un préalable.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elles servent ailleurs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L'évaluation comparative garantit l'admission à un programme.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ne garantit rien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Pascal conseille de terminer la francisation avant tout le reste.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échec au test ferme définitivement la porte.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on le reprend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Dans quelle voie es-tu, et qu'est-ce qu'il te manque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ou deux phrases suffisent.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tu ne le sais pas encore, écris la question que tu poserais.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