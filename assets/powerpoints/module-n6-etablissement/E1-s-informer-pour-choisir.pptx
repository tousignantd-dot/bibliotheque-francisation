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production. Tout ce qui précède y sert : les questions indirectes de B4, la reprise de B3, la démarche en six étapes de B2. Le dire au groupe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oublie et qui sauve tout : reformuler avant de partir. Une minute, et le rendez-vous devient 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comparaison de B2 : sortir avec « c'était intéressant » ou sortir avec quatre dates. Personne ne veut du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choisir. La troisième situation est la plus proche du vécu de beaucoup d'élèves ; ne pas l'imposer pour autant.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grille d'observation à l'élève qui regarde pendant que deux autres jouent.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tout le groupe, à voix haute, avant de commencer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en silence. Les élèves reprennent les questions écrites au billet de B4. Circuler et corriger les « est-ce que » qui auraient survécu.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consigne exacte de la production orale du module interactif ; les élèves la retrouveront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à voix haute. Puis demander à chaque élève de dire la sienne, en une phrase,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L'assistant du module donne une rétroaction avant l'envoi. Insister sur la deuxième prise : c'est là que le module produit son effet.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S'informer pour choisir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conseiller répond à tout, mais il ne devine rien. Si vous ne dites pas votre situation, il ne peut rien calculer — et l'heure passe.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sa situation en phrases suivies, pas en mots isolés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au moins deux questions indirectes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la démarche à la fin pour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ensuite cette démarche à voix haute, en quatre-vingt-dix secondes.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rate, dans un rendez-vous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dites pas assez de choses, ou l'autre en dit trop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Sortez-vous en général avec des dates, ou avec une impression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Osez-vous demander de répéter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Quel programme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terminez en février. Vous avez travaillé six ans dans un métier avant d'arriver ici et vous voudriez y revenir. Vous ne savez pas quel programme y mène.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me manque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savez quel programme vous visez. Vous ne savez pas quels préalables il vous manque, ni comment on les obtient : un cours, un test, un papier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Mes papiers de là-bas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un diplôme, un relevé de notes et une évaluation comparative. On vous a dit que c'était une équivalence. Vous voulez savoir ce que ça vaut ici.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choses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 début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situation, en phrases suivies, avec une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Tout de suite après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cherchez, précisément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Pendant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moins deux questions indirectes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Quand un mot échappe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demandez de répéter ou de préciser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Aux chiffres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notez, puis redites la date à voix haute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la fin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reformulez la démarche dans l'ordre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REFORMULER N'EST PAS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« Si je comprends bien, je m'inscris au test, je dépose la preuve, et on se revoit en janvier. » — une phrase, et le rendez-vous devient utilisable.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phrase-là fait deux choses à la fois : elle vérifie que vous avez bien entendu, et elle oblige l'autre à confirmer ou à corriger. Elle prend dix secondes et elle vaut la moitié de l'entretien.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questions, en question indirecte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Écrivez-les avant de commencer. Vous les aurez sous les yeux.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me demande si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savoir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pas ce que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me dire quand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savoir ce qui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production orale,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s'agit et auprès de qui vous vous êtes informé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 dans l'ordre, avec les dates et les lieux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en pensez, annoncé comme un avis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Quatre-vingt-dix secondes. Le troisième temps est le plus court et c'est celui qu'on oublie.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de l'information sur les cours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savoir quels préalables il me manque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vague reçoit une réponse vague, et l'heure passe en généralités. Une demande précise permet à la personne d'en face d'ouvrir votre dossier et de calculer. C'est la même politesse, et ce n'est pas le même rendez-vous.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 ta production orale, écoute-toi, recommence 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Quatre-vingt-dix secondes, trois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deuxième prise est toujours meilleure : ne t'arrête pas à la première.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