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1. Commencer par la question de A3 restée sans réponse : à qui appartient la cour ? Le dialogue y répond en pratique plutôt qu'en droit.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question est la vraie question de la séance. Beaucoup répondront « à personne » : c'est exactement ce que le défi vient corriger.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Rachid dit pourquoi il vient AVANT de demander quoi que ce soit. C'est l'ordre à retenir : la raison, puis la demande. Une demande sans raison inquiète.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permission arrive tout de suite, mais elle n'est pas complète : il manque la clé. Faire remarquer que Rachid pose la question — Manon ne l'a pas offerte. Rien ne se donne avant qu'on le demande.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réponses les plus utiles du module sont ici : « oui, mais » avec sa condition, et « je préfère que non » avec sa raison. Les faire répéter toutes les deux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le tableau que les élèves relisent avant le jeu de rôle. Faire chercher un exemple pour chaque ligne.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construire trois demandes complètes au tableau, avec des situations données par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 C'est l'exercice `t1vf` du module interactif, mot pour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Les situations réelles ramassées ici serviront d'exemples à B2 : chacun travaillera sa propre demande plutôt que celle du manuel.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Mon vélo gêne dans le corridor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cour, la remise, le corridor et la corde à linge appartiennent à tout le monde en même temps. Une phrase demandée avant vaut mieux qu'une chicane après.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L'escalier de la rue Dézéry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une demande de permission et sa réponse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 « oui », un « oui, mais » et un « non » poli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relever la condition posée avec la permission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à qui s'adresser quand ce n'est pas à son voisin.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est-ce qu'on range un vélo, l'hiver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ruelle-arrie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mettez-vous ce qui ne rentre pas chez vous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peut laisser une chose dans le corridor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arrive si personne ne demande rien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qui demanderiez-vous, dans votre immeuble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Excusez-moi de vous déranger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7901" y="2322576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Madame Lachapelle ? Excusez-moi de vous déranger.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57901" y="3071876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Pas du tout. Entrez une minute, il fait froid dans l'escalier.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7901" y="3821175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Merci. Mon vélo dort dans le corridor et il gêne tout le monde.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57901" y="4570475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Ah, je l'ai vu. Il prend pas mal de place devant la porte.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Bien sûr, allez-y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7901" y="1901952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je peux le mettre dans la remise, en arrière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7901" y="2651252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Bien sûr, allez-y. Il y a de la place au fond.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7901" y="3400551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faut demander à quelqu'un d'autre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7901" y="4149851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concierge a la clé. Monsieur Nadeau, au rez-de-chaussée.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préfère que non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7901" y="1901952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je pourrais l'accrocher au mur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7901" y="2651252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accrochez-le au mur du fond. La tondeuse doit passer.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7901" y="3400551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dernière chose : la rampe de l'escalier, en bas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7901" y="4149851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préfère que non. C'est la sortie de secours, il faut la garder libre.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réponses, trois façons d'écouter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932176"/>
          </a:xfrm>
          <a:prstGeom prst="roundRect">
            <a:avLst>
              <a:gd name="adj" fmla="val 498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ENTEND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Bien sûr, allez-y.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oui, sans condition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Oui, mais accrochez-le au mur.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oui, avec une condition à respecter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796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07664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faudrait demander au concierge.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07664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je ne peux pas décider seule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0538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18185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préfère que non.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18185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non — poliment, mais non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98043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23646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 refus poli s'accompagne presque toujours de sa raison. Sans raison, il sonne sec.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UNE DEMANDE COMMENCE PAR SA RAISON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Mon vélo gêne dans le corridor. Est-ce que je peux… ?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phrases, dans cet ordre. La raison d'abord — elle rassure —, la demande ensuite. Et devant, une phrase de politesse : « Excusez-moi de vous déranger. 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vélo de Rachid gêne le passage dans le corridor.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Manon refuse que Rachid utilise la remise.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le concierge qui a la clé de la remise.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accrocher le vélo au mur du fond.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Rachid doit sortir son vélo de la remise pendant l'hiver.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Manon accepte qu'on attache un vélo à la rampe de l'escalier.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vélo de Rachid gêne le passage dans le corridor.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Manon refuse que Rachid utilise la remise.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 accepte tout de suite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le concierge qui a la clé de la remise.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 — monsieur Nadeau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accrocher le vélo au mur du fond.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 — pour laisser passer la tondeuse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Rachid doit sortir son vélo de la remise pendant l'hiver.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il peut le laisser toute l'année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Manon accepte qu'on attache un vélo à la rampe de l'escalier.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c'est la sortie de secours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une permission que vous auriez à demander chez vous.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raison d'abord, la demande ensuite.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Ma poussette bloque l'entrée. Est-ce que je peux… ?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L'escalier de la rue Dézéry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