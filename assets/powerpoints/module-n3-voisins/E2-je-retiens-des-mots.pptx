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bilan. Rendre tous les billets corrigés du module avant de commencer : la progression d'un billet à l'autre est visible, et elle vaut plus qu'un commentaire.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Palier » et « concierge » sont les deux mots que les élèves n'ont jamais eu besoin de dire avant, et qu'ils emploieront toutes les semaines.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Déranger » est le mot d'ouverture de toute demande : « excusez-moi de vous déranger ». Le faire répéter dans la formule complète.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Apporter » et « amener » se confondent souvent : on apporte une chose, on amène une personne. Le dire sans en faire un 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trois mots servent bien au-delà de l'immeuble : au poste de police, à l'école, au bureau des objets perdus.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reformuler chaque ligne par un élève différent avant d'afficher la colonne de droite.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ligne du compliment est celle que les élèves rapportent le plus souvent comme utile hors de la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phrase de clôture du module. La lire, laisser un silence, et enchaîner sur l'autoévaluation sans commentaire.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les trois à l'écran, une minute chacun. Beaucoup d'élèves ignorent que le module reste ouvert après la dernière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L'autoévaluation complète est dans l'activité interactive. La faire remplir là : elle est conservée avec les traces de l'élève, et l'enseignante la retrouve sur la fiche.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retiens des mots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Seize mots, neuf points de langue. Dernière séance : on rassemble, on révise, et chacun fait le point sur ce qu'il est maintenant capable de faire dans son immeuble.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L'escalier de la rue Dézéry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rassembler le vocabulaire du module en quatre familles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réviser avec les cartes mémoire, seul ou à deux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reformuler les points de langue en une phrase chacun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honnêtement ce que je suis maintenant capable de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L'immeuble et les gens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71176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voisin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18775" y="2121408"/>
            <a:ext cx="734023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qui habite à côté, ou dans le même immeuble.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71176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immeuble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8775" y="2909620"/>
            <a:ext cx="734023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bâtiment à plusieurs logements, les uns sur les autres.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71176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palier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8775" y="3697833"/>
            <a:ext cx="734023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petit espace plat devant les portes, entre deux escaliers.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71176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concierge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8775" y="4486046"/>
            <a:ext cx="734023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Celui qui s'occupe de l'immeuble et qui a les clés.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71176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faire connaissance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18775" y="5274259"/>
            <a:ext cx="734023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Se parler pour la première fois.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Demander la permission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51745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permission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24465" y="2121408"/>
            <a:ext cx="753454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droit de faire quelque chose, donné par quelqu'un.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51745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remise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4465" y="3106674"/>
            <a:ext cx="753454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petite construction fermée, dans la cour, où on range.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51745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corde à linge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4465" y="4091939"/>
            <a:ext cx="753454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corde tendue dehors pour sécher le linge.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51745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déranger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4465" y="5077205"/>
            <a:ext cx="753454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Gêner quelqu'un, l'empêcher de faire ce qu'il fait.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Inviter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19522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invitation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2234" y="2121408"/>
            <a:ext cx="785677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qu'on dit ou ce qu'on écrit pour demander à quelqu'un de venir.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19522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fêter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2234" y="3106674"/>
            <a:ext cx="785677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Marquer un jour heureux en se réunissant.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19522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apporter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2234" y="4091939"/>
            <a:ext cx="785677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Prendre une chose avec soi et l'amener où on va.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19522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compliment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2234" y="5077205"/>
            <a:ext cx="785677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phrase gentille sur ce que quelqu'un a fait.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Décrire ce qui se perd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985420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trousseau de clés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2428" y="2121408"/>
            <a:ext cx="7066578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Plusieurs clés tenues ensemble sur un même anneau.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435096"/>
            <a:ext cx="2985420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collier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2428" y="3435096"/>
            <a:ext cx="7066578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bande qu'un animal porte autour du cou.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748784"/>
            <a:ext cx="2985420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affiche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2428" y="4748784"/>
            <a:ext cx="7066578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feuille posée sur un mur pour que tout le monde la lise.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POINTS DE LANGUE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chacun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se présenter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nom, puis l'étage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demander la permission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raison d'abord, la demande ensuite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le, la, les, lui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petit mot avant le verbe, pour ne rien répéter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les trois renseignements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jour, l'heure, l'endroit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Cinq autres au tableau suivant.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POINTS DE LANGUE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chacun (suite)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deux futurs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on dit « je vais », on écrit « il y aura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accepter ou refuser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 refus se donne avec sa raison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compliment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il porte sur ce qu'on a fait, pas sur ce qu'on 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l'adjectif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il s'accorde, et il se place après — sauf sept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très, assez, un peu, trop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devant l'adjectif, et « trop » signale un problème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CE QU'IL FAUT RETENIR DU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Onze ans dans le même escalier, et jamais plus de dix secondes.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Rachid et Manon se croisaient tous les jours sans se parler. Ce qui a changé n'est pas leur français : c'est qu'un des deux a posé une question. Demander une permission, c'est aussi ouvrir une porte.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RÉVISER SEUL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façons de le faire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Les cartes mémoire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Dans l'activité interactive, section « Je retiens des mots ». La traduction est masquée par défaut.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Les trois exercices de vocabulaire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mot et sa définition, le mot et l'image, le mot à écrire. Les mêmes seize mots.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Les neuf mini-leçons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Neuf panneaux « Ouvrir la mini-leçon », avec de l'audio. Ils restent accessibles après la fin du module.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Autoévaluation : pour chaque énoncé, pas encore, un peu, ou oui.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me présenter à un voisin et présenter quelqu'un.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demander une permission poliment et comprendre la réponse.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inviter en donnant le jour, l'heure et l'endroit.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6178296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6333744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décrire une personne, un animal ou un objet perdu.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L'escalier de la rue Dézéry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