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Prévoir de faire écouter beaucoup et d'écrire peu : la difficulté est dans l'oreille, pas dans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truc à faire essayer : dire la voyelle en se bouchant le nez avec deux doigts. Si le son change, l'air passait bien par le nez — c'était le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colonne de droite en exagérant l'ouverture de la bouche : c'est ce qui installe le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Demander à chacun de sourire franchement en disant « voisin » : le son sort juste presque à tout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mots plutôt que de les projeter d'abord : c'est un exercice d'oreille. Projeter le corrigé après. C'est l'exercice `prPhon` du module interactif, à cartes écoutables.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paire « un voisin / une voisine » en tour de table. C'est le meilleur exercice de la séance, et il tient en dix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deux mots repères en gros dans le cahier. C'est le seul aide-mémoire dont ils auront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corriger la prononciation de chaque mot : signaler seulement les fins de mot où la bouche s'est fermée. Un seul point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et relire à voix haute au début de A3 : les erreurs de classement disent exactement où en est chaque 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Content, voisin : deux sons qui passent par le nez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voyelles nasales se croisent sans arrêt dans un escalier d'immeuble. Beaucoup de langues n'en ont aucune, et l'oreille les confond pendant des mois.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AN et le son 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tenant la bonne position de bouche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écritures les plus fréquentes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prononcer la lettre N à la fin d'un mot nasal.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L'AIR PASSE PAR LE NEZ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cont-en-t   ·   vois-in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ces mots, la lettre N ne se prononce pas toute seule : elle rend la voyelle nasale, puis elle disparaît. La bouche ne se ferme pas à la fin du mot.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AN — la bouche grande ouverte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content · comment · en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grand · dimanche · quatre 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am, em (devant b et 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chambre · ensemble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piège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en » se dit AN, jamais « en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mâchoire descend, les lèvres restent 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IN — la bouche étirée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voisin · matin · invitation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ain, ein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demain · plein · le pain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lundi · quelqu'un · 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souris en le disant, et c'est le bon 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coins de la bouche s'écartent, comme pour sourire.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content, ou le son de voisin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 et dites lequel des deux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voisin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invitation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avant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lendemain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content, ou le son de voisin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voisin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voisin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voisin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content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invitation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: IN au début, AN à la fin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avant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content, deux fois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lendemain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de voisin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PRONONCER LA LETTRE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voi-si-ne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voi-sin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voisin » se termine sur une voyelle nasale : la bouche reste ouverte. « Une voisine », lui, se prononce bien avec le N — c'est le E final qui le réveille. Deux mots, deux fins de bouche différentes.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MOT REPÈRE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invitation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3B49A0"/>
                </a:solidFill>
                <a:latin typeface="Verdana"/>
              </a:rPr>
              <a:t>Le mot contient les deux 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IN au début, AN à la fin : in-vi-ta-tion. Il traverse toute la difficulté du module en quatre syllabes.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3B49A0"/>
                </a:solidFill>
                <a:latin typeface="Verdana"/>
              </a:rPr>
              <a:t>À quoi il 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un mot nouveau vous arrive et que vous hésitez, dites-le à côté de « content » puis à côté de « voisin ». Écoutez lequel se ressemble.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3B49A0"/>
                </a:solidFill>
                <a:latin typeface="Verdana"/>
              </a:rPr>
              <a:t>Ce qu'il faut retenir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mots repères, et rien d'autre : content pour le son AN, voisin pour le son IN. Les symboles phonétiques ne servent à rien à ce stade.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3B49A0"/>
                </a:solidFill>
                <a:latin typeface="Verdana"/>
              </a:rPr>
              <a:t>Où on l'entendra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Toute la semaine : l'invitation est la matière du défi 2, et le mot revient dans presque chaque exercice.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phrase. Le groupe dit combien de sons nasaux il a entendus.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voisin part travailler le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content de vous connaître.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monte en avant de l'immeuble.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reçu une invitation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le concierge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quelqu'un va venir.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voisin part travailler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 trois fois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content de vous connaître.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deux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monte en avant de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trois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reçu une invitation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 puis AN, puis 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Comment s'appelle le concierge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au début et à la fin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quelqu'un va 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 trois fois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de votre journée : un avec le son AN, un avec le son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son AN : content, comment, grand, chambre…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son IN : voisin, matin, demain, lundi…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