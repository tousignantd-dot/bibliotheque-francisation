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d'écriture et de formules. Prévoir de faire écrire au tableau : « je m'appelle » avec son apostrophe est une orthographe qui se photographie mieux qu'elle ne s'explique.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Écrire les trois personnes au tableau et faire recopier. C'est la faute la plus fréquente de tout le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remarquer « j'habite » : le H ne se prononce pas, d'où l'apostrophe.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pratiquer l'ordre en tour de table, deux par deux, avec une troisième personne imaginaire.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ligne est là exprès : dans beaucoup de cultures on présente un voisin comme un cousin. Ici, on nomme le vrai lien, et c'est tout.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Le dire clairement évite six mois d'hésitation inutile à l'oral.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`prPresente` du module interactif. Le faire par écrit ici, puis à l'écran : la deuxième fois va deux fois plus vite.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écrire les trois personnes au tableau par trois élèves différents. C'est plus efficace qu'une explication.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Dix minutes, tout le monde parle deux fois. Ne corriger que les « je appelle » — le reste s'installera au défi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Il ferme le bloc A et donne à chacun une phrase prête pour le jeu de rôle de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A4  ·  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Je m'appelle, je vous présente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Se présenter, c'est donner son propre nom. Présenter quelqu'un, c'est en donner un troisième. Dans un escalier, les deux arrivent dans la même minute.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L'escalier de la rue Dézéry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donner son nom, son étage et depuis quand on habite là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présenter quelqu'un poliment ou simplement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 lien familial de la personne présentée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répondre « enchanté » ou « enchantée » selon le cas.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VERBE S'APPELER PORTE UN PETIT MOT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Je m'appelle Rachid Belkacem.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« m' » fait partie du verbe : je m'appelle, tu t'appelles, il s'appelle. Sans lui, la phrase n'existe pas. Et on ne dit pas « mon nom est » : ça se comprend, mais personne ne le dit.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Se présenter : trois renseignements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DONNE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COMMENT ON LE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nom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Je m'appelle Rachid Belkacem.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l'étage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J'habite au troisième, au 3A.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depuis quand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Nous sommes arrivés il y a trois semaines.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métier, si ça vient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Je suis électricien.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Dans un immeuble, l'étage vaut presque autant que le nom.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Présenter quelqu'un : trois formules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FORMULE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QUAND L'EMPLOYER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vous présente ma sœur.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avec quelqu'un qu'on vouvoie — la plus polie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te présente ma sœur.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avec quelqu'un qu'on tutoie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Voici ma sœur.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tous les jours, plus court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ma sœur.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encore plus court, tout aussi correct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On commence toujours par nommer la personne à qui on parle : « Madame Lachapelle, je vous présente… 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liens familiaux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30765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ma femme, mon mari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14659" y="2121408"/>
            <a:ext cx="674434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personne avec qui on vit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330765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mon garçon, ma fille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4659" y="2778252"/>
            <a:ext cx="674434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ses enfants — on dit aussi mon fils, ma fille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330765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mon frère, ma sœur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4659" y="3435096"/>
            <a:ext cx="674434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les enfants des mêmes parents que soi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330765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mon père, ma mère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4659" y="4091939"/>
            <a:ext cx="674434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ses parents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330765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mon oncle, ma tante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14659" y="4748784"/>
            <a:ext cx="674434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frère ou la sœur d'un parent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330765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mon voisin, ma voisine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14659" y="5405628"/>
            <a:ext cx="674434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pas un lien familial — un lien de porte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ENCHANTÉ OU ENCHANTÉE 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son est le même. Seule l'écriture change.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homme écrit « enchanté », une femme écrit « enchantée ». À l'oral, rien ne se distingue — c'est une règle d'écriture, pas de prononciation.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la présentation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Employez « je m'appelle », « je vous présente », « c'est », « voici » ou « enchantée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Bonjour, ___ Rachid Belkacem, du troisième.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Madame Lachapelle, ___ ma sœur, Leïla.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ma sœur. Elle habite à Longueuil.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— Bonjour ! — Bonjour, ___ 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mon petit garçon. Il a quatre ans.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— Comment ___ , déjà ? — Manon Lachapelle.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la présentation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Bonjour, ___ Rachid Belkacem, du troisième.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je m'appelle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Madame Lachapelle, ___ ma sœur, Leïla.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je vous présente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ma sœur. Elle habite à Longueuil.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C'est / Voici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— Bonjour ! — Bonjour, ___ 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enchantée / enchanté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mon petit garçon. Il a quatre ans.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Voici / C'est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— Comment ___ , déjà ? — Manon Lachapelle.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vous appelez-vous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OUBLIER LE PETIT MOT DU VERBE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appelle Rachid.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m'appelle Rachid.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verbe est « s'appeler » : le petit mot devant n'est jamais facultatif. Il change avec la personne — je m'appelle, tu t'appelles, il s'appelle — et l'apostrophe le colle au verbe.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par deux, en tour de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Présentez-vous, puis présentez votre voisin de table au groupe.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Votre nom et votre étage.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Depuis quand vous habitez là.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nom de votre voisin de table.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lien, si vous en avez un.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réponse de la personne présentée.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la présentation d'une personne de chez vous.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Je vous présente ma sœur, Leïla. Elle habite à Longueuil.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 lien d'abord, le prénom ensuite.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L'escalier de la rue Dézéry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