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des écouteurs : la production orale se fait à l'ordinateur, chacun de son côté, et c'est ce qui permet à un élève timide de se reprendre dix fois sans témoin.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de la production orale, et c'est aussi celle avec laquelle l'enseignante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phrase : la permission, le nom du concierge, la couleur du chat, tout se demande. Un élève qui attend que l'assistant parle n'obtient rien, et c'est exactement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s'enregistre, on s'écoute, on recommence autant de fois qu'on veut. Rien ne part avant que l'élève appuie sur envoyer : le rappeler avant de commencer enlève la moitié de la peur.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hésiter, se reprendre et chercher un mot est normal et n'est pas pénalisé. C'est même le signe qu'on parle au lieu de réciter.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C2, C3 et C4 contiennent déjà presque tout : le faire remarquer avant de commencer. L'élève assemble plutôt qu'il n'invente, et c'est ce qui rend l'exercice tenable en une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 sont les deux erreurs que la correction signale le plus souvent sur cette tâche. Les dire avant, plutôt que de les corriger vingt fois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avant que les élèves commencent, pas au moment de rendre les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n'est pas conservée par le système : elle s'affiche et elle disparaît. Cette note est la seule trace qu'il en restera, et il faut le dire clairement pour que les élèves la prennent.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trois défis se rassemblent en une seule visite : on frappe, on demande sa permission, on invite, on décrit, on remercie. Une production orale, un carton à 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conversation complète avec une voisine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trois défis dans une même production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 carton qu'on glisse sous les portes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recevoir une correction et la relire.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demander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S'annoncer, dire la raison, demander la permission poliment, et comprendre la réponse — oui, oui mais, ou non.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inviter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Donner le jour, l'heure et l'endroit. Répondre à « est-ce que j'apporte quelque chose ? ». Faire un compliment.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3 · décrire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la couleur, la taille, puis le détail — pour un objet trouvé, un animal, ou une personne qu'on cherche.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 VIENT EN PREMIER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deux rôles, autant de reprises qu'on veut.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: la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remise de la cour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(demander une permission),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café de samedi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(inviter), l'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affiche dans l'entrée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(décrire un chat perdu). L'assistant joue la voisine — et il ne dit rien qu'on ne lui demande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Environ 45 secondes,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 · saluer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 · demander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 · inviter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 · remercier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RÉCITER LE DIALOGUE AU LIEU DE PARLER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Apprendre les répliques de Rachid par cœur et les redire.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Employer les structures avec ses propres mots et sa propre situation.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voisine réelle ne donnera pas la réplique attendue. Ce qui se réemploie, ce sont les structures — « excusez-moi de vous déranger », « est-ce que je pourrais », « c'est samedi, à deux heures » — jamais les phrases entières.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carton glissé sous les portes, de 5 à 8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L'occasion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qu'il y aura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futur simple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signature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DEUX DÉTAILS D'ÉCRITURE QUI SE VOIENT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samedi le 14, à 14 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noms de jours ne prennent pas de majuscule — on écrit « samedi », jamais « Samedi ». Et l'heure s'écrit avec une espace avant le h : « 14 h », pas « 14h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quatre temps sont 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vocabulaire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mots du module sont employés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langue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 polie, les trois renseignements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du premier coup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 : une phrase simple et juste vaut mieux qu'une phrase compliquée et fausse.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la correction vous a signalé.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choses réussies, deux choses à travailler.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la note : elle sert à la séance E2.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