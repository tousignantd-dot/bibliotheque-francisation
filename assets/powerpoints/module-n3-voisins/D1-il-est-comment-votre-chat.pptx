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C'est le défi le plus utile hors de l'immeuble : décrire une personne ou un objet sert au poste de police, à l'hôpital, au bureau des objets perdus. Le dire en ouverture.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est celle du défi : la couleur ne suffit jamais, il faut un détail. Laisser le groupe trouver l'idée avant de la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questions à retenir, et elles sont dans les répliques de Rachid : « il est parti quand ? » et « il est comment ? ». Ce sont les deux questions qu'on pose toujours devant une affiche.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description de Manon suit exactement l'ordre du défi : la couleur, la taille, le détail. Faire compter les trois éléments dans sa première réplique — ils y sont tous, en une seule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description, celle d'une personne cette fois — et le même ordre : la taille, puis les cheveux, puis le détail des lunettes. Faire remarquer que trois mots suffisent à reconnaître quelqu'un.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`t3vf` du module interactif, mot pour mot. La cinquième ligne se joue sur un seul mot — cour ou escalier : c'est exactement le genre de détail qui compte quand on rapporte un objet trouvé.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`t3ordre` du module interactif. Faire ressortir l'ordre utile : couleur et taille d'abord — elles se voient de loin —, détail ensuite. C'est la grille de l'affiche de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ramasser sans les nommer : en D2, on les lira à voix haute et le groupe devra retrouver l'objet dans la classe. Une description qui échoue au test est une description à reprendre.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est comment, votre chat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quelque chose se perd dans un immeuble, tout se joue sur la description. D'abord ce qui se voit de loin, ensuite le détail qui ne trompe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description dite à l'oral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la couleur, la taille et le détail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que chaque mot fait connaître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« il est comment ?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décrire ce qu'on a perdu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ffiche-ent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écrit sur une affiche comme celle-là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quoi commence-t-on : la couleur, ou le nom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permet de reconnaître à coup sûr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perdu quelque chose ici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est parti quand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7901" y="2322576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Belkacem ! Vous avez vu mon affiche dans l'entrée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7901" y="3071876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L'affiche pour le chat ? Oui, ce matin. Il est parti quand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7901" y="3821175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Avant-hier soir. Il n'est jamais parti aussi longtemps.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7901" y="4570475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comment ? J'ai vu un chat dans la ruelle hier.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Roux, assez gros, une tache blanche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901" y="19019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roux, assez gros, avec une tache blanche sous le menton.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26512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chat d'hier était roux, oui. Il avait un collier.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901" y="34005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collier bleu ? Caramel porte un collier bleu, sans médaille.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7901" y="41498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Bleu, je pense. Il était un peu peureux, il s'est sauvé.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Ces clés-là, dans l'escalier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901" y="19019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Attendez, j'ai trouvé autre chose. Ces clés-là, dans l'escalier.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26512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Montrez-moi. Un trousseau avec trois clés et un petit ourson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901" y="34005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un ourson en tissu, un peu usé. Elles sont à qui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7901" y="41498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la dame du premier. Grande, cheveux gris courts, lunettes rouges.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chat de Manon est parti avant-hier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Caramel est noir avec des pattes blanches.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Caramel porte un collier bleu, sans médaille.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a vu le chat derrière le garage vert.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a trouvé un trousseau de clés dans la cour.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clés appartiennent à la dame du premier étage.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chat de Manon est parti avant-hier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Caramel est noir avec des pattes blanches.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roux, avec une tache blanche sous le menton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Caramel porte un collier bleu, sans médaille.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a vu le chat derrière le garage vert.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au bout de la ruelle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a trouvé un trousseau de clés dans la cour.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dans l'escalier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clés appartiennent à la dame du premier étage.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mot dit une chose précise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Qu'est-ce que ce bout de description fait connaître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roux », « bleu », « gris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assez gros », « grande », « petit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une tache blanche sous le menton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très peureux », « toujours de bonne humeur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des lunettes rouges », « un collier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vu lundi soir dans la ruelle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mot dit une chose précise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roux », « bleu », « gris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couleur — ce qui se voit de plus loin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assez gros », « grande », « petit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taille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une tache blanche sous le menton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détail qui ne trompe pas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très peureux », « toujours de bonne humeur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caractère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des lunettes rouges », « un collier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que la personne ou l'animal porte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vu lundi soir dans la ruelle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moment et l'endroit de la dernière fois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en trois lignes un objet que vous avez sur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couleur, la taille, puis le détail.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Un sac noir, assez grand, avec une fermeture cassée.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