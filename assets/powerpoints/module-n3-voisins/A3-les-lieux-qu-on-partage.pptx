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et de lecture d'images. Prévoir de projeter les sept photos de l'exercice interactif : elles sont faites pour être vues grandes.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n'a pas de réponse simple, et c'est voulu : elle prépare tout le défi 1. Laisser le désaccord s'installer, puis le nommer — c'est exactement pour ça qu'on demande la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Un immeuble » et « une remise » : les deux genres, dans les deux premiers mots, et personne ne peut deviner lequel est lequel.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`prImg` du module interactif, en texte. Le faire d'abord à l'oral, photos projetées : le glisser-déposer viendra ensuite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Demander qui, dans le groupe, sait à qui s'adresser chez lui pour une clé ou une réparation.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trois mots dans le cahier, avec un dessin plutôt qu'une traduction : le dessin se retient mieux et se refait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chaque phrase complète à voix haute. C'est la première fois que les mots sortent dans une phrase, et c'est ce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listes serviront d'exemples réels au défi 1 : chacun demandera sa permission pour un endroit de son propre immeuble.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lieux qu'on partage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 immeuble, sept endroits n'appartiennent à personne et servent à tout le monde. Savoir les nommer, c'est pouvoir demander quelque chose sans montrer du doigt.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sept lieux communs d'un immeuble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une photo et sa description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avec son article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à quoi sert chaque endroit.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appartient la cour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emise-c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le droit d'utiliser la cour d'un immeuble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remise, au fond : à qui est-elle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y laisser ses affaires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décide, quand deux voisins veulent la même place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lieux de l'immeuble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934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immeuble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1535" y="2121408"/>
            <a:ext cx="81174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 bâtiment qui contient plusieurs logements, les uns au-dessus des autres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1934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palier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1535" y="2778252"/>
            <a:ext cx="81174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espace plat devant les portes, entre deux escaliers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1934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l'entrée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1535" y="3435096"/>
            <a:ext cx="81174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pièce du bas, où arrivent le courrier et les visiteurs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1934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1535" y="4091939"/>
            <a:ext cx="81174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l'espace en arrière, entre l'immeuble et la clôture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1934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remise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1535" y="4748784"/>
            <a:ext cx="81174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petite construction fermée, dans la cour, où on range des choses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1934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ruelle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1535" y="5405628"/>
            <a:ext cx="81174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chemin qui passe en arrière des immeubles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photo pour quelle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la phrase, puis nommez la photo.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L'escalier de métal qui monte en tournant, en avant du bâtiment.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petit espace plat où donnent deux portes de logement.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mur de petites portes où arrive le courrier de tout le monde.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petite construction de bois, au fond de la cour.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corde tendue entre deux poteaux, pour faire sécher le linge.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petit chemin qui passe en arrière des immeubles.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feuille punaisée dans l'entrée, que tout le monde peut lire.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photo pour quelle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L'escalier de métal qui monte en tournant, en avant du bâtiment.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l'escalier extérieur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petit espace plat où donnent deux portes de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palier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mur de petites portes où arrive le courrier de tout le monde.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boîtes aux lettres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petite construction de bois, au fond de la cour.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remise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corde tendue entre deux poteaux, pour faire sécher le linge.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corde à linge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petit chemin qui passe en arrière des immeubles.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ruelle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feuille punaisée dans l'entrée, que tout le monde peut lire.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l'affiche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gens de l'immeuble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48356"/>
          </a:xfrm>
          <a:prstGeom prst="roundRect">
            <a:avLst>
              <a:gd name="adj" fmla="val 5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voisin, une voisine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la personne qui habite à côté ou dans le même immeuble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concierge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celui qui s'occupe de l'immeuble et a les clés des portes communes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975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2559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propriétaire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2559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celui à qui appartient l'immeuble et à qui on paie le loyer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867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14800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faire connaissance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14800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se parler pour la première fois et apprendre qui est l'autre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9661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5264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concierge n'est pas le propriétaire : c'est lui qu'on voit tous les jours, et c'est lui qui a les clés.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MOTS QUI REVIENNENT TOUT LE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installer aujourd'hui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palier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là que se passent les trois quarts des conversations de voisinage : deux portes, un espace de deux mètres, et trente secondes.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L'endroit du défi 1. Fermée, dans la cour, avec une clé chez le concierge — d'où la permission à demander.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l'affiche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L'endroit du défi 3. Punaisée dans l'entrée, elle décrit ce qui manque pour que les voisins le reconnaissent.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Pourquoi ces trois-là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Chacun ouvre un défi du module. Les revoir aujourd'hui, c'est gagner dix minutes trois fois cette semaine.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que ça se passe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lieu de l'immeuble.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prend son courrier dans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vélo passe l'hiver dans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s'est parlé cinq minutes sur ___ du deuxième.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chat s'est sauvé dans ___ , en arrière.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étend ses draps sur ___ dès qu'il fait beau.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L'affiche du chat perdu est punaisée dans ___ 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que ça se passe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prend son courrier dans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l'entrée, aux boîtes aux lettres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vélo passe l'hiver dans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remise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s'est parlé cinq minutes sur ___ du deuxième.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palier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chat s'est sauvé dans ___ , en arrière.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ruelle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étend ses draps sur ___ dès qu'il fait beau.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corde à linge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L'affiche du chat perdu est punaisée dans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l'entrée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Faites la liste des lieux communs de votre immeuble.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Ceux qui existent chez vous, et ceux qui n'existent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Marquez celui que vous utilisez le plus souvent.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