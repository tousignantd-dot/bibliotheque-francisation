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Elle renverse les rôles : jusqu'ici l'élève était celui qui invite, il devient celui qu'on invite. C'est la moitié du défi qu'on oublie le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`t2rep` du module interactif. Faire remarquer que la quatrième n'est ni un oui ni un non, et que c'est parfaitement poli : on a le droit de ne pas savoir tout de suite, à condition de donner une date pour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Un « non » seul, sans raison, blesse presque toujours dans un immeuble : l'autre se demande ce qu'il a fait.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note du bas est la règle culturelle la plus utile de la séance : un compliment sur le corps ou l'âge, ici, met mal à l'aise. Le dire sans en faire un interdit solennel.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`t2compl` du module interactif. « Quel » et « quelle » s'accordent avec le nom qui suit ; « que » et « comme » ne changent jamais. C'est tout ce qu'il faut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pratiquer le tour complet, deux par deux : compliment, merci, et rien de plus. C'est court, et c'est exactement ce qui manque le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`t2carton` du module interactif. Projeter le carton et faire souligner les six renseignements avant de répondre : c'est le modèle que l'élève copiera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: c'est le seul écrit du module où l'élève répond au lieu d'initier. Corriger la politesse d'abord, la grammaire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Répondre, complimenter, lire le carton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Jusqu'ici, on invitait. Cette fois on est invité : accepter, refuser sans blesser, dire une phrase gentille une fois sur place, et comprendre le carton trouvé sous sa porte.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 une invitation en une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refuser en donnant une raison, ou en proposant autre chose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un compliment sur ce que la personne a 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carton et y trouver ce qui est demandé.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Accepter, ou refuser sans blesser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Qu'est-ce que la personne fait vraiment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Avec plaisir ! À samedi.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C'est gentil, mais je garde ma petite-fille ce jour-là.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Samedi, je ne peux pas. Est-ce que dimanche irait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voir, je vous le dis demain.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Merci d'avoir pensé à moi.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peux venir avec ma fille ?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Accepter, ou refuser sans blesser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Avec plaisir ! À samedi.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accepte tout de suite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C'est gentil, mais je garde ma petite-fille ce jour-là.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refuse et elle dit pourquoi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Samedi, je ne peux pas. Est-ce que dimanche irait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refuse et propose un autre moment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voir, je vous le dis demain.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ne répond pas encore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Merci d'avoir pensé à moi.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remercie de l'invitation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peux venir avec ma fille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accepte et demande une permission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REFUS SE DONNE AVEC SA RAISON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gentil, mais je garde ma petite-fille ce jour-là.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morceaux : on remercie, on refuse, on dit pourquoi. La raison n'a pas besoin d'être longue ni vraie dans le détail — elle montre qu'on a considéré l'invitation.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Complimenter : sur quoi porte la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COMPLIMENTE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c'est bon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qu'on mange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cuisinez bien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que la personne a fait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vous va bien 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que la personne porte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belle porte 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chose de la maison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compliment porte sur ce que la personne a fait ou choisi, jamais sur ce qu'elle 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Que, comme, quel, quelle ou 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phrase gentille.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c'est bon, ces biscuits-là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belle porte ! C'est vous qui l'avez peinte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beau salon vous avez 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manteau est neuf ? ___ vous va bien 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c'est gentil d'avoir pensé à moi 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bonne idée, ce café entre voisins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Que, comme, quel, quelle ou 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c'est bon, ces biscuits-là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— ou : Comme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belle porte ! C'est vous qui l'avez peinte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beau salon vous avez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manteau est neuf ? ___ vous va bien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c'est gentil d'avoir pensé à moi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— ou : 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bonne idée, ce café entre voisins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ON REMERCIE, ON NE SE DÉFEND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— Vous cuisinez bien ! — Merci, c'est gentil.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Répondre « non, ce n'est pas vrai » ou « ce n'était rien » est une politesse dans beaucoup de pays. Ici, elle met l'autre mal à l'aise : il a dit quelque chose de vrai, et on le contredit.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carton glissé sous les portes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« Petit café entre voisins — Nous venons d'arriver au 3A et nous aimerions vous connaître. La rencontre aura lieu le samedi 14, à 14 h, chez nous, au 3A. Il y aura du café, du thé et des gâteaux. N'apportez rien : votre bonne humeur suffit. Confirmez SVP en glissant un mot sous notre porte. — Rachid, Amina et Sami Belkacem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L'invitation dit le jour et l'heure.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apporter un dessert.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rencontre a lieu chez la voisine du deuxième.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demande aux voisins de répondre.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répond en glissant un mot sous la porte du 3A.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personnes signent l'invitation.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carton glissé sous les portes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L'invitation dit le jour et l'heure.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samedi 14, à 14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apporter un dessert.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« n'apportez rien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rencontre a lieu chez la voisine du deuxième.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3A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demande aux voisins de répondre.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« confirmez SVP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répond en glissant un mot sous la porte du 3A.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personnes signent l'invitation.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Rachid, Amina et Sami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Répondez au carton de Rachid, en deux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acceptez, ou vous refusez avec une raison.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Merci d'avoir pensé à moi. Je serai là samedi à 14 h.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