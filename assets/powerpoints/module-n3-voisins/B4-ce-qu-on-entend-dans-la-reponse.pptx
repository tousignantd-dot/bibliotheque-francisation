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d'écoute, la dernière du défi 1. Elle ferme la boucle ouverte en B1 : on a appris à demander, on apprend maintenant à 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remarquer que la troisième n'est ni un oui ni un non : beaucoup d'élèves l'entendent comme un refus et abandonnent, alors que la permission est simplement ailleurs.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`t1rep` du module interactif. Le faire à l'oral d'abord, livre fermé : la réponse se devine au ton avant de se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vaut d'être discutée : dans plusieurs cultures, insister poliment est une marque de respect. Ici, non. Le dire sans jugement — ce n'est pas une question de bien ou de mal, mais d'usage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`t1qui` du module interactif, qui se fait avec l'audio. Le faire ici sans le texte sous les yeux : c'est la forme de la phrase — question ou affirmation — qui donne la réponse, pas le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piège le plus utile du module. Le faire jouer à deux : l'un renvoie, l'autre remercie et demande où trouver la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cinq minutes. C'est la grille d'écoute du jeu de rôle : l'élève qui l'a écrite reconnaît les réponses de l'assistant au lieu de les subir.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B4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qu'on entend dans la réponse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Demander est la moitié du travail. L'autre moitié, c'est de comprendre ce qui revient — un oui franc, un oui avec une condition, un non poli, ou un « ce n'est pas à moi de décider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50 minutes  ·  L'escalier de la rue Dézéry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une demande à la réponse qu'elle appelle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refus poli d'un renvoi vers quelqu'un d'autre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à l'oreille qui parle : celui qui demande ou celle qui répond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condition cachée dans un « oui, mais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réponses possibles à une demande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MANON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sûr, allez-y.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oui, franchement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Oui, mais accrochez-le au mur.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oui, à une condition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concierge a la clé.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ne décide pas : voyez la bonne personne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préfère que non.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non, poliment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788289"/>
          </a:xfrm>
          <a:prstGeom prst="roundRect">
            <a:avLst>
              <a:gd name="adj" fmla="val 18559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310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Aucune des quatre ne commence par « non ». C'est ce qui rend l'écoute difficile, et ce qui s'apprend ici.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chaque demande, sa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; plusieurs réponses semblent possibles, une seule 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mettre mon vélo dans la remise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attacher mon vélo à la rampe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qu'il faut demander à quelqu'un d'autre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étendre mon linge dehors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vous dérange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laisser la porte de la cour ouverte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chaque demande, sa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mettre mon vélo dans la remise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Bien sûr, allez-y. Il y a de la place au fond.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attacher mon vélo à la rampe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préfère que non : il faut garder la sortie libre.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qu'il faut demander à quelqu'un d'autre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concierge a la clé. Voyez monsieur Nadeau.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étendre mon linge dehors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de problème, la corde est à tout le monde.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vous dérange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du tout. Entrez une minute.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laisser la porte de la cour ouverte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J'aimerais mieux pas. Le chat sortirait.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REFUS, DEUX FAÇONS DE LE DIRE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pourquoi ça compte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« Je préfère que non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24429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refus le plus courant entre voisins. Il ne dit pas « non » : il dit ce que la personne préfère. On n'insiste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« J'aimerais mieux pas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24429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même refus, encore plus doux. Souvent suivi de la raison — « le chat sortirait ». La raison, c'est la politesse.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Ce qu'on répond dans les deux 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41850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comprends, merci quand même. » Et on cherche autre chose. Insister coûte la permission suivante.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Ce qu'on ne fait pas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41850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Demander pourquoi sur un ton fâché, ou redemander le lendemain en espérant une autre réponse. Dans un immeuble, on se recroise tous les jours.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parle : Rachid ou Manon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phrase. Est-ce celui qui demande, ou celle qui répond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le mettre dans la remise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sûr, allez-y.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vous dérange deux minutes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préfère que non.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faudrait demander au concierge.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pourrais l'accrocher au mur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parle : Rachid ou Manon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le mettre dans la remise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Rachid demande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sûr, allez-y.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Manon répond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vous dérange deux minutes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Rachid demande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préfère que non.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Manon répond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faudrait demander au concierge.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Manon répond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pourrais l'accrocher au mur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Rachid demande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ENTENDRE UN REFUS LÀ OÙ IL N'Y EN A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Le concierge a la clé. » — Bon, tant pis, je laisse faire.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Le concierge a la clé. » — D'accord, je vais le voir. Merci 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renvoi vers quelqu'un d'autre n'est pas un refus : c'est une permission qui a une adresse. Beaucoup d'élèves abandonnent ici, à une porte de la réponse qu'ils cherchaient.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les quatre réponses de Manon dans votre cahier.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ligne chacune, avec ce qu'elle veut dire.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les entendrez toutes les quatre en E1.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L'escalier de la rue Dézéry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