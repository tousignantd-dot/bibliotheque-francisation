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au groupe qui connaît le nom de son voisin de palier. Les réponses — souvent aucune — ouvrent le module mieux que n'importe quelle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venir les réponses dans n'importe quelle langue, puis nommer les lieux en français au tableau : l'escalier, le palier, l'entrée, les boîtes aux lettres, la cour, la ruelle. C'est la liste de vocabulaire du module qui se construit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répliques, trois renseignements : le nom, l'étage, depuis quand. Faire remarquer que Manon donne les siens aussitôt après ceux de Rachid — c'est la règle non écrite de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profession et l'horaire arrivent sans qu'on les demande vraiment : c'est ainsi qu'une conversation d'escalier avance. Faire relever les deux liens familiaux nommés — ma femme, mon petit garçon.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moment de la présentation d'un tiers. Faire remarquer l'ordre : on nomme d'abord la personne à qui on parle, puis on présente. Et la phrase de Manon à la fin : c'est une offre d'aide, elle appelle un merci.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nommer chaque ligne par un élève différent, avec l'article.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la phrase par chaque élève, avec son vrai étage. Deux minutes, et tout le monde a parlé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C'est l'exercice `pr1` du module interactif, mot pour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la séance A4 sur les formules de présentation et donne à chacun sa phrase de départ pour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C'est vous, le nouveau du troisième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peut habiter deux ans dans un immeuble sans jamais parler à personne. La première conversation ne dure pas une minute, et c'est elle qui décide de toutes les autres.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et les gens d'un immeuble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première conversation entre voisins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se présenter : son nom, son étage, depuis quand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quelqu'un et dire le lien qui vous unit.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Où est-ce qu'on se croise, dans un immeuble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scalier-exterie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quels endroits croisez-vous vos voisins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se dit bonjour, chez vous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Connaissez-vous le nom de quelqu'un de votre immeuble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empêche de parler à un voisin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vous, le nouveau du troisième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7901" y="232257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C'est vous, le nouveau du troisième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7901" y="307187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c'est moi. Rachid Belkacem. Bonjour, madame.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7901" y="3821175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Manon Lachapelle, du deuxième. Bienvenue dans l'immeuble.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7901" y="4570475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Nous sommes arrivés il y a trois semaines.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plusieurs, chez 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? Vous êtes plusieurs, chez 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6512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femme, mon petit garçon et moi. Il a quatre 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4005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ans ! C'est le bel âge. Et vous travaillez dans le coin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41498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électricien. Je pars tôt le matin, vers six heures.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vous présente ma sœur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LEILA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Rachid, tu viens ? La porte est restée ouverte en haut.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6512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minute. Madame Lachapelle, je vous présente ma sœur, Leïla.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4005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Enchantée.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41498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Enchantée. Si vous avez besoin de quelque chose, je suis au 2B.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d'un immeuble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L'ENDROIT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l'escalier, le palier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se croise, on se salue en passant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l'entrée, les boîtes aux lettres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prend son courrier, on lit les affiches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cour, la remise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range son vélo, on étend son linge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ruelle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passe en arrière, les enfants y jouent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Ces endroits appartiennent à tout le monde en même temps — c'est tout le sujet du défi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SE PRÉSENTER, EN TROIS RENSEIGNEMENTS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m'appelle Rachid Belkacem, du troisième.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nom, l'étage, et souvent depuis quand on habite là. Dans un immeuble, l'étage vaut presque autant que le nom : c'est lui qui permet au voisin de vous replacer le lendemain.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habite au troisième depuis trois semaines.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vient d'arriver dans l'immeuble, elle aussi.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est électricien et il part travailler très tôt.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est la femme de Rachid.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habite dans le même immeuble que son frère.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dit à Rachid où la trouver s'il a besoin d'aide.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habite au troisième depuis trois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vient d'arriver dans l'immeuble, elle aussi.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est là depuis onze 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est électricien et il part travailler très tôt.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est la femme de Rachid.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sa sœur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habite dans le même immeuble que son frère.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habite à Longueuil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dit à Rachid où la trouver s'il a besoin d'aide.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présentation en trois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nom, votre étage, depuis quand vous habitez là.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le nom d'une personne de chez vous, avec son lien.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