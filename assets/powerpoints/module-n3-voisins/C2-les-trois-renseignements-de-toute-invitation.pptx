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Commencer par les billets de C1 : lire trois invitations à voix haute et faire chercher au groupe ce qui manque. C'est plus efficace que la règle donnée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d'élèves auront écrit « bientôt » dans leur billet de C1 — sans mauvaise volonté, c'est la formule prudente. Nommer le problème sans le reprocher.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la forme de la troisième réponse : « chez nous » ne suffit pas dans un immeuble, il faut le numéro de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`t2inv` du module interactif, mot pour mot. Insister sur l'accent grave de « où » : sans lui, c'est le « ou » du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évite un vrai malentendu : dans plusieurs pays, arriver les mains vides est impoli, et l'invité se met en dépense.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son propre numéro de porte à voix haute. Plusieurs ne l'ont jamais prononcé en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seulement la présence des trois renseignements et leur ordre. La forme du verbe se travaille en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C'est la deuxième version de la même invitation. Elle servira de brouillon au carton écrit de E1 — le dire, ça change le soin qu'on 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trois renseignements de toute invitation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Quand, à quelle heure, où. Trois questions courtes, et trois réponses obligatoires : sans elles, l'invité ne sait pas où frapper.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questions « quand », « à quelle heure » et « où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les trois renseignements sans qu'on les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qui est invité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poliment à « est-ce que j'apporte quelque chose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SANS JOUR, CE N'EST PAS UNE INVITATION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Venez prendre un café samedi, à deux heures, chez nous.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de ces jours », « bientôt », « quand vous voulez » : ce sont des intentions polies, pas des invitations. Personne ne vient jamais.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questions et leurs réponses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 DE RACHID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quand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Samedi.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à quelle heure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deux heures.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où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Chez nous, au 3A.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est-ce qui vient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voisins de l'immeuble.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donne les trois premières sans attendre qu'on les demande. La quatrième se donne si on la connaît.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 ou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« quand », « à quelle heure », « où », « qui » ou « quelque chose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C'est ___ ? — Samedi.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Et c'est ___ ? — À deux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C'est ___ ? — Chez nous, au 3A.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___ est-ce qui vient ? — Les voisins de l'immeuble.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Est-ce que j'apporte ___ ? — Rien du tout, merci.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On se voit ___, alors ? — Samedi, à deux heures.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 ou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C'est ___ ? — Samedi.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Et c'est ___ ? — À deux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quelle heure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C'est ___ ? — Chez nous, au 3A.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___ est-ce qui vient ? — Les voisins de l'immeuble.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Est-ce que j'apporte ___ ? — Rien du tout, merci.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quelque chose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On se voit ___, alors ? — Samedi, à deux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FAÇONS DE RÉPONDRE À « J'APPORTE QUELQUE CHOSE ?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que chacune 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Apportez seulement votre bonne humeur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réponse de celui qui reçoit et qui ne veut rien demander. Elle est chaleureuse et elle ferme la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Un dessert, si vous voulez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on accepte vraiment de l'aide. On nomme une chose précise, jamais « ce que vous voulez » — c'est plus difficile pour l'invité.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Ce que l'invité fait quand même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apporte souvent quelque chose. Manon insiste avec ses biscuits, et c'est normal : on accepte en remerciant.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Ce qu'on ne demande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 l'argent, ou une chose chère. Entre voisins, l'invitation reste petite — c'est ce qui la rend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INVITER SANS DIRE OÙ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Venez prendre un café samedi à deux heures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Venez prendre un café samedi à deux heures, chez nous, au 3A.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immeuble, « chez nous » ne suffit pas : six portes se ressemblent. Le numéro de logement fait partie de l'adresse, au même titre que le numéro de la 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l'invitation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phrase, avec les trois renseignements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café, chez vous, dimanche après-midi.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souper, samedi soir, chez le voisin du premier.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thé, mercredi, dans la cour de l'immeuble.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fête pour l'anniversaire de votre fils.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l'invitation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café, chez vous, dimanche après-midi.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Venez prendre un café dimanche, à deux heures, chez moi au 402.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souper, samedi soir, chez le voisin du premier.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Venez souper samedi, à six heures, chez moi au 1B.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thé, mercredi, dans la cour de l'immeuble.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Venez prendre un thé mercredi, à trois heures, dans la cour.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fête pour l'anniversaire de votre fils.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Venez fêter les cinq ans de mon fils samedi, à une heure, au 3A.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votre invitation de C1,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jour, l'heure, l'endroit avec le numéro de porte.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pourquoi vous invitez : une seule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