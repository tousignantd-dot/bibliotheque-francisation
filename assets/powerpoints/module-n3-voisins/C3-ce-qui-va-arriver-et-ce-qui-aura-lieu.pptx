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d'écriture, la plus grammaticale du module. Elle se justifie par le carton de E1 : sans le futur simple, l'élève écrit son invitation comme il la dirait, et le carton sonne faux.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produire cinq phrases avec le groupe, à partir de ce que chacun fera ce soir. Le futur proche s'installe vite parce qu'il n'a qu'une forme à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lire les deux colonnes à voix haute, l'une après l'autre. La colonne de droite sonne « écrit » même prononcée — c'est ce qu'il faut entendre.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formes suffisent pour écrire n'importe quel carton d'invitation. Les faire copier telles quelles dans le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`t2futur` du module interactif, mot pour mot. La question à poser avant chaque réponse n'est pas « quel temps ? » mais « est-ce que je le dis ou est-ce que je l'écris ? ». C'est ça qui décide.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dévaloriser l'oral au passage : la colonne de gauche est du bon français d'ici, et c'est celle qu'il faut employer en parlant. Deux canaux, deux registres.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remarquer qu'on dit aussi comment répondre : sans ça, l'invité ne sait pas quoi faire de la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Ces trois phrases entrent telles quelles dans le carton de E1. Ramasser et corriger seulement les formes du futur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va arriver, et ce qui aura lieu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futurs, et ils ne servent pas au même endroit. L'un se dit sur le palier, l'autre s'écrit sur le carton qu'on glisse sous les portes.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L'escalier de la rue Dézéry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futur proche à l'oral : « je vais apporter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futur simple à l'écrit : « la fête aura lieu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par cœur « il y aura », « ce sera », « nous serons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« confirmez SVP » au bon endroit.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FUTUR DE TOUS LES JOURS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vais apporter mes biscuits.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verbe « aller », puis le verbe qui ne change pas. C'est le futur qu'on entend partout, à l'oral, pour ce qui est décidé et proche.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futurs, deux endroits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DIT, SUR LE PALIER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ÉCRIT, SUR LE CARTON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apporter des gâteaux.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y aura du café et des gâteaux.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va se voir samedi.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rencontre aura lieu samedi.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va être chez nous.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sera chez nous, au 3A.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va être une dizaine.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Nous serons une dizaine.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Même sens des deux côtés. Ce qui change, c'est le canal : l'oral prend le futur proche, l'écrit prend le simple.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FORMES À SAVOIR PAR CŒUR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Elles reviennent dans tous les cartons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y aura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Il y aura du café, du thé et des gâteaux. » C'est la forme qui annonce ce qu'on trouvera sur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sera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Ce sera chez nous, au 3A. » Elle donne l'endroit sans répéter le verbe « avoir lieu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Nous serons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Nous serons une dizaine. » Elle rassure : l'invité sait dans quoi il entre.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Aura lieu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La rencontre aura lieu le samedi 14, à 14 h. » C'est la formule des affiches et des cartons. On ne la dit jamais à voix haute.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Futur proche ou futur simple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le verbe entre parenthèses à la forme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(apporter) mes biscuits, j'insiste.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 sœur ___ (faire) des gâteaux pour samedi.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 le carton, j'écris : la fête ___ (avoir) lieu samedi.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___ (être) chez nous, au 3A.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___ (avoir) du café et des gâteaux.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___ (se voir) samedi, alors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Futur proche ou futur simple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(apporter) mes biscuits, j'insiste.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vais apporter — on le 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 sœur ___ (faire) des gâteaux pour samedi.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va faire — on le 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 le carton, j'écris : la fête ___ (avoir) lieu samedi.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aura — on l'écrit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___ (être) chez nous, au 3A.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sera — on l'écrit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___ (avoir) du café et des gâteaux.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aura — on l'écrit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___ (se voir) samedi, alors !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va se voir — on le dit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ÉCRIRE LE CARTON COMME ON PARLE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Samedi on va faire un café pis ça va être chez nous.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rencontre aura lieu samedi 14, à 14 h, chez nous, au 3A.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carton se lit sans la voix, par des gens qu'on ne connaît pas encore. Ce qui passe très bien sur le palier — « on va faire », « pis » — donne à l'écrit un mot glissé à la va-vite.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CONFIRMEZ SVP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Confirmez SVP en glissant un mot sous notre porte.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phrase qui demande une réponse. On l'écrit à la fin du carton ; on ne la dit jamais de vive voix — en personne, on demande simplement « vous pensez pouvoir venir ?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de votre carton, au futur simple.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pour l'endroit, une pour ce qu'il y aura, une pour la réponse.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La rencontre aura lieu… Il y aura… Confirmez SVP…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L'escalier de la rue Dézéry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