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Le lien avec le défi 1 est direct : Rachid a obtenu sa permission, Manon l'a aidé avec ses boîtes, et il veut rendre la politesse. C'est ce qui rend l'invitation naturelle.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ramène presque toujours la même réponse : la peur de déranger, et la peur de mal parler. Le module répond aux deux, et il vaut la peine de le dire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ordre qu'au défi 1 : la raison d'abord, la demande ensuite. Rachid n'invite pas encore — il explique pourquoi il va inviter. Faire remarquer la réponse de Manon : « ce n'était rien » ne refuse pas, c'est de la modestie.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séance tient dans deux répliques : Manon demande « c'est quand ? », et Rachid répond par les trois renseignements d'un coup. Faire compter les renseignements sur les doigts : jour, heure,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choses à relever : la question qu'on pose toujours quand on est invité, la réponse polie de celui qui reçoit, et le compliment — qui porte sur ce que la personne a fait, pas sur ce qu'elle est. Le compliment se travaille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de la production écrite de E1 — le carton devra contenir exactement ces quatre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`t2vf` du module interactif, mot pour mot. 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et compter les trois renseignements : c'est le diagnostic le plus rapide du défi. Ceux qui en oublient un le referont en C2, sur leur propre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Venez prendre un café samedi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invitation qui ne dit ni le jour, ni l'heure, ni l'endroit n'est pas une invitation : c'est une intention. Rachid, lui, donne les trois.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invitation dite de vive voix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 jour, l'heure et l'endroit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réponse qui accepte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un compliment et ce qu'il 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 déjà invité un voisin chez lui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alier-por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invite ses voisins, chez 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empêche d'inviter quelqu'un du même immeuble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quand on invite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la personne dit non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voudrais vous remercier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7901" y="232257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Lachapelle, vous avez deux minutes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307187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oui. Qu'est-ce qui se passe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821175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m'avez aidé avec mes boîtes. Je voudrais vous remercier.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570475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7901" y="4570475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n'était rien, voyons.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quand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fait un petit café chez nous. Est-ce que vous voulez venir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plaisir. C'est quand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4005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Samedi, à deux heures. Chez nous, au 3A.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1498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Samedi, deux heures. Je vais l'écrire sur mon calendrier.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est belle, votre porte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j'apporte quelque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Apportez seulement votre bonne humeur.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7901" y="34005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non, je vais apporter mes biscuits. J'insiste.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7901" y="41498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 donc, elle est belle, votre porte repeinte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l'invitation 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RENSEIGNEMENT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LE DIALOGUE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samedi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deux heures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L'endroit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chez nous, au 3A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L'occasion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pour vous remercier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premiers ne se négocient pas. Le quatrième rassure : on sait pourquoi on est invité.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invite Manon pour la remercier de son aide.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café a lieu vendredi soir.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écrit le rendez-vous sur son calendrier.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demande à Manon d'apporter un dessert.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décide quand même d'apporter ses biscuits.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fait un compliment sur la porte repeinte.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invite Manon pour la remercier de son aide.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café a lieu vendredi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samedi, à deux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écrit le rendez-vous sur son calendrier.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demande à Manon d'apporter un dessert.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« apportez seulement votre bonne humeur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décide quand même d'apporter ses biscuits.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elle insiste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fait un compliment sur la porte repeinte.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l'invitation que vous feriez, en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jour, l'heure et l'endroit doivent y être.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Venez prendre un thé dimanche, à trois heures, chez moi au 402.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