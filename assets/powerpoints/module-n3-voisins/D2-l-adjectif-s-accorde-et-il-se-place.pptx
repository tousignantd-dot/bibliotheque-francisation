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d'écriture. Commencer par le jeu des billets de D1 : lire trois descriptions à voix haute, faire retrouver l'objet dans la classe. Celles qui échouent montrent d'elles-mêmes ce qui manque.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Le point important est celui de la précision : le féminin change le son, le pluriel non. C'est ce qui explique que l'erreur du pluriel survive longtemps à l'écrit.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Ne pas chercher de règle derrière la liste — il n'y en a pas d'utile à ce niveau. Sept mots à connaître, et tout le reste passe derrière.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`t3adj` du module interactif, mot pour mot. Faire chercher le nom avant d'écrire l'adjectif : c'est lui qui commande, et l'élève qui le nomme d'abord se trompe rarement.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nuance de « trop » est celle qui manque le plus souvent : beaucoup d'élèves l'emploient comme un simple « beaucoup », ce qui donne des compliments qui sonnent comme des reproches.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`t3int` du module interactif. Les deux dernières lignes opposent « très » et « trop » sur la même construction : c'est là que la différence s'entend le mieux.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`t3aff` du module interactif. Projeter l'affiche et faire souligner les six renseignements : nom, couleur, taille, détail, caractère, lieu et porte. C'est le modèle de l'écrit demandé au billet.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six lignes au plus. Ramasser : c'est le dernier écrit avant les productions de E1, et le seul où l'élève écrit pour des inconnus.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L'adjectif s'accorde, et il se place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chat roux, une tuque rousse. Un collier bleu, une porte bleue. L'adjectif suit le nom — en genre, en nombre, et le plus souvent en position.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L'escalier de la rue Dézéry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accorder l'adjectif avec le nom qu'il décrit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placer l'adjectif après le nom, sauf les quelques-uns qui passent devant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très, assez, un peu et trop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affiche complète pour un objet ou un animal perdu.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IL S'ACCORDE AVEC LE NOM</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chat roux, une tuque rousse. Un collier bleu, une porte bleue.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féminin, on ajoute souvent un « e » — et il s'entend : rousse, bleue, blanche. Au pluriel, un « s » — qui, lui, ne s'entend pas.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se place l'adjectif</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PLACE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LES ADJECTIFS CONCERNÉS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après le nom — la règle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les couleurs, les formes, les matières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chat roux, un ourson usé</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avant le nom — l'exception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les courts et les plus courants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petit ourson, une grande dame, un beau chat</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exceptions sont peu nombreuses : petit, grand, beau, vieux, jeune, bon, gros. On les apprend comme une liste.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l'adjectif à la bonne forme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Attention au genre et au nombre du nom.</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Caramel est un chat ___ (roux).</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porte un collier ___ (bleu).</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une tache ___ (blanc) sous le menton.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dame du premier a les cheveux ___ (court).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porte des lunettes ___ (rouge).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les clés, il y a un ___ (petit) ourson en tissu.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l'adjectif à la bonne forme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Caramel est un chat ___ (roux).   </a:t>
            </a:r>
            <a:r>
              <a:rPr sz="1400" b="1" i="0">
                <a:solidFill>
                  <a:srgbClr val="07734A"/>
                </a:solidFill>
                <a:latin typeface="Verdana"/>
              </a:rPr>
              <a:t>» roux</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porte un collier ___ (bleu).   </a:t>
            </a:r>
            <a:r>
              <a:rPr sz="1400" b="1" i="0">
                <a:solidFill>
                  <a:srgbClr val="07734A"/>
                </a:solidFill>
                <a:latin typeface="Verdana"/>
              </a:rPr>
              <a:t>» bleu</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une tache ___ (blanc) sous le menton.   </a:t>
            </a:r>
            <a:r>
              <a:rPr sz="1400" b="1" i="0">
                <a:solidFill>
                  <a:srgbClr val="07734A"/>
                </a:solidFill>
                <a:latin typeface="Verdana"/>
              </a:rPr>
              <a:t>» blanche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dame du premier a les cheveux ___ (court).   </a:t>
            </a:r>
            <a:r>
              <a:rPr sz="1400" b="1" i="0">
                <a:solidFill>
                  <a:srgbClr val="07734A"/>
                </a:solidFill>
                <a:latin typeface="Verdana"/>
              </a:rPr>
              <a:t>» courts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porte des lunettes ___ (rouge).   </a:t>
            </a:r>
            <a:r>
              <a:rPr sz="1400" b="1" i="0">
                <a:solidFill>
                  <a:srgbClr val="07734A"/>
                </a:solidFill>
                <a:latin typeface="Verdana"/>
              </a:rPr>
              <a:t>» rouges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les clés, il y a un ___ (petit) ourson en tissu.   </a:t>
            </a:r>
            <a:r>
              <a:rPr sz="1400" b="1" i="0">
                <a:solidFill>
                  <a:srgbClr val="07734A"/>
                </a:solidFill>
                <a:latin typeface="Verdana"/>
              </a:rPr>
              <a:t>» petit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QUATRE MOTS QUI DISENT COMBIEN</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Très peureux. Assez gros. Un peu usé. Trop de place.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Toujours devant l'adjectif, jamais derrière. Et « trop » dit toujours qu'il y a un problème : un chat n'est pas « trop gros » si personne ne s'en plaint.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Très, assez, un peu ou trop</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Choisissez le mot qui dit la bonne quantité.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Caramel est ___ peureux : il se sauve tout le temps.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___ gros, mais ce n'est pas un gros chat.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L'ourson des clés est ___ usé, il a servi longtemps.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vélo prend ___ de place : je dois le déménager.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Madame Lachapelle a été ___ gentille avec nous.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L'escalier est ___ étroit pour monter un divan.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Très, assez, un peu ou trop</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Caramel est ___ peureux : il se sauve tout le temps.   </a:t>
            </a:r>
            <a:r>
              <a:rPr sz="1400" b="1" i="0">
                <a:solidFill>
                  <a:srgbClr val="07734A"/>
                </a:solidFill>
                <a:latin typeface="Verdana"/>
              </a:rPr>
              <a:t>» très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___ gros, mais ce n'est pas un gros chat.   </a:t>
            </a:r>
            <a:r>
              <a:rPr sz="1400" b="1" i="0">
                <a:solidFill>
                  <a:srgbClr val="07734A"/>
                </a:solidFill>
                <a:latin typeface="Verdana"/>
              </a:rPr>
              <a:t>» assez</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L'ourson des clés est ___ usé, il a servi longtemps.   </a:t>
            </a:r>
            <a:r>
              <a:rPr sz="1400" b="1" i="0">
                <a:solidFill>
                  <a:srgbClr val="07734A"/>
                </a:solidFill>
                <a:latin typeface="Verdana"/>
              </a:rPr>
              <a:t>» un peu</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vélo prend ___ de place : je dois le déménager.   </a:t>
            </a:r>
            <a:r>
              <a:rPr sz="1400" b="1" i="0">
                <a:solidFill>
                  <a:srgbClr val="07734A"/>
                </a:solidFill>
                <a:latin typeface="Verdana"/>
              </a:rPr>
              <a:t>» trop</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Madame Lachapelle a été ___ gentille avec nous.   </a:t>
            </a:r>
            <a:r>
              <a:rPr sz="1400" b="1" i="0">
                <a:solidFill>
                  <a:srgbClr val="07734A"/>
                </a:solidFill>
                <a:latin typeface="Verdana"/>
              </a:rPr>
              <a:t>» très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L'escalier est ___ étroit pour monter un divan.   </a:t>
            </a:r>
            <a:r>
              <a:rPr sz="1400" b="1" i="0">
                <a:solidFill>
                  <a:srgbClr val="07734A"/>
                </a:solidFill>
                <a:latin typeface="Verdana"/>
              </a:rPr>
              <a:t>» trop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L'affiche punaisée dans l'entrée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 Mon chat est perdu. Il s'appelle Caramel. C'est un chat roux, assez gros, avec une tache blanche sous le menton. Il porte un collier bleu, sans médaille. Il est très peureux : n'essayez pas de le prendre, appelez-moi. Vu pour la dernière fois lundi soir, dans la ruelle. Manon Lachapelle, 2B.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donne le nom de l'animal.</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chat est petit et noir.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collier porte une médaille avec un numéro.</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demande de ne pas essayer de prendre le chat.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sait où le chat a été vu la dernière fois.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dit à quelle porte frapper.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L'affiche punaisée dans l'entrée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donne le nom de l'animal.   </a:t>
            </a:r>
            <a:r>
              <a:rPr sz="1400" b="1" i="0">
                <a:solidFill>
                  <a:srgbClr val="07734A"/>
                </a:solidFill>
                <a:latin typeface="Verdana"/>
              </a:rPr>
              <a:t>» vrai — Caramel</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chat est petit et noir.   </a:t>
            </a:r>
            <a:r>
              <a:rPr sz="1400" b="1" i="0">
                <a:solidFill>
                  <a:srgbClr val="07734A"/>
                </a:solidFill>
                <a:latin typeface="Verdana"/>
              </a:rPr>
              <a:t>» faux — roux et assez gros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collier porte une médaille avec un numéro.   </a:t>
            </a:r>
            <a:r>
              <a:rPr sz="1400" b="1" i="0">
                <a:solidFill>
                  <a:srgbClr val="07734A"/>
                </a:solidFill>
                <a:latin typeface="Verdana"/>
              </a:rPr>
              <a:t>» faux — sans médaille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demande de ne pas essayer de prendre le chat.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sait où le chat a été vu la dernière fois.   </a:t>
            </a:r>
            <a:r>
              <a:rPr sz="1400" b="1" i="0">
                <a:solidFill>
                  <a:srgbClr val="07734A"/>
                </a:solidFill>
                <a:latin typeface="Verdana"/>
              </a:rPr>
              <a:t>» vrai — dans la ruelle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dit à quelle porte frapper.   </a:t>
            </a:r>
            <a:r>
              <a:rPr sz="1400" b="1" i="0">
                <a:solidFill>
                  <a:srgbClr val="07734A"/>
                </a:solidFill>
                <a:latin typeface="Verdana"/>
              </a:rPr>
              <a:t>» vrai — au 2B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l'affiche d'un objet ou d'un animal perdu.</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nom, la couleur, la taille, le détail.</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Où et quand vous l'avez vu la dernière fois, et votre numéro de porte.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L'escalier de la rue Dézéry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