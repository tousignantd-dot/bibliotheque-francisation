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Reprendre au tableau deux demandes ramassées au billet de B2 et faire chercher ce qui s'y répète : le nom de l'objet revient presque toujours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relire la phrase avec la répétition — « je vais mettre mon vélo dans la remise » — puis sans. Le groupe entend tout de suite laquelle sonne 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quatrième ligne est celle qui coûte : faire chercher le mot « à » dans la phrase de départ avant de choisir. S'il y est, c'est « lui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Manon emploie les deux formes dans le dialogue de B1 : « je l'ai vu » et « accrochez-le au mur du fond ». Les faire retrouver.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`t1pron` du module interactif, mot pour mot. Faire dire à voix haute ce que le petit mot remplace avant d'écrire : c'est là que l'erreur se joue, pas dans l'orthographe.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dramatiser : l'élève est compris dans les deux cas. Le dire franchement, ça enlève la peur et ça laisse la place au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fait apparaître « leur », le pluriel de « lui ». Ne pas l'enseigner ici : le nommer, dire qu'il suit exactement la même règle, et passer. Il reviendra au niveau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Ramasser : c'est la troisième version de la même demande, et c'est celle que l'élève dira en E1. La progression se voit d'un billet à l'autre, et vaut la peine d'être montrée à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Le, la, les, lui : ne pas répéter le mot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demande polie qui répète trois fois « mon vélo » devient lourde. Quatre petits mots suffisent à ne rien redire — encore faut-il savoir lequel prendre.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L'escalier de la rue Dézéry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nom déjà dit par « le », « la » ou « les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lui » quand la personne est précédée de « à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petit mot avant le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seul cas où il passe derrière.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FRANÇAIS DÉTESTE RÉPÉTER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 vélo gêne : je vais le mettre dans la remise.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« le » remplace « mon vélo », qui vient d'être dit. On ne redit jamais un nom que l'autre a déjà entendu dans la phrase d'avant.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petit mot, pour 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64536"/>
          </a:xfrm>
          <a:prstGeom prst="roundRect">
            <a:avLst>
              <a:gd name="adj" fmla="val 529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REMPLACE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PETIT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chose masculine — mon vélo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 : je le mets dans la remise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chose féminine — la tondeuse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: je la laisse passer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plusieurs choses — mes clés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les : je les remets ce soir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personne avec « à » devant — à monsieur Nadeau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lui : je lui parle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1279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06882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trois premiers changent avec le genre et le nombre. « Lui » ne change jamais : il vaut pour un homme comme pour une femme.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IL SE PLACE AVANT LE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le mets. Je lui parle. Je les remets.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Toujours devant, jamais derrière — sauf à l'impératif, quand on donne un ordre ou un conseil : « Accrochez-le au mur !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le, la, les ou lui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Cherchez d'abord ce que le petit mot remplace.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vélo gêne : je vais ___ mettre dans la remise.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clé de la remise ? Le concierge ___ garde chez lui.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trouvé des clés dans l'escalier. Je vais ___ remettre ce soir.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Nadeau est en bas : je vais ___ demander la clé.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Lachapelle m'a aidé. Je vais ___ dire merci.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boîtes sont encore pleines : je vais ___ vider ce soir.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le, la, les ou lui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vélo gêne : je vais ___ mettre dans la remise.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— mon vélo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clé de la remise ? Le concierge ___ garde chez lui.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— la clé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trouvé des clés dans l'escalier. Je vais ___ remettre ce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— des clés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Nadeau est en bas : je vais ___ demander la clé.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 — à monsieur Nadeau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Lachapelle m'a aidé. Je vais ___ dire merci.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 — à madame Lachapelle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boîtes sont encore pleines : je vais ___ vider ce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— mes boîtes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RÉPÉTER LE NOM AU LIEU DE LE REMPLACER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mettre mon vélo dans la remise, mon vélo est dans le corridor.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Mon vélo est dans le corridor : je vais le mettre dans la remise.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Répéter n'est pas une faute de grammaire — c'est une faute de ton. La phrase devient lourde, et l'autre a l'impression qu'on lui parle comme à un enfant. Le petit mot est ce qui rend la demande adulte.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Réécrivez sans répéter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seule phrase, avec le petit mot au bon endroit.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trouvé un trousseau de clés. Je vais remettre le trousseau ce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corde à linge est libre. Je vais utiliser la corde à linge demain.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Monsieur Nadeau a la clé. Je vais demander la clé à monsieur Nadeau.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Mes voisins m'ont aidé. Je veux dire merci à mes voisins.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Réécrivez sans répéter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trouvé un trousseau de clés. Je vais remettre le trousseau ce soir.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vais le remettre ce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corde à linge est libre. Je vais utiliser la corde à linge demain.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vais l'utiliser demain.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Monsieur Nadeau a la clé. Je vais demander la clé à monsieur Nadeau.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vais la lui demander. — ou : je vais lui demander la clé.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Mes voisins m'ont aidé. Je veux dire merci à mes voisins.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veux leur dire merci.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Réécrivez votre demande de B2 en supprimant les répétitions.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phrases, et le nom de l'objet une seule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Ma poussette bloque l'entrée. Est-ce que je pourrais la mettre dans la remise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L'escalier de la rue Dézéry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