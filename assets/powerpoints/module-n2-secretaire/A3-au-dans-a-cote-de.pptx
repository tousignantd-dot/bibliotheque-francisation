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Troisième séance. Commencer par demander : « Votre local est à quel étage ? » Noter les réponses au tableau. Il y en a toujours deux pour le même local, et c'est le sujet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vaut la séance : presque personne n'a trouvé seul, et presque personne n'a demandé. C'est ce qu'on apprend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au groupe comment on compte dans leur pays : la comparaison prend cinq minutes et évite six semaines de malentendus.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une phrase avec chaque mot, en montrant du doigt la vraie direction dans le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Vérifier une fois dans le vrai immeuble, avec le groupe : c'est vrai dans presque tous les centres de formation du Québec.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Six mots, six endroits réels : faire montrer chacun du doigt, depuis la porte du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à l'oral d'abord, en groupe. Les deux dernières lignes sont les plus difficiles : « au bout du » et « en face de » ne se traduisent pas mot à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Sortir vraiment du local. Cinq minutes de couloir valent trente minutes de diapositives pour cette séance-là.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Exiger le petit mot : une phrase sans « au » ou sans « à côté de » ne compte pas, c'est justement ce qu'on travaille.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Au, dans, à côté 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Dire où se trouve un endroit, dans un immeuble.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vais au secrétariat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à quel étage se trouve un endroit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au, dans, à côté de et en face 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lieux du centre sur une photo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question « Où est… ?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est-ce, dans le centre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lieu-coulo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voit de chaque côté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s'appelle ce long passage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sait-on où est le local 214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Vous, comment avez-vous trouvé votre classe le premier jour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REZ-DE-CHAUSSÉE, PUIS LE PREMIER ÉTAGE.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L'étage de la porte d'entrée n'est pas le premier.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Québec, l'étage de l'entrée s'appelle le &lt;b&gt;rez-de-chaussée&lt;/b&gt;. Celui du dessus est le &lt;b&gt;premier étage&lt;/b&gt;, puis le &lt;b&gt;deuxième&lt;/b&gt;. Un élève qui compte autrement monte toujours un étage trop haut.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petits mots, trois emplois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PETIT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SERT À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l'étage : au rez-de-chaussée, au deuxième étage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endroit fermé : dans le couloir, dans le local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côté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tout près : à côté de l'entrée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face 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 l'autre côté : en face de l'escalier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ne dit pas « en le deuxième étage » ni « sur le couloir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numéro du local dit son étage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005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rez-de-chaussée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premier étage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deuxième étage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troisième étage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premier chiffre suffit : on le lit, et on monte.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lieux du centre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rez-de-chaussée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256" y="2121408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L'étage d'en bas, celui de la porte d'entrée.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256" y="2778252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niveau de l'immeuble, au-dessus de l'entrée.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couloir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256" y="3435096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long passage entre les portes des classes.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256" y="4091939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salle du cours. Elle porte un numéro sur la porte.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secrétariat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256" y="4748784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bureau où on demande les papiers.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comptoir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256" y="5405628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meuble haut où on parle à la personne du bureau.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petit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par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secrétariat est ___ rez-de-chaussée.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local est ___ deuxième étage.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portes des classes sont ___ le couloir.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comptoir est à ___ de l'entrée.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L'escalier est en ___ du secrétariat.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214 est au ___ du couloir.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petit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secrétariat est ___ rez-de-chaussée.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local est ___ deuxième étage.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portes des classes sont ___ le couloir.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comptoir est à ___ de l'entrée.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côté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L'escalier est en ___ du secrétariat.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214 est au ___ du couloir.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Notre centre, en six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Vingt minutes, à deux, debout dans le couloir.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où se trouvent trois endroits de votre centre.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secrétariat est au rez-de-chaussée, à côté de l'entrée.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local est au deuxième étage.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toilettes sont en face de l'escalier.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vais au secrétariat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