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Demander qui a déjà manqué un cours sans prévenir, et pourquoi. La réponse est presque toujours la même : on ne savait pas quoi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qu'Amel répond en cinq mots et qu'on ne lui en demande pas plus. Au niveau 2, on signale une absence, on ne l'explique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d'Amel est celle que tout le groupe se pose. La réponse dépend du centre : vérifier avant la séance et corriger si la règle locale est 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une phrase positive au tableau, puis venir poser « ne » et « pas » de chaque côté du verbe avec deux papiers. Le geste vaut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quatrième cas ne se comprend pas, il s'imite. Faire produire quatre phrases sur le même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les cinq à la suite, dans l'ordre, comme un seul passage au comptoir. C'est la répétition générale du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corriger l'oral des élèves sur ce point : ils imitent ce qu'ils entendent, et ils ont raison. La règle vaut pour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à l'oral d'abord. Les deux « n' » sont le vrai travail : demander à chaque fois par quelle lettre commence le 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Interdire les explications : celui qui dit pourquoi il est absent recommence. C'est contre-intuitif, et c'est exactement le niveau de langue attendu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Exiger le « ne » : c'est tout l'objet de la séance, et c'est ce qui disparaît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Demain, je ne viens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Prévenir le secrétariat d'une absence, en deux phrases.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vais au secrétariat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qu'on ne vient pas, avec « ne … pas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n' devant une voyelle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son nom et son groupe quand on les demande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phrases du comptoir et ce qu'elles font.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êtes malade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6239" y="2322576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madame. Demain, je ne viens pas au cours.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6239" y="3071876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malade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6239" y="3821175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J'ai un rendez-vous à la clinique.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6239" y="4570475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Votre nom et votre groupe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pas nécessaire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6239" y="1901952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Amel Tazi, groupe de madame Dufresne.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6239" y="2651252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J'écris votre absence.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6239" y="3400551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dois écrire un papier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9835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6239" y="4149851"/>
            <a:ext cx="91598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ce n'est pas nécessaire. Je préviens l'enseignante.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NE … PAS, AUTOUR DU VERBE.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ne viens pas. Je ne comprends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petits mots, et le verbe au milieu. Devant une voyelle, &lt;b&gt;ne&lt;/b&gt; devient &lt;b&gt;n'&lt;/b&gt; : je &lt;b&gt;n'&lt;/b&gt;ai pas, ce &lt;b&gt;n'&lt;/b&gt;est pas. À l'oral, beaucoup de gens disent « je viens pas » ; à l'écrit, on garde le &lt;b&gt;ne&lt;/b&gt;.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négation, trois 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VEUT DIRE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ON L'ÉCRIT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cas ordinaire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ne viens pas demain.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une voyelle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n'ai pas le papier.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avec « il y a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n'y a pas de cours lundi.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un, du deviennent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n'ai pas d'attestation.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dernier cas est automatique : après la négation, « un » devient « de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du comptoir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Excusez-moi, madame.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j'ouvre l'échange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voudrais une attestation.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je demande, poliment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Pouvez-vous répéter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je n'ai pas bien entendu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Demain, je ne viens pas.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je préviens d'une absence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Merci beaucoup, bonne journée.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je termine et je pars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phrases, et tout l'échange tient debout.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viens pas demain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viens pas demain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monde dit « je viens pas ». Mais dans un message au secrétariat, on écrit &lt;b&gt;je ne viens pas&lt;/b&gt; : c'est ce qu'on attend d'un papier. L'oral et l'écrit ne suivent pas la même règle, et les deux sont justes à leur place.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négation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« ne », « n' » ou « pas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je ___ viens pas au cours.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comprends 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 ___ est pas ouvert le midi.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___ de cours lundi.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ai pas mon attestation.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___ nécessaire.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négation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je ___ viens pas au cours.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comprends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bureau ___ est pas ouvert le midi.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n'y a ___ de cours lundi.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ai pas mon attestation.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___ nécessaire.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préviens de mon absence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 minutes, à deux, debout. On échange les rôles.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négatives sur votre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Vendredi, je ne viens pas au cours.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n'ai pas mon attestation.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n'y a pas de cours lundi.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vais au secrétariat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