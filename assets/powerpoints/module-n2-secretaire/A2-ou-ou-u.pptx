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séance. Commencer par dire quatre mots à voix haute — le cours, le bureau, le couloir, une minute — et demander lesquels vont ensemble. Personne ne se trompe complètement, et personne n'a tout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point qui fait toute la séance : les élèves cherchent la différence dans les lèvres, où il n'y en a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la colonne de droite à voix haute, en série, sans commenter. La plupart des élèves possèdent déjà ce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L'astuce de la dernière ligne marche avec presque tout le monde. La faire essayer trois fois avant de passer à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revient à chaque séance du module, parce que le mot « bureau » y revient. Le corriger ici coûte une minute ; plus tard, il est installé.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mains levées disent tout de suite qui suit et qui devine. Reprendre seulement les mots où le groupe se sépare en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paires en cachant l'écrit. L'oreille passe avant la lettre : un élève qui lit la paire la réussit sans l'entendre.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au tableau, un mot à la fois. Demander à chaque fois quel son on a entendu : la lettre suit le son, jamais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Accepter les mots trouvés ailleurs que dans le module : un élève qui rapporte « la soupe » ou « la rue » a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Ou ou u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Entendre et écrire les deux sons : « bonjour » et « une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vais au secrétariat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« bonjour » et « une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les deux sons avec la bonne langue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et écrire ou, u et 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plus dire « le boureau » pour « le bureau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LÈVRES AVANCENT DANS LES DEUX 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langue qui décide, pas les lèvres.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le son de &lt;b&gt;bonjour&lt;/b&gt;, la langue recule au fond de la bouche. Pour le son de &lt;b&gt;une&lt;/b&gt;, elle monte en avant, derrière les dents du bas. Les lèvres, elles, font la même chose.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famille du son de « bonjour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bonjour · le cours · le couloir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ouvert · ouvrir · vous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langue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elle recule au fond de la bouche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ne dit 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le curs » ni « le culoir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façon de l'écrire. C'est la famille la plus simple.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famille du son de « une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· le bureau · le numéro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lundi · une minute · sur la porte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bien sûr — le petit chapeau ne s'entend 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L'astuce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dire « i », puis avancer les lèvres sans bouger la langue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Beaucoup de langues n'ont pas ce son : il s'apprend, il ne se devine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boureau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bureau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piège numéro un du module. La langue reste au fond, et le mot bascule dans l'autre famille. Faire dire « bi-reau », puis avancer les lèvres sans bouger la langue : on obtient « bureau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 ou 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mot. Levez une main pour « ou », deux pour « u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couloir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minute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numéro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 ou 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couloir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minute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ouvert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numéro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paires à dire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Répétez après l'enseignant, puis entre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/ bien sûr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couloir / le bureau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/ vu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/ tu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DICTÉE COURTE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 dit le mot deux fois. Écrivez-le.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couloir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minute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couloir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ouvert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minute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avec le son de « bonjour » et trois mots avec le son de « une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cours, le couloir, ouvert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bureau, lundi, une minute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vais au secrétariat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