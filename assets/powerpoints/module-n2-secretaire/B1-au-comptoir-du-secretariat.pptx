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Demander d'abord qui est déjà allé au secrétariat, et ce qui s'est passé. Les récits sont courts et ils disent tous la même chose : ça va trop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piste est celle qui compte. Presque tout le monde répond « rien » ou « je pars ». C'est ce que la séance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Compter les mots d'Amel : elle en dit onze en tout, et elle obtient son papier.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le cœur du module : Amel répète le jour et l'heure avant de partir. Le faire remarquer, puis le faire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de rythme du module, et elle vaut au-delà du secrétariat : à la banque, à la pharmacie, au bureau du propriétaire.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écrire les six phrases sur une carte à garder dans la poche : plusieurs élèves la ressortent au comptoir pendant des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les deux versions par la même personne, avec le même ton. La différence s'entend tout de suite, et elle ne s'explique pas autrement.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énoncés. Les faire à l'oral d'abord. Insister sur le dernier : c'est la stratégie, pas un détail du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à l'élève qui joue la secrétaire de parler vite : c'est ce qui rend l'exercice utile. L'étape 4 est obligatoire, même quand A a compris du premier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au cours suivant qui est vraiment allé au comptoir : la démarche compte plus que la phrase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comptoir du secrétariat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Saluer, dire son nom, demander une seule chose.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vais au secrétariat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saluer et dire son nom au comptoir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 papier avec « je voudrais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avec « est-ce que », « où », « quand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répéter sans être gêné.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 à ce comptoir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lieu-secretari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est derrière le comptoir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vient demander ici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est-ce qu'on commence à parler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fait quand on n'a pas compris la réponse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voudrais une attestation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16239" y="2322576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madame.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16239" y="3071876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Qu'est-ce que je peux faire pour vous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16239" y="3821175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voudrais une attestation, s'il vous plaît.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16239" y="4570475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nom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16239" y="5319775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Amel Tazi. T-A-Z-I.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prêt jeudi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98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16239" y="1901952"/>
            <a:ext cx="915988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êtes dans le groupe de madame Dufresne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6887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33472"/>
            <a:ext cx="98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16239" y="2633472"/>
            <a:ext cx="915988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Oui. Le cours du matin, local 214.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0039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364991"/>
            <a:ext cx="98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16239" y="3364991"/>
            <a:ext cx="915988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Parfait. L'attestation est prête jeudi.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3192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6511"/>
            <a:ext cx="98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6239" y="4096511"/>
            <a:ext cx="915988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Jeudi. À quelle heure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66344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828031"/>
            <a:ext cx="98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16239" y="4828031"/>
            <a:ext cx="915988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Après neuf heures. Vous venez au comptoir.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94959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559551"/>
            <a:ext cx="98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16239" y="5559551"/>
            <a:ext cx="9159887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D'accord. Jeudi, après neuf heures. Merci beaucoup.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UNE QUESTION, UNE RÉPONSE, ON RÉPÈTE.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Jamais trois questions dans la même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comptoir, la personne répond à la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dernière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question qu'elle entend. « Bonjour je voudrais une attestation et c'est où et à quelle heure ? » — le reste est perdu. Une chose à la fois.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suffisent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VEUT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demander une chose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Je voudrais une attestation, s'il vous plaît.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vérifier une chose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Est-ce que le bureau est ouvert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l'endroit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Où est le local 214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jour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Quand est-ce que le papier est prêt 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l'heure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À quelle heure ouvre le secrétariat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sixième sauve les cinq autres : « Pouvez-vous répéter, s'il vous plaît ?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POLITESSE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veux une attestation.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voudrais une attestation, s'il vous plaît.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veux » n'est pas faux : il est sec. Au Québec, on adoucit une demande.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Je voudrais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s'il vous plaît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ne coûtent rien et changent tout le ton de l'échange.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Amel demande une attestation.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secrétaire demande son nom.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papier est prêt aujourd'hui.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Amel répète le jour et l'heure avant de partir.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Amel demande une attestation.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secrétaire demande son nom.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papier est prêt aujourd'hui.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il est prêt jeudi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Amel répète le jour et l'heure avant de partir.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AU COMPTOIR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par deux, un assis, un debout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Vingt-cinq minutes. On échange les rôles à mi-temps.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deux phrases que vous direz au comptoir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Bonjour, madame. Je m'appelle…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voudrais…, s'il vous plaît.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vais au secrétariat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