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séance du Défi 1. Commencer par projeter l'horaire réel du secrétariat du centre, s'il en existe un affiché. Le vrai document vaut mieux que celui de la diapositive.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fois. Demander les trois nombres : huit, seize, midi. Les écrire au tableau, puis effacer et redemander.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Poser trois questions dessus avant de passer à la suite : « Mardi à quinze heures ? », « Vendredi à quatorze heures ? », « Samedi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les cinq numéros à voix haute, en nombre entier. La lecture chiffre par chiffre ne sert que quand on n'a pas été compris.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Distribuer un vrai carton de la taille d'une carte : ceux qui en ont un s'en servent, ceux qui n'en ont pas oublient.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à l'oral d'abord. L'écriture de « deuxième » et « troisième » est le vrai travail : les faire écrire deux fois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demandent de convertir : dix-sept heures, c'est cinq heures du soir. Le faire au tableau si le groupe hésite.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Refaire ensuite avec un vrai renseignement : l'heure d'ouverture du secrétariat du centre, que chacun va vérifier.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court, mais il oblige à sortir : l'horaire est affiché sur la porte, et personne ne l'a jamais 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étages et l'horaire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026668"/>
          </a:xfrm>
          <a:prstGeom prst="roundRect">
            <a:avLst>
              <a:gd name="adj" fmla="val 142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414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Lire un horaire d'ouverture et noter ce qu'on a entendu.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vais au secrétariat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premier, deuxième, troisième étage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l'étage d'un local à partir de son numéro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horaire d'ouverture et y trouver une heure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jour et une heure dans son carnet.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quelle heure ouvre le secrétariat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les trois heures que vous avez entendues.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98355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AMEL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16239" y="2322576"/>
            <a:ext cx="915988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Madame, une question. Le secrétariat ouvre à quelle heure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98355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6239" y="2982976"/>
            <a:ext cx="915988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huit heures, du lundi au vendredi.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98355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AMEL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16239" y="3643376"/>
            <a:ext cx="915988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il ferme quand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98355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16239" y="4303775"/>
            <a:ext cx="915988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seize heures. Mais le midi, c'est fermé.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98355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AMEL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16239" y="4964176"/>
            <a:ext cx="915988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midi… De midi à treize heures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98355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16239" y="5624576"/>
            <a:ext cx="915988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ça. Une heure.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SECRÉTARIAT — heures d'ouverture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OUVERT OU FERMÉ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Lundi au jeudi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8 h à 12 h · 13 h à 16 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Vendredi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8 h à 12 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midi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fermé, de 12 h à 13 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Samedi et dimanche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fermé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soir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fermé après 16 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vendredi après-midi est fermé aussi : la ligne ne le dit pas, il faut le lire.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numéro dit l'étage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005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 rez-de-chaussée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 premier étage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214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 deuxième étage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302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 troisième étage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401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 quatrième étage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On dit le nombre entier : « le local deux cent quatorze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ÉCRIVEZ TOUT DE SUITE.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jour entendu s'oublie avant l'escalier.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choses à noter, et rien d'autre : le &lt;b&gt;papier&lt;/b&gt; demandé, le &lt;b&gt;jour&lt;/b&gt;, l'&lt;b&gt;heure&lt;/b&gt;. Trois mots dans un carnet valent mieux qu'une bonne mémoire, et personne au comptoir ne trouve ça impoli.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quel étage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l'étage en toutes lettres.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214 est au ___ étage.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108 est au ___ étage.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302 est au ___ étage.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secrétariat est au ___.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401 est au ___ étage.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quel étage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214 est au ___ étage.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deuxième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108 est au ___ étage.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premier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302 est au ___ étage.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troisième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secrétariat est au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rez-de-chaussée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401 est au ___ étage.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quatrième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Lire l'horaire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Vrai ou faux, d'après le tableau de l'horaire.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secrétariat ouvre à huit heures.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midi, on peut aller au comptoir.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vendredi après-midi, c'est fermé.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samedi, le secrétariat est ouvert.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dix-sept heures, on peut demander un papier.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Lire l'horaire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secrétariat ouvre à huit heures.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midi, on peut aller au comptoir.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c'est fermé de 12 h à 13 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vendredi après-midi, c'est fermé.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samedi, le secrétariat est ouvert.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fermé la fin de semaine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dix-sept heures, on peut demander un papier.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fermé après 16 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 fiche de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Réécoutez le dialogue du comptoir, puis remplissez.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papier demandé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nom donné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groupe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jour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L'heure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 fiche de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papier demandé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attestation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nom donné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Amel Tazi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groupe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madame Dufresne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jour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jeudi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L'heure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après neuf heures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l'horaire du secrétariat de votre centre.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secrétariat ouvre à…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ferme à…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midi, c'est…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vais au secrétariat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