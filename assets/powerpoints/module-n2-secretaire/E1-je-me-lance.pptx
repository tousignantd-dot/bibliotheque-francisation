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 — et du niveau 2. La moitié du temps se passe en production réelle : jeu de rôle, enregistrement, écriture. Les diapositives ne sont qu'un cadre, ne pas les commenter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ouvre la séance : noter au tableau ce que le groupe dit. C'est le plan de la production orale, et il vient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renseignements, six répliques : l'endroit, l'heure, la démarche. C'est exactement ce que le groupe sait faire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la production orale. Le faire répéter par trois élèves avant d'ouvrir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L'assistant tient Line Chartrand, la secrétaire : elle donne un seul renseignement par phrase et ne demande jamais de justifier une 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Environ trente secondes par prise. Laisser recommencer autant de fois qu'il le faut : c'est le but du panneau d'enregistrement.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le point que la correction en ligne regarde en premier : le « ne » de la négation, qui tombe à l'oral et se garde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module, et du niveau. Demander au cours suivant qui l'a fait et ce qu'on lui a répondu : c'est la seule évaluation qui compte pour cette situation-là.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au comptoir de vive voix, puis écrire un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saluer, se nommer et demander une chose au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le jour et l'heure, puis répéter la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le centre à quelqu'un qui arrive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de trois à cinq phrases pour prévenir d'une absence.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Quelqu'un arrive aujourd'hui pour son premier jour.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ieu-en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ne sait pas encore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première chose à lui dire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est-ce qu'il doit aller s'il a une question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personne ne vous avait dit, à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fois, c'est Amel qui explique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les trois choses qu'Amel explique.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239" y="23225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c'est mon premier jour. Où est le secrétariat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6239" y="29829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rez-de-chaussée, à côté de l'entrée.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SAMI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6239" y="36433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! Et il ouvre à quelle heure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6239" y="4303775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huit heures. Mais le midi, c'est fermé.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SAMI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6239" y="49641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si je suis absent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6239" y="56245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au comptoir et vous prévenez la secrétaire.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au rez-de-chaussée.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A3 - au, dans, à côté 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une attestation.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B1 - poser sa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Ouvert à 8 h, fermé le midi.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B2 - lire un horaire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Demain, je ne viens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C1 - ne …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Soyez à l'heure.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C2 - les consignes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CHOSES, ET L'ÉCHANGE EST FINI.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salue. Je demande une chose. Je répète la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Bonjour, madame. Je voudrais une attestation, s'il vous plaît. … Jeudi, après neuf heures ? Merci beaucoup ! » Trois phrases très courtes valent mieux qu'une longue : c'est le niveau de langue du vrai comptoir, pas une simplification pour la classe.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viens chercher un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propriétaire demande une preuve que tu suis le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Demain, je ne viens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 un rendez-vous à la clinique demain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C'est ouvert à quelle heure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veux revenir un autre jour et tu ne connais pas les heures.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votre papier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 message au secrétariat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trois à cinq phrases, pour dire que vous serez absent.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Cette semaine, allez demander une chose au secrétariat, pour de vrai.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madame. Je m'appelle…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voudrais…,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prêt quand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