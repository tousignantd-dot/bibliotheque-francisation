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sans diapositive : demander à chacun de nommer une personne du centre à qui il a déjà parlé. Le groupe en nomme deux ou trois, jamais quatre — et c'est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les mots avant de les donner. « Secrétaire » sort toujours ; « concierge » et « direction » presque jamais. Ce sont ces deux-là qu'il faut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Faire remarquer qu'Amel répète « au deuxième étage » avant de continuer : c'est la stratégie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méprise est le cœur de la séance : on ne devine pas le rôle de quelqu'un à son apparence. Demander au groupe comment Amel aurait pu savoir. La réponse est simple : en demandant.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dans le cahier le vrai nom de l'enseignante et celui de la secrétaire du centre. Un nom appris ici sert dès le lendemain.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debout, à voix haute, par chacun. C'est court, et c'est la porte d'entrée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tour du vrai centre en fin de séance, dix minutes, en nommant chaque endroit à voix haute. La séance se retient trois fois mieux debout.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Ceux qui ne connaissent pas les noms doivent aller les demander : c'est le vrai devoir, et il se fait en trente secondes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travaille ici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les personnes du centre et dire où elles se trouvent.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quatre personnes qui travaillent au centre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chacune fait, en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est le secrétariat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poliment où se trouve un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sont ces personnes, et que font-elles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répond quand on arrive au centre le matin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ouvre les portes avant huit heures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donne le cours de français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parlez-vous quand vous ne comprenez pas un papier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Amel cherche le local 214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9959" y="2322576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monsieur. Je cherche le local 214.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9959" y="3071876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Le 214, c'est au deuxième étage.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9959" y="3821175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deuxième étage… Merci. Et le secrétariat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9959" y="4570475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ici, au rez-de-chaussée.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l'enseignant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9959" y="1901952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côté de la porte d'entrée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9959" y="2651252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à côté de l'entrée. Le comptoir est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9959" y="3400551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Vous êtes l'enseignant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027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9959" y="4149851"/>
            <a:ext cx="9116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je suis le concierge. Moi, j'ouvre les portes.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personnes, quatre rôles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enseignante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donne le cours de français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secrétaire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répond au comptoir et écrit les papiers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concierge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ouvre les portes et garde le centre propre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dirige le centre et signe les avis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dit « madame » et le nom de famille : madame Dufresne, madame Chartrand.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mots de « Je découvre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secrétariat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256" y="2121408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bureau du centre où on demande les papiers.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secrétaire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256" y="2778252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répond au comptoir.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concierge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256" y="3435096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ouvre les portes.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couloir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256" y="4091939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long passage entre les portes des classes.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rez-de-chaussée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256" y="4748784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L'étage d'en bas, celui de la porte d'entrée.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enseignante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256" y="5405628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donne le cours de français.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EXCUSEZ-MOI, MONSIEUR.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commence toujours par ces deux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centre comme dans la rue, on ouvre par &lt;b&gt;excusez-moi&lt;/b&gt;, puis &lt;b&gt;monsieur&lt;/b&gt; ou &lt;b&gt;madame&lt;/b&gt;. Ensuite seulement vient la question. Sans ces deux mots, la question paraît sèche même quand elle est juste.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cherche le local 214.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rez-de-chaussée.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à côté de la porte d'entrée.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L'homme est l'enseignant du cours.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cherche le local 214.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rez-de-chaussée.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 est au deuxième étage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à côté de la porte d'entrée.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L'homme est l'enseignant du 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 est le concierge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DEBOUT,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fait quoi dans notre centre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minutes. Un élève demande, l'autre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nom de trois personnes qui travaillent dans votre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enseignante s'appelle madame…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secrétaire s'appelle madame…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concierge s'appelle monsieur…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