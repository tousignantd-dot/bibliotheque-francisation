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ferme le défi 2. Projeter côte à côte une page du livret de l'appareil et la demi-page que Dorine et Kevin veulent coller au mur. Demander pourquoi elles ne sonnent pas pareil. La réponse est la séance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rangée est le vrai point de la séance : « ne ouvrir pas » est la faute typique de quelqu'un qui passe d'une forme à l'autre sans y penser.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demi-page de Dorine et Kevin sera à l'impératif : ils écrivent à des gens qu'ils croisent tous les jours dans le corridor. Le faire dire par le groupe plutôt que de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billets de C3 : beaucoup mélangent sans s'en apercevoir. Se corriger soi-même vaut mieux que de corriger un exemple inventé.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énoncés sont ceux de l'exercice interactif. La dernière rangée comporte deux changements dans la même phrase : la négation et le déterminant. La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mérite qu'on s'y arrête : chaque relance ajoute une feuille dans l'appareil. Un bourrage simple devient alors un empilement que personne ne démêle sans 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règle vaut pour tout le matériel d'un lieu de travail, pas seulement pour le photocopieur : la déchiqueteuse, le lave-vaisselle, la machine à café.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la correction, faire formuler ce qu'on dit au téléphone : le message exact de l'écran, mot pour mot, l'appareil et l'endroit, et ce qu'on a déjà essayé. « Ça ne marche pas » fait déplacer quelqu'un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production écrite du défi 2, et elle prépare directement le courriel de la séance E2 : même exigence de forme tenue, même souci du lecteur. Ramasser et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Appuyez », ou « appuyer »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demandent la même chose. La première s'adresse à quelqu'un ; la seconde ne s'adresse à personne. C'est toute la différence, et elle décide de laquelle vous emploierez.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l'impératif et l'infinitif selon ce qu'on écrit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nier correctement dans les deux formes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la même forme du début à la fin d'une note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règle soi-même et ce qu'on appelle.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geste, deux tons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IMPÉRATIF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INFINITIF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Appuyez sur le bouton vert.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Appuyer sur le bouton vert.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Insérez votre carte.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Insérer sa carte.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N'ouvrez pas la porte du bas.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ouvrir la porte du bas.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Refermez bien.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Refermer bien.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À l'impératif, la négation entoure le verbe. À l'infinitif, les deux mots restent collés devant.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LAQUELLE CHOISIR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 suffit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Est-ce que j'écris à quelqu'un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: l'impératif. Une note aux collègues, un courriel, une consigne dite.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Est-ce que j'écris une affiche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: l'infinitif. Un livret d'appareil, une affiche, une recette, un formulaire.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l'infinitif, « votre » devient « son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Insérez votre carte devient Insérer sa carte : la phrase ne parle à personne.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n'écrit jamais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devez appuyer sur le bouton vert » : plus long, et ça n'ajoute rien.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MÉLANGER LES DEUX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Levez le couvercle. Puis placer la feuille.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Levez le couvercle. Puis placez la feuille.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Choisissez au début et tenez-vous-y. Le mélange donne l'impression que deux personnes ont écrit la note, et le lecteur se demande à qui elle s'adresse.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Changez de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directive dans la forme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Appuyer sur Numériser. (impératif)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Insérez votre carte. (infinitif)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forcer sur la feuille. (impératif)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N'ouvrez pas la porte du bas. (infinitif)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Confirmer l'adresse. (impératif)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Refermez bien la porte. (infinitif)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Verrouiller l'écran. (impératif)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laissez pas votre original. (infinitif)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Changez de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Appuyer sur Numériser. (impératif)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Appuyez sur Numériser.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Insérez votre carte. (infinitif)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Insérer sa carte.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forcer sur la feuille. (impératif)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forcez pas sur la feuille.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N'ouvrez pas la porte du bas. (infinitif)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pas ouvrir la porte du bas.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Confirmer l'adresse. (impératif)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Confirmez l'adresse.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Refermez bien la porte. (infinitif)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Refermer bien la porte.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Verrouiller l'écran. (impératif)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Verrouillez l'écran.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laissez pas votre original. (infinitif)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Ne pas laisser son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feuille froissée coincée entre deux rouleaux. Vous y touchez, ou vous appelez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hotocopieur-corrid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s'ouvre par une porte prévue pour ça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demande de forcer, de dévisser ou de deviner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quand on relance la copie trois fois de suite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au téléphone pour que la bonne pièce arrive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S'OUVRE SANS OUTIL EST À 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demande de forcer, de dévisser ou de deviner ne l'est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ne le faites surtout pas deux fois : un appareil qu'on force deux fois passe d'une réparation de dix minutes à une réparation de trois jours.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règle, ou j'appelle le poste dix-neuf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situation, choisissez.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feuille est coincée derrière la porte de côté.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bac à papier est vide.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odeur de brûlé sort de l'arrière de l'appareil.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L'écran demande de confirmer l'adresse courriel.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L'écran reste rouge après avoir été redémarré.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feuille s'est déchirée, un morceau est resté dedans.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copies sortent à l'envers : le document était mal placé.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un liquide sombre sous l'appareil.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règle, ou j'appelle le poste dix-neuf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feuille est coincée derrière la porte de côté.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règle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bac à papier est vide.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règle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odeur de brûlé sort de l'arrière de l'appareil.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j'appelle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L'écran demande de confirmer l'adresse courriel.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règle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L'écran reste rouge après avoir été redémarré.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j'appelle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feuille s'est déchirée, un morceau est resté dedans.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j'appelle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copies sortent à l'envers : le document était mal placé.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règle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un liquide sombre sous l'appareil.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j'appelle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demi-page de Dorine et Kevin : les quatre opérations du photocopieur.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Copier · numériser · remplir le bac · débloquer une feuille.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forme du début à la fin, et des marqueurs de 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