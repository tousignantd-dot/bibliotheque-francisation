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à votre travail, comment savez-vous ce que vous avez à faire aujourd'hui ? Quelqu'un vous le dit, ou c'est écrit quelque part ? L'écart entre les réponses dit exactement ce que le module va travailler. Ne juger aucune réponse : beaucoup d'emplois ne demandent effectivement rien par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qui surprend le plus les élèves. La plupart ont déjà travaillé au Québec ; peu ont occupé un poste où l'on répond au téléphone au nom d'une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pistes annoncent les quatre séances du bloc A. La deuxième — « qui répond quand vous n'êtes pas là ? » — amène la boîte vocale, qui est tout le défi 1. Compter les mains à « avez-vous déjà enregistré un message d'accueil ? » : presque aucune, en général.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distinction que fait Dorine : elle connaît le travail, pas le bureau. C'est exactement la situation de beaucoup d'élèves qui changent de poste. Demander qui a déjà eu cette peur-là.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quatre écrits nommés par Ghislain : le tableau des tâches, les directives, le registre des heures, les formulaires. Les écrire au tableau : ce sont quatre des seize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phrase à retenir de la séance. Elle explique le vouvoiement autrement que par la politesse : au téléphone, on parle au nom d'une organisation. C'est le sujet de la séance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reviendra au défi 3, quand Ghislain refusera d'accorder un congé de vive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différence entre la première et la deuxième carte : une tâche est ce qu'il y a à faire, des directives disent comment. Les élèves confondent souvent les deux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le tableau par le groupe avant de l'afficher : demander ce qui change quand on passe d'un travail d'exécution à un travail de bureau. Beaucoup d'élèves ont vécu ce passage.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qui a déjà perdu une information de travail faute de l'avoir écrite. Les exemples sortent seuls et ils sont parlants.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 La dernière est celle qui fait le plus discuter : garder la discussion pour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sert de vérification de fin de séance et de matière pour A4. Ramasser les billets : les exemples des élèves valent mieux que les exemples inventés pour les séances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Maintenant, c'est écrit.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Dorine Kabeya travaille depuis dix-huit mois à la Coopérative d'aide à domicile de Rosemont. Lundi, elle passe de l'entretien à l'accueil : un bureau, un téléphone, un poste à elle. Et presque tout ce qui change s'écrit.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qu'un poste de bureau demande par écrit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 matériel, les tâches et les directives d'un poste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registre à tenir au téléphone et par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change entre un poste d'exécution et un poste d'accueil.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comptoir, une plante, un classeur. Qu'est-ce qui change quand ce bureau devient le vôtre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ureau-accu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dira quoi faire, le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répond quand vous n'êtes pas à votre place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écrites vos heures de travail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vous prenez un message pour quelqu'un, qui le lira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bureau, et un peu de peur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1270" y="2322576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Dorine. Assoyez-vous, c'est votre bureau maintenant.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1270" y="3071876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J'ai un peu peur, je vous le dis franchement.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1270" y="3821175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Peur de quoi ? Vous connaissez la coopérative mieux que moi.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1270" y="4570475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connais les logements, les horaires, les gens. Je ne connais pas le bureau.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: tout est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vrai que ça change. Avant, on vous disait quoi faire le matin. Maintenant, c'est 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Écrit où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0858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3738371"/>
            <a:ext cx="85348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Partout. Vos tâches sont dans un tableau. Les directives des appareils sont sur le mur. Vos heures sont au registre. Et les demandes passent par des formulaires.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1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516331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téléphone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vouvoie, même les gens qu'on connaît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dernière. Au téléphone et par écrit, vous vouvoyez tout le monde, même les gens que vous connaissez. Ici, on se tutoie ; là, 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DORINE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3326892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Même madame Thériault ? Je lui parle depuis un 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1270" y="4076191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Même madame Thériault. Ce n'est pas Dorine qui répond au poste vingt-deux : c'est la coopérative.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N'EST PAS ÉCRIT N'A PAS EU LIEU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un poste de bureau, une entente de corridor ne vaut rien : seule la trace écrite compte.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note prise, un formulaire signé, un courriel de confirmation : trois façons de rendre une chose vraie pour tout le monde, et pas seulement pour soi. C'est la phrase la plus utile d'un premier mois de bureau.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ÉCRITS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sert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tableau des tâches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dit ce qu'il y a à faire, et il change chaque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directives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disent comment le faire, et elles ne changent presque jamais.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registre des heures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compte les heures faites, reprises et absentes de chaque personne.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formulaire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porte une demande, avec des cases et une place pour signer.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POSTES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à l'accueil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AVANT, À L'ENTRETIEN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MAINTENANT, À L'ACCUEIL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me dit quoi faire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lis mes tâches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travaille seule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réponds pour tout le monde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horaire est affiché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Mes heures sont au registre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demande de vive voix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remplis un formulaire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tutoie mes collègues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vouvoie au téléphone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QU'ON RETIENDRA SANS 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me l'a dit ce matin, je m'en souviens.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note tout de suite, avec la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consigne entendue le lundi se déforme d'ici le jeudi, et personne ne peut prouver ce qui a été dit. Écrire prend dix secondes.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travaillait déjà à la coopérative avant lundi.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connaît mal les logements et les horaires.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son nouveau poste, on lui dira chaque matin quoi faire.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téléphone du poste vingt-deux est le sien.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note prise à l'accueil doit se comprendre sans 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tutoyer les gens qu'elle connaît depuis un 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Dorine travaillait déjà à la coopérative avant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connaît mal les logements et les horaires.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les connaît bien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son nouveau poste, on lui dira chaque matin quoi faire.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écrit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téléphone du poste vingt-deux est le sien.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note prise à l'accueil doit se comprendre sans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peut tutoyer les gens qu'elle connaît depuis un 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téléphone, on vouvoie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qui, à votre travail, sont écrites quelque part.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où elles sont écrites : un tableau, un mur, un cahier, un courriel.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chose qui n'est jamais écrite, et qui devrait l'être.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