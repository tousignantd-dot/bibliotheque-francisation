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grammaire du texte. Commencer par l'expérience du chapeau : projeter les deux phrases sans marqueur et demander au groupe ce qu'il ferait en premier. La moitié se trompe, et la démonstration est faite en trente secondes.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mélange des deux systèmes est la faute la plus visible d'une note de travail : le lecteur cherche alors s'il a sauté une étape.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Puis » et « ensuite » sont interchangeables : le dire, sinon les élèves cherchent une différence qui n'existe pas. C'est la répétition qu'on évite en alternant les deux.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carte explique pourquoi « après avoir attendu que l'écran soit vert » sonne mal : ce n'est pas vous qui rendez l'écran vert.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Comparer les deux versions au tableau et demander laquelle protège vraiment. C'est une leçon de rédaction, pas seulement de grammaire.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programme du niveau 5 nomme la ponctuation dans ses savoirs. C'est l'occasion la plus concrète de la travailler.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huit énoncés sont ceux de l'exercice interactif. Accepter « puis » et « ensuite » l'un pour l'autre aux rangées 2 et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écrire en équipes de deux, puis échanger les feuilles : chaque équipe exécute la marche à suivre de l'autre, en mimant. Les étapes manquantes sautent aux yeux.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meilleures seront relues en C4, où l'on choisira entre l'impératif et l'infinitif de consigne. Demander aux élèves de garder leur billet.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C3  ·  MODULE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D'abord, ensuite, puis, enfin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Écrivez « Refermez la porte. Tirez la feuille. » et quelqu'un refermera la porte avant de tirer la feuille — parce que c'est écrit dans cet ordre, et qu'on lit vite.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Le travail par écrit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ordonner une marche à suivre avec d'abord, ensuite, puis, enfin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1113536"/>
          </a:xfrm>
          <a:prstGeom prst="roundRect">
            <a:avLst>
              <a:gd name="adj" fmla="val 1313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30063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30886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une fois que » et « après avoir » pour un geste qui en attend un autre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8922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40700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41523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40934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placer un avertissement avec « avant de »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782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9560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50383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979415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mettre la virgule au bon endroit.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LES MARQUEURS RENDENT UNE MARCHE À SUIVRE ILLISIBLE À L'ENVERS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Ils coûtent trois mots et ils empêchent une erreur de geste.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Deux systèmes existent : les mots — d'abord, ensuite, puis, enfin — ou les nombres — premièrement, deuxièmement, troisièmement. On en choisit un et on le tient jusqu'à la dernière ligne.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 FILE SIMPLE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gestes, quatre places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337560"/>
          </a:xfrm>
          <a:prstGeom prst="roundRect">
            <a:avLst>
              <a:gd name="adj" fmla="val 4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MARQUEUR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PLACE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D'abord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premier geste, toujours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Ensuite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geste du milieu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Puis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autre geste du milieu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Enfin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dernier geste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Finalement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dernier aussi, un peu plus lourd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UN GESTE QUI EN ATTEND UN AUTRE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façons de le dire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B45309"/>
                </a:solidFill>
                <a:latin typeface="Verdana"/>
              </a:rPr>
              <a:t>Une fois que + une phrase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6938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Une fois que l'écran est vert, appuyez sur Démarrer.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B45309"/>
                </a:solidFill>
                <a:latin typeface="Verdana"/>
              </a:rPr>
              <a:t>Après avoir + participe passé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6938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Après avoir choisi le format, appuyez sur Confirmer.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B45309"/>
                </a:solidFill>
                <a:latin typeface="Verdana"/>
              </a:rPr>
              <a:t>Lorsque, quand + une phrase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68680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Lorsque la copie est sortie, reprenez votre original.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B45309"/>
                </a:solidFill>
                <a:latin typeface="Verdana"/>
              </a:rPr>
              <a:t>La différence qui compte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68680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Après avoir » exige la même personne pour les deux gestes ; « une fois que », non — on peut attendre que l'appareil ait fini.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AVANT DE, POUR LES AVERTISSEMENTS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Avant de tirer la feuille, ouvrez la porte de côté.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Dans un avertissement, l'ordre des mots compte autant que les mots : ce qui est écrit en premier est ce qui sera lu avant le geste. « Ouvrez la porte avant de tirer » est déjà trop tard pour quelqu'un qui lit vite.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OUBLIER LA VIRGULE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D'abord levez le couvercle.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D'abord, levez le couvercle.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285240"/>
          </a:xfrm>
          <a:prstGeom prst="roundRect">
            <a:avLst>
              <a:gd name="adj" fmla="val 11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marqueur en tête de phrase prend une virgule après lui. Placé au milieu, il n'en prend pas : « Levez ensuite le couvercle. 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MARQUEURS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la marche à suivre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Employez d'abord, ensuite, puis, enfin, avant de, une fois.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___ , levez le couvercle et posez votre feuille face vers le bas.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___ , choisissez le nombre de copies avec le clavier.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147568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303016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___ , appuyez sur le gros bouton vert.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147568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303016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___ , reprenez votre original sous le couvercle.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155440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310888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___ tirer la feuille coincée, ouvrez la porte de côté.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155440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310888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___ que l'écran est redevenu vert, vous pouvez recommencer.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5163312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54203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54843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5318760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___ avoir choisi le format, appuyez sur Confirmer.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59855" y="5163312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6434175" y="54203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434175" y="54843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37095" y="5318760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D'abord, ___ , puis, enfin : quatre mots pour quatre gestes.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la marche à suivre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___ , levez le couvercle et posez votre feuille face vers le bas.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D'abord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___ , choisissez le nombre de copies avec le clavier.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Ensuite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147568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303016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___ , appuyez sur le gros bouton vert.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Puis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147568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303016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___ , reprenez votre original sous le couvercle.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Enfin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155440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310888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___ tirer la feuille coincée, ouvrez la porte de côté.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Avant de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155440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310888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___ que l'écran est redevenu vert, vous pouvez recommencer.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Une fois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5163312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54203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54843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5318760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___ avoir choisi le format, appuyez sur Confirmer.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Après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59855" y="5163312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6434175" y="54203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434175" y="54843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37095" y="5318760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D'abord, ___ , puis, enfin : quatre mots pour quatre gestes.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ensuite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marches à suivre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Écrivez chacune en quatre gestes, avec des marqueurs.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Faire une copie.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54248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409696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Remplir le bac à papier.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368800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524248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Régler un bourrage de papier.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marches à suivre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Faire une copie.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lever le couvercle · placer la feuille · choisir le nombre · appuyer · reprendre l'original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54248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409696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Remplir le bac à papier.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vérifier le format · ouvrir le bac · poser la pile bien à plat · refermer sans forcer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368800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524248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Régler un bourrage de papier.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ouvrir la porte de côté · tirer lentement, d'un seul mouvement · refermer bien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en cinq gestes une marche à suivre de votre vie quotidienne.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1022096"/>
          </a:xfrm>
          <a:prstGeom prst="roundRect">
            <a:avLst>
              <a:gd name="adj" fmla="val 8946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Employez d'abord, ensuite, puis, enfin, et un « avant de » pour un avertissement.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5036311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5191759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Prendre l'autobus, payer au terminal, faire fonctionner la machine à laver.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Le travail par écrit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