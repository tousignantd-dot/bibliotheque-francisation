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qui ferme le défi 3 et prépare les deux productions du bloc E. Trois points s'y suivent : le futur simple, la question posée poliment, et le courriel d'absence. Ne pas laisser filer le temps sur le premier.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rapprochement avec « avoir » aide beaucoup d'élèves : ai, as, a, avons, avez, ont. Il rend la conjugaison presque inutile à mémoriser.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liste comme une gamme, deux fois. Le double r de « pourrai » et « verrai » s'entend, et c'est lui qui distingue « je verrai » de « je vais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Faute très fréquente, et elle vient d'autres langues où le présent suffit. La nommer ainsi évite qu'un élève croie mal comprendre le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septième garde son e : rappeler donne je rappellerai. On l'écrit même si on l'entend à peine. La huitième est le piège du « dès que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lien avec B3 : le mécanisme est le même que celui du discours rapporté. « Si » pour une question fermée, le mot interrogatif pour une question ouverte, et l'ordre sujet-verbe qui revient.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faute typique est de garder les deux : « Pourriez-vous me dire où est-ce que je dois l'envoyer ? » Il faut choisir. La faire entendre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six questions sont exactement celles à poser dans le jeu de rôle de E1. Le dire au groupe : ils les réemploieront demain.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piste est celle qui compte : une durée oblige le lecteur à calculer, et il calcule à partir du jour où il lit. La date du retour, avec le jour de la semaine, ne se calcule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trois des six réponses sont au futur simple : la grammaire de la première heure sert dans la dernière. C'est ce qui donne son unité à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brouillon de la production écrite de la séance E2. Ramasser et annoter, sans corriger toutes les fautes : les élèves le reprendront.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Je serai absente du 19 au 23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l'oral, « je vais être absente » se dit très bien. Mais un message d'accueil, une réponse automatique et un formulaire sont des écrits, et l'écrit préfère le futur simple.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travail par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futur simple à l'écrit, y compris ses irréguliers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le futur après « quand » et « dès que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à l'intérieur d'une phrase, devant un supérieur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courriel de réponse automatique en cinq lignes.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L'INFINITIF ENTIER, PLUS SIX TERMINAISONS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ai, as, a, ons, ez, ont — les mêmes pour tous les verbes.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verbes en « re » perdent leur e : répondre donne je répondrai. Ce sont les terminaisons du verbe avoir au présent, et c'est ainsi que le futur s'est formé.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IRRÉGULIERS DU BUREAU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Huit bases, et ce sont celles qu'on emploie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 FUTUR, À 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être · avoir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serai · j'aurai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faire · aller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ferai · j'irai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pouvoir · devoir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pourrai · je devrai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voir · venir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verrai · je viendrai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terminaisons ne changent jamais : seule la base est irrégulière.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METTRE LE PRÉSENT APRÈS « DÈS QUE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vous répondrai dès que je suis de retour.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vous répondrai dès que je serai de retour.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quand, dès que, lorsque, aussitôt que, tant que, le français met le futur. Deux futurs dans la même phrase : c'est correct, et c'est même obligatoire.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FUTUR SIMPLE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au futur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le verbe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___ (être) absente du 19 au 23 août.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___ (répondre) à vos courriels à mon retour.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Kevin ___ (prendre) les appels de l'avant-midi.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Nous ___ (avoir) une réponse de la paie avant vendredi.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___ (pouvoir) joindre Amel au poste dix-huit.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Elle ___ (faire) suivre le formulaire dès aujourd'hui.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vous ___ (rappeler) dans les meilleurs délais.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vous écrirai dès que je ___ (être) de retour.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au futur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___ (être) absente du 19 au 23 août.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serai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___ (répondre) à vos courriels à mon retour.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répondrai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Kevin ___ (prendre) les appels de l'avant-midi.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prendra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Nous ___ (avoir) une réponse de la paie avant vendredi.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aurons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___ (pouvoir) joindre Amel au poste dix-huit.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pourrez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Elle ___ (faire) suivre le formulaire dès aujourd'hui.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fera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vous ___ (rappeler) dans les meilleurs délais.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rappellerai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vous écrirai dès que je ___ (être) de retour.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serai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POSER SA QUESTION À L'INTÉRIEUR D'UNE PHRASE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voudrais savoir combien de jours il me reste.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question perd son inversion, son « est-ce que » et son point d'interrogation. Devant un supérieur, c'est la forme qui permet d'enchaîner trois questions sans avoir l'air d'un interrogatoire.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AMORCES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Elles se suivent d'une phrase, jamais d'une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005072"/>
          </a:xfrm>
          <a:prstGeom prst="roundRect">
            <a:avLst>
              <a:gd name="adj" fmla="val 36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 DIRECTE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POSÉE POLIMENT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Combien de jours me reste-t-il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voudrais savoir combien de jours il me reste.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la journée est payée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voudrais savoir si la journée est payée.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est-ce que j'aurai la réponse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Pourriez-vous me dire quand j'aurai la réponse.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791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919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Qu'est-ce qu'il faut remplir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919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J'aimerais savoir ce qu'il faut remplir.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QUESTION INDIRECTE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Posez la question poliment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Transformez chaque question directe.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jours me reste-t-il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la journée est payée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est-ce que j'envoie le formulaire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 me remplacera l'après-midi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qu'il faut écrire dans cette case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dois écrire les deux dates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Posez la question poliment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jours me reste-t-il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voudrais savoir combien de jours il me reste.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la journée est payée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voudrais savoir si la journée est payée.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est-ce que j'envoie le formulaire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J'aimerais savoir où j'envoie le formulaire.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 me remplacera l'après-midi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voudrais savoir qui me remplacera l'après-midi.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qu'il faut écrire dans cette case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J'aimerais savoir ce qu'il faut écrire dans cette case.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dois écrire les deux dates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Pourriez-vous me dire si je dois écrire les deux dates.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 écran, quelques lignes grises. Cinq lignes qui répondent à votre place pendant une semaine.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cran-courri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la personne qui vous écrit doit savoir en dix secondes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Écrit-on la durée de l'absence, ou la date du retour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Faut-il prévenir la personne dont on donne le nom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met-on la réponse en marche, et quand l'éteint-on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courriel de réponse automatique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les cinq lignes.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Bonjour, je suis ___ du 19 au 23 août.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ne ___ (lire) pas mes courriels pendant cette période.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Pour toute question, écrivez à Kevin Dorais ou faites le ___ dix-neuf.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serai de ___ le lundi 26 août.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___ (répondre) à votre message à mon retour.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l'éteint le matin du ___ , avant toute autre chose.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courriel de réponse automatique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Bonjour, je suis ___ du 19 au 23 août.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absente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ne ___ (lire) pas mes courriels pendant cette période.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lirai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Pour toute question, écrivez à Kevin Dorais ou faites le ___ dix-neuf.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poste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serai de ___ le lundi 26 août.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retour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___ (répondre) à votre message à mon retour.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répondrai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l'éteint le matin du ___ , avant toute autre chose.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retour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courriel de réponse automatique en cinq lignes.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Vos dates, la date du retour avec le jour de la semaine, un nom et un poste.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Signez avec votre nom et votre fonction.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travail par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