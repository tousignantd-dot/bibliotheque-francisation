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Rendre les billets de D2 et en lire deux à voix haute, sans nommer les auteurs. Le groupe dit lequel il aurait aimé recevoir, et pourquoi. C'est la meilleure entrée en matière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deux minutes d'écriture avant de discuter. Presque tout le monde commence par la raison ; presque tout le monde devrait commencer par les dates. La démonstration est plus forte si elle vient d'eux.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essayer les deux rôles. Jouer le chef d'équipe apprend autant que jouer l'employé : c'est en refusant une demande vague qu'on comprend ce qui manque à la sienne.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celle qui distingue une demande réussie d'une demande oubliée. Le rappeler avant de lancer le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cette diapositive pendant tout le jeu de rôle : les élèves y reviennent d'eux-mêmes quand ils cherchent une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les billets de B1 : c'est le brouillon du message. Laisser dix minutes de réécriture avant de passer à l'enregistrement.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enregistrer dans le module, écouter, corriger, réenregistrer, puis demander la rétroaction de l'assistant. Les élèves rapides peuvent enregistrer le second message : celui de la semaine d'absence.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billet fait porter l'attention sur le geste de se réécouter, qui est l'apprentissage réel de la séance. Le relire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Entrer dans le bureau, et enregistrer son 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productions orales dans la même séance : une demande de congé menée jusqu'à la confirmation écrite, puis un message d'accueil de trente secondes, enregistré pour de vrai.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travail par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 congé en donnant les deux dates dès la première phrase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proposer soi-même une solution de remplacement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ses questions à l'intérieur d'une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enregistrer un message d'accueil de trente secondes, en six morceaux.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entrez dans le bureau de votre chef d'équipe. Quelle est votre première phrase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ormulaire-rempl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Commencez-vous par la raison, ou par les dates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dates faut-il donner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répond au téléphone pendant votre absence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demandez-vous avant de sortir du bureau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L'assistant joue Ghislain Marcoux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Trois situations au choix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Déplacer une semaine de vacances · une convocation à l'école lundi matin · quatre jours sans solde en février.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Il ne facilite rien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ne donne aucun renseignement avant qu'on le lui demande, ni le formulaire, ni le délai, ni ce qui est payé.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Il veut deux dates et un remplacement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La semaine prochaine » ne lui suffit pas, et il attend une proposition pour l'accueil, pas un haussement d'épaules.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Il n'accorde jamais rien de vive voix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renvoie au formulaire et à la paie, et il dit quand la réponse viendra.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SEPT CHOSES À OBTENIR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de sortir du bureau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106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demande, en une phrase, avec les 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qu'il faut remplir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 du retour au travail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À qui l'envoyer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vous remplace, et quand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délai à respecter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qui est payé, et ce qui ne l'est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29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15721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15721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confirmation écrite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PHRASES À RÉEMPLOYER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vous avez appris cette semaine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Reprenez ces formes pendant le jeu de rôle.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Annoncer avec les deux 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Poser une question poliment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ce qui est payé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Annoncer la suite au futur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Rapporter ce qu'on vous a 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Réclamer la trace écrite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vous avez appris cette semaine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Annoncer avec les deux dates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voudrais prendre congé du lundi 19 au vendredi 23, et revenir le lundi 26.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Poser une question poliment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voudrais savoir combien de jours il me reste.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ce qui est payé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J'aimerais savoir si cette journée-là est payée.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Annoncer la suite au futur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Kevin prendra les appels de l'avant-midi et Amel répondra l'après-midi.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Rapporter ce qu'on vous a dit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Sylvie dit que le formulaire doit être signé.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Réclamer la trace écrite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 je recevrai une confirmation par courriel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MESSAGE D'ACCUEIL : SIX MORCEAUX, TRENTE SECONDES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L'établissement puis vous · l'absence sans la raison · trois choses demandées · le rappel au futur · la porte de sortie · la politesse.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l'écrit d'abord, on le lit à voix haute, puis on l'enregistre. Un message qui dépasse quarante secondes perd la moitié de ceux qui appellent.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AVANT D'ENVOYER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Écoutez-vous comme si vous appeliez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questions à se poser avant d'envoyer l'enregistrement.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Sait-on quel établissement on a joint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Sait-on à qui on parle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Dit-on pourquoi vous êtes absent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Demande-t-on trois choses, pas cinq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rappel est-il au futur simple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une porte de sortie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Écoutez-vous comme si vous appeliez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Sait-on quel établissement on a joint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 les cinq premières secondes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Sait-on à qui on parle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votre nom et votre fonction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Dit-on pourquoi vous êtes absent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ne faut pas — vérifiez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Demande-t-on trois choses, pas cinq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nom, numéro, raison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rappel est-il au futur simple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vous rappellerai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une porte de sortie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 une urgence, faites le poste…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votre enregistrement : notez la chose que vous avez corrigée entre la première et la deuxième prise.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de trop, une phrase trop longue, un morceau oublié.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C'est cette chose-là que vous surveillerez la prochaine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travail par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