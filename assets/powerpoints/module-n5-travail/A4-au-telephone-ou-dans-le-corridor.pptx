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qui ferme le bloc A et prépare tout le défi 1. Commencer par relire la dernière réplique de Ghislain en A1 : « Ce n'est pas Dorine qui répond au poste vingt-deux, c'est la coopérative. » Toute la séance en découle.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première piste étonne toujours : « allô » n'est pas impoli, il est personnel. La personne qui appelle croit s'être trompée de numéro. C'est l'exemple le plus clair de la différence de registre.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précision compte autant que la règle. Beaucoup d'élèves croient que la politesse tient dans la longueur, et produisent des phrases de trente mots qu'ils ne maîtrisent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la colonne de gauche par un élève et celle de droite par un autre, en alternance. Ce n'est pas le vocabulaire qui change le plus : c'est le début de la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L'ordre de la première carte est important : l'établissement d'abord, soi-même ensuite. La personne veut d'abord savoir qu'elle a composé le bon numéro. Le faire remarquer, puis faire répéter.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exactement l'objection de Dorine en A1. Faire relire sa réplique : « Même madame Thériault ? Je lui parle depuis un an. » Le groupe se reconnaît dans l'objection.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Préciser après la correction qu'aucune phrase de la colonne « entre collègues » n'est impolie : elles sont hors contexte au téléphone, ce qui n'est pas la même chose. Les élèves entendent souvent un jugement.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est la plus riche : la version polie ne se contente pas de vouvoyer, elle propose une solution. Faire remarquer que c'est ce qui distingue un service d'un mur.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phrases servent directement en B1, où les élèves écriront leur message d'accueil. Leur demander de garder le billet.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Au téléphone, ou dans le corridor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Entre collègues, on se tutoie et on parle vite. Dès qu'on décroche le téléphone, tout change. Ce n'est pas de la froideur : au bout du fil, ce n'est plus vous qui parlez, c'est l'organisation.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travail par écrit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 qui se dit au téléphone et ce qui se dit entre collègues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ouvrir un appel en nommant l'établissement, puis soi-même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patienter, transférer et s'excuser avec les formules d'usage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fermer un appel en disant ce qui va se passer ensuite.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 téléphone de bureau, un voyant rouge qui clignote. Qu'est-ce qu'on dit en décrochant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elephone-pos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dit « allô » ? Pourquoi pas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la personne au bout du fil veut savoir en premier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dit-on à quelqu'un d'attendre, poliment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dit à la fin, pour que la personne sache ce qui suit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FAÇONS DE PARLER DANS LE MÊME IMMEUBLE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3021583"/>
          </a:xfrm>
          <a:prstGeom prst="roundRect">
            <a:avLst>
              <a:gd name="adj" fmla="val 484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198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Entre collègues, on se tutoie. Au téléphone et par écrit, on vouvoie tout le monde, même les gens qu'on connaît depuis un 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521199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795519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Vouvoyer ne veut pas dire allonger : les phrases restent courtes, une idée à la fois. Un message poli et interminable est un message raté.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MÊME CHOSE, DEUX FOIS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le corridor, et au téléphone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ENTRE COLLÈGUES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AU TÉLÉPHONE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Attends deux secondes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instant, je vous prie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Hein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Pourriez-vous répéter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quoi ton numéro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Votre numéro, s'il vous plaît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beau, je m'en occupe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m'en occupe aujourd'hui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Bye, à demain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Merci de votre appel, bonne journée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QUATRE MOMENTS D'UN APPEL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formule pour chacun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Ouvrir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Coopérative d'aide à domicile de Rosemont, bonjour. Ici Dorine, à l'accueil.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Faire patienter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instant, je vous prie. Ne quittez pas, je vérifie.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Transférer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vous transfère au poste onze. Je vous passe le service technique.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Fermer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transmets votre message aujourd'hui. Merci de votre appel, bonne journée.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TUTOYER PARCE QU'ON CONNAÎT LA PERSONNE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Salut madame Thériault, comment ça va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Bonjour madame Thériault. Comment puis-je vous aider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téléphone, on vouvoie même les gens qu'on croise depuis un an. Le tutoiement reprend dès qu'on se revoit en personne, dans le corridor.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REGISTRE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est-ce que ça se dit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phrase, dites : au téléphone, ou entre collègues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Coopérative d'aide à domicile de Rosemont, bonjour.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Attends deux secondes, je finis mon café.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instant, je vous prie, je vérifie au registre.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Ah pis, laisse faire, je vais le faire moi-même.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vous transfère au poste onze, ne quittez pas.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C'est beau, pas de trouble, je m'en occupe.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Merci de votre appel, bonne journée.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Pourriez-vous me répéter votre numéro, s'il vous plaît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est-ce que ça se dit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Coopérative d'aide à domicile de Rosemont, bonjour.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au téléphone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Attends deux secondes, je finis mon café.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entre collègues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instant, je vous prie, je vérifie au registre.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au téléphone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Ah pis, laisse faire, je vais le faire moi-même.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entre collègues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vous transfère au poste onze, ne quittez pas.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au téléphone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C'est beau, pas de trouble, je m'en occupe.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entre collègues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Merci de votre appel, bonne journée.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au téléphone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Pourriez-vous me répéter votre numéro, s'il vous plaît ?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au téléphone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Dites-le au téléphone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Récrivez chaque phrase pour un appel de travail.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Hein ? J'ai pas compris.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Attends, je regarde.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quoi ton nom déjà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te rappelle tantôt.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Bye là.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pas là, rappelle demain.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Dites-le au téléphone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Hein ? J'ai pas compris.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Pourriez-vous répéter, s'il vous plaît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Attends, je regarde.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instant, je vérifie.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quoi ton nom déjà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Votre nom, s'il vous plaît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te rappelle tantôt.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vous rappelle dans les meilleurs délais.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Bye là.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Merci de votre appel, bonne journée.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pas là, rappelle demain.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n'est pas disponible. Souhaitez-vous laisser un message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 i="0">
                <a:solidFill>
                  <a:srgbClr val="FFFFFF"/>
                </a:solidFill>
                <a:latin typeface="Verdana"/>
              </a:rPr>
              <a:t>Écrivez les quatre phrases avec lesquelles vous ouvririez, feriez patienter, transféreriez et fermeriez un appel à votre travail.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le nom de votre vrai lieu de travail, ou d'un lieu que vous connaissez.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Relisez-les à voix haute : est-ce qu'elles tiennent en une respiration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travail par écrit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