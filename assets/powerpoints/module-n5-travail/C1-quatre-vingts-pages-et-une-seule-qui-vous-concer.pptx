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Demander au groupe qui a déjà eu peur d'un appareil au travail. Les mains se lèvent, et souvent avec des histoires : une carte avalée, une commande partie trois fois. La peur des appareils est un vrai obstacle d'emploi, et elle est réparable.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amène toujours la même réponse : ce n'est jamais la personne prévue, c'est un collègue qui a appris tout seul. Le défi 2 consiste à mettre ce que ce collègue sait par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de Kevin est une stratégie de lecture, et c'est l'intention de compréhension écrite du programme : « lire un mode d'emploi ». On ne le lit pas, on y 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livret emploie l'infinitif — placer, appuyer, entrer, confirmer — et que Kevin, lui, parle à l'impératif. C'est le sujet de la séance C4 ; l'annoncer sans le développer.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programme des trois séances qui suivent : les quatre opérations nommées par Dorine sont exactement celles que les élèves écriront en C3 et C4.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ont appris qu'il faut tout lire. Le dire explicitement les soulage, et améliore leur lecture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geste avec les mains : un plateau en haut, un tiroir en bas. Les élèves retiennent le geste plus longtemps que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La troisième fait toujours discuter : c'est le contraire de ce qu'on a appris à l'école.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consigne est l'exercice réel : formuler sa question avant de chercher. C'est ce qui distingue une recherche de trente secondes d'une demi-heure de feuilletage.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Quatre-vingts pages, et une seule qui vous concerne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photocopieur du corridor a été remplacé un jeudi, sans que personne soit prévenu. Le livret livré avec l'appareil fait quatre-vingts pages et personne ne le lira.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chercher dans un mode d'emploi la seule page qui concerne sa tâche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marche à suivre en trois ou quatre gestes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chargeur du bac à papier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 livret ne dira jamais, et qu'un collègue sait.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appareil neuf au bout d'un corridor. Par où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hotocopieur-corrid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lit un mode d'emploi du début à la fin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cherche en premier dans un livret épais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Qui, dans un lieu de travail, sait vraiment se servir des appareils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quand personne n'a écrit la marche à suivre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Chercher sa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3330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5997" y="2322576"/>
            <a:ext cx="88101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Tu as vu ? Ils ont changé le photocopieur pendant la fin de semaine.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5394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18536"/>
            <a:ext cx="133330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5997" y="3018536"/>
            <a:ext cx="88101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vu. Et j'ai vu aussi que personne ne sait s'en servir.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4990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714496"/>
            <a:ext cx="133330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5997" y="3714496"/>
            <a:ext cx="88101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y a le livret, là, sur la tablette.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45863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410455"/>
            <a:ext cx="133330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5997" y="4410455"/>
            <a:ext cx="881012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Quatre-vingts pages. En deux langues. Je cherche seulement à numériser une feuille et à me l'envoyer par courriel.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26303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90895"/>
            <a:ext cx="133330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5997" y="5390895"/>
            <a:ext cx="881012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Regarde la table des matières. Tu ne lis jamais un mode d'emploi du début à la fin : tu cherches ta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gestes, page trente-quatre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33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5997" y="1901952"/>
            <a:ext cx="88101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Numérisation vers un courriel », page trente-quatre. Bon. « Placer le document face vers le haut dans le chargeur.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333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5997" y="2989072"/>
            <a:ext cx="88101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chargeur, c'est le bac du dessus. Le bac à papier, lui, c'est le tiroir d'en bas.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3330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5997" y="4076191"/>
            <a:ext cx="881012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Appuyer sur Numériser. Entrer l'adresse courriel. Confirmer. » C'est tout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3333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5997" y="5163312"/>
            <a:ext cx="88101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tout. Trois gestes.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Écrire la demi-page qui manque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330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5997" y="1901952"/>
            <a:ext cx="88101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Trois gestes et une page trente-quatre. Kevin, tu as combien de temps devant toi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33320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597912"/>
            <a:ext cx="133330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5997" y="2597912"/>
            <a:ext cx="88101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Dix minutes. Pourquoi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29280"/>
            <a:ext cx="11057839" cy="1182623"/>
          </a:xfrm>
          <a:prstGeom prst="roundRect">
            <a:avLst>
              <a:gd name="adj" fmla="val 1237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293872"/>
            <a:ext cx="1333309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5997" y="3293872"/>
            <a:ext cx="8810129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écrit une demi-page. Les quatre choses que le monde fait ici : copier, numériser, changer le papier, débloquer une feuille coincée. Et on la colle sur le mur.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94200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558792"/>
            <a:ext cx="133330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KEVIN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5997" y="4558792"/>
            <a:ext cx="88101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Ghislain va aimer ça.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254751"/>
            <a:ext cx="133330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5997" y="5254751"/>
            <a:ext cx="881012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Ghislain va surtout arrêter d'être dérangé quatre fois par jour.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ON NE LIT PAS UN MODE D'EMPLOI, ON Y CHERCHE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Table des matières, numéro de page, trois lignes. Le reste ne vous concerne pas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livret d'appareil est écrit pour tous les usages et pour tous les modèles. Chercher sa page n'est pas de la paresse : c'est la façon dont ces textes sont faits pour être 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TIROIRS, DEUX USAGES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confusion la plus fréquente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CHARGEUR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BAC À PAPIER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 haut, sur le dessus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bas, un tiroir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Reçoit ce qu'on veut copier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Reçoit les feuilles blanches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Se vide après chaque 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remplit quand il est vide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 y oublie son original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s'y trompe de format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photocopieur a été remplacé pendant la fin de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livret de l'appareil fait une dizaine de pages.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Kevin conseille de lire le mode d'emploi du début à la fin.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chargeur est le bac du dessus.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numériser vers un courriel, il faut trois gestes.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Dorine veut coller une demi-page sur le mur.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photocopieur a été remplacé pendant la fin de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livret de l'appareil fait une dizaine de pages.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quatre-vingts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Kevin conseille de lire le mode d'emploi du début à la fin.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 chercher sa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chargeur est le bac du dessus.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numériser vers un courriel, il faut trois gestes.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Dorine veut coller une demi-page sur le mur.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 appareil de votre quotidien dont vous n'avez jamais lu le mode d'emploi.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une chose que vous ne savez pas faire avec.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question exacte que vous chercheriez dans la table des matières.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