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prononciation, la seule du module. Commencer en disant deux fois la même phrase : « vous avez un appel en attente », d'abord mot par mot, puis normalement. Demander laquelle est plus facile à comprendre. C'est toute la séance en dix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au tableau « vous avez » puis « vous_avez » et faire dire les deux. Le groupe entend la différence tout de suite ; c'est le nommer qui est neuf.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évite l'apprentissage par cœur. Faire produire deux exemples de plus par le groupe pour chacun des trois premiers 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« et » est la seule règle sans exception de la séance : le dire ainsi, les élèves s'y accrochent. Le h aspiré ne s'apprend pas : il se rencontre.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colonne de droite n'est pas de l'alphabet phonétique : c'est une transcription approximative, faite pour être lue à voix haute par le groupe. La faire lire par trois élèves différents.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répondre à main levée avant d'afficher la correction. Les deux erreurs attendues sont « et elle », que beaucoup lient, et « le bureau ouvert », que peu savent refuser.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« les heures, les employés, les appels » trois fois de suite. C'est le groupe de mots le plus fréquent d'un bureau.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six phrases sont celles des extraits audio du module : les élèves les réentendront seuls dans la mini-leçon. Les faire répéter en groupe, puis individuellement à trois ou quatre élèves.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groupes de mots trouvés par les élèves dans leur propre métier valent mieux que ceux du module. En noter quelques-uns pour les réemployer en A4.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Deux mots qui se collent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 téléphone, la personne ne voit ni votre bouche ni vos mains : elle n'a que le rythme de vos mots. Une phrase sans liaisons arrive hachée, et il faut la faire répéter.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travail par écrit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une liaison à l'oreille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les liaisons obligatoires après un déterminant et un pronom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ne pas faire de liaison après « et » ni devant un h aspiré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prononcer le s de liaison comme un z.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LA LETTRE MUETTE SE RÉVEILLE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897632"/>
          </a:xfrm>
          <a:prstGeom prst="roundRect">
            <a:avLst>
              <a:gd name="adj" fmla="val 5049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2074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La dernière lettre d'un mot, muette d'habitude, se colle au mot suivant quand celui-ci commence par une voyelle.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39724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67156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Rien ne change à l'écrit : vous_avez, un_appel, les_heures s'écrivent comme avant. Tout se joue dans l'oreille. Le trait bas des exemples marque l'endroit où les deux mots se collent.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LES LIAISONS OBLIGATOIRES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cas, et ils couvrent presque tout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Après un déterminant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les_heures · un_appel · ces_employés · deux_appels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Après un pronom sujet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vous_avez · nous_attendons · ils_ont · on_arrive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Après un petit mot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très_occupée · en_avant · chez_elle · dans_une_heure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Le principe, pour ne pas apprendre la liste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Plus les deux mots sont soudés par le sens, plus la liaison est obligatoire.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LES LIAISONS INTERDITES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Trois cas, et le premier n'a aucune exception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Après « et », jamais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et / elle · et / un formulaire · et / après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Devant un h aspiré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/ haut · les / haricots · le / hall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Après un nom au singulier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bureau / ouvert · un appel / urgent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Mais au pluriel, elle revient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appels_urgents · des bureaux_ouverts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SON DE LA LETTRE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Elle ne se dit pas comme elle s'écrit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ENTEND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heures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lé-zeur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deux appels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deu-zappel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avez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vou-zavé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grand immeuble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un gran-timmeuble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neuf heures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neu-veur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s et le x se disent « z » · le d se dit « t » · le f de « neuf » se dit « v » devant heures et ans.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que les deux mots se collent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dites si la liaison se fait ou non.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avez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appel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863088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29778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0419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18536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et elle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863088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29778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0419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18536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les heures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586480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701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765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741928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bureau ouvert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586480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701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765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741928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en haut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309872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4246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4886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465320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très occupée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309872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4246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4886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465320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deux appels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que les deux mots se collent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avez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oui — vou-zavé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appel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oui — un-nappel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863088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29778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0419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18536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et elle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non — jamais après « et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863088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29778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0419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18536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les heures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oui — lé-zeur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586480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701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765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741928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bureau ouvert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non — nom au singulier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586480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701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765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741928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en haut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non — h aspiré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309872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4246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4886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465320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très occupée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oui — trè-zoccupée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309872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4246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4886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465320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deux appels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oui — deu-zappel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PRONONCER LE S COMME UN 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heures dit « lé-seur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heures dit « lé-zeur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s et le x de liaison se disent « z ». C'est pour ça que « les heures » est si difficile à reconnaître la première fois : on cherche un mot qui commencerait par un z.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RÉPÉTITION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phrases du module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Répétez chaque phrase deux fois : la première pour comprendre, la seconde en ne guettant que les liaisons.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êtes bien à la Coopérative d'aide à domicile.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instant, je vous prie, je vérifie au registre.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avons deux employés à l'accueil ce matin.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est neuf heures et il n'est pas encore arrivé.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laissé son numéro et elle attend un rappel.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 haut de la page, en avant du formulaire.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phrases du module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êtes bien à la Coopérative d'aide à domicile.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vous_êtes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instant, je vous prie, je vérifie au registre.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un_instant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avons deux employés à l'accueil ce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nous_avons, deux_employés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est neuf heures et il n'est pas encore arrivé.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neuf_heures, rien après « et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laissé son numéro et elle attend un rappel.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elle_a, rien après « et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 haut de la page, en avant du formulaire.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/ haut non, en_avant oui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groupes de mots de votre travail où la liaison se fait.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Marquez l'endroit où les deux mots se collent avec un trait bas.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Ajoutez-en un où elle ne se fait pas, et dites pourquoi.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travail par écrit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