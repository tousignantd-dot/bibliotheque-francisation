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qui ferme le défi 1. Commencer par le test : projeter une note volontairement incomplète — « Mme T. a appelé, rappeler » — et demander au groupe ce qui manque. La liste qu'ils produisent est exactement celle des six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celle à retenir. Faire remarquer que Dorine emploie exactement les formes de B3 : « elle dit que », « elle demande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afficher au mur de la classe pendant tout le module. C'est la seule liste que les élèves auront à retenir par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argument, pas une règle : c'est celui qui convainc. Demander au groupe ce qu'ils écriraient s'ils savaient que la personne lira la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quelles abréviations ils emploient déjà. Distinguer celles qui sont partagées de celles qui sont personnelles : la note est la limite entre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c'est la seule ligne d'une note qu'une erreur rend entièrement inutile. La relire à voix haute avant de raccrocher.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une seule fois avant de remplir, puis une seconde fois pour vérifier. C'est ainsi que ça se passe en vrai : on n'a droit qu'à une écoute et demie.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cas est le plus formateur : écrire « aucun numéro laissé » vaut mieux que de laisser la ligne vide, qui fait croire à un oubli. Dire ce qui manque est aussi une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des élèves n'ont pas de message à traiter, leur faire raconter un appel reçu récemment, à l'oral, pendant qu'un camarade prend la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Six lignes, et personne n'a besoin de vous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test d'une bonne note : posez-la sur le bureau de quelqu'un d'autre et partez en congé. Si cette personne peut agir sans vous téléphoner, la note est bonne.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note d'appel en six lignes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abréviations que tout le monde comprend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qu'une note contient de ce qu'elle ne contient jamais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signer et dater sa note.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note que Dorine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DORINE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: madame Thériault, ce matin, 5680 Beaubien, appartement 3. Elle dit que son aide du mercredi ne viendra pas. Elle demande un remplacement avant son rendez-vous de jeudi.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6680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811272"/>
            <a:ext cx="160858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811272"/>
            <a:ext cx="8534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307080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71672"/>
            <a:ext cx="1608582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DORINE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3471672"/>
            <a:ext cx="853485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Numéro : 514 225-1440. Elle demande qu'on la rappelle avant midi ; après, elle ne répond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6400"/>
            <a:ext cx="11057839" cy="827024"/>
          </a:xfrm>
          <a:prstGeom prst="roundRect">
            <a:avLst>
              <a:gd name="adj" fmla="val 1769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380991"/>
            <a:ext cx="1608582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4380991"/>
            <a:ext cx="853485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Voilà une note. Six lignes, et je peux agir sans vous poser une seule question. Ajoutez la date et votre nom en bas.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25720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90311"/>
            <a:ext cx="160858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DORINE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1270" y="5290311"/>
            <a:ext cx="8534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mon nom ? C'est elle qui a appelé.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950711"/>
            <a:ext cx="1608582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GHISLAIN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1270" y="5950711"/>
            <a:ext cx="8534857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Parce que dans trois jours, quelqu'un voudra savoir qui a pris le message. Une note sans nom, c'est une note sans personne derrière.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SIX LIGNES, TOUJOURS LES MÊMES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 appelé, quand, pourquoi, ce qu'on demande, comment joindre, ce qui presse.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Toujours dans cet ordre : c'est ce qui permet de les remplir pendant que la personne parle, sans réfléchir à la 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QU'UNE NOTE NE CONTIENT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qui l'alourdissent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Vos impressions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Elle avait l'air fâchée », « encore elle » :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mots exacts entre guillemets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note résume ; elle ne transcrit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répétitions de la personne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l'a dit trois fois : vous l'écrivez une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Pourquoi c'est important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note reste dans un dossier longtemps, et peut être lue par la personne concernée.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ABRÉVIATIONS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Celles que tout le monde 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ABRÉVIATION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RDV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rendez-vous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tél.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téléphone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app.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appartement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a.m. et p.m.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avant-midi et après-midi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SVP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s'il vous plaît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abréviation inventée ce matin n'est pas une abréviation : c'est un code personnel.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NOTER SANS LE NUMÉRO DE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Mme Thériault a appelé, rappeler.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Mme Thériault, tél. 514 225-1440, rappeler avant midi.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numéro, votre collègue doit chercher dans un dossier ou vous appeler. Le numéro s'écrit pendant que la personne parle, pas après.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la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le message de madame Thériault, puis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: madame ___ , 5680 rue Beaubien, app. 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Motif : son aide du ___ matin ne pourra pas venir.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: un ___ avant son rendez-vous.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rendez-vous à la clinique est le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Tél. : 514 ___ -1440.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Urgent : rappeler avant ___ 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la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: madame ___ , 5680 rue Beaubien, app. 3.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Thériault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Motif : son aide du ___ matin ne pourra pas venir.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mercredi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: un ___ avant son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remplacement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rendez-vous à la clinique est le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jeudi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Tél. : 514 ___ -1440.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225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Urgent : rappeler avant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notes à partir de trois appels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chaque note en six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fournisseur annonce que la livraison de jeudi est reportée à lundi.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collègue est malade et ne rentrera pas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homme veut parler à la directrice et ne dit pas pourquoi.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notes à partir de trois appels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fournisseur annonce que la livraison de jeudi est reportée à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· quand · motif · demande de confirmer · tél. au dossier · rien d'urgent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collègue est malade et ne rentrera pas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· ce matin · malade · reprend demain · aviser Ghislain · tél. cellulaire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homme veut parler à la directrice et ne dit pas pourquoi.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: sans nom · ne dit pas le motif · rappellera lui-même p.m. · aucun numéro laissé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Prenez une note d'appel à partir d'un vrai message de votre boîte vocale.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lignes, sans impressions et sans guillemets.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Signez et datez. Relisez-la comme si vous étiez quelqu'un d'autre.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