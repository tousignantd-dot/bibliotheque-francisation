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qui ferme le défi 1. Commencer par le test : projeter une note volontairement incomplète — « Mme T. a appelé, rappeler » — et demander au groupe ce qui manque. La liste qu'ils produisent est exactement celle des six lignes.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dernière réplique est celle à retenir. Faire remarquer que Dorine emploie exactement les formes de B3 : « elle dit que », « elle demande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photographier, et à afficher au mur de la classe pendant tout le module. C'est la seule liste que les élèves auront à retenir par cœur.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est un argument, pas une règle : c'est celui qui convainc. Demander au groupe ce qu'ils écriraient s'ils savaient que la personne lira la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Demander au groupe quelles abréviations ils emploient déjà. Distinguer celles qui sont partagées de celles qui sont personnelles : la note est la limite entre les deux.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remarquer que c'est la seule ligne d'une note qu'une erreur rend entièrement inutile. La relire à voix haute avant de raccrocher.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écouter une seule fois avant de remplir, puis une seconde fois pour vérifier. C'est ainsi que ça se passe en vrai : on n'a droit qu'à une écoute et demie.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 troisième cas est le plus formateur : écrire « aucun numéro laissé » vaut mieux que de laisser la ligne vide, qui fait croire à un oubli. Dire ce qui manque est aussi une information.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 des élèves n'ont pas de message à traiter, leur faire raconter un appel reçu récemment, à l'oral, pendant qu'un camarade prend la note.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B4  ·  MODULE 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Six lignes, et personne n'a besoin de vous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Le test d'une bonne note : posez-la sur le bureau de quelqu'un d'autre et partez en congé. Si cette personne peut agir sans vous téléphoner, la note est bonne.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Le travail par écrit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écrire une note d'appel en six lignes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employer les abréviations que tout le monde comprend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distinguer ce qu'une note contient de ce qu'elle ne contient jamais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signer et dater sa note.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DIALOGUE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note que Dorine écrit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37360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01952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DORINE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41270" y="1901952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Alors : madame Thériault, ce matin, 5680 Beaubien, appartement 3. Elle dit que son aide du mercredi ne viendra pas. Elle demande un remplacement avant son rendez-vous de jeudi.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6680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2811272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GHISLAIN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41270" y="2811272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Continuez.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307080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32688" y="3471672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DORINE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41270" y="3471672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Numéro : 514 225-1440. Elle demande qu'on la rappelle avant midi ; après, elle ne répond pas.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6400"/>
            <a:ext cx="11057839" cy="827024"/>
          </a:xfrm>
          <a:prstGeom prst="roundRect">
            <a:avLst>
              <a:gd name="adj" fmla="val 17690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932688" y="4380991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GHISLAIN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41270" y="4380991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Voilà une note. Six lignes, et je peux agir sans vous poser une seule question. Ajoutez la date et votre nom en bas.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125720"/>
            <a:ext cx="11057839" cy="578104"/>
          </a:xfrm>
          <a:prstGeom prst="roundRect">
            <a:avLst>
              <a:gd name="adj" fmla="val 25307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932688" y="5290311"/>
            <a:ext cx="1608582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DORINE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41270" y="5290311"/>
            <a:ext cx="8534857" cy="3037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Pourquoi mon nom ? C'est elle qui a appelé.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2688" y="5950711"/>
            <a:ext cx="1608582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1" i="0">
                <a:solidFill>
                  <a:srgbClr val="B45309"/>
                </a:solidFill>
                <a:latin typeface="Verdana"/>
              </a:rPr>
              <a:t>GHISLAIN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41270" y="5950711"/>
            <a:ext cx="8534857" cy="552703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Parce que dans trois jours, quelqu'un voudra savoir qui a pris le message. Une note sans nom, c'est une note sans personne derrière.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SIX LIGNES, TOUJOURS LES MÊMES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Qui a appelé, quand, pourquoi, ce qu'on demande, comment joindre, ce qui presse.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1303528"/>
          </a:xfrm>
          <a:prstGeom prst="roundRect">
            <a:avLst>
              <a:gd name="adj" fmla="val 1122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846327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Toujours dans cet ordre : c'est ce qui permet de les remplir pendant que la personne parle, sans réfléchir à la structure.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CE QU'UNE NOTE NE CONTIENT JAMAIS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choses qui l'alourdissent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Vos impressions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« Elle avait l'air fâchée », « encore elle » : jamais.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mots exacts entre guillemets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85902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note résume ; elle ne transcrit pas.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Les répétitions de la personne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Elle l'a dit trois fois : vous l'écrivez une fois.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746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Pourquoi c'est important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5076444"/>
            <a:ext cx="4806543" cy="7299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600" b="0" i="0">
                <a:solidFill>
                  <a:srgbClr val="3A3D40"/>
                </a:solidFill>
                <a:latin typeface="Verdana"/>
              </a:rPr>
              <a:t>Une note reste dans un dossier longtemps, et peut être lue par la personne concernée.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LES ABRÉVIATIONS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Celles que tout le monde lit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ABRÉVIATION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CE QUE ÇA VEUT DIRE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RDV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rendez-vous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tél.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téléphone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app.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appartement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a.m. et p.m.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avant-midi et après-midi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SVP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s'il vous plaît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Une abréviation inventée ce matin n'est pas une abréviation : c'est un code personnel.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NOTER SANS LE NUMÉRO DE TÉLÉPHONE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Mme Thériault a appelé, rappeler.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Mme Thériault, tél. 514 225-1440, rappeler avant midi.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285240"/>
          </a:xfrm>
          <a:prstGeom prst="roundRect">
            <a:avLst>
              <a:gd name="adj" fmla="val 11383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782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Sans numéro, votre collègue doit chercher dans un dossier ou vous appeler. Le numéro s'écrit pendant que la personne parle, pas après.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ÉCOUTE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la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Réécoutez le message de madame Thériault, puis complétez.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: madame ___ , 5680 rue Beaubien, app. 3.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Motif : son aide du ___ matin ne pourra pas venir.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: un ___ avant son rendez-vous.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rendez-vous à la clinique est le ___ 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Tél. : 514 ___ -1440.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Urgent : rappeler avant ___ 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Remplissez la note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: madame ___ , 5680 rue Beaubien, app. 3.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Thériault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59855" y="2139696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6434175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434175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7095" y="2295144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Motif : son aide du ___ matin ne pourra pas venir.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mercredi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Demande : un ___ avant son rendez-vous.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remplacement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59855" y="3254248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6434175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434175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37095" y="3409696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Son rendez-vous à la clinique est le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jeudi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Tél. : 514 ___ -1440.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225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59855" y="4368800"/>
            <a:ext cx="5464911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6434175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434175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937095" y="4524248"/>
            <a:ext cx="4504791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Urgent : rappeler avant ___ 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midi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notes à partir de trois appels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Écrivez chaque note en six lignes.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fournisseur annonce que la livraison de jeudi est reportée à lundi.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collègue est malade et ne rentrera pas aujourd'hui.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homme veut parler à la directrice et ne dit pas pourquoi.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Trois notes à partir de trois appels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450083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514091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fournisseur annonce que la livraison de jeudi est reportée à lundi.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· quand · motif · demande de confirmer · tél. au dossier · rien d'urgent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254248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56463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62864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409696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Une collègue est malade et ne rentrera pas aujourd'hui.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· ce matin · malade · reprend demain · aviser Ghislain · tél. cellulaire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368800"/>
            <a:ext cx="11057839" cy="986535"/>
          </a:xfrm>
          <a:prstGeom prst="roundRect">
            <a:avLst>
              <a:gd name="adj" fmla="val 14830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46791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474319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4524248"/>
            <a:ext cx="10097719" cy="7122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homme veut parler à la directrice et ne dit pas pourquoi.   </a:t>
            </a:r>
            <a:r>
              <a:rPr sz="1900" b="1" i="0">
                <a:solidFill>
                  <a:srgbClr val="07734A"/>
                </a:solidFill>
                <a:latin typeface="Verdana"/>
              </a:rPr>
              <a:t>» qui : sans nom · ne dit pas le motif · rappellera lui-même p.m. · aucun numéro laissé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Prenez une note d'appel à partir d'un vrai message de votre boîte vocale.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Six lignes, sans impressions et sans guillemets.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Signez et datez. Relisez-la comme si vous étiez quelqu'un d'autre.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B4 · Le travail par écrit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