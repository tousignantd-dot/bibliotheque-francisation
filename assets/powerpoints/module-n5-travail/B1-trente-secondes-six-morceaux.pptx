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Faire écouter, si possible, le message d'accueil d'un vrai service public au haut-parleur — celui d'une clinique, d'une école. Demander au groupe combien de choses différentes y sont dites. La réponse est presque toujours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celle qui reste. Un message enregistré ne vieillit pas tout seul : il continue de promettre un rappel « dans la journée » pendant toute une semaine de vacances.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morceaux à l'écoute, sans le texte. Les élèves en trouvent quatre ou cinq ; le sixième — la porte de sortie — est celui qu'on n'entend pas parce qu'on ne l'attend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moitié du dialogue passe à la note d'appel : elle sera travaillée en B4. Arrêter ici et le dire au groupe, sinon les élèves cherchent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morceau est celui qu'on oublie, et le seul qui rende service à quelqu'un de pressé. Le faire remarquer : sans lui, un message d'accueil est un mur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ce qu'il ajouterait. Les propositions sont raisonnables une à une, et ridicules mises bout à bout : c'est la démonstration.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et la plus facile à corriger. Faire chercher au groupe d'autres raisons qu'on entend souvent : « je suis en congé », « je suis au dîner », « je suis débordée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 exacte. La cinquième oblige à réécouter : le numéro est dit une seule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à faire en équipes de deux, à l'oral, avant d'écrire. La discussion sur la place du morceau 5 est celle qui apprend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Garder ce billet : c'est le brouillon de la production orale de la séance E1. Le dire aux élèves, ils l'écrivent alors plus sérieusement.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Trente secondes, six morceaux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d'accueil n'est pas une conversation : c'est un texte enregistré une fois, qui parlera à votre place cent fois. C'est pour ça qu'on l'écrit avant de l'enregistrer.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six morceaux d'un message d'accueil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les mettre dans l'ordre attendu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n'est pas disponible sans dire pourquoi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 rappel au futur simple, sans promettre une heure.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voyant rouge clignote. Quatre messages vous attendent. Qu'est-ce que les gens ont entendu avant de parler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lephone-pos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qu'un message d'accueil dit pourquoi vous n'êtes pas là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choses peut-on demander à quelqu'un de pressé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quelqu'un qui ne peut pas attendre votre rappel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devient votre message le jour où vous partez en congé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que Dorine a enregistré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 Comptez les morceaux.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24864"/>
          </a:xfrm>
          <a:prstGeom prst="roundRect">
            <a:avLst>
              <a:gd name="adj" fmla="val 11042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8582" cy="1050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1270" y="2322576"/>
            <a:ext cx="8534857" cy="1050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Bonjour, vous êtes bien à la Coopérative d'aide à domicile de Rosemont. Ici Dorine Kabeya, à l'accueil. Je ne suis pas disponible en ce moment. Laissez-moi votre nom, votre numéro de téléphone et la raison de votre appel : je vous rappellerai dans la journée. Pour une urgence, faites le poste onze. Merci et bonne journée. 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65144"/>
            <a:ext cx="11057839" cy="1075944"/>
          </a:xfrm>
          <a:prstGeom prst="roundRect">
            <a:avLst>
              <a:gd name="adj" fmla="val 1359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29736"/>
            <a:ext cx="1608582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1270" y="3729736"/>
            <a:ext cx="8534857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bon. Vous vous nommez, vous nommez la coopérative, vous demandez les trois choses, vous dites quand vous rappelez, et vous donnez une porte de sortie. Une seule remarque.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723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887976"/>
            <a:ext cx="160858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1270" y="4887976"/>
            <a:ext cx="8534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Laquelle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83784"/>
            <a:ext cx="11057839" cy="827024"/>
          </a:xfrm>
          <a:prstGeom prst="roundRect">
            <a:avLst>
              <a:gd name="adj" fmla="val 1769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48376"/>
            <a:ext cx="1608582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1270" y="5548376"/>
            <a:ext cx="853485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Dans la journée. » Si vous êtes en congé jeudi, ce n'est plus vrai, et le message continue de le dire.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mettre à la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Mettez « dans les meilleurs délais » et changez le message quand vous partez plus d'une journée.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note. Maintenant, j'ai quatre messages dans la boîte.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1270" y="3738371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Écoutons le premier ensemble. Vous écrivez, je me tais.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SIX MORCEAUX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1 · L'établissement, puis 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bien à la Coopérative. Ici Dorine Kabeya, à l'accueil.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2 · L'absence, sans la raison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suis pas disponible en ce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3 · Les trois choses demandées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nom, votre numéro de téléphone et la raison de votre appel.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4 · Le rappel, au futur simple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rappellerai dans les meilleurs délais.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5 · La porte de sortie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urgence, faites le poste onze.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6 · La politesse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et bonne journée.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CHOSES, PAS CINQ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demande le nom, le numéro et la raison de l'appel. C'est tout ce qu'une personne pressée peut retenir.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une quatrième information est vraiment nécessaire, elle se dit en dernier et seule : « et, si vous en avez un, votre numéro de dossier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DIRE POURQUOI ON N'EST PAS DISPONIBLE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en réunion jusqu'à trois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suis pas disponible en ce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raison ne regarde personne, et elle vieillit : le message la répétera demain encore, quand la réunion sera finie depuis longtemps.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Dorine a enregistré son message la veille au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trouve que le message est trop court.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lui reproche d'avoir promis de rappeler « dans la journée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d'accueil doit durer environ trois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porte de sortie est le poste onze.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explique dans le message pourquoi on est absent.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Dorine a enregistré son message la veille au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trouve que le message est trop court.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le trouve bon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lui reproche d'avoir promis de rappeler « dans la journée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d'accueil doit durer environ trois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trente secondes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porte de sortie est le poste onze.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explique dans le message pourquoi on est absent.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jamais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ORDRE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six morceaux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et bonne journée.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suis pas disponible en ce moment.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urgence, faites le poste onze.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bien à la Coopérative. Ici Dorine, à l'accueil.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rappellerai dans les meilleurs délais.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Laissez-moi votre nom, votre numéro et la raison de votre appel.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six morceaux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et bonne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suis pas disponible en ce moment.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une urgence, faites le poste onze.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bien à la Coopérative. Ici Dorine, à l'accueil.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rappellerai dans les meilleurs délais.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Laissez-moi votre nom, votre numéro et la raison de votre appel.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morceaux de votre propre message d'accueil.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le nom de votre lieu de travail, ou d'un lieu que vous connaissez.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Lisez-le à voix haute et chronométrez : visez trente secondes.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