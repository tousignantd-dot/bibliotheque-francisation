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Ouvrir en projetant le message d'accueil de B1 et en demandant au groupe de souligner les verbes. Il n'y en a que trois, et deux sont à l'impératif.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faute « vous laissez-moi un message » vient de langues où le sujet est obligatoire ; la nommer aide.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 revient devant « y » et « en » : vas-y, parles-en. C'est pour l'oreille, pas pour la grammaire. Le mentionner sans en faire un point d'apprentissage.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Retenir la règle par l'image : l'affirmative pousse le pronom derrière ; la négative, en encadrant le verbe, le ramène devant, à sa place habituelle.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paires à voix haute, en alternance, par deux élèves. Le déplacement du pronom s'entend, et c'est ainsi qu'il s'apprend : par le rythme, pas par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de la séance, et elle vient de ce qu'on apprend d'abord l'affirmative. Faire produire trois négatives à partir d'affirmatives données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énoncés sont ceux de l'exercice interactif. Faire répondre à l'oral d'abord : le pronom se place mieux quand on l'entend.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énoncé est le plus difficile : deux pronoms à la suite. Accepter aussi « Transmettez le message au chef d'équipe » : l'important est l'impératif, le double pronom est un bonus.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consignes serviront en C4, où l'on comparera l'impératif et l'infinitif de consigne. Demander aux élèves de garder leur billet.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Laissez-moi un message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d'accueil, une note collée sur un appareil, un courriel qui demande quelque chose : tous sont faits d'impératifs. Et le pronom y change de place selon que la phrase affirme ou nie.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l'impératif présent aux trois personnes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après le verbe dans une phrase affirmative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 replacer devant le verbe dans une phrase négative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deux pronoms à la suite sans se tromper d'ordre.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L'IMPÉRATIF N'A JAMAIS DE PRONOM SUJET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personnes seulement, et aucun « je », « tu » ou « vous » devant le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travail, c'est presque toujours la forme en « vous » : Laissez, Appuyez, Envoyez. La forme en « tu » sert entre collègues, la forme en « nous » pour inviter le groupe.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enlève le pronom sujet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PRÉSENT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L'IMPÉRATIF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laissez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laissez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laissons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laissons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tu laisses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laisse — le s tombe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tu finis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finis — le s reste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tu rappelles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rappelle — le s tombe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verbes en « er » perdent leur s à la deuxième personne du singulier. Les autres le gardent.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PLACE DU PRONOM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dépend d'une seule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8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Phrase affirmative : derrière, avec un trait d'union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99080"/>
            <a:ext cx="4806543" cy="789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Laissez-moi un message. Rappelez-la. Envoyez-le.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8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« me » devient « moi », « te » devient « toi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99080"/>
            <a:ext cx="4806543" cy="789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Dites-moi. Assoyez-vous. Assois-toi.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8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Phrase négative : devant, sans trait d'union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16500"/>
            <a:ext cx="4806543" cy="789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me rappelez pas. Ne la faites pas attendre.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8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Deux pronoms : l'ordre s'inverse aussi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16500"/>
            <a:ext cx="4806543" cy="789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Donnez-le-moi. Mais : Ne me le donnez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DEUX 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phrase, affirmée puis niée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AFFIRMATIVE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NÉGATIVE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Laissez-moi un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Ne me laissez pas de 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Rappelez-la avant midi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Ne la rappelez pas après midi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Envoyez-le à la paie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Ne l'envoyez pas sans signature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Donnez-le-moi aujourd'hui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Ne me le donnez pas demain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LAISSER LE PRONOM DERRIÈRE À LA NÉGATIVE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rappelez-la pas avant midi.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la rappelez pas avant midi.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Dès qu'il y a une négation, le pronom revient devant le verbe, sans trait d'union. C'est la place normale du pronom : celle de « vous la rappelez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Remplacez les mots soulignés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phrase à l'impératif.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laissez un message.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rappelez madame Thériault avant midi.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envoyez le formulaire à la paie.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écoutez les quatre messages ce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ne faites pas attendre la cliente.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ne me rappelez pas après midi.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donnez votre numéro à moi.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n'envoyez pas la note à Ghislain.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Remplacez les mots soulignés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laissez un message.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Laissez-le.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rappelez madame Thériault avant midi.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Rappelez-la avant midi.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envoyez le formulaire à la paie.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Envoyez-le à la paie.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écoutez les quatre messages ce matin.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Écoutez-les ce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ne faites pas attendre la cliente.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Ne la faites pas attendre.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ne me rappelez pas après midi.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Ne me rappelez pas après midi.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donnez votre numéro à moi.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Donnez-le-moi.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n'envoyez pas la note à Ghislain.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Ne la lui envoyez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consignes à écrire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chaque consigne à l'impératif, en « vous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de laisser un nom et un numéro.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de ne pas rappeler après dix-sept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de transmettre le message au chef d'équipe.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de ne pas envoyer le formulaire sans signature.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consignes à écrire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de laisser un nom et un numéro.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Laissez-moi votre nom et votre numéro.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de ne pas rappeler après dix-sept heures.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Ne me rappelez pas après dix-sept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de transmettre le message au chef d'équipe.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Transmettez-le-lui.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de ne pas envoyer le formulaire sans signature.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Ne l'envoyez pas sans signature.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consignes à l'impératif que vous pourriez coller au mur de votre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à l'affirmative, deux à la négative.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un pronom dans au moins deux d'entre elles.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