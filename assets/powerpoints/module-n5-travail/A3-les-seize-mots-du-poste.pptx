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Commencer par la photo du babillard : demander au groupe de nommer ce qu'on y voit. Les mots manquants sont ceux de la séance. Ne pas donner la liste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amène le formulaire, qui est le mot du défi 3. La deuxième fait souvent sortir des exemples précis : le babillard de la cuisine, celui du vestiaire, celui du corridor.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paire tâche / directives : la tâche est ce qu'il y a à faire, les directives disent comment le faire. La liste des tâches change chaque semaine, les directives d'un appareil presque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Rappeler » a deux sens en français : téléphoner de nouveau, et remettre en mémoire. Ici, c'est le premier. Le préciser tout de suite évite une confusion au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bac à papier et le chargeur se confondent : le préciser dès maintenant avec un geste, un tiroir en bas et un plateau en haut. C'est le piège de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paie » désigne à la fois le service et l'argent reçu : les deux emplois sont corrects et courants. Le dire, sinon les élèves croient qu'ils se trompent.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tableau règle une confusion réelle : dans le même immeuble, le même mot désigne un emploi et un numéro de téléphone. Faire produire une phrase de chaque sorte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dialogue de A1 les deux mots employés par Ghislain. Il les emploie correctement, dans la même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énoncés sont ceux de l'exercice interactif. Faire répondre à l'oral, puis laisser les élèves les refaire seuls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relever les phrases justes : elles serviront d'exemples au bloc B, et elles valent mieux que celles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poste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programme ne fournit aucune liste de vocabulaire pour cette situation. Les seize mots viennent donc de ce que le poste exige vraiment : un comptoir, un téléphone, un appareil, un formulaire.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objets et les documents d'un poste d'accueil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tâche de directives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deux sens du mot « poste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de travail.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babillard couvert de feuilles. Qu'est-ce qui est affiché là, dans un lieu de travail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bill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punaise, et qu'est-ce qu'on n'y punaise pas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babillard à votre travail ? Où est-il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le droit d'y afficher quelque chose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prend quand on veut demander un congé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poste, les tâches, les directives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50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l'accueil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592" y="2121408"/>
            <a:ext cx="6901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d'un établissement où arrivent les gens et les appels.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150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tâche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7592" y="3106674"/>
            <a:ext cx="6901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travail précis à faire, qui a un début et une fin.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150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directives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7592" y="4091939"/>
            <a:ext cx="6901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vous dit de faire, dans un ordre précis.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150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registre des heures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7592" y="5077205"/>
            <a:ext cx="6901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où l'employeur inscrit les heures faites.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boîte vocale et la note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84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1203" y="2121408"/>
            <a:ext cx="69678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service qui enregistre les appels quand personne ne répond.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084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message d'accueil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1203" y="3106674"/>
            <a:ext cx="69678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phrases enregistrées entendues avant de parler.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084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rappeler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1203" y="4091939"/>
            <a:ext cx="69678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Téléphoner à son tour à quelqu'un qui a téléphoné avant.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084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abréviation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1203" y="5077205"/>
            <a:ext cx="69678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mot écrit plus court, pour aller plus vite.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matériel et son mode d'emploi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1535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photocopieur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2362" y="2121408"/>
            <a:ext cx="683664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refait une copie d'une feuille.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21535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mode d'emploi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2362" y="3106674"/>
            <a:ext cx="683664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explique comment se sert d'un appareil.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21535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à papier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2362" y="4091939"/>
            <a:ext cx="683664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tiroir dans lequel on place les feuilles blanches.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21535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bourrage de papier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362" y="5077205"/>
            <a:ext cx="683664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feuille restée coincée, qui arrête l'appareil.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démarche, le congé, l'absence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77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4635" y="2121408"/>
            <a:ext cx="6174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feuille avec des cases à remplir et une place pour signer.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877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autorisation d'absence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635" y="3106674"/>
            <a:ext cx="6174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permission écrite de ne pas être au travail.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877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paie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635" y="4091939"/>
            <a:ext cx="6174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service qui calcule les salaires, et le montant reçu.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877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réponse automatique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635" y="5077205"/>
            <a:ext cx="6174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courriel qui repart tout seul pendant votre absence.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 MOT, DEUX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« poste » au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obtenu un poste permanent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emploi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Faites le poste vingt-deux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numéro interne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à mon poste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à ma place de travail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absente de son poste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 son emploi, ce jour-là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CONFONDRE LA TÂCHE ET LES DIRECTIVES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Ghislain m'a donné les directives du mois.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Ghislain m'a donné les tâches du mois.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tâche est ce qu'il y a à faire ; des directives disent comment le faire. On reçoit des tâches chaque semaine, et on suit toujours les mêmes directives.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calendrier de l'équipe est punaisé au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joindre le service technique, faites le ___ dix-neuf.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Placez la feuille à copier dans le ___ , sur le dessus.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plus de feuilles blanches : remplissez le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Ghislain vérifie le ___ des heures avant de répondre.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Répondre au téléphone est sa première ___ de la journée.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___ de l'appareil sont collées sur le mur.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Depuis lundi, elle travaille à l' ___ de la coopérative.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calendrier de l'équipe est punaisé au ___ 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joindre le service technique, faites le ___ dix-neuf.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poste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Placez la feuille à copier dans le ___ , sur le dessus.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chargeur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plus de feuilles blanches : remplissez le ___ 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bac à papier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Ghislain vérifie le ___ des heures avant de répondre.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registre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Répondre au téléphone est sa première ___ de la journée.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tâche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___ de l'appareil sont collées sur le mur.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directives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Depuis lundi, elle travaille à l' ___ de la coopérative.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accueil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quatre mots de la séance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de votre travail à vous, pas de celui de Dorine.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travaillez pas en ce moment, prenez un lieu que vous connaissez : une école, une clinique, un centre communautaire.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