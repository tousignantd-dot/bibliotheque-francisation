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Commencer en lisant deux réponses automatiques réelles, trouvées dans sa propre boîte de courriels — une bonne et une mauvaise, anonymisées. Le groupe dit tout de suite laquelle l'aide.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règle la question des excuses : une réponse automatique ne s'excuse pas, elle empêche d'attendre. La raison de l'absence ne regarde personne, exactement comme dans le message d'accueil.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ligne 3 : sans elle, la personne suppose que vous lisez vos courriels le soir, et elle attend. C'est l'ajout qui rend le message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 avec deux dates réelles. La démonstration dure quinze secondes et elle se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ligne est celle qu'on voit rarement et qui manque cruellement : quelqu'un qui écrit à une adresse abandonnée doit savoir que son message se perd.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dans le module, puis demander la correction de l'assistant. Les élèves rapides écrivent la deuxième version : celle d'une absence sans date de retour connue.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cette liste dans le module, section « Je retiens des mots », et compléter l'autoévaluation avant de terminer. Les seize énoncés y sont plus détaillés que ces six-ci.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Les lire à voix haute, sans nommer les auteurs : c'est la meilleure révision possible en cinq minutes, et c'est aussi ce qui montre ce que le module a réellement changé.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courriel qui répond à votre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partez une semaine et vous ne lirez pas vos courriels. Cinq lignes, écrites une fois, qui travailleront à votre place pendant sept jours.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réponse automatique en cinq lignes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la date du retour plutôt que la durée de l'absence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une personne à joindre, avec de quoi la joindre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sait faire maintenant.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écrivez à quelqu'un et ce message revient. Qu'est-ce que vous voulez y trouver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cran-courri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donnez-vous à ce message avant de passer à autre chose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ferait attendre pour rien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permettrait d'agir tout de suite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besoin de savoir pourquoi la personne est absente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CINQ LIGNES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Aucune n'est facultative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1 · La salutation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Bonjour. Une seule ligne, et elle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2 · Les dates de l'absence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absente du 19 au 23 août.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3 · Que vous ne lirez pas vos courriels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futur simple. C'est la ligne qu'on oublie, et elle évite qu'on attende.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4 · La personne à joindre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Écrivez à Kevin Dorais ou faites le poste dix-neuf — un nom et un moyen.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5 · La date du retour, et la 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répondrai à mon retour, le lundi 26 août. Dorine Kabeya, accueil.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DONNER UNE DURÉE AU LIEU D'UNE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absente une semaine.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serai de retour le lundi 26 août.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semaine à partir de quand ? Le lecteur calcule à partir du jour où il lit, et il se trompe. Le jour de la semaine, en plus de la date, évite l'autre erreur : croire que le 26 est un lundi alors que c'est un dimanche.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TROIS AUTRES ABSENCES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structure, adaptée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journée seulement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Trois lignes suffisent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Sans date de retour connue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On écrit qu'on ne la connaît pas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départ définitif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On dit que les messages ne seront pas transférés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matin du retour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On l'éteint avant toute autre chose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AVANT D'ENVOYER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vérifications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votre courriel et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salutation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dates de l'absence sont-elles écrites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Dites-vous que vous ne lirez pas vos courriels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Donnez-vous un nom et un moyen de le joindre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du retour porte-t-elle le jour de la semaine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Avez-vous signé avec votre fonction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vérifications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salutation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ligne, pas trois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dates de l'absence sont-elles écrites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premier jour et le dernier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Dites-vous que vous ne lirez pas vos courriels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futur simple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Donnez-vous un nom et un moyen de le joindre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poste ou un courriel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du retour porte-t-elle le jour de la semaine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lundi 26 août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Avez-vous signé avec votre fonction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Dorine Kabeya, accueil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Tenir le bon registre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Vouvoyer au téléphone, tutoyer dans le corridor.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Enregistrer un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2778252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Six morceaux, trente secondes, sans dire pourquoi.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Prendre une note d'appel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3435096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Six lignes, des abréviations partagées, signée et datée.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Rapporter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4091939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Elle dit que… · elle demande si… · elle demande de…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Lire et écrire un mode d'emploi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4748784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Chercher sa page, puis ordonner ses gestes.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Mener une démarche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9531" y="5405628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Six étapes, et la confirmation écrite qu'on réclame.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ferez différemment à votre travail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précise, que vous ferez vraiment.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noterai le numéro pendant que la personne parle », « je demanderai une confirmation par courriel »…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