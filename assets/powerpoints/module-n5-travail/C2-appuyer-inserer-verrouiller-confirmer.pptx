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 du défi 2. Commencer par demander au groupe de nommer tous les appareils qu'ils ont utilisés depuis hier matin : guichet, terminal de paiement, four à micro-ondes, distributrice, borne de métro. Tous emploient les mêmes verbes.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amène « retirer » : retirer sa carte, son original, sa monnaie. C'est le verbe des choses qu'on oublie, et l'exemple le plus parlant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verbe traîne sa préposition, et elle ne se choisit pas : appuyer sur, insérer dans, retirer de. Faire répéter le verbe avec sa préposition, comme un seul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Confirmer et annuler sont presque toujours côte à côte sur un écran, et leur place change d'un appareil à l'autre. Le dire : c'est ce qui fait appuyer sur le mauvais bouton.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par le groupe une consigne avec chacun des quatre verbes prépositionnels, à voix haute. C'est la seule façon de les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tableau est la vraie valeur de la séance : les élèves y reconnaissent des situations qu'ils vivent chaque semaine. Leur demander d'ajouter un cinquième appareil.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Faute réelle et coûteuse en milieu de travail. Demander si quelqu'un l'a déjà faite — il y a presque toujours quelqu'un.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huit paires sont celles de l'exercice interactif. Faire l'oral d'abord, avec les gestes : les élèves miment, la classe nomme.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est celui à souligner : c'est la consigne que tous les appareils publics donnent et que presque personne n'écoute.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billets serviront de matière première en C3, où les élèves mettront leurs gestes en ordre avec des marqueurs de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C2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Appuyer, insérer, verrouiller, confirmer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mode d'emploi n'emploie qu'une trentaine de verbes, et les mêmes reviennent d'un appareil à l'autre : sur le photocopieur, le guichet de la banque, le terminal du dépanneur. Les apprendre une fois sert partout.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travail par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huit verbes de directives et leur préposition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verbe dans une consigne d'appareil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ces verbes sur d'autres appareils que le photocopieur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annuler et éteindre.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écran, des boutons, un tiroir ouvert. Quels verbes vous viennent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hotocopieur-corrid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fait-on avec le doigt ? Avec la main entière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verbe vient toujours avec « sur »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geste tous les appareils publics demandent-ils à la fin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verbe entend-on au guichet de la banque, et ici aussi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verbes du doigt et de la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85680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appuyer sur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811" y="2121408"/>
            <a:ext cx="819519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Presser un bouton ou une touche avec le doigt.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85680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insérer dans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811" y="3106674"/>
            <a:ext cx="819519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Faire entrer une carte ou une feuille dans une fente.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85680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retirer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811" y="4091939"/>
            <a:ext cx="819519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Sortir ce qui était resté dans l'appareil.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85680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placer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811" y="5077205"/>
            <a:ext cx="819519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Mettre à l'endroit précis qui est indiqué.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verbes de la décision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5896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confirmer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6635" y="2121408"/>
            <a:ext cx="846237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Dire oui une seconde fois, pour valider un choix.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5896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annuler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6635" y="3106674"/>
            <a:ext cx="846237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Arrêter une opération avant qu'elle soit faite.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5896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verrouiller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6635" y="4091939"/>
            <a:ext cx="846237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Bloquer l'accès, ou protéger par un code.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5896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refermer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6635" y="5077205"/>
            <a:ext cx="846237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Remettre en place la porte ou le couvercle ouvert.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VERBE S'APPREND AVEC SA PRÉPOSITION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appuie sur, on insère dans, on place dans ou sur, on retire 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Séparés, le verbe et sa préposition se mélangent. « Appuyez le bouton vert » se comprend, mais s'entend tout de suite.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MÊME VERBE, AILLEURS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appareils, les mêmes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APPAREIL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VOUS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photocopieur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Placez la feuille. Appuyez sur Numériser.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guichet de la banque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Insérez votre carte. Confirmez le montant.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terminal du dépanneur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Insérez ou approchez. Retirez votre carte.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borne du métro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Appuyez sur l'écran. Confirmez. Retirez le titre.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CONFONDRE ANNULER ET ÉTEINDRE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J'appuie trois secondes sur le bouton d'arrêt pour annuler ma copie.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J'appuie sur Annuler : ça arrête seulement ma tâche.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Annuler » arrête une seule opération ; éteindre coupe tout, et le collègue qui attendait ses vingt copies recommence depuis le début.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et le geste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chaque verbe au geste qu'il désigne.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appuyer sur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insérer dans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retirer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verrouiller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confirmer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annuler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placer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refermer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et le geste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appuyer sur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presser un bouton avec le doigt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insérer dans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faire entrer une carte dans une fente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retirer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sortir ce qui était resté dedans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verrouiller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bloquer l'accès, ou protéger par un code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confirmer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dire oui une seconde fois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annuler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arrêter avant que ce soit fait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placer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mettre à l'endroit indiqué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refermer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remettre en place ce qu'on a ouvert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consignes d'appareil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verbe et la préposition qui conviennent.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le bouton vert.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votre carte ___ la fente.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la feuille face vers le bas.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l'adresse courriel.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bien la porte de côté.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votre original avant de partir.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consignes d'appareil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le bouton vert.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Appuyez sur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votre carte ___ la fente.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Insérez … dans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la feuille face vers le bas.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Placez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l'adresse courriel.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Confirmez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bien la porte de côté.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Refermez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votre original avant de partir.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Retirez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trois gestes que demande un appareil que vous utilisez souvent.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trois verbes différents de la séance, avec leur préposition.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guichet, un terminal de paiement, une machine à laver du sous-sol.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travail par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