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écrite. Commencer par écrire les deux phrases du chapeau au tableau et demander un vote à main levée. Garder le résultat affiché : on y reviendra à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Commencer la séance par cette diapo, avant toute règle. Défaire la fausse croyance d'abord ; installer la bonne règle ensuite.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règle au tableau et l'y laisser pour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la phrase complète à voix haute par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comparer les deux tableaux côte à côte : seule la troisième ligne change, et c'est elle qui commande la deuxième.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faire pratiquer oralement sur cinq phrases inventées par le groupe avant de passer aux exercices écrits.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est la plus utile : elle donne un critère mécanique. Nom après = déterminant. Verbe après = pronom.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est la plus difficile : deux familles, mais chacune a un seul logement, et le nom est au singulier. Le test tranche : « elle trouve son logement trop humide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de repérage pur : on ne demande pas de choisir, seulement de voir le nombre du nom. C'est l'étape que les élèves sautent quand ils se trompent.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l'erreur qui subsiste le plus longtemps, parce que la règle « nom singulier / nom pluriel » ne s'y applique pas du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Revenir au vote du début de séance : combien de personnes avaient choisi « leurs balcon » ? La question a maintenant une réponse justifiée.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les billets en dehors du cours et rendre à la séance suivante : cette notion demande une rétroaction individuelle.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Leur ou leurs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Les voisins nettoient leur balcon » ou « leurs balcon » ? La réponse ne dépend pas du nombre de voisins. Elle dépend d'un seul mot : celui qui suit.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Pouvez-vous régler le problème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qui décide entre leur et leurs — et ce n'est pas ce qu'on croit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utiliser le test « son / ses » pour trancher en deux secondes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8922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9745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le déterminant leur du pronom leur, qui ne prend jamais de 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liaison qui distingue les deux à l'oral.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L'ERREUR DE DÉPART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Les voisins sont plusieurs, donc j'écris leurs.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Les voisins nettoient leur balcon.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Beaucoup d'élèves croient que le s de leurs marque le nombre de propriétaires. C'est faux, et c'est justement ce qui cause l'erreur. Avec leur, les propriétaires sont toujours plusieurs — ils, elles. Le s ne peut donc pas servir à ça : il serait toujours là.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le nom placé juste après qui décide, et lui seul.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seul objet, nom au singulier : leur. Plusieurs objets, nom au pluriel : leurs. Le nombre de personnes qui possèdent ne change jamais rien — elles sont plusieurs de toute façon.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seul objet possédé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62072"/>
          </a:xfrm>
          <a:prstGeom prst="roundRect">
            <a:avLst>
              <a:gd name="adj" fmla="val 511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POURQUOI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Plusieurs personnes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Les voisins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ils sont trois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déterminant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parce que le nom qui suit est singulier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776472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seul nom, singulier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776472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balcon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776472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seul balcon pour eux tous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910328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5166360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phrase complète : « Les voisins nettoient leur balcon. » Test rapide : « Il nettoie son balcon » fonctionne au singulier, donc leur au pluriel.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Plusieurs objets possédés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POURQUOI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Plusieurs personnes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Les voisins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toujours plusieurs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déterminant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parce que le nom qui suit est pluriel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776472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nom au pluriel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776472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enfants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776472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chaque famille a les siens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608576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4864608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phrase complète : « Les voisins surveillent leurs enfants. » Test rapide : « Il surveille ses enfants » fonctionne, donc leurs.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TEST QUI NE SE TROMPE JAMAIS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la phrase au singulier. Si vous dites son ou sa, écrivez leur. Si vous dites ses, écrivez leurs.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Ils rangent leur vélo : « Il range son vélo » fonctionne, donc leur. Ils rangent leurs vélos : « Il range ses vélos » fonctionne, donc leurs. Ce test fonctionne dans tous les cas, sans exception.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CHOSES À SAVOIR EN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n'est pas dans la règle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Le genre ne change rien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Leur s'écrit pareil au masculin et au féminin : leur logement, leur porte. La forme « leure » n'existe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Le pronom leur ne prend jamais de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Je leur ai téléphoné. » Ici, leur remplace « à eux, à elles » : c'est un pronom, il est devant un verbe, jamais de 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Comment reconnaître le pronom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Regardez ce qui suit. Devant un nom, c'est un déterminant, il peut prendre un s. Devant un verbe, c'est un pronom, jamais de 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La liaison, seul indice à l'oral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Devant une voyelle, le s de leurs se prononce [z] : leurs_enfants, leurs_appareils. « Leur ami » et « leurs_amis » ne se disent pas pareil.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Leur ou leurs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phrase. Utilisez le test son / 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locataires du deuxième ont fait refaire ___ installation électrique.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voisins du 3B se plaignent parce que ___ enfants marchent dans la graisse.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Mes voisins laissent ___ vélos dans le corridor.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Camille et Samir ont signé ___ bail au mois de juillet.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propriétaires doivent respecter ___ obligations.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Ces deux familles trouvent ___ logement trop humide.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Leur ou leurs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locataires du deuxième ont fait refaire ___ installation électrique.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voisins du 3B se plaignent parce que ___ enfants marchent dans la graisse.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Mes voisins laissent ___ vélos dans le corridor.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Camille et Samir ont signé ___ bail au mois de juillet.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propriétaires doivent respecter ___ obligations.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leurs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Ces deux familles trouvent ___ logement trop humide.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leur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Singulier ou pluriel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nom qui suit leur ou leurs — au singulier ou au pluriel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leur concierge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leurs clés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leur nouvelle adresse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leurs anciens locataires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leur porte d'entrée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leurs plaintes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Singulier ou pluriel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leur concierge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SINGULIER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leurs clés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PLURIEL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leur nouvelle adresse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SINGULIER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leurs anciens locataires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PLURIEL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leur porte d'entrée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SINGULIER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leurs plaintes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PLURIEL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PRONOM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leurs ai téléphoné.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leur ai téléphoné.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Ici, leur n'est pas un déterminant mais un pronom : il remplace « à eux, à elles ». Le pronom leur ne prend jamais de s, quelle que soit la situation. Le repère est simple : il est placé devant un verbe, pas devant un nom.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VÉRIFICATION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questions rapides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sans regarder vos notes.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voisins rangent ___ vélos au sous-sol.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Ces deux familles paient ___ loyer le premier du mois.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___ ai envoyé un courriel hier.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décide entre leur et leurs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« leurs appareils », le s de leurs…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questions rapides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voisins rangent ___ vélos au sous-sol.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leurs — il range ses vélos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Ces deux familles paient ___ loyer le premier du mois.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leur — il paie son loyer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___ ai envoyé un courriel hier.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leur — pronom devant un verbe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décide entre leur et leurs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nom qui suit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« leurs appareils », le s de leurs…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se prononce [z] — il y a liaison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deux phrases sur vos voisins : une avec leur, une avec leurs.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le nom qui suit et indiquez s'il est au singulier ou au pluriel.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Mes voisins ont repeint leur cuisine. » — cuisine, singulier.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Pouvez-vous régler le problème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