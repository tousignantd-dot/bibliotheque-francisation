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d'évaluation formative. Prévoir les tablettes ou les portables pour le jeu de rôle avec l'assistant, et un casque par élève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Prévenir le groupe avant de commencer : l'élève qui attend que l'assistant parle n'obtiendra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avant de commencer. Un élève qui hésite prend la première : c'est celle qui reprend le plus de choses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Un tableau de sept lignes ne se lit pas de loin : c'est pour ça qu'il est coupé en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les sept sujets par un observateur pendant que deux élèves jouent la scène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ces quatre critères avant l'enregistrement, pas après. L'élève s'écoute une première fois seul, puis envoie.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les élèves ont tendance à envoyer la première prise. La deuxième est presque toujours meilleure d'un 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l'écriture des dates : le 8 novembre, jamais « novembre 8 », et pas de majuscule aux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un exemple trop long et un exemple juste, côte à côte au tableau. La différence se voit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qui n'est pas fini en classe se termine à la maison. Les productions envoyées apparaissent dans le portail 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 échange de deux minutes : trouver le rayon, demander le prix et le format, conclure, faire livrer. Puis l'écrire.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 échange court avec un vendeur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quatre questions dans l'ordre utile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 et se corriger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court message de demande de livraison.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VENDEUR RÉPOND, IL N'ANNONCE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ne demande pas ne se dit pas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jeu de rôle, l'assistant ne donne ni le prix, ni le format, ni la livraison avant qu'on les demande — et il ne rappelle jamais ce qu'on a oublié. C'est exactement ce qui se passe au magasin.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SITUATIONS DU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choisir dans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laveuse de la circulaire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Ta laveuse est brisée. La Norlac LT 4200 est à 849 $ jusqu'à dimanche. Tu veux la voir, connaître sa largeur et la faire livrer.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micro-ondes du deuxième rayon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cherches un micro-ondes pour une petite cuisine. Tu ne sais pas où il est, ni s'il entre entre le mur et le réfrigérateur.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camion de samedi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as payé ton appareil. Il reste à demander la livraison : un jour, une heure, ton adresse, et le sort du vieil appareil.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1. Saluer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Bonjour. Excusez-moi.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2. Dire ce qu'on cherche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cherche une laveuse.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3. Demander le rayon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Où est le rayon des laveuses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4. Montrer et demander le prix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Cette laveuse-là coûte combien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derniers sujets sont sur la diapositive suivante.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5. Demander le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fait combien de large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6. Conclure et faire livrer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la prends. Vous livrez samedi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7. Remercier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Merci beaucoup. À samedi.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Sept sujets, deux minutes. Ce n'est pas une conversation : c'est un achat.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écoute en vous corrigeant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choses, et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nombres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petits mots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politesse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S'ÉCOUTER 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m'enregistre, je m'écoute, je recommence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prise sert à entendre ce qui manque. On peut recommencer autant de fois qu'on veut : c'est le seul endroit du module où c'est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livraison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à huit phrases, avec quatre choses obligatoires.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L'appareil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coordonnées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futur proche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UN MESSAGE TROP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raconter toute l'histoire de la laveuse brisée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l'appareil, le jour, l'adresse, une phrase de plus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comptoir de la livraison a besoin de quatre renseignements. Un message de huit lignes se lit mal et retarde la réponse. Court et complet vaut mieux que long et vague.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Terminez votre message et envoyez-le.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Relisez-le une fois avant d'envoyer.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la date et les deux nombres.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