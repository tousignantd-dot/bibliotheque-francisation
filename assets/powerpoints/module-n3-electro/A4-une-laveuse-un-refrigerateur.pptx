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Séance d'écriture. Prévoir que chaque élève ait son carnet de vocabulaire ouvert : la séance se termine par une liste écrite.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 à photographier. Insister : écrire « laveuse » tout seul dans son carnet, c'est se préparer une hésitation pour des années.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lire la colonne de gauche, puis celle de droite, à voix haute. Le e final des féminins ne s'entend presque pas : c'est justement pour ça qu'il faut l'écrire.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Écrire les trois mots au tableau et faire venir un élève poser les traits d'union à la craie. Le geste se retient mieux que la règle.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écrire d'abord, corriger ensuite au tableau. Demander à chaque fois pourquoi : le genre du mot, jamais celui de l'objet.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Erreur logique, donc fréquente chez les bons élèves. La signaler avant qu'elle ne se produise.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 à photographier. Faire remarquer que l'adjectif se met après le nom, comme pour les vêtements du module précédent.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Devoir d'écriture. Ramasser et corriger : c'est la seule trace écrite du bloc A, et elle sert de référence pour tout le module.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SÉANCE A4  ·  MODULE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Une laveuse, un réfrigérateur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394968"/>
          </a:xfrm>
          <a:prstGeom prst="roundRect">
            <a:avLst>
              <a:gd name="adj" fmla="val 1048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782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Le genre d'un appareil ne se devine pas. Il s'apprend avec le mot, dès la première fois, et il s'écrit dans le carnet avec son article.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60 minutes  ·  Acheter un appareil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Acheter un appareil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employer un, une ou des devant un nom d'appareil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reconnaître la famille des noms en -teur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écrire les noms à trait d'union et leur pluriel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noter un mot nouveau avec son article.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Acheter un appareil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UN MOT D'APPAREIL S'APPREND AVEC SON ARTICLE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441196"/>
          </a:xfrm>
          <a:prstGeom prst="roundRect">
            <a:avLst>
              <a:gd name="adj" fmla="val 10151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6182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une laveuse  ·  un réfrigérateur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940812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215132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Rien dans l'objet ne dit le genre : une laveuse et un réfrigérateur sont deux grosses boîtes blanches. Il n'y a rien à comprendre, il y a quelque chose à ranger.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Acheter un appareil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Les appareils, par genre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798064"/>
          </a:xfrm>
          <a:prstGeom prst="roundRect">
            <a:avLst>
              <a:gd name="adj" fmla="val 52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FÉMININ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MASCULIN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une laveuse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 réfrigérateur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une sécheuse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 aspirateur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une cuisinière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 ordinateur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8620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014215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une affichette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014215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 micro-ondes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4846320"/>
            <a:ext cx="11057839" cy="843534"/>
          </a:xfrm>
          <a:prstGeom prst="roundRect">
            <a:avLst>
              <a:gd name="adj" fmla="val 17344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69264" y="5102352"/>
            <a:ext cx="10234879" cy="386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Les trois mots en -teur sont tous masculins : c'est la seule vraie famille du tableau.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Acheter un appareil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LES MOTS À TRAIT D'UNION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Trois choses à savoir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3576218" cy="4270248"/>
          </a:xfrm>
          <a:prstGeom prst="roundRect">
            <a:avLst>
              <a:gd name="adj" fmla="val 409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2936138" cy="11064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Deux mots collés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3218687"/>
            <a:ext cx="2936138" cy="2587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 micro-ondes, un lave-vaisselle, un grille-pain. Le premier morceau dit ce que l'appareil fait, le second sur quoi il le fait.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07738" y="1810512"/>
            <a:ext cx="3576218" cy="4270248"/>
          </a:xfrm>
          <a:prstGeom prst="roundRect">
            <a:avLst>
              <a:gd name="adj" fmla="val 409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4627778" y="2084831"/>
            <a:ext cx="2936138" cy="11064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Le trait d'union n'est pas décoratif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27778" y="3218687"/>
            <a:ext cx="2936138" cy="2587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Sans lui, ce sont deux mots séparés et le sens se perd. « Lave vaisselle » n'est pas un appareil, c'est un ordre.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8548" y="1810512"/>
            <a:ext cx="3576218" cy="4270248"/>
          </a:xfrm>
          <a:prstGeom prst="roundRect">
            <a:avLst>
              <a:gd name="adj" fmla="val 409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368588" y="2084831"/>
            <a:ext cx="2936138" cy="11064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Le pluriel ne change rien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8588" y="3218687"/>
            <a:ext cx="2936138" cy="2587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 micro-ondes donne des micro-ondes ; un lave-vaisselle donne des lave-vaisselle. Seul le déterminant change.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Acheter un appareil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ÉCRITURE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Un, une ou des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Complétez chaque phrase.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cherche ___ laveuse pas trop chère.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Il y a ___ réfrigérateur en spécial.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magasin vend ___ micro-ondes de toutes les grandeurs.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Mon fils a besoin d'___ ordinateur portable.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Nous avons acheté ___ cuisinière blanche.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Au deuxième rayon, il y a ___ aspirateurs.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Acheter un appareil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Un, une ou des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cherche ___ laveuse pas trop chère.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une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Il y a ___ réfrigérateur en spécial.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un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magasin vend ___ micro-ondes de toutes les grandeurs.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des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Mon fils a besoin d'___ ordinateur portable.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un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Nous avons acheté ___ cuisinière blanche.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une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Au deuxième rayon, il y a ___ aspirateurs.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des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Acheter un appareil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METTRE UN S À MICRO-ONDES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des micro-ondeses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des micro-ondes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Le s est déjà dans le mot au singulier — c'est le pluriel de « onde ». Au pluriel, rien ne bouge : seul « un » devient « des ». Même chose pour « des lave-vaisselle ».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Acheter un appareil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Deux mots, un seul appareil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258568"/>
          </a:xfrm>
          <a:prstGeom prst="roundRect">
            <a:avLst>
              <a:gd name="adj" fmla="val 647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AU SINGULIER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AU PLURIEL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 ordinateur portable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des ordinateurs portables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une laveuse blanche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des laveuses blanches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 micro-ondes noir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des micro-ondes noirs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306824"/>
            <a:ext cx="11057839" cy="1175004"/>
          </a:xfrm>
          <a:prstGeom prst="roundRect">
            <a:avLst>
              <a:gd name="adj" fmla="val 12451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69264" y="4562856"/>
            <a:ext cx="10234879" cy="7178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Quand l'appareil a un adjectif, les deux prennent la marque du pluriel — sauf le mot à trait d'union, qui ne bouge jamais.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Acheter un appareil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Écrivez six appareils avec leur article, puis mettez-les au pluriel.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une laveuse, des laveuses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un micro-ondes, des micro-ondes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Acheter un appareil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