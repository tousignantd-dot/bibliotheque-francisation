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Prévoir que chaque élève ait son carnet de vocabulaire ouvert : la séance se termine par une liste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: écrire « laveuse » tout seul dans son carnet, c'est se préparer une hésitation pour des années.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gauche, puis celle de droite, à voix haute. Le e final des féminins ne s'entend presque pas : c'est justement pour ça qu'il faut l'écrire.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mots au tableau et faire venir un élève poser les traits d'union à la craie. Le geste se retient mieux que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d'abord, corriger ensuite au tableau. Demander à chaque fois pourquoi : le genre du mot, jamais celui de l'objet.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logique, donc fréquente chez les bons élèves. La signaler avant qu'elle ne se produise.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remarquer que l'adjectif se met après le nom, comme pour les vêtements du module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Ramasser et corriger : c'est la seule trace écrite du bloc A, et elle sert de référence pour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Une laveuse, un réfrigérateur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genre d'un appareil ne se devine pas. Il s'apprend avec le mot, dès la première fois, et il s'écrit dans le carnet avec son article.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un, une ou des devant un nom d'appareil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famille des noms en -teur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noms à trait d'union et leur pluriel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un mot nouveau avec son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MOT D'APPAREIL S'APPREND AVEC SON ARTICLE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laveuse  ·  un réfrigérateur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dans l'objet ne dit le genre : une laveuse et un réfrigérateur sont deux grosses boîtes blanches. Il n'y a rien à comprendre, il y a quelque chose à ranger.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appareils, par genre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FÉMININ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MASCULIN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laveuse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réfrigérateur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sécheuse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aspirateur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cuisinière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ordinateur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affichette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micro-ondes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mots en -teur sont tous masculins : c'est la seule vraie famille du tableau.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À TRAIT D'UNION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Deux mots collés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micro-ondes, un lave-vaisselle, un grille-pain. Le premier morceau dit ce que l'appareil fait, le second sur quoi il le fait.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trait d'union n'est pas décoratif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Sans lui, ce sont deux mots séparés et le sens se perd. « Lave vaisselle » n'est pas un appareil, c'est un ordre.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pluriel ne change rien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micro-ondes donne des micro-ondes ; un lave-vaisselle donne des lave-vaisselle. Seul le déterminant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Un, une ou des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cherche ___ laveuse pas trop chère.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___ réfrigérateur en spécial.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magasin vend ___ micro-ondes de toutes les grandeurs.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fils a besoin d'___ ordinateur portable.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avons acheté ___ cuisinière blanche.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deuxième rayon, il y a ___ aspirateurs.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Un, une ou des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cherche ___ laveuse pas trop chère.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___ réfrigérateur en spécial.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magasin vend ___ micro-ondes de toutes les grandeurs.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fils a besoin d'___ ordinateur portable.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avons acheté ___ cuisinière blanche.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deuxième rayon, il y a ___ aspirateurs.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UN S À MICRO-ONDES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micro-ondeses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micro-ondes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 est déjà dans le mot au singulier — c'est le pluriel de « onde ». Au pluriel, rien ne bouge : seul « un » devient « des ». Même chose pour « des lave-vaisselle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mots, un seul appareil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SINGULIER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PLURIEL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ordinateur portable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ordinateurs portables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laveuse blanche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laveuses blanches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micro-ondes noir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micro-ondes noirs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Quand l'appareil a un adjectif, les deux prennent la marque du pluriel — sauf le mot à trait d'union, qui ne bouge jamais.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appareils avec leur article, puis mettez-les au pluriel.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laveuse, des laveuses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micro-ondes, des micro-ondes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