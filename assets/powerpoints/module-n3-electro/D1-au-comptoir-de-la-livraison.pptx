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qui a déjà fait livrer quelque chose ici, et comment ça s'est passé. Les récits donnent les difficultés réelles : l'attente, l'escalier, le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questions sont celles qu'il faut poser au comptoir. Les laisser sortir du groupe plutôt que de les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livraison se paie et se demande : elle n'est jamais automatique. Le faire remarquer, c'est éviter une attente inutile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l'ordre de l'adresse : le numéro, la rue, l'appartement, la ville. Faire dire son adresse à chaque élève,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pose la question du vieil appareil : personne ne la lui a proposée. C'est l'habitude à installer — demander ce qui n'est pas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jouer l'échange deux par deux, une fois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même stratégie qu'en C3 : le vendeur répond, il n'annonce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sont celles qu'on entend vraiment. Les faire répéter avec l'intonation du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simple mais essentiel : beaucoup d'élèves hésitent sur l'ordre des éléments et sur la lecture des chiffres du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de la livraison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laveuse ne rentre pas dans un autobus. Après la caisse, il reste un comptoir, un jour à choisir, une adresse à donner et un papier à garder.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questions du comptoir de la livraison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 jour et une plage d'heures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adresse et son numéro de téléphone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à quoi sert le bon de livraison.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l'appareil arrive-t-il chez 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mion-livra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une auto assez grande pour une laveuse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 une livraison, à votre avis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monte l'appareil dans l'escalier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de l'ancien appareil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Jeudi ou samedi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Vous avez payé à la caisse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Voici le reçu.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Une laveuse Norlac. Vous voulez la livraison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s'il vous plaît. Je n'ai pas d'auto.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1161" y="53197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livraison coûte soixante dollars. On peut passer jeudi ou samedi.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adresse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Samedi, c'est mieux. Je travaille jeudi.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Samedi, entre huit heures et midi. Votre adresse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2140, rue des Trembles, appartement 3, à Saint-Hubert.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un numéro de téléphone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345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991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1161" y="48991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555 0148.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Gardez votre bon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Voici votre bon de livraison. Gardez-le : le camion va le demander.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emportez la vieille laveuse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si vous la mettez près de la porte. C'est gratuit.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À samedi.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comptoir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VOUS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VOUS DONNEZ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Vous voulez la livraison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 ou non, et pourquoi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Quel jour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jour de la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Votre adresse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numéro, rue, appartement, 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numéro de téléphone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dix chiffres, lentement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questions, quatre réponses courtes. Rien de plus.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CE QUI N'EST PAS 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vous emportez la vieille laveuse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magasins reprennent l'ancien appareil sans rien charger, mais ne le proposent pas. Une question évite d'avoir à s'en débarrasser soi-même.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a payé avant d'aller au comptoir.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livraison est gratuite.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camion peut passer jeudi ou samedi.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bon de livraison se jette tout de suite.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magasin emporte la vieille laveuse sans rien charger.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a payé avant d'aller au comptoir.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livraison est gratuite.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soixante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camion peut passer jeudi ou samedi.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bon de livraison se jette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le camion va le demander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magasin emporte la vieille laveuse sans rien charger.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phrase à son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Débit ou crédit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Livraison en sus.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Gardez votre bon.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passe entre huit heures et midi.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Débit ou crédit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vous demande comment payer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Livraison en sus.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livraison coûte en plus du prix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Gardez votre bon.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papier sert le jour du camion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passe entre huit heures et midi.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être là tout l'avant-midi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adresse complète et votre numéro de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Numéro, rue, appartement, ville.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Exercez-vous à les dire à voix haute, lentement.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