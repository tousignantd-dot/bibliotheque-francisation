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d'oral. Prévoir beaucoup de travail en paires : la séance ne vaut que si chaque élève dit ses quatre questions au moins trois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lire les quatre questions par le groupe entier, puis par des élèves seuls.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Donner trois phrases affirmatives et faire produire les questions à voix haute, à la chaîne.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choisir à chaque élève celle qu'il retiendra. Une seule suffit : mieux vaut une phrase qui sort toute seule que trois qui hésitent.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paires : l'un lit la situation, l'autre répond sans regarder. Inverser à mi-chemin, puis faire jouer deux paires devant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phrase par tout le groupe, deux fois. Elle doit sortir sans hésitation.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dire la même phrase deux fois, voix qui monte puis voix qui descend. La différence s'entend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préparation. Ces quatre questions serviront telles quelles dans le jeu de rôle et la production orale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Quatre questions au vendeur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Où, combien, est-ce que vous avez, combien de large. Avec quatre débuts de phrase et un nom d'appareil, on obtient tout ce dont on a besoin.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avec où, combien et est-ce que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monter la voix à la fin d'une question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répéter quand on n'a pas compris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conclure un achat en une phrase.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questions du magasin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VEUT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c'est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Où est le rayon des laveuses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C'est combien, celui-là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le magasin l'a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Est-ce que vous avez ce modèle en gris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Elle fait combien de large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question à la fois : on attend la réponse avant de poser la suivante.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EST-CE QUE TRANSFORME N'IMPORTE QUELLE PHRASE EN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avez ce modèle.  ·  Est-ce que vous avez ce modèle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pose « est-ce que » devant la phrase, et rien d'autre ne change. C'est l'outil le plus rentable du niveau : il sert dans toutes les situations.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FAÇONS DE DEMANDER LE PRIX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Toutes les trois correctes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C'est combien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plus courte et la plus entendue. On l'accompagne du doigt.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Elle coûte combien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peu plus complète. Le verbe change selon l'appareil : elle coûte, il coûte.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Quel est le prix de ce modèle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 soutenue. Correcte, mais on l'entend surtout au téléphone.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dites-vous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courte et polie pour chaque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entrez et vous cherchez les laveuses.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le prix de la machine blanche.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si le magasin l'a en gris.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la largeur de l'appareil.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vendeur a parlé trop vite.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avez choisi : vous la voulez.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dites-vous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entrez et vous cherchez les laveuses.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Bonjour, où est le rayon des laveuses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le prix de la machine blanche.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coûte combien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si le magasin l'a en gris.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que vous l'avez en gris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la largeur de l'appareil.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fait combien de large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vendeur a parlé trop vite.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Pardon, pouvez-vous répéter, s'il vous plaît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avez choisi : vous la voulez.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la prends.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RESTER BLOQUÉ QUAND ON N'A PAS COMPRIS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faire oui de la tête sans avoir compris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Pardon, pouvez-vous répéter, s'il vous plaît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phrase la plus utile du module, et tout le monde la dit, y compris les gens d'ici entre eux. Un vendeur qui répète plus lentement, c'est normal ; un client qui repart avec le mauvais appareil, c'est une journée perdue.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VOIX MONTE À LA FIN DE LA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l'avez en gris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« est-ce que », c'est l'intonation seule qui fait la question. Si la voix descend, le vendeur entend une affirmation et ne répond pas.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Préparez votre achat : écrivez vos quatre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Choisissez un appareil dont vous avez besoin.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les quatre questions dans l'ordre où vous les poserez.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