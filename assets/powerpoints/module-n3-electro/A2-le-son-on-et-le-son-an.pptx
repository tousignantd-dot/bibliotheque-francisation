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phonétique. Prévoir les haut-parleurs : tout se joue à l'oreille, et les élèves doivent entendre avant de voir écrit.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le test des deux doigts sur le nez : si le son change quand on bouche le nez, c'est bien une voyelle nasale.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prononcer les deux sons en tenant un miroir, ou en se regardant deux par deux. La forme des lèvres se voit.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la ligne « en » qui coûte le plus cher aux élèves : « vendeur » ne se dit pas comme il s'écrit.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Dire chaque mot deux fois, sans le montrer. Les élèves lèvent une main pour ON, deux pour AN : l'enseignante voit tout de suite qui hésite.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chaque paire trois fois : d'abord lentement, puis vite, puis les yeux fermés pour la reconnaissance.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tenir le dernier son deux secondes, bouche ouverte, sans fermer les lèvres. L'erreur s'entend tout de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chaque phrase par deux élèves différents. Corriger seulement les deux sons de la séance : le reste attendra.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Rapporter la circulaire en classe si possible : elle servira au bloc 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SÉANCE A2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son ON et le son 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Livraison, comptant, grand, cent : les deux sons qui passent par le nez sont partout dans un magasin. Les distinguer, c'est entendre la différence entre « cent » et « son ».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Acheter un appareil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entendre la différence entre le son ON et le son AN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prononcer les deux sons en plaçant la bouche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quatre écritures : on, om, an, en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lire à voix haute les mots du magasin.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DEUX VOYELLES QUI PASSENT PAR LE NEZ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E8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livraison  ·  grand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L'air sort par le nez en même temps que par la bouche. Beaucoup de langues n'ont aucun son de ce genre : c'est pour ça qu'il faut les travailler, et pas seulement les écouter.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va la bouche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322576"/>
          </a:xfrm>
          <a:prstGeom prst="roundRect">
            <a:avLst>
              <a:gd name="adj" fmla="val 629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BOUCHE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MOTS REPÈRES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lèvres en rond, bien avancées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livraison, rond, onze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bouche grande ouverte, lèvres plates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grand, cent, dimanche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70831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626864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lèvres décident : rondes pour ON, ouvertes pour AN.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GRAPHIE-PHONIE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écritures, deux sons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ÉCRIT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ENTEND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livraison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om devant b et 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comptant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an, am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grand, chambre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en, em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vendeur, temps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piège est la dernière ligne : les lettres e et n se disent AN.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ou AN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le mot, puis dites quel son vous entendez.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livraison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grand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rond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dimanche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savon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quarante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ou AN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livraison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grand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rond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dimanche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savon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quarante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LES PAIRES QUI TROMPENT L'OREILLE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paires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son / cent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premier est un mot de tous les jours, le second est un prix. Les confondre change le sens de la phrase.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rond / rang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ronds de la cuisinière, le rang à la caisse. Deux mots courants du module.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onze / anse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son est au début du mot, là où il s'entend le mieux.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livraison / vendeur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paire à retenir : elle contient les deux sons et les deux écritures les plus fréquentes.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PRONONCER LA LETTRE N À LA FIN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li-vrai-son-ne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livraison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n ne se prononce pas tout seul : il rend la voyelle nasale, puis il disparaît. La bouche ne se referme pas à la fin du mot. C'est l'erreur la plus fréquente chez les élèves dont la langue prononce toutes les lettres.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Lisez à voix haute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Six phrases du magasin. Marquez les sons ON et AN.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livraison coûte soixante dollars.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vendeur est dans le grand rayon.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Onze appareils sont en spécial.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modèle est trop grand pour ma chambre.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paie comptant, pas par carte.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Mon ordinateur a quatre ans.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Lisez à voix haute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livraison coûte soixante dollars.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ON trois fois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vendeur est dans le grand rayon.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AN quatre fois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Onze appareils sont en spécial.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ON puis AN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modèle est trop grand pour ma chambre.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AN trois fois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paie comptant, pas par carte.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les deux sons dans un seul mot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Mon ordinateur a quatre ans.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ON puis AN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Trouvez trois mots avec le son ON et trois mots avec le son AN.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Dans la circulaire de votre boîte aux lettres, si vous en avez une.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Écrivez-les, et soulignez les lettres qui font le son.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Acheter un appareil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