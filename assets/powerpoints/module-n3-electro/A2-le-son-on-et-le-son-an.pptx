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phonétique. Prévoir les haut-parleurs : tout se joue à l'oreille, et les élèves doivent entendre avant de voir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le test des deux doigts sur le nez : si le son change quand on bouche le nez, c'est bien une voyelle nasale.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prononcer les deux sons en tenant un miroir, ou en se regardant deux par deux. La forme des lèvres se voit.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ligne « en » qui coûte le plus cher aux élèves : « vendeur » ne se dit pas comme il s'écrit.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deux fois, sans le montrer. Les élèves lèvent une main pour ON, deux pour AN : l'enseignante voit tout de suite qui hésite.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paire trois fois : d'abord lentement, puis vite, puis les yeux fermés pour la reconnaissance.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tenir le dernier son deux secondes, bouche ouverte, sans fermer les lèvres. L'erreur s'entend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phrase par deux élèves différents. Corriger seulement les deux sons de la séance : le reste attendra.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Rapporter la circulaire en classe si possible : elle servira au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ON et le son 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Livraison, comptant, grand, cent : les deux sons qui passent par le nez sont partout dans un magasin. Les distinguer, c'est entendre la différence entre « cent » et « son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ON et le son AN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deux sons en plaçant la bouche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écritures : on, om, an, en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à voix haute les mots du magasin.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VOYELLES QUI PASSENT PAR LE NEZ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livraison  ·  grand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L'air sort par le nez en même temps que par la bouche. Beaucoup de langues n'ont aucun son de ce genre : c'est pour ça qu'il faut les travailler, et pas seulement les écouter.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va la bouche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BOUCHE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MOTS REPÈRES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lèvres en rond, bien avancées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livraison, rond, onze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bouche grande ouverte, lèvres 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grand, cent, dimanche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lèvres décident : rondes pour ON, ouvertes pour 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GRAPHIE-PHONIE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écritures, deux 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livraison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om devant b et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an, 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grand, chambre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en, 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vendeur, temps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piège est la dernière ligne : les lettres e et n se disent 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ou AN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puis dites quel son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livraison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dimanche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savon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ou AN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livraison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grand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rond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dimanche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savon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PAIRES QUI TROMPENT L'OREILLE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son / 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est un mot de tous les jours, le second est un prix. Les confondre change le sens de la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rond / 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ronds de la cuisinière, le rang à la caisse. Deux mots courants du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onze / anse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est au début du mot, là où il s'entend le mieux.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livraison / vendeur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paire à retenir : elle contient les deux sons et les deux écritures les plus fréquentes.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PRONONCER LA LETTRE N À LA 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li-vrai-son-ne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livraison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 ne se prononce pas tout seul : il rend la voyelle nasale, puis il disparaît. La bouche ne se referme pas à la fin du mot. C'est l'erreur la plus fréquente chez les élèves dont la langue prononce toutes les lettres.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phrases du magasin. Marquez les sons ON et 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livraison coûte soixante dollars.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est dans le grand rayon.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appareils sont en spécial.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modèle est trop grand pour ma chambre.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paie comptant, pas par carte.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ordinateur a quatre 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livraison coûte soixante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trois 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est dans le grand rayon.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quatre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appareils sont en spécial.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puis 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modèle est trop grand pour ma chambre.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trois fois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paie comptant, pas par carte.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sons dans un seul mot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ordinateur a quatre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puis 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trois mots avec le son ON et trois mots avec le son 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la circulaire de votre boîte aux lettres, si vous en avez 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Écrivez-les, et soulignez les lettres qui font le 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