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compréhension écrite. C'est le cœur du programme pour cette situation : l'unique intention de communication du niveau 3 est de lire des circulaires, des catalogues et des affichettes.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retrouver chacune de ces expressions dans les circulaires rapportées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« À partir de » est le piège le plus courant : la photo montre le gros modèle, le prix est celui du petit.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l'encadré de l'exercice 5 du module interactif. Le projeter, puis poser les questions de la pratique ci-dessous sans le montrer.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en montrant la ligne de l'encadré. C'est l'exercice d'évaluation de la compétence en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refaire les quatre regards sur une autre circulaire, chronomètre en main : trente secondes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Chercher un « à partir de » dans les circulaires rapportées : il y en a presque toujours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lecture. Ces quatre lignes sont exactement ce qu'il faut apporter au magasin : le dire aux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de la circulaire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Prix régulier, en spécial, à partir de, quantité limitée : six expressions reviennent dans toutes les circulaires du Québec, et elles décident de ce qu'on paiera.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six expressions de circulaire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une information précise dans un encadré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est écrit en petit et pourquoi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à voix haute ce qu'on a compris d'un encadré.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expressions et ce qu'elles veulent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régulier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prix des autres semaines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spécial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à prix plus bas, quelques jours seulement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modèle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lettres et les chiffres de l'appareil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marque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nom de la compagnie qui le fabrique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Ces quatre-là sont écrits en gros : ce sont les mots qui vendent.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expressions écrites en petit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quantité limitée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y en a peu : quand c'est vendu, c'est fini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partir de 499 $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c'est le moins cher du groupe ; les autres coûtent plus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livraison en 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livraison n'est pas comprise dans le prix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gros chiffre attire l'œil ; ces trois lignes-là décident.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L'ENCADRÉ DE LA PAGE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circulaire dit de la laveuse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Marque et modèle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Laveuse Norlac, modèle LT 4200, blanche.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deux prix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849 $ cette semaine. Prix régulier 1 049 $, barré.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format et les 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27 pouces de large. Du mardi 4 au dimanche 9 novembre.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est écrit en petit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Quantité limitée. Livraison en 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l'encadré.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laveuse coûte 849 $ cette semaine.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magasin enlève 200 $ sur le prix régulier.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laveuse fait 27 pouces de large.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livraison est comprise dans le prix.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beaucoup de laveuses à ce prix-là.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spécial est encore bon le lundi 10 novembre.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laveuse coûte 849 $ cette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magasin enlève 200 $ sur le prix régulier.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laveuse fait 27 pouces de large.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livraison est comprise dans le prix.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livraison en sus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beaucoup de laveuses à ce prix-là.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quantité limitée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spécial est encore bon le lundi 10 novembre.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finit le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LIRE L'ENCADRÉ DANS L'ORDRE QUI SERT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nom, le prix, le format, les 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regards, quatre réponses. Le reste de l'encadré — les caractéristiques, les étoiles, les mentions — ne change rien à la décision d'y aller ou non.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SE FIER À LA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grosse laveuse de la photo est à 499 $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à partir de 499 $ : c'est le petit modèle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un encadré dit « à partir de », le prix est celui du modèle le moins cher du groupe, et ce n'est presque jamais celui de la photo. Le vérifier coûte une question au vendeur ; ne pas le vérifier coûte deux cents dollars de surprise.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 appareil dans votre circulaire et écrivez quatre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marque et le modèle. Le prix de cette semaine.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prix régulier. La date de fin.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