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d'écriture et de nombres. Prévoir d'écrire beaucoup au tableau : les élèves doivent voir le chiffre et entendre le mot en même temps.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Écrire trois autres prix au tableau et faire lire par trois élèves différents.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 à photographier. Ces trois nombres reviennent dans tous les prix : les faire répéter jusqu'à ce qu'ils sortent sans réfléchir.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l'espace entre le chiffre des milliers et le reste. C'est une règle d'écriture française, pas une virgule.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Dicter les prix plutôt que de les projeter : c'est ainsi qu'ils arrivent à la caisse. Projeter le corrigé après.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la question de vérification à voix haute. Elle reviendra dans le jeu de rôle de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trois formes fautives au tableau et faire venir corriger. L'erreur la plus fréquente est la virgule des milliers, prise à l'anglais.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Travail en paires. Celui qui écrit ne voit pas le chiffre : c'est l'exercice de la caisse, exactement.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d'écriture. Ramasser : les erreurs de « quatre-vingts » et de l'espace des milliers se corrigent une fois pour toutes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B2  ·  MODULE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Huit cent quarante-neuf dollars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À l'épicerie, les prix ont deux chiffres. Un appareil en demande trois ou quatre, et le magasin les dit vite. Le papier, lui, ne parle pas vite.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Acheter un appareil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lire à voix haute un prix de trois ou quatre chiffres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en chiffres un prix qu'on entend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dire soixante-dix, quatre-vingts et quatre-vingt-dix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prix à la québécoise : 849 $, 129,99 $.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ON DIT LES CENTAINES D'ABORD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849 $  se dit  « huit cent quarante-neuf dollars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chiffre des centaines, puis le mot « cent », puis le reste. Rien à ajouter devant, rien à ajouter derrière.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nombres qui font peur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soixante-dix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quatre-vingts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quatre-vingt-dix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879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huit cent soixante-dix-neuf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Ici, on ne dit ni septante ni nonante : ces trois formes-là, et seulement elles.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Au-dessus de mille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258568"/>
          </a:xfrm>
          <a:prstGeom prst="roundRect">
            <a:avLst>
              <a:gd name="adj" fmla="val 647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1 049 $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mille quarante-neuf dollars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1 200 $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mille deux cents dollars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2 000 $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deux mille dollars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06824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" y="4562856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Jamais « un mille » : le mot mille se dit seul.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prix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Écrivez seulement les chiffres.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huit cent quarante-neuf dollars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mille quarante-neuf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vingt-neuf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cent soixante-quinze dollars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quatre-vingt-dix dollars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cent quatre-vingts dollars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le prix en chiffres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huit cent quarante-neuf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849 $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mille quarante-neuf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1 049 $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cent vingt-neuf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129 $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six cent soixante-quinze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675 $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quatre-vingt-dix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90 $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deux cent quatre-vingts dollars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280 $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CONFONDRE 849 ET 840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huit cent quarante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huit cent quarante-neuf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La différence est au dernier mot, et c'est là qu'on écoute le moins. Au magasin, une seule phrase règle la question : « Huit cent quarante ou quarante-neuf ? » Personne ne trouve la question étrange.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ÉCRIRE UN PRIX COMME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Trois habitudes d'écriture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Le signe est à droite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On écrit 849 $, avec une espace avant le signe. Jamais « $ 849 » : c'est l'ordre de l'anglais.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La virgule est pour les cents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129,99 $ se lit « cent vingt-neuf et quatre-vingt-dix-neuf ». La virgule sépare les dollars des cents, jamais les milliers.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4270248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746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L'espace est pour les milliers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859024"/>
            <a:ext cx="2936138" cy="29474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1 049 $, et non 1,049 $. Une espace, pas une virgule : c'est la règle française.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le prix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élève lit, un autre écrit au tableau.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99 $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175 $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399 $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1 299 $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le prix à voix haute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99 $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quatre-vingt-dix-neuf dollars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175 $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cent soixante-quinze dollars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399 $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cent quatre-vingt-dix-neuf dollars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1 299 $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mille deux cent quatre-vingt-dix-neuf dollars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Relevez quatre prix dans votre circulaire et écrivez-les en lettres.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849 $ : huit cent quarante-neuf dollars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Choisissez au moins un prix de plus de mille dollars.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B2 · Acheter un appareil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