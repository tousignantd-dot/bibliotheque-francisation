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Prévoir des objets de la classe à désigner : la règle se comprend en montrant, pas en expliquant.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Montrer quatre objets de la classe et faire dire la forme juste par quatre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ligne « cet » : c'est la seule qui existe pour une raison de prononciation.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la différence : « cette laveuse » et « cette laveuse-là ». La seconde forme accompagne le doigt.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d'abord. À la correction, demander chaque fois pourquoi : le genre, ou la voyelle.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prononcer la forme fautive à voix haute : les élèves entendent eux-mêmes pourquoi elle ne tient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debout, en montrant du doigt une image projetée. Le geste et la phrase se retiennent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Ramasser : la confusion cet/cette se corrige ici, une fois pour toutes.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Cette laveuse-là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le mot manque, le doigt et quatre petits mots suffisent. Ce, cet, cette, ces : les déterminants qui montrent sont les plus utiles du magasin.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ce, cet, cette et ces devant un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cet devant un mot qui commence par une voyelle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le -là qui montre, comme on le dit ici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question en montrant un appareil.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MOTS POUR MONTRER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 ·  cet  ·  cette  ·  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remplacent « un » et « une » quand on désigne quelque chose qu'on a devant les yeux. Le vendeur suit le doigt, et la conversation avance.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devant quel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mot masculin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modèle, ce rayon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masculin à voyelle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cet aspirateur, cet ordinateur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mot féminin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cette laveuse, cette affichette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tous les pluriels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ces laveuses, ces modèles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Cet et cette se prononcent pareil : la différence s'écrit seulement.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PETIT -LÀ QUI MONTRE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la langue d'ici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Cette laveuse-là », « ce modèle-là ». On l'entend partout au Québec, dans tous les commerces.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n'est pas obligatoire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Cette laveuse » est parfaitement correct. Le -là rend seulement le geste plus clair.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s'écrit avec un trait d'union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cette laveuse-là, ce modèle-là. Le trait d'union relie le nom et le petit mot.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laveuse-là est dans la circulaire.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modèle coûte 849 $.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aspirateur est en spécial.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réfrigérateurs sont trop grands pour ma cuisine.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essayer ___ ordinateur portable.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affichette dit vingt-sept pouces.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laveuse-là est dans la circulaire.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modèle coûte 849 $.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aspirateur est en spécial.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réfrigérateurs sont trop grands pour ma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essayer ___ ordinateur portable.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affichette dit vingt-sept pouces.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CE ASPIRATEUR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aspirateur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 aspirateur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voyelles qui se cognent : la bouche s'arrête. C'est exactement pour éviter ça que « cet » existe. Dès qu'un mot masculin commence par une voyelle, on met « cet », sans réfléchir.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Montrez et demandez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Formez la question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blanche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micro-ondes noir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l'aspirateur en haut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réfrigérateurs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Montrez et demandez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blanche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laveuse-là, elle coûte combien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micro-ondes noir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micro-ondes-là, il coûte combien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l'aspirateur en haut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 aspirateur-là, il coûte combien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réfrigérateurs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Ces réfrigérateurs-là coûtent combien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avec ce, cet, cette et 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chaque forme, avec un appareil différent.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le -là dans au moins deux phrases.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