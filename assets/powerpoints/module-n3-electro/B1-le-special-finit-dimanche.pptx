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1. Si des élèves ont rapporté une circulaire (devoir de A2), la distribuer maintenant : la séance se fait bien mieux avec du vrai papier dans les mains.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sans expliquer d'abord. La taille des caractères est un indice que tout le monde sait lire, même sans connaître les mots : c'est la stratégie de lecture qu'on veut installer.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chiffres, deux fonctions. Faire redire par un élève, avec ses mots, avant de passer à la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Marisol vérifie sa compréhension en reformulant : « Ça veut dire que… » C'est la stratégie à souligner, plus encore que la réponse.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geste à retenir : écrire le modèle sur un papier avant de partir. Il évite dix minutes d'explications au magasin.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le tableau central du défi 1 : y revenir en B3 et en B4.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pratiquer avec trois phrases dites par l'enseignante : les élèves reformulent chaque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exacte. Les deux « faux » portent sur les dates : c'est la matière de B4.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concret. Les circulaires rapportées serviront en B3 et en B4 : demander à ceux qui n'en reçoivent pas d'en prendre une à l'entrée d'un magasin.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spécial finit dimanche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circulaire dit tout : le prix, le prix des autres semaines, le modèle et les dates. Encore faut-il savoir où regarder — et le programme en fait la seule intention de cette situation.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Acheter un appareil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trouver le prix d'aujourd'hui dans un encadré de circulaire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le prix régulier du prix en spécial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relever le modèle et la marque d'un appareil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les dates de début et de fin d'un spécial.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qui est écrit le plus gros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irculaire-tab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chiffres voyez-vous autour d'un appareil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Lequel est le prix ? Comment le savez-vous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quoi sert le chiffre barré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88950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99922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07238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est écrit tout en bas, en petit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gros chiffre et le petit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1161" y="2322576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y a beaucoup de chiffres. Je ne sais pas lequel est le prix.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LOUISE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31161" y="3071876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gros chiffre en bas de la photo, c'est le prix d'aujourd'hui. Huit cent quarante-neuf dollars.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99440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158995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31161" y="4158995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le petit chiffre barré au-dessus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74370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908296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LOUISE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31161" y="4908296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le prix régulier. Mille quarante-neuf dollars. Le magasin enlève deux cents dollars.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Du mardi au dimanche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1161" y="190195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Alors c'est un spécial.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LOUISE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1161" y="2651252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Oui. Et regarde en bas de la page : du mardi 4 au dimanche 9 novembre.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8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31161" y="3738371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 veut dire que lundi, c'est fini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2308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767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LOUISE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1161" y="448767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Lundi, c'est fini. Le prix remonte à mille quarante-neuf.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Note le modèle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LOUISE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1161" y="190195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faut y aller cette semaine. Et note le modèle : LT 4200.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1161" y="265125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LT 4200. Marque Norlac. Je l'écris sur mon papier.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LOUISE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31161" y="3400551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Parfait. Avec le modèle et la circulaire, le vendeur trouve tout de suite.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chiffres d'un encadré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VOIT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VEUT DIRE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gros chiffre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prix de cette semaine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petit chiffre barré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prix régulier, celui des autres semaines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des lettres et des chiffres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modèle de l'appareil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deux dates, en bas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début et la fin du spécial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encadré de circulaire ne se lit pas en entier : on y cherche une chose à la fois.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VÉRIFIER QU'ON A COMPRIS, EN REFORMULANT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Ça veut dire que lundi, c'est fini ?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Redire avec ses mots ce qu'on croit avoir compris, et attendre le oui ou le non. Ça prend cinq secondes et ça évite de se déplacer pour rien.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gros chiffre est le prix d'aujourd'hui.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petit chiffre barré est le prix régulier.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spécial finit le mardi 4 novembre.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Lundi, le prix va baisser encore.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LT 4200 est le modèle de la laveuse.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gros chiffre est le prix d'aujourd'hui.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petit chiffre barré est le prix régulier.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spécial finit le mardi 4 novembre.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le dimanche 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Lundi, le prix va baisser encore.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il remonte à 1 049 $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LT 4200 est le modèle de la laveuse.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Apportez une circulaire et entourez un spécial.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Écrivez le prix d'aujourd'hui et le prix régulier.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Écrivez la date de fin.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Acheter un appareil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