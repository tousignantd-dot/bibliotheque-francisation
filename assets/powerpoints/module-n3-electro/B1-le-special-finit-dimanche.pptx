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Si des élèves ont rapporté une circulaire (devoir de A2), la distribuer maintenant : la séance se fait bien mieux avec du vrai papier dans les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sans expliquer d'abord. La taille des caractères est un indice que tout le monde sait lire, même sans connaître les mots : c'est la stratégie de lecture qu'on veut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chiffres, deux fonctions. Faire redire par un élève, avec ses mots,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vérifie sa compréhension en reformulant : « Ça veut dire que… » C'est la stratégie à souligner, plus encore que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geste à retenir : écrire le modèle sur un papier avant de partir. Il évite dix minutes d'explications au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tableau central du défi 1 : y revenir en B3 et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pratiquer avec trois phrases dites par l'enseignante : les élèves reformulent chaque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Les deux « faux » portent sur les dates : c'est la matière de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Les circulaires rapportées serviront en B3 et en B4 : demander à ceux qui n'en reçoivent pas d'en prendre une à l'entrée d'un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spécial finit dimanche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circulaire dit tout : le prix, le prix des autres semaines, le modèle et les dates. Encore faut-il savoir où regarder — et le programme en fait la seule intention de cette 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prix d'aujourd'hui dans un encadré de circulaire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prix régulier du prix en spécial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 modèle et la marque d'un appareil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dates de début et de fin d'un spécial.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le plus gros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irculaire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chiffres voyez-vous autour d'un appareil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est le prix ? Comment le savez-vous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 le chiffre barré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tout en bas, en petit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gros chiffre et le petit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beaucoup de chiffres. Je ne sais pas lequel est le prix.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gros chiffre en bas de la photo, c'est le prix d'aujourd'hui. Huit cent quarante-neuf dollars.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petit chiffre barré au-dessus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90829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prix régulier. Mille quarante-neuf dollars. Le magasin enlève deux cents dollars.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mardi au dimanche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un spécial.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Et regarde en bas de la page : du mardi 4 au dimanche 9 novembre.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que lundi, c'est fini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c'est fini. Le prix remonte à mille quarante-neuf.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Note le modèle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y aller cette semaine. Et note le modèle : LT 4200.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LT 4200. Marque Norlac. Je l'écris sur mon papier.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LOUISE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Avec le modèle et la circulaire, le vendeur trouve tout de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chiffres d'un encadré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gros chiffre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 de cette semaine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chiffre barré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 régulier, celui des autres semaines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lettres et des chiffres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modèle de l'appareil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dates, en bas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début et la fin du spécial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encadré de circulaire ne se lit pas en entier : on y cherche une chose à la fois.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VÉRIFIER QU'ON A COMPRIS, EN REFORMULANT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Ça veut dire que lundi, c'est fini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Redire avec ses mots ce qu'on croit avoir compris, et attendre le oui ou le non. Ça prend cinq secondes et ça évite de se déplacer pour rien.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gros chiffre est le prix d'aujourd'hui.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chiffre barré est le prix régulier.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mardi 4 novembre.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le prix va baisser encore.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LT 4200 est le modèle de la laveuse.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gros chiffre est le prix d'aujourd'hui.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petit chiffre barré est le prix régulier.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spécial finit le mardi 4 novembre.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le dimanche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le prix va baisser encore.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remonte à 1 049 $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LT 4200 est le modèle de la laveuse.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Apportez une circulaire et entourez un spécial.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prix d'aujourd'hui et le prix régulier.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date de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