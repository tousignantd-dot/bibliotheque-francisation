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d'écriture, deux points de langue. Les deux servent dans la même phrase — « Je vais la prendre » — donc les enseigner l'un après l'autre, puis les réunir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futur en -rai attendra le niveau suivant : ne pas l'introduire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une phrase par ligne, avec un élève différent.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écrire, puis corriger au tableau. Insister sur la forme du second verbe : elle ne change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l'ordre inverse de plusieurs langues : le signaler explicitement plutôt que de corriger dix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les quatre phrases avec d'autres appareils.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phrase réunit les deux points de la séance : futur proche et pronom entre les deux verbes.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trois réponses courtes — je le prends, je la prends, je les prends — jusqu'à ce qu'elles sortent sans réfléchir.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Projeter, puis poser les questions à l'oral sans montrer : quel jour, quelle heure, combien, et est-ce qu'on reprend l'ancienne.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Ces phrases sont le brouillon de la production écrite de E1 : le dire aux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vais payer, je la prends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outils pour finir un achat : dire ce qui va arriver samedi, et répondre au vendeur sans répéter le nom de l'appareil.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un appareil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proche : aller + un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le nom d'un appareil par le, la ou les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petit mot avant le verbe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bon de livraison et en tirer l'information.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FUTUR PROCHE : ALLER, PUIS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vais payer. »  ·  « Le camion va arriver samedi.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aller au présent, puis le second verbe sans rien y changer. C'est le futur du magasin, de la livraison et de la vie de tous les jours.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 utiles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payer à la caisse.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 vas garder le bon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elle, le camion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camion va arriver samedi.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ils, elles, les livreurs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31596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vont monter la laveuse.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l'oral, on entend beaucoup « on va » : « On va être là samedi.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Vais, vas, va ou vont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payer à la caisse.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camion ___ arriver samedi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livreurs ___ monter la laveuse au troisième.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___ garder le bon de livraison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___ emporter la vieille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Vais, vas, va ou vont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payer à la caisse.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camion ___ arriver samedi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livreurs ___ monter la laveuse au troisième.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___ garder le bon de livraison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___ emporter la vieille machine.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REMPLACER L'APPAREIL PAR UN PETIT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prends la laveuse. »  devient  « Je la prends.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mot se met AVANT le verbe : « je le prends », jamais « je prends le ». Avec deux verbes, il se glisse entre les deux : « Je vais le prendre.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la ou les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REMPLACE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PETIT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micro-ondes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 prends.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laveuse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la prends.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appareils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les prends.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devant une voyelle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l'achète.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genre du mot qui décide, jamais celui de l'objet.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la ou 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réponse.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Vous prenez la laveuse ? — Oui, je ___ prends.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Et le micro-ondes ? — Oui, je ___ prends aussi.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sont en spécial : je ___ achète tout de suite.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cuisinière est trop grande. Je ne ___ prends pas.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 vieux appareils, le magasin va ___ emporter.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Le, la ou 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Vous prenez la laveuse ? — Oui, je ___ prends.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Et le micro-ondes ? — Oui, je ___ prends aussi.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deux sont en spécial : je ___ achète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cuisinière est trop grande. Je ne ___ prends pas.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 vieux appareils, le magasin va ___ emporter.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LE PETIT MOT APRÈS LE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prends 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le prends.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français, ce petit mot passe toujours avant le verbe. C'est l'inverse de l'anglais et de plusieurs autres langues, et c'est la faute la plus fréquente à ce niveau. Une fois le réflexe pris, il ne se reperd plus.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BON DE LIVRAISON DE MARISOL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écrit dessus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M. Ramos — 555 0148. Le nom et le numéro où joindre la personne.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Adresse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2140, rue des Trembles, app. 3, Saint-Hubert.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Appareil et livraison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Laveuse Norlac LT 4200, blanche. Samedi 8 novembre, entre 8 h et midi, 60 $.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Ancienne laveuse reprise, gratuit. C'est ce que Marisol a demandé au comptoir.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sur votre livraison.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vais payer à la caisse.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Le camion va arriver samedi matin. » « Je vais être là.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Acheter un appareil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