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Prévoir les cartes mémoire du module interactif : la révision se fait à l'écran, en paires.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article, puis dans une phrase complète.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chaque mot dans une circulaire réelle. Ce qui ne se retrouve pas se réexplique.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d'entrée. Il reprend exactement l'exercice 2 de « Je me lance » du module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carte du module entier, et le point de départ de l'autoévaluation.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mêmes énoncés que dans le module interactif. Les élèves répondent à l'écran ; la diapositive sert à la mise en commun.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à voix haute par chaque élève, en tour de table. Cinq minutes, et le module se ferme sur du concret.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Rappeler que les cartes mémoire restent accessibles et que le jeu de rôle peut se refaire autant de fois qu'on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Seize mots, quatre familles, et une question : qu'est-ce que je suis maintenant capable de faire dans un magasin d'appareils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seize mots du module, par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ce qu'on est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ce qui reste à travailler.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APPAREILS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une laveuse, une sécheuse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deux grosses machines du linge. Elles vont souvent ensemble, et le magasin les vend en paire.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réfrigérateur, une cuisinière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froid et la chaleur. Dans beaucoup de logements d'ici, ces deux-là sont fournis avec le loyer.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micro-ondes, un aspirateur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 petits appareils : ils se transportent à la main et coûtent moins de deux cents dollars.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 ordinateur portable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L'appareil de l'école et des démarches. Il s'achète aussi en ligne, sur le site du magasin.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CIRCULAIRE ET LE MAGASIN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Neuf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une circulaire, un spécial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papier du mardi, et le prix plus bas de la semaine.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 prix régulier, la marque, le modèle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qu'on relève avant de partir : le prix des autres semaines, le nom de la compagnie, les lettres et les chiffres de l'appareil.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 rayon, une affichette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L'endroit où sont les appareils, et le petit carton posé devant.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la livraison, un bon de livraison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camion, et le papier à garder jusqu'à son passage.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magasin qui arrive le mardi est la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prix plus bas pendant quelques jours est un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du magasin où sont les laveuses est le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carton devant l'appareil est une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qui apporte l'appareil fait la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à garder jusqu'au camion est le ___ de livraison.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du magasin qui arrive le mardi est la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circulaire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prix plus bas pendant quelques jours est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spécial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L'endroit du magasin où sont les laveuses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rayon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petit carton devant l'appareil est une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affichette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qui apporte l'appareil fait la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livraison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à garder jusqu'au camion est le ___ de livraison.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module a appris à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COMPÉTENCE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SAIT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trouver un prix, un modèle et des dates dans une circulaire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Écouter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comprendre un vendeur qui donne un prix et une mesure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Parler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poser quatre questions et conclure un achat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Écrire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 court message de demande de livraison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lecture est l'intention que le programme donne à cette situation au niveau 3 ; les trois autres la servent.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nommer les appareils de la maison.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trouve le prix et les dates dans une circulaire.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et écrire un prix de trois ou quatre chiffres.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où est le rayon d'un appareil.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montrer un appareil et demander son prix.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demander la livraison et donner un jour.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QUI RESTE À FAIRE, CHACUN LE NOMME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La prochaine fois, je vais demander…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chose, écrite en une phrase, au futur proche. C'est le dernier emploi du point de langue de D2, et c'est ce qui reste du module dans un mois.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de votre prochaine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La prochaine fois, je vais demander le format avant de payer.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Gardez-la dans votre cahier.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