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Dernière séance du module. Prévoir les cartes mémoire du module interactif : la révision se fait à l'écran, en paires.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dire chaque mot avec son article, puis dans une phrase complète.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retrouver chaque mot dans une circulaire réelle. Ce qui ne se retrouve pas se réexplique.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Exercice d'entrée. Il reprend exactement l'exercice 2 de « Je me lance » du module interactif.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C'est la carte du module entier, et le point de départ de l'autoévaluation.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mêmes énoncés que dans le module interactif. Les élèves répondent à l'écran ; la diapositive sert à la mise en commun.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dire la phrase à voix haute par chaque élève, en tour de table. Cinq minutes, et le module se ferme sur du concret.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 du module. Rappeler que les cartes mémoire restent accessibles et que le jeu de rôle peut se refaire autant de fois qu'on veut.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SÉANCE E2  ·  MODULE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Je retiens des mots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Seize mots, quatre familles, et une question : qu'est-ce que je suis maintenant capable de faire dans un magasin d'appareils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60 minutes  ·  Acheter un appareil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revoir les seize mots du module, par familles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chaque mot dans une phrase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évaluer ce qu'on est capable de faire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nommer ce qui reste à travailler.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LES APPAREILS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Sept mots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421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A5335F"/>
                </a:solidFill>
                <a:latin typeface="Verdana"/>
              </a:rPr>
              <a:t>une laveuse, une sécheuse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54402"/>
            <a:ext cx="4806543" cy="113461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Les deux grosses machines du linge. Elles vont souvent ensemble, et le magasin les vend en paire.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421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A5335F"/>
                </a:solidFill>
                <a:latin typeface="Verdana"/>
              </a:rPr>
              <a:t>un réfrigérateur, une cuisinière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54402"/>
            <a:ext cx="4806543" cy="113461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Le froid et la chaleur. Dans beaucoup de logements d'ici, ces deux-là sont fournis avec le loyer.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421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A5335F"/>
                </a:solidFill>
                <a:latin typeface="Verdana"/>
              </a:rPr>
              <a:t>un micro-ondes, un aspirateur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671822"/>
            <a:ext cx="4806543" cy="113461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Les petits appareils : ils se transportent à la main et coûtent moins de deux cents dollars.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421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A5335F"/>
                </a:solidFill>
                <a:latin typeface="Verdana"/>
              </a:rPr>
              <a:t>un ordinateur portable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671822"/>
            <a:ext cx="4806543" cy="113461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L'appareil de l'école et des démarches. Il s'achète aussi en ligne, sur le site du magasin.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LA CIRCULAIRE ET LE MAGASIN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Neuf mots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A5335F"/>
                </a:solidFill>
                <a:latin typeface="Verdana"/>
              </a:rPr>
              <a:t>une circulaire, un spécial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76910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Le papier du mardi, et le prix plus bas de la semaine.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A5335F"/>
                </a:solidFill>
                <a:latin typeface="Verdana"/>
              </a:rPr>
              <a:t>le prix régulier, la marque, le modèle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76910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Ce qu'on relève avant de partir : le prix des autres semaines, le nom de la compagnie, les lettres et les chiffres de l'appareil.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A5335F"/>
                </a:solidFill>
                <a:latin typeface="Verdana"/>
              </a:rPr>
              <a:t>le rayon, une affichette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98652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L'endroit où sont les appareils, et le petit carton posé devant.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A5335F"/>
                </a:solidFill>
                <a:latin typeface="Verdana"/>
              </a:rPr>
              <a:t>la livraison, un bon de livraison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98652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Le camion, et le papier à garder jusqu'à son passage.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VOCABULAIRE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mot juste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Complétez avec un mot du module.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papier du magasin qui arrive le mardi est la ___ 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prix plus bas pendant quelques jours est un ___ 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L'endroit du magasin où sont les laveuses est le ___ 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petit carton devant l'appareil est une ___ 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camion qui apporte l'appareil fait la ___ 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papier à garder jusqu'au camion est le ___ de livraison.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mot juste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papier du magasin qui arrive le mardi est la ___ 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circulaire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prix plus bas pendant quelques jours est un ___ 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spécial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L'endroit du magasin où sont les laveuses est le ___ 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rayon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petit carton devant l'appareil est une ___ 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affichette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camion qui apporte l'appareil fait la ___ 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livraison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papier à garder jusqu'au camion est le ___ de livraison.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bon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que le module a appris à faire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2004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COMPÉTENCE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QU'ON SAIT FAIRE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Lire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A5335F"/>
                </a:solidFill>
                <a:latin typeface="Verdana"/>
              </a:rPr>
              <a:t>trouver un prix, un modèle et des dates dans une circulaire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30419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3169920"/>
            <a:ext cx="3291492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Écouter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3169920"/>
            <a:ext cx="6595914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A5335F"/>
                </a:solidFill>
                <a:latin typeface="Verdana"/>
              </a:rPr>
              <a:t>comprendre un vendeur qui donne un prix et une mesure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81609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944112"/>
            <a:ext cx="329149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Parler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944112"/>
            <a:ext cx="659591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A5335F"/>
                </a:solidFill>
                <a:latin typeface="Verdana"/>
              </a:rPr>
              <a:t>poser quatre questions et conclure un achat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432206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450080"/>
            <a:ext cx="329149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Écrire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450080"/>
            <a:ext cx="659591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A5335F"/>
                </a:solidFill>
                <a:latin typeface="Verdana"/>
              </a:rPr>
              <a:t>un court message de demande de livraison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5248656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504688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La lecture est l'intention que le programme donne à cette situation au niveau 3 ; les trois autres la servent.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AUTOÉVALUATION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Qu'est-ce que je suis capable de faire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Pour chaque énoncé : pas encore, un peu, ou oui.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peux nommer les appareils de la maison.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trouve le prix et les dates dans une circulaire.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peux lire et écrire un prix de trois ou quatre chiffres.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peux demander où est le rayon d'un appareil.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peux montrer un appareil et demander son prix.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peux demander la livraison et donner un jour.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CE QUI RESTE À FAIRE, CHACUN LE NOMME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CE9F0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« La prochaine fois, je vais demander… 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Une seule chose, écrite en une phrase, au futur proche. C'est le dernier emploi du point de langue de D2, et c'est ce qui reste du module dans un mois.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la phrase de votre prochaine fois.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« La prochaine fois, je vais demander le format avant de payer.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Gardez-la dans votre cahier.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Acheter un appareil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