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 sur les dates. Avoir un calendrier du mois au tableau : tout se montre du doigt, et c'est ce qui fait comprendre « du… au… » en trente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Montrer les deux dates sur le calendrier du tableau et encercler la semaine du spécial.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les sept jours dans l'ordre, puis à l'envers : c'est plus difficile et ça installe la série.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L'ordre inverse vient de l'anglais et se voit souvent dans les cahiers. Le corriger ici évite qu'il ne s'installe.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écrire, puis corriger au tableau. Insister sur l'absence de majuscule aux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ces quatre formes dans les circulaires rapportées. Il y en a toujours au moins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signaler une fois, fermement, puis corriger sans commentaire chaque fois qu'il revient.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à l'oral, en paires : l'un lit la situation, l'autre répond. Inverser à mi-chemin.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d'écriture. Ramasser : c'est la dernière trace écrite du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Du mardi au dimanche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spécial a toujours une fin. Deux dates en bas de page décident si le déplacement vaut la peine — et le lundi, il ne la vaut plus.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du mardi au dimanche » et « jusqu'à dimanche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sept jours dans l'ordre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date à la française : le 9 novembre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jusqu'à quand un prix est bon.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DEUX JOURS NOMMÉS SONT COMPRIS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Du mardi 4 au dimanche 9 novembre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mardi 4, oui. Le dimanche 9, oui aussi. C'est le lundi 10 qui ne compte plus. « Jusqu'à dimanche » veut dire exactement la même chose.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DÉBUT DE SEMAINE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FIN DE SEMAINE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lundi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vendredi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mardi — la circulaire arrive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samedi — la livraison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mercredi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dimanche — le spécial finit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jeudi — la livraison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jours ne prennent pas de majuscule en français.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Écrire une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9 novembre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neuf novembre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du 4 au 9 novembre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quatre au neuf novembre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samedi 8 novembre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samedi huit novembre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jour d'abord, le mois ensuite. Jamais « novembre 9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l'encadré et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spécial commence le mardi 4 et finit le ___ 9 novembre.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Jusqu'à dimanche » veut dire que le lundi, c'est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 après mercredi est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circulaire arrive dans la boîte aux lettres le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il reste peu d'appareils, on écrit « quantité ___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spécial commence le mardi 4 et finit le ___ 9 novembre.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dimanche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Jusqu'à dimanche » veut dire que le lundi, c'est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fini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 après mercredi est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jeudi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circulaire arrive dans la boîte aux lettres le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mardi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il reste peu d'appareils, on écrit « quantité ___ ».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limitée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FAÇONS DE DIRE LA FIN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lit en bas de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Du 4 au 9 novembre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 dates sont comprises. C'est la forme la plus fréquente.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Jusqu'à dimanche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même chose, en plus court. Dimanche oui, lundi non.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Pendant 3 jours seulement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alors chercher la date de début : trois jours à partir de quand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Quantité limitée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seule mention qui rend la date inutile : le spécial finit quand il n'y en a plus.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METTRE LE MOIS AVANT LE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novembre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9 novembre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l'ordre de l'anglais, et il se glisse partout : dans les cahiers, dans les courriels, sur les formulaires. En français, le jour vient toujours en premier, à l'écrit comme à l'oral.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jusqu'à quand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Regardez la date de fin et répondez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spécial finit dimanche. On est samedi.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spécial finit dimanche. On est lundi.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4 au 9 novembre. On est le 9.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Quantité limitée. On est le premier jour.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jusqu'à quand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spécial finit dimanche. On est samedi.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prix est encore bon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spécial finit dimanche. On est lundi.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 fini, le prix est remonté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4 au 9 novembre. On est le 9.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prix est bon aujourd'hui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Quantité limitée. On est le premier jour.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 y aller tôt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un spécial de votre circulaire.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Le spécial dure du mardi 4 au dimanche 9 novembre.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Le prix est bon jusqu'à dimanche.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