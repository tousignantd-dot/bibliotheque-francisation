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2. On passe de la lecture à la parole : la circulaire est dans la main, il s'agit maintenant de s'en servir devant quelqu'un.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la gêne à voix haute : beaucoup d'élèves évitent de demander et tournent vingt minutes. Nommer la difficulté est la première étape.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phrases de Marisol, et elle est rendue devant l'appareil. Faire compter les mots : elle en dit onze en tout.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vendeur ne donne le prix que parce qu'on le lui demande. C'est la règle du jeu de rôle de E1 : le préparer dès maintenant.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Marisol a mesuré avant de partir — c'était le devoir de A3. Faire le lien à voix haute : le module se tient d'une séance à l'autre.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carte de route du défi 2, reprise en C3.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pratiquer l'entrée en matière : bonjour, excusez-moi, la question. Trois temps.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« faux » par la réplique exacte.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Il prépare C3, qui travaille ces questions une à une.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Où est le rayon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magasin est grand comme un aréna et le vendeur ne dit rien qu'on ne lui demande pas. Trois questions courtes suffisent — encore faut-il les poser.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Acheter un appareil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où se trouve un rayon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montrer un appareil et demander son prix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le format d'un appareil, en pouces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qu'on prend l'appareil.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qui demande-t-on, et comment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rangee-laveus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temps passeriez-vous à chercher seul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travaille dans un magasin comme celui-là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10362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4213352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428650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dit avant de poser une question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22732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5337048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41020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fait si on n'a pas compris la réponse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 fond, à gauche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31161" y="2322576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Bonjour, monsieur. Excusez-moi. Où est le rayon des laveuses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1161" y="3071876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Au fond, à gauche, après les téléviseurs. Suivez l'affichette « Électroménagers 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99440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158995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31161" y="4158995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Merci… Bonjour. Je cherche cette laveuse-là. Elle est dans la circulaire.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08152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5246116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31161" y="5246116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Faites voir. Ah oui, la Norlac LT 4200. Elle est juste ici, la blanche.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Elle coûte combien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1161" y="190195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coûte combien aujourd'hui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1161" y="265125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Huit cent quarante-neuf dollars. Le spécial finit dimanche.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31161" y="3400551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vous l'avez en gris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1161" y="4149851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 gris, c'est un autre modèle. Il est cinquante dollars plus cher.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Vingt-sept pouces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1161" y="190195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Non, la blanche, c'est correct. Est-ce qu'elle est grande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1161" y="2651252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Vingt-sept pouces de large. Vous avez de la place dans votre logement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8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31161" y="3738371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mesuré. J'ai vingt-huit pouces entre le mur et la porte.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2308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767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1161" y="448767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 entre. Vous la prenez 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07238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3697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31161" y="523697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je la prends.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questions, trois réponses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004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DEMANDE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OBTIENT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Où est le rayon des laveuses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 endroit dans le magasin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0419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169920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Elle coûte combien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169920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prix de cette semaine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54787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675887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Est-ce que vous l'avez en gris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675887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oui, non, ou un autre modèle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32206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450080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Elle fait combien de large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450080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une mesure en pouces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24865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50468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Une question à la fois, et on attend la réponse avant la suivante.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SALUER AVANT DE DEMANDER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Bonjour. Excusez-moi, où est… ?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Entrer dans un commerce et poser sa question sans saluer surprend ici. Deux mots suffisent, et ils changent complètement l'accueil.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rayon des laveuses est au fond, à gauche.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Marisol montre la circulaire au vendeur.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laveuse grise coûte le même prix que la blanche.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laveuse fait vingt-sept pouces de large.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Marisol n'a pas mesuré la place chez elle.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rayon des laveuses est au fond, à gauche.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Marisol montre la circulaire au vendeur.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laveuse grise coûte le même prix que la blanche.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50 $ de plus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laveuse fait vingt-sept pouces de large.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Marisol n'a pas mesuré la place chez elle.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elle a 28 pouces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trois questions que vous poseriez au vendeur.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pour trouver le rayon.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pour le prix, une pour le format.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Acheter un appareil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