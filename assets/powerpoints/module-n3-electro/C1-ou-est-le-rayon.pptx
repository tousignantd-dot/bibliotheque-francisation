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On passe de la lecture à la parole : la circulaire est dans la main, il s'agit maintenant de s'en servir devant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gêne à voix haute : beaucoup d'élèves évitent de demander et tournent vingt minutes. Nommer la difficulté est la première étape.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phrases de Marisol, et elle est rendue devant l'appareil. Faire compter les mots : elle en dit onze en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vendeur ne donne le prix que parce qu'on le lui demande. C'est la règle du jeu de rôle de E1 : le préparer dès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a mesuré avant de partir — c'était le devoir de A3. Faire le lien à voix haute : le module se tient d'une séance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carte de route du défi 2, reprise en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pratiquer l'entrée en matière : bonjour, excusez-moi, la question. Trois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C3, qui travaille ces questions une à 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est le rayon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magasin est grand comme un aréna et le vendeur ne dit rien qu'on ne lui demande pas. Trois questions courtes suffisent — encore faut-il les poser.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où se trouve un rayon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montrer un appareil et demander son prix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le format d'un appareil, en pouces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qu'on prend l'appareil.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qui demande-t-on, et comment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rangee-laveu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passeriez-vous à chercher seul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travaille dans un magasin comme celui-là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dit avant de poser une question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fait si on n'a pas compris la réponse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fond, à gauche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monsieur. Excusez-moi. Où est le rayon des laveuses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fond, à gauche, après les téléviseurs. Suivez l'affichette « Électroménagers 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158995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Merci… Bonjour. Je cherche cette laveuse-là. Elle est dans la circulaire.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524611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Faites voir. Ah oui, la Norlac LT 4200. Elle est juste ici, la blanche.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coûte combien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coûte combien aujourd'hui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cent quarante-neuf dollars. Le spécial finit dimanche.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l'avez en gris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gris, c'est un autre modèle. Il est cinquante dollars plus cher.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Vingt-sept pouces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la blanche, c'est correct. Est-ce qu'elle est grande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Vingt-sept pouces de large. Vous avez de la place dans votre logement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mesuré. J'ai vingt-huit pouces entre le mur et la porte.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4876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entre. Vous la prenez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723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369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1161" y="52369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je la prends.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questions, trois réponses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OBTIENT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Où est le rayon des laveuses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endroit dans le magasin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Elle coûte combien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prix de cette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Est-ce que vous l'avez en gris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oui, non, ou un autre modèle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Elle fait combien de large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mesure en pouces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question à la fois, et on attend la réponse avant la suivante.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SALUER AVANT DE DEMANDER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Bonjour. Excusez-moi, où est…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Entrer dans un commerce et poser sa question sans saluer surprend ici. Deux mots suffisent, et ils changent complètement l'accueil.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rayon des laveuses est au fond, à gauche.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 montre la circulaire au vendeur.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laveuse grise coûte le même prix que la blanche.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laveuse fait vingt-sept pouces de large.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 n'a pas mesuré la place chez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rayon des laveuses est au fond, à gauche.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 montre la circulaire au vendeur.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laveuse grise coûte le même prix que la blanche.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50 $ de plus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laveuse fait vingt-sept pouces de large.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 n'a pas mesuré la place chez elle.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a 28 pouces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questions que vous poseriez au vendeur.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pour trouver le rayon.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pour le prix, une pour le format.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