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 de poésie, et la seule du programme. Beaucoup d'adultes en ont peur ; annoncer d'entrée qu'il n'y a rien à décoder et aucune bonne réponse cachée.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mécanique et il suffit presque à lui seul : un poème court est écrit pour la deuxième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celle qui porte : c'est le côté du passager. La quatrième prépare le dernier vers sans le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compter les strophes avant toute lecture : c'est un geste de lecteur, pas de spécialiste.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dernière phrase : le groupe se sent souvent fautif d'avoir « raté » quelque chose. Il n'a rien raté.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gauche seule, d'abord. Puis la colonne de droite. Le groupe entend le poème changer sans qu'un mot ait bougé.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exiger le vocabulaire technique au-delà de ces deux mots-là : ils suffisent, et le programme n'en demande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piège le plus utile de la séance pour un groupe adulte : il désarme la peur de la poésie, qui vient presque toujours d'une mauvaise expérience scolaire.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`t2poeme` du module. À l'écran, l'élève clique dans le poème : le faire ensuite. Sur papier, faire souligner au crayon.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`t2img` du module. Les six photos ne montrent aucune œuvre : seulement les lieux que les deux textes nomment. Le faire remarquer, c'est une leçon de lecture d'image.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qui marche très bien : chacun arrive avec une chanson de sa langue d'origine, et le mécanisme du basculement se révèle universel. Prévoir dix minutes en C4 pour en entendre trois ou quatre.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Déneigement » : vingt-deux vers, un mot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Vingt et un vers parlent de neige, de gratte et de doigts froids. Le dernier change ce que sont les vingt et un autres. Rien n'était caché : l'information n'était pas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compter les strophes avant de lire, et savoir ce qu'elles annoncent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un poème court à partir de son dernier vers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comparaison d'une métaphore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chercher ce qui se répète, et ce que la répétition protège.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fait cette personne, et depuis combien de temps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are-brise-giv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moitié est dégagée ? Laquelle ne l'est pas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quel côté de l'auto est-ce, vu de l'intérieur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faut-il pour dégager une moitié de pare-brise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quelqu'un continuait plus longtemps qu'il ne faut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strophes, trois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STROPHE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Première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geste, ce matin-là, et « comme on m'a montré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règles, et personne ne les a écrites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moteur qui tourne, et le dernier 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strophes annoncent presque toujours une mise en place, un développement, un retournement.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DERNIER VERS RELIT TOUS LES AUTRES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déneige quelqu'un qui n'est plus là.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ce vers, chaque vers d'avant change d'objet. « La banquette de droite est chaude pour rien » devient la place vide du passager ; « comme on m'a montré » devient une présence. Le lecteur n'a rien manqué à la première lecture : l'information n'était pas encore donnée.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vers, et ce qu'il devient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comme on m'a montré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59303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quelqu'un a montré, et n'est plus là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personne n'a jamais écrit ces règles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559303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elles viennent d'une personne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à voix basse, dans le froid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3758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récitation, presque une prière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la banquette de droite est chaude pour rien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03758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place vide du passager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plus longtemps qu'il ne faut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51586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fait durer, exprès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le côté droit, toujours le côté droit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515864"/>
            <a:ext cx="4806543" cy="2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habitude prise à deux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COMPARAISON SE DIT, UNE MÉTAPHORE REMPLACE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bruit d'une allumette qui rate » compare, et le dit. « Je déneige quelqu'un » ne compare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la métaphore, le mot reste le même et ce qu'il désigne a changé. « Déneiger quelqu'un » n'a aucun sens littéral, et c'est exactement ce qui le rend juste : le geste continue sans son objet.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chercher un message caché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chercher ce qui se répète et ce qui bascule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poème n'est pas une énigme à décoder, et il n'y a pas de spécialiste qui détiendrait la réponse. Il organise des mots pour produire un effet ; le travail du lecteur est de repérer l'organisation. Deux prises suffisent : ce qui revient — « toujours par la droite » — et l'endroit où quelque chose bascule.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le passage qui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vers qui change le sens de tous les autres.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Montre que le geste a été appris de quelqu'un.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comparaison qui décrit le bruit.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le poème dit de l'origine des règles.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détail qui ne se comprend qu'à la relecture.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Montre que la personne fait durer le geste.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vers qui change le sens de tous les autres.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déneige quelqu'un...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Montre que le geste a été appris de quelqu'un.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on m'a montré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comparaison qui décrit le bruit.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d'une allumette qui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le poème dit de l'origine des règles.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personne ne les a écrites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détail qui ne se comprend qu'à la relecture.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banquette de droite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Montre que la personne fait durer le geste.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 longtemps qu'il ne faut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des deux textes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la photo à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cafétéria d'usine vide, éclairée au néon.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table pliante au fond, deux chaises dépareillées.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papier blanc plié en quatre, près d'un sac.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châssis de fenêtres debout sur des chevalets.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stationnement avant le jour, les autos sous la neige.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pare-brise givré, à moitié gratté.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des deux textes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cafétéria d'usine vide, éclairée au néon.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cafétéria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table pliante au fond, deux chaises dépareillées.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table du fond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papier blanc plié en quatre, près d'un sac.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nappe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châssis de fenêtres debout sur des chevalets.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l'atelier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stationnement avant le jour, les autos sous la neige.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stationnement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pare-brise givré, à moitié gratté.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pare-brise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Verdana"/>
              </a:rPr>
              <a:t>Trouvez, dans une chanson que vous connaissez, un mot ou un vers qui change le sens de ce qui précède. Écrivez-le, et dites ce qu'il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n'importe quelle langue : traduisez seulement le 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suffisent.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