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2, et la seule séance du module bâtie sur un exposé long. Le programme du niveau 8 le nomme : « il suit le déroulement d'exposés bien structurés ». Annoncer les trois écoutes dès le début, sinon le groupe s'épuise à la première.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la méthode, et elle vaut hors du cours : on n'écoute pas un exposé long « en général », on l'écoute avec une question en tête.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de méthode, cinq minutes. La réponse est celle de la séance : trois écoutes courtes valent mieux qu'une écoute longue et attentive.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à afficher pendant les trois écoutes. La troisième consigne est la plus riche : ce qu'un chroniqueur répète est ce qu'il tient à faire passer.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commenter entre les écoutes. Recueillir seulement les réponses à la consigne, au tableau, en trois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pages, trente et un ans, une parenthèse, vingt-deux vers, trois strophes, un mot, vingt et un vers. Sept chiffres : les écrire au tableau à mesure.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réponse : « ce qui compte est dit une seule fois ». Il le dit de deux façons pour deux œuvres, et c'est le titre du défi. Le faire trouver plutôt que le donner.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remarquer qu'un critique de journal emploie exactement la règle du cercle du mardi : ce n'est pas un savoir scolaire.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`t21` du module. Le quatrième est le seul qui demande réflexion : « moins » n'est pas « faux », et c'est toute la nuance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d'écoute. La méthode transférée hors du module est la vraie acquisition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chronique du samedi : trois écoutes, trois consignes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Quatorze répliques d'affilée du même locuteur, coupées par deux questions. Ce n'est plus une conversation : c'est un exposé suivi, et il s'écoute autrement.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l'œuvre ne dit pas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 exposé de quatorze répliques sans perdre le fil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écouter trois fois avec une consigne différente à chaque fois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que le chroniqueur décrit de ce qu'il juge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retenir les mots du livre et du poème : recueil, strophe, narrateur.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Comment écoute-t-on quelqu'un qui parle seul dix minutes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peut tout retenir ? Essayez de vous rappeler la météo d'hier.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retient, alors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feriez-vous si vous saviez d'avance quoi chercher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fois faut-il écouter pour tout avoir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écoutes, trois consignes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L'ÉCOUTE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CHERCHE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Première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quelles œuvres parle-t-il ? combien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Deuxième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chiffres : pages, strophes, vers, année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Troisième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qu'il dit deux fois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consigne à la fois. Trois questions en même temps, c'est aucune.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 1 · LES ŒUVRES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textes courts, un même geste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Première écoute : de quelles œuvres parle-t-il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4057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GASPARD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3261" y="2322576"/>
            <a:ext cx="8602865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textes courts, et je les ai choisis ensemble parce qu'ils font le même geste par deux moyens différents. Une nouvelle et un poème.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09544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74136"/>
            <a:ext cx="154057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GASPARD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73261" y="3374136"/>
            <a:ext cx="8602865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nouvelle d'abord. Elle s'appelle « La chaise du fond », elle est d'Odile Brassard-Vézina, et elle ouvre son recueil « Les jours de semaine ».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261104"/>
            <a:ext cx="11057839" cy="969264"/>
          </a:xfrm>
          <a:prstGeom prst="roundRect">
            <a:avLst>
              <a:gd name="adj" fmla="val 1509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25696"/>
            <a:ext cx="154057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GASPARD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73261" y="4425696"/>
            <a:ext cx="8602865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Six pages. Une femme arrive à son propre pot de départ à la retraite, dans la cafétéria de l'usine où elle a travaillé trente et un ans.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312664"/>
            <a:ext cx="11057839" cy="649224"/>
          </a:xfrm>
          <a:prstGeom prst="roundRect">
            <a:avLst>
              <a:gd name="adj" fmla="val 2253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477256"/>
            <a:ext cx="1540573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JOSYANE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73261" y="5477256"/>
            <a:ext cx="8602865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Qu'est-ce qu'on est censé comprendre de cette nappe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 2 · LES CHIFFRES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pages, vingt-deux 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Deuxième écoute : relevez tous les chiffres.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40573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GASPARD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3261" y="2322576"/>
            <a:ext cx="8602865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Rien n'est censé, et c'est tout l'art de cette auteure-là. Deux lectures se défendent, et l'une n'est pas plus fine que l'autre.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3842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03016"/>
            <a:ext cx="1540573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GASPARD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73261" y="3303016"/>
            <a:ext cx="8602865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phrase entre parenthèses tranche en faveur de la seconde. Une seule parenthèse dans six pages.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11886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283456"/>
            <a:ext cx="1540573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GASPARD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73261" y="4283456"/>
            <a:ext cx="8602865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Déneigement », de Régine Amyot. Vingt-deux vers, trois strophes. Une personne dégage son auto tous les matins de janvier, avant six heures.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9930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63895"/>
            <a:ext cx="1540573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GASPARD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73261" y="5263895"/>
            <a:ext cx="8602865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troisième strophe change un seul mot, et ce mot fait basculer les vingt et un autres.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 3 · CE QUI REVIENT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compte est dit une fois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Troisième écoute : qu'est-ce qu'il dit deux fois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40573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GASPARD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3261" y="2322576"/>
            <a:ext cx="8602865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qui ne veut pas dire que la première lecture est fausse. Elle explique moins de choses, voilà tout. C'est le seul critère que je connaisse.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73984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38576"/>
            <a:ext cx="1540573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GASPARD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73261" y="3338576"/>
            <a:ext cx="8602865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lecteur a l'impression d'avoir été distrait pendant deux strophes. C'est faux : il n'a rien manqué. L'information n'était pas là.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189983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354575"/>
            <a:ext cx="1540573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GASPARD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73261" y="4354575"/>
            <a:ext cx="8602865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Chez Brassard-Vézina, ce qui compte est dit une seule fois, entre parenthèses. Chez Amyot, ce qui compte est dit à la fin, en un mot.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05983"/>
            <a:ext cx="11057839" cy="631443"/>
          </a:xfrm>
          <a:prstGeom prst="roundRect">
            <a:avLst>
              <a:gd name="adj" fmla="val 231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370575"/>
            <a:ext cx="1540573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GASPARD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73261" y="5370575"/>
            <a:ext cx="8602865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Dans les deux cas, un lecteur pressé passe à côté et n'en saura jamais rien.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UNE LECTURE N'EST PAS FAUSSE PARCE QU'UNE AUTRE EXPLIQUE PLUS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 explique moins de choses, voilà tout. C'est le seul critère.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Gaspard Thivierge le dit d'une nouvelle ; c'est la même règle qu'en B2, appliquée à un texte au lieu d'une scène. Elle vaut partout dans ce module, et c'est la seule qui y vaille.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chronique.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La chaise du fond » ouvre un recueil.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nouvelle fait une trentaine de pages.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Gisèle a travaillé trente et un ans à l'usine.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dit que la lecture tendre est fausse.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poème compte trois strophes.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basculement se produit à la deuxième strophe.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La chaise du fond » ouvre un recueil.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nouvelle fait une trentaine de pages.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six pages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Gisèle a travaillé trente et un ans à l'usine.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dit que la lecture tendre est fausse.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explique moins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poème compte trois strophes.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basculement se produit à la deuxième strophe.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à la troisième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Ce que l'œuvre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100" b="1" i="0">
                <a:solidFill>
                  <a:srgbClr val="FFFFFF"/>
                </a:solidFill>
                <a:latin typeface="Verdana"/>
              </a:rPr>
              <a:t>Écoutez une chronique ou un reportage de dix minutes cette semaine, et notez trois choses : le sujet, deux chiffres, une phrase répétée.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Radio, balado, ou une capsule vidéo : peu importe.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Écoutez deux fois si vous le pouvez, avec une consigne différente.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Ce que l'œuvre ne dit pas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