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 — et du programme, pour un groupe qui aurait suivi les huit niveaux. Redistribuer les billets de D2 : la question au critique y est déjà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une attente de fin de cours du niveau 8 : « il résume un texte d'opinion ». La lettre au courrier des lecteurs en est une autre, nommée mot pour mot par le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la règle du genre : on publie ce qui est signé et argumenté. La troisième donne la réponse pratique — une attaque ne se publie pas, et ce n'est pas une question de politesse.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structure vaut pour toute réponse publique à un texte d'opinion, quel qu'en soit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huitième est celle qu'on oublie, et c'est la plus importante : une lettre qui laisse croire que vous y étiez perd toute sa force le jour où quelqu'un le remarque.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redire au moment de la relecture croisée : une lettre sur trois contient une pique, et son auteur ne la voit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à voix haute sur trois lettres du groupe, avant la mise au propre : le groupe repère la généralisation chez les autres bien avant chez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 de rédaction au propre, dans la section « Je me lance » du module. L'assistant vérifie le texte avant l'envoi ; la correction reste privée.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Terminer là-dessus, et laisser le groupe reprendre la règle à voix haute : c'est la dernière séance du dernier module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Les autoévaluations remontent dans le portail et servent à préparer la rencontre de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 au courrier des lecteurs,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cents mots à quelqu'un qui écrit pour vivre, sur une pièce que vous n'avez pas vue. Le seul terrain où vous êtes son égal est le texte qu'il a publié.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résumer fidèlement un texte d'opinion, en deux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 ce qui tient, puis nommer un jugement sans appui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exactement, avec deux-points et guillemets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maintenant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écrit-on au courrier des lecteurs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critique, ou aux gens qui liront le journal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qu'un journal publie, et qu'est-ce qu'il ne publie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votre lettre attaque la personne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vos lecteurs auront vu la pièce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résumé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critique soutient, en deux phrases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réserve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tient, puis un jugement sans appui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auriez voulu lire, et la signature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douze à seize phrases en tout. Une lettre longue ne se publie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exigences, tirées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résumé fidèle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phrases, qu'il pourrait approuver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verbe neutre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écrit, il soutient, il explique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concession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certes..., mais... · bien que... soit...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citation exacte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deux-points, guillemets, mots exacts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relatif à préposition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dont, sur lequel, à laquelle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mise en relief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lui reproche, c'est...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conditionnel passé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aurait aimé lire...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3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8183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L'aveu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8183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assisté à la représentation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ON DISCUTE LE TEXTE, JAMAIS LA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Vous n'y connaissez rien » ne se publie pas. « Ce jugement-là repose sur quel moment ? » se publie.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ferme la discussion et donne raison au critique sans qu'il ait à répondre. La seconde l'oblige à répondre, et c'est exactement ce que vous voulez. La différence n'est pas morale : elle est efficace.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généraliser un reproche précis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laisser précis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n'aime pas la pièce » alors qu'il reproche aux deux cadets de jouer trop fort : c'est la déformation la plus fréquente, et la plus difficile à voir en se relisant. Elle suffit à faire écarter une lettre, parce que le critique n'a qu'à citer son propre texte pour vous contredire. Restez sur la phrase exacte.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12 à 16 phrases, trois paragraphes.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Paragraphe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Paragraphe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Paragraphe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Registre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Interdit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Obligatoire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module a demandé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COMPÉTENCE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SAIT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Écouter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suivre un exposé long, avec une consigne par écoute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nouvelle, un poème, une critique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proposer une lecture et la défendre sans nier l'autre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Écrire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répondre à un texte d'opinion, par ses appuis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Et une seule règle, depuis la première séance : une lecture se juge à ce qu'elle explique.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Envoyez votre lettre, puis remplissez l'autoévaluation de « Je retiens des mots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Vingt énoncés, trois réponses possibles : pas encore, un peu, oui.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Répondez honnêtement : personne ne note cette page-là.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