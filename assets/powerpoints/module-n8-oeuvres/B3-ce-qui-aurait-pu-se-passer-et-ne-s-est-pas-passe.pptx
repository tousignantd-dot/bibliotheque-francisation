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de grammaire, et elle n'est pas décorative : sans le conditionnel passé, on ne peut parler que de ce qui arrive. Avec lui, on parle du travail de l'auteur.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quatrième objectif est celui qu'un correcteur regarde en premier. L'annoncer comme tel : c'est la faute la plus surveillée du français écrit.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quatrième question est celle qui justifie la séance. Réponse : parce qu'une réalisatrice a écarté ces trois gestes, et que ce sont ses choix qui font la scène.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Le choix entre avoir et être est le même qu'au passé composé — le rappeler évite une demi-heure.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Le troisième emploi est celui des journaux : le signaler, il change la façon de lire une nouvelle.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Écrire les deux formes côte à côte au tableau et les y laisser toute la séance.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Exercice `t1cond` du module. Le troisième et le sixième mettent les deux règles d'accord côte à côte : les faire écrire au tableau par deux élèves différents.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Lire les trois à voix haute dans l'ordre : on entend la langue reculer d'un cran à chaque ligne, des deux côtés à la fois.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Exercice `t1irreel` du module. Surveiller le deuxième et le cinquième : c'est là que le conditionnel s'invite après « si 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Ramasser. Le deuxième exemple contient une petite faute volontaire de marche (« on saurait » au lieu de « on aurait su ») : demander au groupe s'il la voit, en début de B4.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SÉANCE B3  ·  MODULE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Ce qui aurait pu se passer et ne s'est pas passé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Elle aurait pu détacher la corde. » Elle ne l'a pas fait, et pourtant la phrase place le geste sous nos yeux. Une œuvre se comprend aussi par ce qu'elle écarte.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Ce que l'œuvre ne dit pas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Ce que l'œuvre ne dit pas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former le conditionnel passé avec avoir et avec être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nommer un geste que le personnage n'a pas fait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construire l'hypothèse irréelle : si + plus-que-parfait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ne jamais mettre de conditionnel après « si ».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Ce que l'œuvre ne dit pas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Qu'est-ce qu'elle n'a pas fait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50976" y="2039112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Elle s'assoit dans la chaloupe. Qu'aurait-elle pu faire d'autre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642108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0976" y="2824988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Détacher la corde, démarrer le moteur, répondre au téléphone.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427984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50976" y="3610864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Comment dit-on ces trois choses en français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213860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566928" y="4323588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50976" y="4396740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Pourquoi est-ce utile de les dire, puisqu'elles n'arrivent pas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Ce que l'œuvre ne dit pas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conditionnel passé, en deux morceaux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258568"/>
          </a:xfrm>
          <a:prstGeom prst="roundRect">
            <a:avLst>
              <a:gd name="adj" fmla="val 647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AVEC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QUE ÇA DONNE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avoir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elle aurait pu, j'aurais compris, nous aurions aimé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être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elle serait partie, ils seraient restés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l'accord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avec être seulement : elle serait restée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306824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69264" y="4562856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Vous connaissez déjà les deux moitiés : rien de neuf à apprendre.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Ce que l'œuvre ne dit pas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TROIS EMPLOIS, UN SEUL TEMPS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2494788"/>
          </a:xfrm>
          <a:prstGeom prst="roundRect">
            <a:avLst>
              <a:gd name="adj" fmla="val 586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6718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geste non fait, le regret ou le reproche, l'information qu'on rapporte sans la garantir.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94404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4268724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Elle aurait pu détacher la corde » nomme un geste écarté. « Tu aurais dû me le dire » reproche. « Le tournage aurait duré onze jours » rapporte sans certifier. Le troisième se reconnaît à ce qu'il n'y a aucun « si » dans la phrase.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Ce que l'œuvre ne dit pas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PIÈGE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« elle aurait comprise 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« elle aurait compris »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518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Avec l'auxiliaire avoir, le participe ne s'accorde jamais avec le sujet. L'oreille entend un sujet féminin et veut un « e » ; il ne faut pas le suivre. Avec être, au contraire, il s'accorde toujours : « elle serait restée ». Deux auxiliaires, deux règles opposées — c'est ce qui rend ce temps-là difficile, et rien d'autre.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Ce que l'œuvre ne dit pas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PRATIQUE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conditionnel passé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Mettez le verbe au conditionnel passé.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Elle ___ (pouvoir) détacher la corde.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réalisatrice ___ (devoir) couper ce plan.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Estelle ___ (partir) au printemps.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Nous ___ (aimer) un dernier plan sur le chalet.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tournage ___ (durer) onze jours de plus.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Elle ___ (comprendre) tout de suite.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Ce que l'œuvre ne dit pas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conditionnel passé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Elle ___ (pouvoir) détacher la corde.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aurait pu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réalisatrice ___ (devoir) couper ce plan.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aurait dû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Estelle ___ (partir) au printemps.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serait partie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Nous ___ (aimer) un dernier plan sur le chalet.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aurions aimé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tournage ___ (durer) onze jours de plus.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aurait duré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Elle ___ (comprendre) tout de suite.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aurait compris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Ce que l'œuvre ne dit pas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Trois marches de l'hypothèse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258568"/>
          </a:xfrm>
          <a:prstGeom prst="roundRect">
            <a:avLst>
              <a:gd name="adj" fmla="val 647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LA MARCHE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LA FORME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C'est encore possible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si elle part, je le dirai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C'est imaginé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si elle partait, je le dirais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C'est fini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si elle était partie, je l'aurais dit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306824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69264" y="4562856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Une œuvre est finie : c'est la troisième marche qui sert.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Ce que l'œuvre ne dit pas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PRATIQUE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L'hypothèse irréelle du passé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Complétez.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Si elle avait voulu partir, elle ___ (détacher) la corde.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Si elle ___ (démarrer) le moteur, la série finissait autrement.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Si le plan ___ (durer) deux secondes, personne ne l'aurait vu.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Nous ___ (comprendre) plus vite si on nous avait montré.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Si vous ___ (venir) mardi, vous auriez entendu trois lectures.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Si j'avais su, je ___ (regarder) deux fois.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Ce que l'œuvre ne dit pas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L'hypothèse irréelle du passé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Si elle avait voulu partir, elle ___ (détacher) la corde.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aurait détaché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Si elle ___ (démarrer) le moteur, la série finissait autrement.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avait démarré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Si le plan ___ (durer) deux secondes, personne ne l'aurait vu.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avait duré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Nous ___ (comprendre) plus vite si on nous avait montré.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aurions compris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Si vous ___ (venir) mardi, vous auriez entendu trois lectures.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étiez venu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Si j'avais su, je ___ (regarder) deux fois.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aurais regardé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Ce que l'œuvre ne dit pas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deux phrases sur la fin de votre œuvre : une avec « elle aurait pu », une avec « si… avait…, … aurait… ».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« Il aurait pu répondre, et il n'a rien dit. 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« Si elle avait ouvert la lettre, on saurait ce qu'elle contient. 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Ce que l'œuvre ne dit pas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