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Le module bascule ici : jusqu'à présent on apprenait à séparer trois opérations, maintenant on s'en sert devant une œuvre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qu'on rate. Demandez à quelqu'un de raconter la scène : il dira « elle renonce » avant d'avoir dit « elle s'assoit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description pure, deux minutes. La troisième piste est le point : rien dans l'image ne dit ce qui va se passer, et pourtant chacun a déjà une idée.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consigne de Fatoumata est celle de la séance. La répéter au groupe avant la deuxième écoute : ce qui s'y passe, sans ce qu'on en pense.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indices oubliés sont ceux qui portent les deux lectures. Coïncidence ? Non : on oublie ce qui ne sert pas la lecture qu'on a déjà. Le dire au groupe, mais seulement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Distinction centrale du défi, et elle vaut hors du cours : beaucoup de gens quittent une série en disant « ils n'ont pas fini ». Écrire les deux définitions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garder affichée pendant tout le bloc B : six faits, aucune interprétation. C'est le terrain commun, et la liste sur laquelle B2, B3 et B4 travaillent.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Confondre les deux fait passer un choix d'auteur pour une paresse, et c'est exactement ce que fait Léandre au début.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`t11` du module. Faire justifier chaque « faux » par la réplique exacte : c'est l'entraînement au retour au texte, qui servira en C2 et en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L'interdiction du deuxième exemple est le vrai exercice. Les copies qui la respectent sont rares à la première tentative.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finale des « Eaux basses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personnes ont vu exactement la même scène. Elles s'entendent sur tout ce qui s'y passe, et elles n'en tirent pas la même histoire.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de vingt-huit répliques sur une seule scène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scène sans l'interpréter — plus difficile qu'il n'y paraît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fin ouverte d'une fin à laquelle il manquerait quelque chose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indices d'une scène et dire à quelle lecture ils servent.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cette photo sans rien deviner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quet-cor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voit-on, exactement ? Nommez trois choses.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tours la corde fait-elle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dire d'ici si quelqu'un va partir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le dire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Racontez-moi la scène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7877" y="2322576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épisodes pour arriver à ça. Ils ont manqué de temps, c'est tout.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7877" y="3409696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Racontez-moi la dernière scène. Juste ce qui s'y passe, sans dire ce que vous en pensez.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7877" y="4496816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Estelle sort du chalet. Elle descend au quai, elle retourne la chaloupe, elle la remet à l'eau. Elle s'assoit dedans.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8951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7877" y="5583936"/>
            <a:ext cx="82482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oublié deux choses.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choses oubliées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7877" y="1901952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de descendre, elle met les bottes de caoutchouc de sa mère.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951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877" y="2989072"/>
            <a:ext cx="82482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corde de la chaloupe reste attachée au taquet du quai.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951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877" y="3738371"/>
            <a:ext cx="82482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corde... c'est vrai. Elle ne la détache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8951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7877" y="4487671"/>
            <a:ext cx="82482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assise dans une chaloupe qui ne peut pas partir.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Fin ouverte ou fin manquante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LÉANDRE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7877" y="1901952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 appelez ça une fin ? Moi j'appelle ça un épisode qu'on n'a pas fini de tourner.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877" y="2989072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fin ouverte. Ce n'est pas la même chose qu'une fin manquante.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877" y="4076191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fin manquante, c'est quand il manque un renseignement et que personne ne peut le deviner.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8951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FATOUMATA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7877" y="5163312"/>
            <a:ext cx="82482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fin ouverte, c'est quand on a tout ce qu'il faut, et que ce qu'on en fait dépend de nous.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scène montre, en six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VÉRIFIE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bottes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celles de ville enlevées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chaloupe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retournée, remise à l'eau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corde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restée attachée au taquet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téléphone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sonne ; elle ne répond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lampe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s'allume seule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quatorze secondes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FIN OUVERTE N'EST PAS UNE FIN MANQUANTE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fin manquante retient un renseignement. Une fin ouverte vous donne tout et vous laisse conclure.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différence est vérifiable : dans une fin manquante, personne ne peut deviner, faute d'information. Dans une fin ouverte, deux personnes peuvent défendre deux conclusions — parce que les deux ont tout ce qu'il faut.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Fatoumata a regardé la finale deux fois.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détache la corde avant de s'asseoir.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Estelle qui allume la lumière du quai.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plan des bottes dure quatorze secondes.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Fatoumata reconnaît qu'un de ses arguments est mauvais.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accepte que sa remarque soit une lecture.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Fatoumata a regardé la finale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détache la corde avant de s'asseoir.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la laisse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Estelle qui allume la lumière du quai.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s'allume seule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plan des bottes dure quatorze secondes.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Fatoumata reconnaît qu'un de ses arguments est mauvais.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accepte que sa remarque soit une lecture.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s'en défend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Revoyez en pensée la fin d'une œuvre que vous connaissez et écrivez quatre faits, sans aucune interprétation.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geste, un objet, un mot dit, un 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Interdiction d'employer « il veut », « elle pense », « ils décident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