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C'est l'outil de langue qui sert le plus en D1 et en E2 : l'emphase désigne le morceau de phrase sur lequel tout repose.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surprend, et il est réel : au-delà de deux, l'effet s'use et le lecteur cesse de chercher ce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contenu est identique ; ce qui change est l'endroit où l'on regarde. La quatrième piste dit à quoi sert l'emphase : elle organise la réponse de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est la seule décision à prendre pour le clivage ; le reste suit la préposition du verbe.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l'opération à voix haute deux fois : « il parle de ce détail » — de — dont.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deux colonnes à voix haute, par deux personnes qui se répondent. La deuxième colonne s'entend plus longue et plus lente : c'est l'effet recherché.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montrer au tableau en encadrant « ce qui » : le sujet du verbe est là, pas plus loin.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`t1emph` du module. Faire écrire la phrase entière, pas seulement le début : c'est l'accord du verbe qui est en jeu.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dyades, dix minutes, debout. C'est la répétition générale de D1 et de E1 : trois phrases, pas une de plus, et l'indice au milieu.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phrases sont le noyau de la production orale d'E1. Les ramasser et les rendre annotées avant le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Mettre en avant l'indice qui porte votre lecture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lecture repose presque toujours sur un seul détail. Énumérés à la file, trois arguments se valent ; mis en relief, un seul dit à l'autre quoi contester.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l'œuvre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extraire un morceau de phrase avec « c'est… qui » et « c'est… que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puis nommer avec « ce qui… c'est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la forme d'après la préposition du verbe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s'en tenir à deux mises en relief par texte.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Ces deux phrases disent-elles la même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téléphone compte le plus.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Ce qui compte le plus, c'est le téléphone.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? Les mots, ou autre chose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vous dit sur quoi porter votre réponse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façons de mettre en avant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c'est... 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elle qui a remis la chaloupe à l'eau.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c'est...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la corde que vous passez sous silence.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ce qui... c'est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compte le plus, c'est le téléphone.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ce dont... c'est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dont il parle, c'est du dernier vers.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ce à quoi... c'est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à quoi je pense, c'est la parenthèse.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qui » si le morceau extrait est sujet. « que » dans tous les autres 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PRÉPOSITION DU VERBE CHOISIT LA FORME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pense à... donne « ce à quoi ». Je parle de... donne « ce dont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Faites la phrase à l'endroit pour trouver la préposition, puis reconstruisez. C'est mécanique, et cela évite le tâtonnement : on ne choisit pas entre « ce dont » et « ce à quoi » à l'oreille, on le déduit du verbe.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Avant, après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Le téléphone compte le plus.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24429"/>
            <a:ext cx="4806543" cy="425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qui compte le plus, c'est le téléphone.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Elle a remis la chaloupe à l'eau.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24429"/>
            <a:ext cx="4806543" cy="425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C'est elle qui a remis la chaloupe à l'eau.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Vous passez la corde sous silence.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02710"/>
            <a:ext cx="4806543" cy="425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C'est la corde que vous passez sous silence.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Je pense à la parenthèse.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02710"/>
            <a:ext cx="4806543" cy="425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à quoi je pense, c'est la parenthèse.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Il parle du dernier vers.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80990"/>
            <a:ext cx="4806543" cy="425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dont il parle, c'est du dernier vers.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312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Le cercle se réunit au sous-sol.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80990"/>
            <a:ext cx="4806543" cy="4254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C'est au sous-sol que le cercle se réunit.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Ce qui comptent, ce sont les bottes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Ce qui compte, ce sont les bottes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ce qui », le verbe reste au singulier, même quand ce qui suit est au pluriel. Seule la seconde moitié peut se mettre au pluriel : « c'est » ou « ce sont », les deux se disent. La faute vient de l'accord fait à l'oreille, sur le mot qu'on entend le plus fort — et c'est précisément le mot qu'on a mis en relief.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en relief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le début de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téléphone compte le plus.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remis la chaloupe à l'eau.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passez la corde sous silence.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pense à la parenthèse.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parle du dernier vers.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emporte la nappe.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en relief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téléphone compte le plus.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 compte le plus, c'est...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remis la chaloupe à l'eau.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elle qui...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passez la corde sous silence.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la corde que...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pense à la parenthèse.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à quoi je pense, c'est...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parle du dernier vers.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dont il parle, c'est...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emporte la nappe.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qu'elle emporte, c'est...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Défendez une lecture en trois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lecture, un indice mis en relief, une concession.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Phrase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votre tour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phrases de l'exercice précédent sur votre propre œuvre, et soulignez la mise en relief.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mise en relief : celle de la deuxième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troisième phrase accorde quelque chose, elle ne se rétracte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Ce que l'œuvre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