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les productions. C'est aussi la plus transférable du module : on lit des critiques toute sa vie, et presque jamais en ayant vu l'œuvre.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cœur ; les trois autres sont les outils de langue qui permettent d'y répondre par écrit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Compter les faits d'une vraie critique surprend toujours : quatre ou cinq sur trente lignes. Le reste est jugement et supposition, ce qui n'est pas un défaut mais qui se sait.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relever les verbes de la troisième ligne dans le texte : ils sont le signal honnête d'une supposition, et leur absence est le vrai défaut.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cases sont celles à défendre : un critique qui marque sa supposition et avoue n'avoir pas vérifié est plus fiable, pas moins. Le groupe pense d'abord le contraire.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consigne exacte de la lettre d'E2 : jamais la personne, toujours l'appui.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n'est jamais le nom repris qui décide, c'est le verbe de la relative : le répéter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`t3rel` du module. Interdire « le passage que vous parlez » explicitement : c'est la faute qui vient de l'oral rapide, et elle se corrige en cherchant la préposition.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marques de la déformation : généraliser un cas, supprimer une condition, durcir un verbe d'opinion en verbe de certitude.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`t3cit` du module. Le dernier est le plus fin : aucun fait n'est faux, on a seulement retiré une précaution. C'est ainsi qu'on déforme sans mentir.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verbes neutres : dit, écrit, explique, précise, soutient. Ce sont ceux de la lettre d'E2.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est le deuxième paragraphe de la lettre d'E2, en germe. Le rendre annoté au début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Une critique qu'on discute sans avoir vu la pièce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Personne au cercle n'a vu « Le troisième rang ». Personne ne peut donc dire si le critique a raison. Tout le monde peut dire si son texte tient.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dans une critique ce qui décrit, ce qui juge, ce qui devine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citer un passage avec « dont », « auquel », « sur lequel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citer, résumer et déformer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 verbe introducteur neutre quand on veut être cru.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Peut-on discuter d'une critique sans avoir vu l'œuvre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ne peut pas faire ? Dire s'il a raison.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peut faire ? Regarder ses appuis.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faits vérifiables une critique contient-elle, à votre avis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reste-t-il, si on les enlève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qu'une critique fait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L'OPÉRATION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LA RECONNAÎTRE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décrit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fait daté, chiffré, vérifiable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juge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 ou mauvais, avec ou sans appui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devine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devine, il semble, sans doute, visiblement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jugement vaut ce que vaut le fait auquel il est accroché.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phrase, et son statut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Quatre comédiens, une heure quarante.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fait vérifiable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Le spectacle le plus juste de la saison.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jugement sans appui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La comédienne ne quitte pas la scène.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fait vérifiable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Elle porte le spectacle d'un bout à l'autre.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jugement, accroché au fait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On devine que l'auteur a grandi là.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supposition, et il le marque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Je n'ai pas pu le vérifier. 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aveu, et il vaut de l'or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NE CONTESTE PAS LE FAIT, ON CONTESTE L'ACCROCHAGE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n'étiez pas dans la salle. Le seul terrain où vous êtes son égal est le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question à poser est toujours la même : ce jugement-là repose-t-il sur ce fait-là ? « Le spectacle le plus juste de la saison » ne repose sur rien pour l'instant — et c'est une question légitime, publiable, à laquelle le critique doit répondre.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décide du pronom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parler de, se souvenir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dont, ce dont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penser à, faire allusion 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auquel, ce à quoi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répondre à (une question)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laquelle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s'appuyer sur, compter sur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sur lequel, ce sur quoi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parler à (une personne)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Faites la phrase à l'endroit pour trouver la préposition.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pronom relatif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détail ___ il parle est à la troisième strophe.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question ___ personne n'a répondu, c'est la corde.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passage ___ vous faites allusion tient en une parenthèse.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pense, c'est la nappe pliée en quatre.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fait ___ votre jugement s'appuie n'est pas dans le texte.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voisine ___ elle tend la carte se met à lire.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pronom relatif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détail ___ il parle est à la troisième strophe.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question ___ personne n'a répondu, c'est la corde.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laquelle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passage ___ vous faites allusion tient en une parenthèse.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auquel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pense, c'est la nappe pliée en quatre.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à quoi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fait ___ votre jugement s'appuie n'est pas dans le texte.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 lequel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voisine ___ elle tend la carte se met à lire.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qui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Citer, résumer, déformer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L'OPÉRATION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deux-points, guillemets, mots exacts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Résumer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d'autres mots, et la personne pourrait approuver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Déformer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absolu ajouté, une condition retirée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test : la personne citée approuve-t-elle d'un signe de tête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Exact, fidèle, ou déformé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ce que fait chaque phrase rapportée.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Josyane a dit : « Une lecture se juge à ce qu'elle explique.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Josyane, une lecture vaut par ce qu'elle explique.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Josyane prétend qu'aucune lecture n'est meilleure.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trouve la finale bâclée faute de temps.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soutient que toute la série est ratée.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critique affirme que l'auteur a grandi là.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Exact, fidèle, ou déformé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Josyane a dit : « Une lecture se juge à ce qu'elle explique.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citation exacte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Josyane, une lecture vaut par ce qu'elle explique.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résumé fidèle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Josyane prétend qu'aucune lecture n'est meilleure.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trouve la finale bâclée faute de temps.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résumé fidèle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Léandre soutient que toute la série est ratée.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critique affirme que l'auteur a grandi 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déformation - il devine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prétend que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 écrit que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verbe introducteur juge celui qu'on rapporte avant même que le lecteur ait lu la citation. « Prétend » signale que vous ne le croyez pas ; « avoue » suppose qu'il y avait quelque chose à cacher. Employés sans le savoir dans une lettre au journal, ils décrédibilisent votre propre texte : le lecteur voit d'abord l'attaque, et il ne lit pas votre argument.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 i="0">
                <a:solidFill>
                  <a:srgbClr val="FFFFFF"/>
                </a:solidFill>
                <a:latin typeface="Verdana"/>
              </a:rPr>
              <a:t>Choisissez un jugement de la critique et écrivez la question que vous poseriez au critique. Un verbe introducteur neutre, aucune attaque.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Vous écrivez que c'est le spectacle le plus juste de la saison ; sur quelle scène ce jugement repose-t-il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au maximum.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