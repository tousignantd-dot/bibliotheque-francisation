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C'est la grammaire qui rend une interprétation discutable : sans elle, toute lecture se donne pour une certitude et la discussion s'arrête.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se rate. « Il semble que » et « il me semble que » : un pronom de plus, et le mode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la bonne : la première phrase se discute, la seconde engage son auteur. Les deux sont utiles ; ce sont deux outils différents, pas un juste et un faux.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Donner la règle explicative à voix haute plutôt que de la lire : si la tournure veut dire « je pense », vous assumez, donc l'indicatif. Elle vaut mieux qu'une liste à apprendre et couvre les cas absents du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clairement : la difficulté du subjonctif n'est pas sa forme, c'est de savoir quand l'employer.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l'une sous l'autre et encadrer le « me ». C'est le seul écart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`t2subj` du module. Les deux premiers sont volontairement côte à côte : c'est le piège de la séance, et il vaut mieux le rencontrer ici que dans la lettre d'E2.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Reprendre le texte de C2 et faire surligner tous les passés simples : il y en a une dizaine, et ils sautent aux yeux une fois le tableau connu.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`t2temps` du module, seconde moitié. Le dernier n'est pas une erreur : il ramène « il paraît que » et son indicatif, pour que les deux points de la séance se croisent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Ramasser, et demander en D1 laquelle des deux ils diraient au cercle. Les réponses varient, et la discussion est bonne : les deux se défendent selon ce qu'on veut obtenir.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son doute sans le déguiser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est en colère » ferme la porte. « Il se peut qu'elle soit en colère » la laisse ouverte. Le mode du verbe dit à quel titre vous parlez.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l'œuvre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les déclencheurs du doute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l'indicatif après « il me semble que » et « je crois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six formes irrégulières du subjonctif présent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achever la reconnaissance du passé simple et du plus-que-parfait.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Ces deux phrases engagent-elles autant celui qui parle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se peut qu'elle soit en colère.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me semble qu'elle est en colère.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pouvez-vous contredire sans contredire la personne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diriez-vous devant dix-huit personnes du cercle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déclenche, ce qui ne déclenche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TOURNURE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se peut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subjonctif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possible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subjonctif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que, quoique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subjonctif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semble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subjonctif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me semble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indicatif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crois que, il paraît 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indicatif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SIX FORMES SUFFISENT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qu'elle soit, qu'elle ait, qu'elle fasse, qu'elle puisse, qu'elle aille, qu'elle sache.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tous les autres verbes, le subjonctif présent se fabrique sur la troisième personne du pluriel du présent : ils prennent donne qu'elle prenne, ils rendent donne qu'elle rende. Et pour la plupart, il s'écrit exactement comme l'indicatif — ce sont les six irréguliers qui font tout le travail.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me semble qu'elle soit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me semble qu'elle est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le pronom, la tournure veut dire « je pense » : c'est une opinion assumée, donc l'indicatif. Sans le pronom, « il semble que » exprime une apparence dont personne ne se porte garant, donc le subjonctif. Un mot de deux lettres, et le mode change — c'est le couple qui piège tout le monde, y compris des locuteurs de langue maternelle.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indicatif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se peut qu'elle ___ (être) en colère.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semble qu'elle ___ (être) en colère.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corde ___ (rester) attachée...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possible que le narrateur ___ (vouloir) nous égarer.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crois que cette lecture ___ (rendre) compte de tout.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Quoiqu'il ___ (avoir) raison sur la corde...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indicatif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se peut qu'elle ___ (être) en colère.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semble qu'elle ___ (être) en colère.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corde ___ (rester) attachée...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possible que le narrateur ___ (vouloir) nous égarer.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veuille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crois que cette lecture ___ (rendre) compte de tout.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Quoiqu'il ___ (avoir) raison sur la corde...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Reconnaître le passé simple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TERMINAISON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VERBES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-a, -èrent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ceux en -er : elle poussa, ils signèrent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-it, -irent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plupart : elle prit, il fit, elle 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-ut, -urent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quelques-uns : elle fut, elle eut, il 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-int, -inrent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venir et sa famille : elle vint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À reconnaître en lisant, jamais à produire en parlant.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simple ou plus-que-parfait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gens de l'atelier ___ (signer) la carte le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ne ___ (dire) rien.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poème que je ___ (lire) la veille m'était resté.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(venir) sans prévenir.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___ (commencer) sans elle.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(paraître) que la pièce se joue jusqu'au 14.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simple ou plus-que-parfait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gens de l'atelier ___ (signer) la carte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signèrent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ne ___ (dire) rien.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poème que je ___ (lire) la veille m'était resté.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avais 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(venir) sans prévenir.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___ (commencer) sans 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commencé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(paraître) que la pièce se joue jusqu'au 14.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paraît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 i="0">
                <a:solidFill>
                  <a:srgbClr val="FFFFFF"/>
                </a:solidFill>
                <a:latin typeface="Verdana"/>
              </a:rPr>
              <a:t>Reprenez votre lecture de « La chaise du fond » et récrivez-la deux fois : une fois au subjonctif du doute, une fois à l'indicatif assumé.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Il se peut que Gisèle ait choisi le fond pour que ça se voie.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Il me semble que Gisèle a choisi le fond pour que ça se voie.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l'œuvre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