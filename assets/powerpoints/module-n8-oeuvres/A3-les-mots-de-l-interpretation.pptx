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Prévenir le groupe : ces mots-là ne s'illustrent pas, et c'est normal. Chacun se comprend par un exemple tiré d'une œuvre, jamais par une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familles, une par quart d'heure. Ne pas mélanger : le groupe retient mieux quatre listes courtes qu'une longue.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amène « l'implicite », le mot le plus abstrait du dossier. L'installer ici, avec cet exemple-là : il servira toute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Une lecture » a ici un sens que les élèves ne connaissent pas : ce n'est pas l'acte de lire, c'est une façon de comprendre.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Une nouvelle » est un faux ami avec lui-même : la nouvelle du téléjournal et la nouvelle littéraire. Le préciser, sinon la confusion dure jusqu'en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mots seulement dans cette famille : ce sont ceux du bloc D et du bloc E. « Le narrateur n'est pas l'auteur » se dira trois fois d'ici la fin ; c'est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pourquoi les cartes du module n'ont pas d'image : une photo générique de bibliothèque derrière « une métaphore » aiderait moins que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`prVocab` du module, en version courte. Le faire à l'oral, sans écran, puis renvoyer aux cartes mémoire pour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du tableau d'A1, avec des phrases neuves. Les élèves qui hésitent cherchent le verbe : « s'asseoir » se voit, « renoncer » se déduit, « être raté » se juge.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relire : les phrases fausses de cette liste-là disent exactement quel mot n'est pas passé, et il n'y en a jamais plus de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l'interprétation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Dix-sept mots, et pas un seul ne se photographie. C'est un vocabulaire d'opérations, pas d'objets : ce qu'on fait avec un texte, et non ce qu'on y trouve.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opérations : fait, interprétation, jugement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de l'écran : une fin ouverte, un plan fixe, un indice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livre : une nouvelle, un recueil, une strophe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de la discussion : une critique, un argument.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appelle-t-on ce qui est écrit et ce qui se devine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avait commencé sans elle » : qu'est-ce qui est écrit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qu'est-ce que vous comprenez, qui n'est pas écrit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tout le monde comprend la même chose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appelle-t-on ce qui se comprend sans être dit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Comprendre une œuvre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interprétation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2559" y="2121408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qu'une personne comprend d'une œuvre, au-delà de ce qui y est montré.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559" y="2778252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façon défendable de comprendre une œuvre, appuyée sur des détails précis.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l'implicite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559" y="3435096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Ce qu'un texte ou une image laisse entendre sans jamais le dire.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fait vérifiable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559" y="4091939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Ce que tout le monde peut constater dans l'œuvre en la revoyant.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jugement de valeur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559" y="4748784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Une phrase qui dit si c'est bon ou mauvais, et non ce qui se passe.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2655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indice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559" y="5405628"/>
            <a:ext cx="67864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détail qu'une personne met en avant pour appuyer ce qu'elle comprend.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L'écran et la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fin 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4266" y="2121408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fin qui donne tout ce qu'il faut, mais qui ne conclut pas à votre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 fixe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266" y="2778252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moment de film où la caméra ne bouge pas du tout.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dénouement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4266" y="3435096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moment où l'histoire se règle, juste avant qu'elle s'arrête.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nouvelle littéraire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4266" y="4091939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récit très court, souvent quelques pages, qui s'arrête net.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recueil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266" y="4748784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livre qui rassemble plusieurs textes courts du même auteur.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20725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strophe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4266" y="5405628"/>
            <a:ext cx="684474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groupe de vers séparé des autres par une ligne blanche, dans un poème.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parler, en écrire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métaphore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567" y="2121408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image qui remplace un mot par un autre, sans dire qu'elle compare.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narrateur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567" y="2909620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voix qui raconte dans un texte, jamais tout à fait la personne qui écrit.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critique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567" y="3697833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texte de journal qui rend compte d'une œuvre et en dit du bien ou du mal.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argument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567" y="4486046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raison précise qu'on donne pour appuyer ce qu'on avance.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courrier des lecteurs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0567" y="5274259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page d'un journal où le public envoie ses réponses signées.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MOT ABSTRAIT S'APPREND PAR UN EXEMPLE, PAS PAR UNE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ironie, une concession, un implicite ne se photographient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chacun de ces mots, gardez en tête une phrase du module plutôt qu'une définition. « L'implicite », c'est « on avait commencé sans elle ». « Un indice », c'est la corde restée attachée. La phrase se retient, la définition s'oublie.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mot correspond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qu'un texte laisse entendre sans le dire.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récit de quelques pages qui s'arrête 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détail qui appuie ce qu'on comprend.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voix qui raconte, dans un texte.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fin qui ne conclut pas à votre place.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groupe de vers séparé par une ligne blanche.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qu'un texte laisse entendre sans le dire.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l'implicite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récit de quelques pages qui s'arrête net.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nouvelle littéraire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détail qui appuie ce qu'on comprend.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indice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voix qui raconte, dans un texte.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narrateur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fin qui ne conclut pas à votre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fin ouverte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groupe de vers séparé par une ligne blanche.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strophe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Fait, interprétation ou jugement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l'opération.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corde reste attachée au taquet.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prisonnière de ce chalet.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dernière scène est ratée.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contremaître l'appelle deux fois Ginette.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retenu son nom en trente et un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plus belle scène de la série.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Fait, interprétation ou jugement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corde reste attachée au taquet.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prisonnière de ce chalet.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interprétation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dernière scène est ratée.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contremaître l'appelle deux fois Ginette.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retenu son nom en trente et un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interprétation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plus belle scène de la série.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Verdana"/>
              </a:rPr>
              <a:t>Choisissez trois mots de la séance et écrivez une phrase avec chacun, à propos d'une œuvre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narrateur de ce livre ne juge personne.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fin est ouverte : on ne sait pas s'il revient.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