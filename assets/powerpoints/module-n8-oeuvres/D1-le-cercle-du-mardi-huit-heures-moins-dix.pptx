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3, et point d'arrivée du module : tout ce qui a été appris depuis A1 se joue dans ce dialogue. Le faire écouter d'un trait la première fois, sans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sommet du module. Il n'est pas naturel : l'instinct est de nier l'indice qui gêne, pas de le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un piège utile : la troisième réponse ne se cache pas, elle se montre — et c'est elle qui fonctionne. Le silence, lui, se voit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Fatoumata est le geste de la séance : elle laisse l'argument à celui à qui il appartient au lieu de le désamorcer.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Josyane est la règle de B2, posée dans une vraie discussion. L'écrire au tableau telle quelle : est-ce que votre lecture explique aussi l'indice de l'autre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sommet du module. Faire répéter la deuxième réplique par trois élèves différents : c'est la phrase-modèle de la production orale d'E1.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les trois consignes du jeu de rôle et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repère du « si » vaut la peine d'être retenu : il règle aussi l'hypothèse irréelle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`t31` du module. Le dernier annonce D2 : on va discuter un texte sur une œuvre que personne n'a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`t3conc` du module. Le sixième rappelle que « malgré » se met devant un nom : « malgré que » ne se publie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rendre annoté avant E1 : cette phrase-là est le troisième temps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cercle du mardi, huit heures moins dix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lectures s'affrontent, et l'invitée pose la seule question qui les départage : est-ce que votre lecture explique aussi l'indice de l'autre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discussion à trois voix sur une même scène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l'indice de l'autre dans sa propre lecture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avec « bien que » et opposer avec « même si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la lecture d'autrui avant d'y répondre.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 faites-vous de l'argument qui vous gêne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passez sous silence, en espérant qu'on l'oublie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dites qu'il ne compte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sortez vous-même, avant l'autre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 ces trois réponses se voit le moins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sa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9518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7877" y="2322576"/>
            <a:ext cx="824824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 lecture : Estelle choisit de rester, et c'est le premier choix qu'elle fait dans toute la série.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895189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7877" y="3338576"/>
            <a:ext cx="8248249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Et la corde, madame Sidibé ? Vous passez la corde sous silence, ce soir.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6"/>
            <a:ext cx="189518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7877" y="4052316"/>
            <a:ext cx="824824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ne la passe pas sous silence. Je vous laisse la sortir : c'est votre meilleur argument, et il est à vous.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6"/>
            <a:ext cx="189518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877" y="5068316"/>
            <a:ext cx="824824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femme assise dans une embarcation attachée, ça ne s'appelle pas un choix, ça s'appelle un piège.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départage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68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9541" y="1901952"/>
            <a:ext cx="86465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Chacun de vous a un indice. Le téléphone contre la corde. Est-ce que l'un des deux explique aussi l'autre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68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9541" y="2989072"/>
            <a:ext cx="86465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ça, expliquer l'autre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68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9541" y="3738371"/>
            <a:ext cx="86465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lecture doit rendre compte du téléphone, et la sienne doit rendre compte de la corde.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968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9541" y="4825491"/>
            <a:ext cx="86465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Sinon, chacun de vous a raison sur un tiers de la scène et se tait sur le reste.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Retourner, plutôt que nier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7877" y="190195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elle avait voulu partir, elle l'aurait détachée. Elle ne l'a pas détachée.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9518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877" y="2989072"/>
            <a:ext cx="824824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soit elle est prise, soit elle a décidé de ne pas partir — et alors la corde n'est pas ce qui la retient, c'est ce qu'elle laisse en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877" y="441401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nié l'indice de l'autre : vous l'avez repris dans votre lecture.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3654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01132"/>
            <a:ext cx="18951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7877" y="5501132"/>
            <a:ext cx="82482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Retourner un indice, c'est permis. Le passer sous silence, non.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gestes qui font avancer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Laisser l'argument à l'autre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l'écoute au lieu de le défendre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Reprendre son indice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discussion couvre toute la scène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Concéder avant de répondre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accorde la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des trois ne coûte votre lecture. Les trois la rendent audible.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BIEN QUE VEUT LE SUBJONCTIF, MÊME SI VEUT L'INDICATIF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Bien que la corde soit attachée » · « Même si vous avez raison sur la corde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repère est fiable : « même si » contient un « si », et aucun « si » du français n'est suivi du subjonctif. Concéder n'est pas céder — vous accordez un point, puis vous avancez le vôtre, et c'est ce qui vous rend écoutable.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propose la première lecture de la soirée.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empêche Léandre de parler de la corde.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demande si chaque lecture explique l'indice de l'autre.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refuse de s'expliquer sur le téléphone.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Passer un indice sous silence est permis, selon Josyane.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cercle a vu la pièce dont parle la critique.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propose la première lecture de la soirée.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empêche Léandre de parler de la corde.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la lui laisse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demande si chaque lecture explique l'indice de l'autre.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refuse de s'expliquer sur le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s'explique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Passer un indice sous silence est permis, selon Josyane.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cercle a vu la pièce dont parle la critique.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personne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Concéder ou opposer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corde soit attachée, c'est elle qui l'a remise à l'eau.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avez raison sur la corde, il reste le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notaire porte la pièce ; ___, les cadets jouent trop 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ait raison sur un point, sa lecture explique moins.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salle n'était pas pleine, mais ce n'est pas le reproche.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parenthèse, on pourrait défendre la lecture tendre.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Concéder ou opposer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corde soit attachée, c'est elle qui l'a remise à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avez raison sur la corde, il reste le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notaire porte la pièce ; ___, les cadets jouent trop fort.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ait raison sur un point, sa lecture explique moins.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Quoiqu'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salle n'était pas pleine, mais ce n'est pas le reproche.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Certes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parenthèse, on pourrait défendre la lecture tendre.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qui reprend l'indice gênant de votre œuvre et le retourne, sur le modèle de Fatoumata.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corde n'est pas ce qui la retient : c'est ce qu'elle laisse en place.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deux-points au milieu.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