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en deux temps : la langue de la comparaison d'abord, le dossier de crédit ensuite. Les deux se rejoignent à la fin, quand on compare deux taux offerts à deux cotes différentes.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un contresens fréquent qui se corrige en une minute et qui, sans cela, fausse la lecture de tout document financier.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question est le coeur de la séance : le deuxième terme est absent exprès, et le lecteur le remplit tout seul, à l'avantage de celui qui vend.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produire une phrase sur chaque ligne avec les chiffres du bloc B avant de passer à l'exercice.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Contresens fréquent et coûteux : il fait croire qu'une marge est gratuite. Y consacrer cinq minutes pleines.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relire chaque phrase complète à voix haute. La comparaison est une affaire de rythme autant que de mots.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reprendre telle quelle en E1.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Fait vérifié : la consultation de son propre dossier est gratuite et sans effet sur le pointage.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cinquième et le sixième vont ensemble, et ils sont encourageants : insister. Une personne à petit revenu qui paie à temps a une bonne cote.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Refuser les phrases sans deuxième terme et sans chiffre : c'est tout l'objet de la séance.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B4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Comparer, et savoir ce qu'on vaut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C'est moins cher » ne veut rien dire. Une comparaison, c'est deux termes nommés, un mot de rapport et une preuve chiffrée.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Emprunter, épargner, se protéger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comparer avec plus, moins, aussi et autant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ne... que sans le confondre avec une négation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lier deux mouvements avec d'autant plus que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que contient un dossier de crédit, et ce qu'il ignore.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 C'est moins cher. » Moins cher que quoi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vu cette phrase dans une publicité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manque pour qu'elle veuille dire quelque chose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le deuxième terme est absent par hasard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tu demanderais, toi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façons de comparer</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TOURNURE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FAIT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plus, moins, aussi... que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compare avec un adjectif</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plus de, autant de... que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compare avec un nom</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ne... que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limite, ne nie pas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d'autant plus... que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lie deux mouvements</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tandis que, alors que</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pose deux vérités côte à côte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ne paie que sur la partie utilisée = on ne paie pas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paie, mais seulement là-dessus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Ne... que » limite, il ne nie pas. Le réflexe qui marche à tous les coups : remplacer mentalement par « seulement ». « On ne paie de l'intérêt que sur la partie utilisée » devient « on paie de l'intérêt seulement sur la partie utilisée », et le sens saute aux yeux.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APPLICATION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comparaison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seul mot ou groupe de mots par trou.</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marge coûte ___ la carte : 9,45 contre 19,90.</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une marge, on ne paie de l'intérêt ___ sur la partie utilisée.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prêt est ___ la marge, mais il a une date de fin.</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dette est ___ le solde reste élevé longtemps.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taux de la marge est variable, ___ celui du prêt est fixe.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dépôt à terme rapporte ___ un compte chèque.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comparaison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marge coûte ___ la carte : 9,45 contre 19,90.   </a:t>
            </a:r>
            <a:r>
              <a:rPr sz="1400" b="1" i="0">
                <a:solidFill>
                  <a:srgbClr val="07734A"/>
                </a:solidFill>
                <a:latin typeface="Verdana"/>
              </a:rPr>
              <a:t>» moins cher que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une marge, on ne paie de l'intérêt ___ sur la partie utilisée.   </a:t>
            </a:r>
            <a:r>
              <a:rPr sz="1400" b="1" i="0">
                <a:solidFill>
                  <a:srgbClr val="07734A"/>
                </a:solidFill>
                <a:latin typeface="Verdana"/>
              </a:rPr>
              <a:t>» que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prêt est ___ la marge, mais il a une date de fin.   </a:t>
            </a:r>
            <a:r>
              <a:rPr sz="1400" b="1" i="0">
                <a:solidFill>
                  <a:srgbClr val="07734A"/>
                </a:solidFill>
                <a:latin typeface="Verdana"/>
              </a:rPr>
              <a:t>» plus cher que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dette est ___ le solde reste élevé longtemps.   </a:t>
            </a:r>
            <a:r>
              <a:rPr sz="1400" b="1" i="0">
                <a:solidFill>
                  <a:srgbClr val="07734A"/>
                </a:solidFill>
                <a:latin typeface="Verdana"/>
              </a:rPr>
              <a:t>» d'autant plus chère que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taux de la marge est variable, ___ celui du prêt est fixe.   </a:t>
            </a:r>
            <a:r>
              <a:rPr sz="1400" b="1" i="0">
                <a:solidFill>
                  <a:srgbClr val="07734A"/>
                </a:solidFill>
                <a:latin typeface="Verdana"/>
              </a:rPr>
              <a:t>» tandis que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dépôt à terme rapporte ___ un compte chèque.   </a:t>
            </a:r>
            <a:r>
              <a:rPr sz="1400" b="1" i="0">
                <a:solidFill>
                  <a:srgbClr val="07734A"/>
                </a:solidFill>
                <a:latin typeface="Verdana"/>
              </a:rPr>
              <a:t>» plus 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UNE COMPARAISON A TROIS ÉLÉMENTS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Les deux termes nommés, le mot de rapport, et une preuve chiffrée.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Sans le deuxième terme, la phrase ne dit rien. Sans le chiffre, elle n'est qu'une impression. C'est le patron exact de la production orale du bloc E, où il faut comparer deux produits en quatre-vingt-dix secondes.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DOSSIER DE CRÉDIT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qu'il regarde, ce qu'il ignore</a:t>
            </a:r>
          </a:p>
        </p:txBody>
      </p:sp>
      <p:sp>
        <p:nvSpPr>
          <p:cNvPr id="7" name="Rounded Rectangle 6"/>
          <p:cNvSpPr/>
          <p:nvPr/>
        </p:nvSpPr>
        <p:spPr>
          <a:xfrm>
            <a:off x="566928" y="1810512"/>
            <a:ext cx="11057839" cy="2731008"/>
          </a:xfrm>
          <a:prstGeom prst="roundRect">
            <a:avLst>
              <a:gd name="adj" fmla="val 535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IL REGARDE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IL IGNORE</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payer à temps</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votre salaire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la part du crédit utilisée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votre métier</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l'ancienneté des comptes</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votre épargne</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les demandes de prêteurs</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votre pays d'origine</a:t>
            </a:r>
          </a:p>
        </p:txBody>
      </p:sp>
      <p:sp>
        <p:nvSpPr>
          <p:cNvPr id="21" name="Rounded Rectangle 20"/>
          <p:cNvSpPr/>
          <p:nvPr/>
        </p:nvSpPr>
        <p:spPr>
          <a:xfrm>
            <a:off x="566928" y="4779264"/>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035296"/>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Pointage de 300 à 900, chez Equifax et TransUnion.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dossier de crédit, d'après ce que le conseiller a expliqué.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deux agences d'évaluation du crédit au Canada.</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pointage va de 300 à 900.</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son propre dossier coûte une trentaine de dollars.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son propre dossier fait baisser le pointage.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dossier indique le salaire de la personne.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Payer à temps compte davantage que gagner beaucoup.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deux agences d'évaluation du crédit au Canada.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pointage va de 300 à 900.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son propre dossier coûte une trentaine de dollars.   </a:t>
            </a:r>
            <a:r>
              <a:rPr sz="1400" b="1" i="0">
                <a:solidFill>
                  <a:srgbClr val="07734A"/>
                </a:solidFill>
                <a:latin typeface="Verdana"/>
              </a:rPr>
              <a:t>» faux - c'est gratuit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son propre dossier fait baisser le pointage.   </a:t>
            </a:r>
            <a:r>
              <a:rPr sz="1400" b="1" i="0">
                <a:solidFill>
                  <a:srgbClr val="07734A"/>
                </a:solidFill>
                <a:latin typeface="Verdana"/>
              </a:rPr>
              <a:t>» faux - aucun effet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dossier indique le salaire de la personne.   </a:t>
            </a:r>
            <a:r>
              <a:rPr sz="1400" b="1" i="0">
                <a:solidFill>
                  <a:srgbClr val="07734A"/>
                </a:solidFill>
                <a:latin typeface="Verdana"/>
              </a:rPr>
              <a:t>» faux - il ignore le revenu</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Payer à temps compte davantage que gagner beaucoup.   </a:t>
            </a:r>
            <a:r>
              <a:rPr sz="1400" b="1" i="0">
                <a:solidFill>
                  <a:srgbClr val="07734A"/>
                </a:solidFill>
                <a:latin typeface="Verdana"/>
              </a:rPr>
              <a:t>» vrai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Compare deux produits du bloc en une phrase, avec un chiffre.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marge coûte moins cher que la carte : 9,45 contre 19,90.</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prêt est plus cher que la marge, mais il finit en 80 mois.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Emprunter, épargner, se protéger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