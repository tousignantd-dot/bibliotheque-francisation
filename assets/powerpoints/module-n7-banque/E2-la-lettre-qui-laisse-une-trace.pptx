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Elle se termine par l'autoévaluation du module : prévoir vingt minutes pour elle, elle n'est pas décorative.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vient du programme : « choisir et maintenir un ton approprié ». Le mot qui compte est « maintenir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ramène tout le monde sur terre : vingt minutes. C'est le meilleur argument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sans moraliser : ce n'est pas une question de politesse, c'est une question d'efficacité.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cinquième ligne est celle qui change le plus la réponse obtenue.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la phrase telle quelle dans le cahier, avec une vraie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laisser affichée pendant l'écriture. Elle suffit : aucun modèle de lettre n'est distribué, et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cocher avant de demander la correction par l'assistant. Ceux qui cochent tout obtiennent une rétroaction beaucoup plus courte.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Vrai pour toutes les lettres formelles du programme, pas seulement pour celle-ci. Le dire ainsi.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de fermeture. La dernière ligne est celle que les élèves emporteront le plus loin : la nommer en dernier.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minutes, et lire quelques billets à voix haute avant de fermer le module. C'est la meilleure fin possible pour ce contenu-là.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lettre qui laisse une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Trente jours ont passé, le montant est toujours au relevé. Un appel ne laisse rien derrière lui ; une lettre datée, 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Emprunter, épargner, se protéger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lettre de réclamation en trois paragraphes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 objet qui trie la lettre sur la bonne pile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 ton ferme et neutre du premier mot au dernier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date de réponse plutôt que de l'espérer.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Pourquoi écrire, quand on a déjà téléphoné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reste-t-il d'un appel, six mois plus tard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se souvient de ce qui a été dit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qu'une lettre datée prouve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ça prend, écrire douze phrases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UNE LETTRE DE RÉCLAMATION N'EST PAS UNE LETTRE DE COLÈRE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a un seul but : obtenir une réponse écrite.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qui n'y contribue pas l'affaiblit. Le récit de votre journée, ce que vous pensez du service, le nombre de fois où vous avez rappelé : rien de cela n'aide. Le lecteur traite quarante dossiers par jour. Écrivez pour lui.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écrit, ce qui 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VIENT À L'ESPRIT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FONCTIONNE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Problème avec ma carte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Contestation, dossier, 780 $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Je suis désolée de vous déranger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(rien : on entre dans le sujet)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C'est inadmissible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constate que le montant y figure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J'ai rappelé quatre fois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signalé le 15 mars à 11 h 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J'espère une réponse rapide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demande de répondre d'ici le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UNE DATE SE DEMANDE, ELLE NE SE SOUHAITE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vous demande de me répondre par écrit d'ici le 30 avril.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date crée une échéance ; un souhait n'en crée aucune. Et la version ferme n'est pas plus agressive que l'autre : elle est plus précise. C'est la précision qui fait le travail, pas le ton.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un par idée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premier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l'opération, sa date, la date de l'appel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deuxième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carte en ma possession, le commerçant inconnu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troisième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je demande, et pour quand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lecteur pressé lit le premier et le dernier. Mettez-y l'essentiel.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d'envoyer, relisez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Cochez ce que votre lettre contient vraiment.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objet court, avec le numéro de dossier et le montant.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paragraphes séparés, un par idée.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de l'opération et celle de l'appel.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phrase emphatique : « Ce que je conteste, c'est...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demande au subjonctif : « je demande que... soit...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date de réponse demandée, pas espérée.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salutation fermée, sans remerciement d'avance.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pendant qu'on est fâché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écrire, laisser dormir une nuit, relire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phrase qui soulage à l'écriture est presque toujours celle qui affaiblit à la lecture. Elle donne à l'autre quelque chose à quoi répondre, et ce n'est jamais votre demande.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savez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BLOC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RESTE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Je découvre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lire les quatre chiffres du relevé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Défi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comparer trois façons d'emprunter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Défi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distinguer un abri d'un placement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Défi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contester une opération, et par écrit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partout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ce qu'on n'a pas compris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deux phrases : qu'est-ce que tu feras autrement, la prochaine fois que tu iras à la caisse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demanderai le taux et s'il est fixe.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ne signerai rien pendant le rendez-vous.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Emprunter, épargner, se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