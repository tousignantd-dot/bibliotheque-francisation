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C, et la plus tournée vers la production. Tout ce qui est travaillé ici sert directement à l'exposé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fait la différence entre un exposé de niveau 5 et un exposé de niveau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à la deuxième question est le lecteur, et il ne le fait pas toujours dans le bon sens. C'est l'argument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sur la ponctuation est celle que les élèves oublient le plus, et elle se voit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deux phrases, une avec chaque connecteur, sur le même contenu.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chaque phrase complète avec la pause de la ponctuation. Le point-virgule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consigne exacte de la production orale de E1 : le troisième temps est la décision.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Circuler et écouter la ponctuation orale : la pause avant le connecteur est ce qui rend la phrase compréhensible de loin.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rappeler en E1 : les enregistrements où chaque phrase commence par « de plus » sont plus difficiles à suivre, pas plus riches.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Ces billets sont le premier jet de la production orale : les rendre au début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qui tiennent une comparaison debout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peut aligner tous les chiffres du monde : tant qu'aucun mot ne dit le rapport entre eux, le lecteur doit le deviner.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Emprunter, épargner, se protéger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deux faits côte à côte avec tandis 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renverser une impression avec en revanche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ajouter un argument avec de plus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conclure une comparaison, ce qu'on oublie presque toujours.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Deux colonnes de chiffres, est-ce que c'est une comparaison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manque pour que ça en devienne une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fait le travail, quand le rapport n'est pas dit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As-tu déjà lu un tableau sans savoir quoi en conclure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phrase manquait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travaux, huit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JE VEUX FAIRE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MOTS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poser côte à côte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tandis que, alors 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renverser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revanche, par contre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ajouter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plus, par ailleurs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conclure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somme, c'est pourquoi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Ponctuation : virgule devant tandis que, point-virgule devant en revanche.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PUISQUE ET PARCE QUE NE FONT PAS LE MÊME TRAVAIL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Puisque s'appuie sur une raison que l'autre connaît déjà ; parce que en apporte une nouvelle.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Puisque votre projet a une date, le dépôt à terme convient » suppose que la date a déjà été dite. « Parce que je n'ai jamais remboursé une marge » apporte une information neuve. Employer l'un pour l'autre ne fait pas de faute, mais fait perdre une nuance que le niveau 7 attend.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ne sert qu'une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taux de la marge est variable, ___ celui du prêt reste fixe.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dépôt rapporte 3,10 % ; ___, l'argent est bloqué deux 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prêt se termine ; ___, il n'y a aucune pénalité si je paie plus vite.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votre projet a une date précise, le dépôt à terme convient.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la marge coûte moins cher, mais c'est le prêt qui finit.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intérêts s'accumulent ; ___ une dette qui ne baisse pas coûte pareil.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taux de la marge est variable, ___ celui du prêt reste fixe.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tandis 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dépôt rapporte 3,10 % ; ___, l'argent est bloqué deux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revanche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prêt se termine ; ___, il n'y a aucune pénalité si je paie plus vite.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plus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votre projet a une date précise, le dépôt à terme convient.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Puisque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la marge coûte moins cher, mais c'est le prêt qui finit.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somme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intérêts s'accumulent ; ___ une dette qui ne baisse pas coûte pareil.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pourquoi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COMPARAISON SANS CONCLUSION N'EST QU'UNE LISTE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Terminez par « en somme », « c'est pourquoi » ou « je prends x parce que y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exposé qui s'arrête sur les deux colonnes laisse le travail au lecteur. La méthode qui marche : écrire d'abord la phrase de conclusion, puis remonter. Les deux colonnes s'organisent toutes seules autour d'elle.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Reliez les deux faits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 : l'un donne les deux faits, l'autre fait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marge moins chère / rien n'oblige à finir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prêt avec date de fin / aucune pénalité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dépôt à 3,10 % / argent bloqué deux 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projet dans deux ans / dépôt à terme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taux variable / taux fixe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se défendent / je choisis le prêt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connecteur à chaque phrase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connecteur par rapport réel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texte saturé de connecteurs se lit plus mal qu'un texte qui n'en a pas : le lecteur cherche des rapports qui n'existent pas et se fatigue. Trois ou quatre dans un exposé de quatre-vingt-dix secondes suffisent largement.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ta phrase de conclusion pour l'exposé du bloc E : quel produit, et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somme, je prends le prêt parce que je veux une date de fin.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C'est pourquoi je choisis le dépôt à terme.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Emprunter, épargner, se protéger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