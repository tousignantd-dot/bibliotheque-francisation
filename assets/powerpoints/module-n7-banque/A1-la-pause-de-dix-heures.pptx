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a déjà payé le montant écrit en bas de son relevé sans savoir à quoi il correspondait ? Presque tout le monde. C'est exactement le sujet du bloc, et il ne s'agit pas de faire la morale à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surprend le plus : beaucoup d'élèves entendent « dix-neuf et quatre-vingt-dix » comme un montant mensuel. Le poser dès la première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Personne ne lit les petits caractères, et le dire ouvertement met le groupe à l'aise. Ne rien corriger ici : le dialogue le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les trois nombres du module et les y laisser toute la séance : 9 412, 470, 19,90. Ils reviennent dans les quatre blocs.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au tableau : douze fois 470 font 5 640 dollars versés, et la dette a baissé de 400. La différence est le coeur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deuxième réplique par deux élèves. C'est la règle la plus importante de la séance : un taux est toujours annuel.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bloc A, et il revient en B2 sur un document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calcul au tableau avec le groupe plutôt que de l'annoncer : 9 000 fois 0,199.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Les frais de crédit » ne s'emploie qu'au pluriel : le faire remarquer, c'est une faute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deuxième compte : Marlène n'a rien fait de mal, et il faut que le groupe l'entende.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disent en une minute qui a compris la distinction, et c'est elle qui porte tout le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pause de dix heures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Marlène paie tous les mois depuis trois ans. Sa dette n'a baissé que de quatre cents dollars. Sa collègue lui explique pourquoi en trois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sur un relevé le solde, le minimum et le taux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le paiement minimum fait, et ce qu'il ne fait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taux annoncé vaut pour une année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quatre mots du relevé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Quand tu reçois un papier de ta banque, qu'est-ce que tu regardes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montant à payer, ou le total que tu dois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lis les petits caractères en bas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Sais-tu quel taux ta carte applique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fais du papier après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Neuf mille quatre cent douze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322576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Huguette, tu es bonne dans les chiffres, toi. Regarde ce papier-là deux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HUGUETTE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409696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Ton relevé de carte ? Attends que je mette mes lunettes. Ah. Neuf mille quatre cents.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496816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mille quatre cent douze. Et je paie tous les mois. Je n'ai jamais sauté un paiement en trois 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67335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HUGUETTE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583936"/>
            <a:ext cx="84700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paies quoi, tous les mois ? Le montant en bas, dans la case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cents dollars en douze paiements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901952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le montant en bas. Le paiement minimum. Quatre cent soixante-dix dollars, à peu près.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7335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HUGUETTE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989072"/>
            <a:ext cx="84700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le solde de l'an passé, à côté. Il était de combien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738371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mille huit cents. Donc en un an, j'ai baissé de quatre cents dollars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HUGUETTE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825491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cents dollars en douze paiements. Le reste est parti en frais de crédit.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 année, ma belle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901952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Dix-neuf et quatre-vingt-dix, ça veut dire dix-neuf dollars par mois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HUGUETTE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989072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année, ma belle. Dix-neuf dollars et quatre-vingt-dix cents par cent dollars, par année.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076191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me dis que je paie mille huit cents dollars par année juste pour avoir la dette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67335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HUGUETTE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163312"/>
            <a:ext cx="84700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peu près, oui. Et tu as six mille deux cents dollars dans ton compte qui ne rapportent rien.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chiffres du relevé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SUR LE PAPIER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solde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reste à devoir aujourd'hui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minimum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petite somme acceptée ce mois-ci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taux annuel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de l'argent, pour une année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l'échéance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 après laquelle des frais courent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frais de crédit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 mois écoulé a coûté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TAUX EST TOUJOURS ANNUEL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Dix-neuf et quatre-vingt-dix pour cent veut dire 19,90 $ par tranche de 100 $ empruntés, par année.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dit le mot « annuel » : c'est la convention, et c'est ce qui trompe le plus de monde. Sur un solde de 9 000 $, un taux de 19,90 % coûte environ 1 800 $ par année, soit à peu près 150 $ par mois qui ne remboursent rien du tout.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du relevé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489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relevé de compte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5973" y="2121408"/>
            <a:ext cx="69030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que l'institution envoie chaque mois et qui montre tout ce qui est entré et sorti.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1489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solde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5973" y="3106674"/>
            <a:ext cx="69030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reste à devoir, ou ce qui reste dans le compte, à un moment donné.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1489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paiement minimum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5973" y="4091939"/>
            <a:ext cx="69030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plus petite somme qu'il faut verser dans le mois pour que le compte reste en règle.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1489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frais de crédit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5973" y="5077205"/>
            <a:ext cx="69030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que coûte l'argent emprunté, en plus de la somme empruntée elle-même.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de Marlène et d'Huguette.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Marlène doit neuf mille quatre cent douze dollars sur sa carte.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sauté deux paiements depuis trois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un an, son solde a baissé d'environ quatre cents dollars.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de dix-neuf et quatre-vingt-dix se calcule par mois.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Huguette lui conseille de vider le compte de sa fille.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Marlène a six mille deux cents dollars qui ne rapportent rien.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Marlène doit neuf mille quatre cent douze dollars sur sa carte.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sauté deux paiements depuis trois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n'en a jamais sauté un seul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un an, son solde a baissé d'environ quatre cents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de dix-neuf et quatre-vingt-dix se calcule par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par année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Huguette lui conseille de vider le compte de sa fille.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lui conseille d'aller poser des questions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Marlène a six mille deux cents dollars qui ne rapportent rien.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en deux phrases ce que le paiement minimum fait, et ce qu'il ne fait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paiement minimum garde mon compte en règle.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ne rembourse presque pas ma dette.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