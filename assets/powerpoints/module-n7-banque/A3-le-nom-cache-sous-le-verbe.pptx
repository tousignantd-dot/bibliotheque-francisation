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lexicale. Elle a l'air technique et elle est immédiatement utile : les mots vus ici sont ceux des documents des blocs B, C et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qui compte vraiment : la formation des mots n'est ici qu'un moyen de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bonne réponse à la troisième question est instructive : le nom permet de ne nommer personne. Ce n'est pas un hasard, et le groupe le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au groupe un cinquième exemple pour chaque ligne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apprendre le suffixe évite d'apprendre le genre mot par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Échoir » est le seul verbe rare de la liste, et son nom est partout. Le dire : on n'a pas besoin de savoir employer le verbe pour comprendre le 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 nom avec son article : c'est là que se voit la maîtrise du genre, pas dans le mot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 : on ne devine pas un nom, on le relève. C'est une méthode de lecture, pas une règle de fabrication.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corrigé au travail de lecture du bloc C : les cinq lignes y reviennent telles quelles.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Vérifier surtout l'article : c'est lui qui prouve que la règle du suffixe est passée.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nom caché sous le verbe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relevé n'écrit pas « vous devez payer avant le douze ». Il écrit « échéance du paiement ». Retrouver le verbe sous le nom, c'est lire à la vitesse normale.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Emprunter, épargner, se protéger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nom formé sur un verbe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un nom en -ment, en -tion et en -ance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le genre d'un nom d'après son suffixe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revenir au verbe pour comprendre une ligne de document.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Pourquoi les documents écrivent-ils des noms plutôt que des verbes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échéance du paiement » ou « vous devez payer avant le douze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tient dans une colonne de tableau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dit qui fait l'action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se comprend le plus vite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suffixes, trois genres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SUFFIXE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 : le remboursement, le placement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: une opération, une contestation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: l'échéance, l'assurance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aucun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 : un emprunt, un prêt, un retrait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règles couvrent presque tout le vocabulaire financier.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SUFFIXE DONNE LE GENRE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-ment fait un nom masculin ; -tion et -ance font un nom féminin.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une des rares règles de genre du français qui n'ait pas d'exception utile. Elle vaut bien au-delà de la banque : l'inscription, la réparation, le renseignement, le déménagement.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verbe au 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rembourser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remboursement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placer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placement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prélever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prélèvement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contester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contestation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cotiser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cotisation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échoir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l'échéance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664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41096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emprunter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67563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emprunt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8143" y="513664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98183" y="541096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retirer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8183" y="567563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retrait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nom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rembourse chaque mois : le ___ dure quatre-vingts versements.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L'argent est placé pour deux ans : c'est un ___ à court terme.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somme est retirée chaque mois : c'est un ___ automatique.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conteste le montant : sa ___ est ouverte le jour même.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cotise à son régime : sa ___ est déductible.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paiement échoit le douze : l'___ est donc le douze.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emprunte douze mille dollars : son ___ dure six 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nom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rembourse chaque mois : le ___ dure quatre-vingts versements.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remboursement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L'argent est placé pour deux ans : c'est un ___ à court terme.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placement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somme est retirée chaque mois : c'est un ___ automatique.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prélèvement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conteste le montant : sa ___ est ouverte le jour même.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contestation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cotise à son régime : sa ___ est déductible.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cotisation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paiement échoit le douze : l'___ est donc le douze.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échéance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emprunte douze mille dollars : son ___ dure six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emprunt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déduisation, le contestement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déduction, la contestation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suffixe ne se colle pas au hasard sur un verbe : chaque famille a son nom, et il s'apprend avec elle. Le bon réflexe n'est pas d'inventer mais de relever le nom dans le document, où il est déjà écrit.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ligne veut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SUR LE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AUTREMENT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prélèvement automatique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vous prend l'argent chaque mois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l'immobilisation des fonds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pouvez pas le reprendre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déduction du revenu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l'enlève de votre revenu imposable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remboursement anticipé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payer avant la date prévue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330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458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protection des dépôts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458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l'argent est remboursé si tout tombe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 trois verbes de la séance et écris leur nom avec son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rembourser : le remboursement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contester : une contestation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Emprunter, épargner, se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