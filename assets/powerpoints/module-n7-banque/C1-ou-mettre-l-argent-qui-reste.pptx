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C. Rappeler la fin du bloc B : la carte est réglée par un prêt à 11,20 %, et le compte chèque est toujours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dissipe la confusion la plus courante du domaine, et il faut l'énoncer plusieurs fois dans le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celle du bloc entier, et elle est personnelle. Ne demander à personne de chiffrer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l'ordre : la conseillère demande la date avant de nommer un seul produit. C'est le signe d'un bon conseil.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commenter longuement. C'est la distinction que le bloc entier travaille, et elle est dite ici en deux répliques.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ouvre le bloc D. La laisser sans commentaire ici : elle sera reprise 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prépare le travail de lecture de C2, où le document répond aux quatre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L'assurance-dépôts » ne se demande pas et ne se paie pas. Le dire en présentant le mot : c'est la seule chose que les élèves doivent en retenir.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cinquième est le plus important : le REER déplace l'impôt, il ne l'efface pas. Le faire redire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billets qui parlent du rendement avant la date montrent que le message du jour n'est pas passé : y revenir en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mettre l'argent qui reste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mille deux cents dollars dorment dans un compte chèque. La première question de la planificatrice n'a rien de financier : quand en aurez-vous besoin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Emprunter, épargner, se protéger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pourquoi la date du projet choisit le produit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abri fiscal d'un placement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jusqu'où les dépôts sont protégés, et par qui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quatre mots de l'épargne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 l'argent qui dort dans un compte, est-ce que ça coûte quelque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perd de la valeur avec le temps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on doit de l'argent à côté, à un taux élevé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les gens gardent-ils quand même de l'argent liquide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peux-tu t'en passer, toi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en avez-vous besoin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7462" y="2322576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Ces six mille deux cents dollars sont dans un compte chèque. Vous savez ce qu'ils vous rapportent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7462" y="3409696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du tout, je pense.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7462" y="4158995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trois façons de les faire travailler, et le choix dépend d'une seule chose : quand est-ce que vous en avez besoin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7462" y="5246116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deux ans. Jessie commence le cégep en août dans deux 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abri, pas un placement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7462" y="1901952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CELI, je n'ai jamais compris si c'est un compte ou un placement.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462" y="2651252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CELI n'est pas un placement : c'est un abri. Ce qui pousse à l'intérieur n'est pas imposé.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7462" y="3738371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je peux mettre un dépôt à terme dans un CELI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7462" y="4487672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pouvez, et c'est souvent ce qu'on fait pour un projet à deux 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la caisse tombe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7462" y="1901952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caisse fait faillite, moi, je perds mon argent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7462" y="2651252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Les dépôts sont protégés par l'Autorité des marchés financiers, jusqu'à cent mille dollars par catégorie de dépôts.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62477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7462" y="3738371"/>
            <a:ext cx="851866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mille. Je suis loin du compte.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62477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NATHALIE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7462" y="4487672"/>
            <a:ext cx="851866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quelqu'un vous appelle pour un placement garanti à douze pour cent, c'est une fraude.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produits, trois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PRODUIT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À LUI POSER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compte épargne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puis-je le reprendre demain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dépôt à terme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 taux, et jusqu'à quand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CELI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l'impôt en prend-il une part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REER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paierai-je l'impôt 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calendrier du projet répond avant le rendement.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 de l'épargne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55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95" y="2121408"/>
            <a:ext cx="72965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l'argent mis quelque part pour qu'il rapporte, au lieu de dormir dans un compte.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755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rendement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495" y="3106674"/>
            <a:ext cx="72965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rapporte l'argent placé, sur une période donnée.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755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dépôt à terme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95" y="4091939"/>
            <a:ext cx="72965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l'argent laissé à l'institution pour une durée fixée, à un taux connu dès le départ.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755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l'assurance-dépôts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2495" y="5077205"/>
            <a:ext cx="729651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protection publique qui rembourse l'argent déposé si l'institution fait faillite.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 avec madame Pomerleau.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conseillère demande d'abord quand l'argent sera nécessaire.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projet à deux ans permet des placements qui montent et qui descendent.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CELI est lui-même un placement.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mettre un dépôt à terme dans un CELI.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REER efface l'impôt sur l'argent qu'on y met.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dépôts sont protégés jusqu'à cent mille dollars par catégorie.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conseillère demande d'abord quand l'argent sera nécessaire.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projet à deux ans permet des placements qui montent et qui descendent.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n'y aurait pas le temps de se refaire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CELI est lui-même un placement.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 abri fiscal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mettre un dépôt à terme dans un CELI.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REER efface l'impôt sur l'argent qu'on y met.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le déplace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dépôts sont protégés jusqu'à cent mille dollars par catégorie.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en une phrase ce que tu demanderais en premier si tu avais deux mille dollars à placer.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demanderais quand je peux le reprendre.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demanderais si l'argent est protégé.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Emprunter, épargner, se protéger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