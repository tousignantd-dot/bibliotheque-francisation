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tirée du document de C2, qui est écrit au passif d'un bout à l'autre. Reprendre le document en main pour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ne soit pas grammatical, et c'est celui qui rend la séance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trouve toujours « par qui ». C'est exactement le réflexe que la séance 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contre-exemple est utile : « elle téléphone à la caisse » n'a pas de passif.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Aucune des trois n'est fautive : elles ne mettent pas la même chose en avant, et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quatre formes au tableau et les faire lire : elles se prononcent de la même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 plutôt qu'à l'oral : toute la difficulté est dans l'accord, et il ne s'entend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la troisième ligne : c'est celle où le passif cache une information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 la lettre du bloc E. Le dire : on apprend le passif pour lire, pas pour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document de C2 en contient une douzaine : n'importe laquelle fait l'affaire.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phrase qui ne dit pas qui fait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Des frais seront exigés. » Par qui ? La voix passive permet d'annoncer ce qui arrive sans nommer qui le décide.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dans un document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former avec être et le participe passé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avec le sujet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que le passif escamote : par qui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Des frais seront exigés. » Qu'est-ce qui manque à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exige ces frais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 cas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document ne le dit-il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demanderais-tu au comptoir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ÊTRE PLUS PARTICIPE PASSÉ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L'Autorité protège les dépôts devient : les dépôts sont protégés par l'Autorité.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complément direct devient sujet, le verbe devient être au même temps, suivi du participe passé. « Protège » donne « sont protégés » ; « a protégé » donne « ont été protégés ». Seuls les verbes qui ont un complément direct se mettent au passif.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formes de la même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L'agent a bloqué la carte.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passive avec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a été bloquée par l'agent.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passive sans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 a été bloquée.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 dit la 3e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geste compte, pas la personne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PARTICIPE S'ACCORDE AVEC LE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dépôt est protégé, la somme est protégée, les sommes sont protégées.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les quatre formes se disent pareil : c'est pour cela que la faute est si fréquente à l'écrit. Le réflexe : chercher le sujet, lui demander son genre et son nombre, accorder. Le complément introduit par « par » n'a aucune influence.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phrase 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Gardez le même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L'Autorité protège les dépôts.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caisse calcule les frais chaque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 a bloqué la carte.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fixe le taux.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immobilise la somme jusqu'à l'échéance.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interdit les minimums sous cinq pour cent.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phrase 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L'Autorité protège les dépôts.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dépôts sont protégés par l'Autorité.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caisse calcule les frais chaque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frais sont calculés chaque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L'agent a bloqué la carte.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carte a été bloquée.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fixe le taux.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taux est fixé.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immobilise la somme jusqu'à l'échéance.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somme est immobilisée.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loi interdit les minimums sous cinq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minimums sous cinq pour cent sont interdits.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document écrit, ce qu'on dirait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ÉCRIT AU PASSIF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DIT À LA VOIX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l'argent est immobilisé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pouvez pas le reprendre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cotisation est déduite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déduisez la cotisation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frais seront exigés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quelqu'un vous demandera des frais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plafond est fixé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fédéral fixe le plafond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toute sa lettre au passif pour faire sérieux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revenir à « je » dans sa propre lettre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tout au passif devient impossible à discuter : on ne sait plus qui fait quoi. Dans une réclamation, c'est le contraire de ce qu'on veut. « Je conteste cette opération » est plus fort que « la contestation de cette opération est demandée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 dans le document une phrase au passif et récris-la à la voix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dépôts sont protégés par l'Autorité.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L'Autorité protège les dépôts.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