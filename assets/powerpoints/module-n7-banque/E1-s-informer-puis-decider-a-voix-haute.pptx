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Avant-dernière séance. Rendre les billets de B1 et de C4 : ils contiennent déjà le choix et la phrase de conclusion de chacun.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vient des attentes de fin de cours du niveau 7 : « il expose les avantages et les inconvénients de deux situations pour prendre une décision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minutes, pas plus. La séance est une séance de production : le déclencheur sert à mettre en bouche, pas à discuter.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laisser affichée pendant le jeu de rôle. Les élèves cochent au fur et à mesure.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Chacun choisit un dossier et le garde pour les deux tâches. Le troisième est le plus facile à jouer et le plus difficile à conclure.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dire avant de lancer les tablettes : ça change complètement la façon dont les élèves jouent.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le plan que l'IA de correction attend, et il est écrit dans la consigne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les six phrases avant l'enregistrement. Elles reprennent exactement les connecteurs de C4 et les comparaisons de B4.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réécouter avant d'envoyer. Les élèves qui s'écoutent une fois réenregistrent presque toujours, et le second essai est meilleur.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Ramasser : ces billets préparent la relecture de la lettre en E2.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E1  ·  MODULE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S'informer, puis décider à voix haute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tâches orales : poser ses questions à un conseiller sans rien signer, puis exposer deux produits et trancher en quatre-vingt-dix secondes.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90 minutes  ·  Emprunter, épargner, se protéger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conduire un entretien d'information sans hocher la tête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reprendre un mot non compris et faire répéter un chiffre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exposer deux produits avec deux avantages et deux inconvénients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trancher, et dire à quelle condition on changerait d'avis.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PRÉPARATION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Qu'est-ce qui fait qu'un rendez-vous a servi à quelque chose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Repartir avec un produit, ou avec une réponse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questions as-tu posées la dernière fois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tu aurais aimé demander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tu ne signerais plus sur place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JEU DE RÔLE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qu'il faut couvrir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337560"/>
          </a:xfrm>
          <a:prstGeom prst="roundRect">
            <a:avLst>
              <a:gd name="adj" fmla="val 4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JE FAIS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l'ouverture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dis ce que je veux savoir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 taux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demande fixe ou variable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un mot difficile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le reprends entre guillemets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un chiffre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le redis pour vérifier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la fin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demande un écrit, je ne signe pas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TROIS DOSSIERS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Choisissez le vôtre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La dette de carte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9 412 $ à 19,90 %. Marge à 9,45 % ou prêt à 11,20 % en 80 versements.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Les 6 200 $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cégep dans deux ans. Compte, dépôt à terme, CELI ou REER.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L'opération de 780 $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achat inconnu le 14, et la carte est restée dans le portefeuille.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CONSEILLER N'EXPLIQUE QUE CE QU'ON LUI DEMANDE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C'est la règle du jeu, et c'est aussi la réalité.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L'assistant ne cache rien, mais il ne devine pas ce qui vous a échappé. Un entretien réussi n'est pas celui où l'on a tout compris du premier coup : c'est celui où l'on a fait répéter trois fois sans gêne.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 ORALE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temps, quatre-vingt-dix secondes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TEMPS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JE DIS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temps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j'annonce les deux produits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temps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deux avantages, deux inconvénients, des chiffres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temps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compare, je tranche, je date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phrase de conclusion s'écrit en premier, et le reste s'organise autour.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MODÈLES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Des phrases pour chaque temps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Temps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4950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deux possibilités : une marge à 9,45 % ou un prêt à 11,20 %.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Temps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34950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marge coûte moins cher ; en revanche, rien ne m'oblige à finir.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8879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3563112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Temps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82778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prêt est plus cher, mais il se termine au quatre-vingtième versement.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328879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3563112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Temps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382778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d'autant plus difficile que les deux se défendent.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6707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86968" y="504139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Temps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530606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prends le prêt, parce que je n'ai jamais remboursé une marge.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8143" y="476707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98183" y="504139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Temps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8183" y="530606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reverrai la question le jour où la carte sera à zéro.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AUTOÉVALUATION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Avant d'envoyer, vérifiez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Réécoutez-vous une fois et cochez.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nommé les deux produits.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donné deux avantages et deux inconvénients.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Chaque avantage porte un chiffre.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employé au moins deux connecteurs.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tranché en disant lequel je prends.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dit à quelle condition je changerais d'avis.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Note ce que tu ferais autrement au prochain enregistrement.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parlerais moins vite sur les chiffres.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J'ajouterais une phrase de conclusion.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Emprunter, épargner, se protéger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