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entièrement tournée vers l'oral du bloc E. Chaque forme travaillée ici est une phrase que l'élève dira au conseiller.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qui soit purement écrit, et il compte pour la lettre du bloc E : « je paierai » engage, « je paierais » suppose.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la vraie : beaucoup d'élèves croient qu'être poli, c'est être vague. Montrer que le chiffre reste le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conjuguer « pouvoir » au tableau aux six personnes, puis au futur, pour montrer le radical commun.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forme dans sa phrase, jamais isolée. C'est la phrase que l'élève réemploiera, pas le verbe.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la colonne de droite ne contient aucun mot vague : le chiffre y est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cinq phrases sur ce patron avec les chiffres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chaque phrase à voix haute après correction, avec la bonne intonation : la demande monte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deux formes côte à côte au tableau. Le -s final est la seule marque, et il ne s'entend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Corriger surtout la deuxième : c'est là que le conditionnel après « si » réapparaît.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Demander sans exiger, supposer sans promettre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conditionnel présent sert trois fois dans le même rendez-vous : pour demander, pour supposer, et pour annoncer un chiffre sans l'engager.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Emprunter, épargner, se protéger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conditionnel présent de six verbes courants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au conditionnel sans perdre en précision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une hypothèse avec si et l'imparfait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à l'écrit -rai et -rais.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Je veux le papier » ou « je voudrais le papier » : qu'est-ce qui change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contenu de la demande change-t-il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laisse à l'autre la possibilité de dire non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obtient le papier, selon toi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politesse rend la demande plus floue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RADICAL DU FUTUR, TERMINAISONS DE L'IMPARFAIT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n'y a rien d'autre à savoir : -ais, -ais, -ait, -ions, -iez, -aient.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verbe irrégulier au futur l'est au conditionnel, de la même façon. Si vous savez dire « je serai », vous savez dire « je serais ». Le radical garde toujours son r : c'est lui qu'on entend avant la terminaison.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CONJUGAISON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du rendez-vous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serait possible 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auriez un exemple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pourriez-vous répéter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vouloir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comprendre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devoir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devrais regarder mon dossier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ferait combien par mois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chose, sans et avec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SANS CONDITIONNEL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CONDITIONNEL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veux le papier.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le papier, s'il vous plaît.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Répétez.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Pourriez-vous répéter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avez un exemple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auriez un exemple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Ça fait combien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ferait combien, sur mille dollars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 possible d'attendre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serait possible d'attendre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APRÈS SI, JAMAIS DE CONDITIONNEL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je prenais la marge, je paierais moitié moins.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moitié de phrase qui commence par « si » porte l'imparfait ; l'autre moitié porte le conditionnel. L'ordre des deux moitiés n'a aucune importance, mais la répartition, si. « Si je prendrais » s'entend souvent et se corrige vite.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(Pouvoir) ___-vous me mettre ce calcul sur un papier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(vouloir) ___ comprendre la différence avant de signer.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je prenais la marge, je (payer) ___ moitié moins.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le prêt, la dette (être) ___ finie dans six ans.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mille dollars, ça (faire) ___ combien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(avoir) ___ un exemple avec mes chiffres 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(devoir) ___ d'abord regarder mon dossier.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(Pouvoir) ___-vous me mettre ce calcul sur un papier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(vouloir) ___ comprendre la différence avant de signer.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voudrais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je prenais la marge, je (payer) ___ moitié moins.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paierais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le prêt, la dette (être) ___ finie dans six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mille dollars, ça (faire) ___ combien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ferait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(avoir) ___ un exemple avec mes chiffres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auriez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(devoir) ___ d'abord regarder mon dossier.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devrais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paierai / je paierais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décidé / hypothétique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lettre, et la promesse devient une supposition. À l'oral la différence est mince ; à l'écrit, elle engage. Dans la lettre du bloc E, écrire « je paierai » là où l'on voulait dire « je paierais » revient à s'engager sur un montant qu'on n'a pas accepté.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phrases que tu diras à ton prochain rendez-vous : une demande et une hypothèse.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Pourriez-vous me mettre le calcul par écrit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je payais deux cents dollars de plus, je finirais quand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Emprunter, épargner, se protéger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