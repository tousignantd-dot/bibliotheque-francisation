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Rappeler d'abord le calcul de A1 : 5 640 $ versés dans l'année, 400 $ de dette en moins. C'est le problème que ce bloc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demande le plus de travail : comparer deux taux ne veut rien dire tant qu'on ne les a pas ramenés à des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surprend : une carte de crédit est un emprunt, et presque personne ne la nomme ainsi. Le laisser venir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reprend mot pour mot la conclusion de A1. Le signaler : le conseiller dit la même chose que la collègue.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la dernière réplique par un autre élève. C'est le résumé de tout le bloc, et il est dit par Marlène, pas par le conseiller.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commenter. Un bon conseiller pose une question sur la personne avant de recommander un produit. C'est ce qu'il faut attendre, et ce qu'il faut exiger.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est le corrigé du travail de B2, où le même contenu est lu sur un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cote de crédit » se dit aussi « le pointage ». Donner les deux : les élèves entendront l'un ou l'autre selon l'institution.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énoncé revient en B4 avec sa règle complète. Ne pas le développer ici : le noter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Garder les billets : ils servent de point de départ à la production orale de E1, où la même question est posée en quatre-vingt-dix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façons d'emprunter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dette ne se règle pas seulement en payant plus : elle se règle souvent en la remplaçant par une dette moins chère.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marge de crédit d'un prêt personnel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taux et dire ce que l'écart représente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dossier de crédit décide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l'emprunt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Quelle est la différence entre emprunter et devoir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emprunté sans avoir l'impression d'emprunter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carte de crédit, est-ce un emprunt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quand la dette a une date de fin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taux plus bas est toujours le meilleur choix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façons, pas 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vouliez parler d'une carte de crédit, si j'ai bien lu la note.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07187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J'ai neuf mille quatre cents dollars à dix-neuf et quatre-vingt-dix, et je paie le minimum depuis trois 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4158995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paiement minimum sert à garder le compte en règle, pas à rembourser la dette.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524611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façons ? Je pensais qu'il y avait juste payer plus vite.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marge et le prêt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marge, c'est une réserve où vous piochez, et vous payez de l'intérêt seulement sur ce que vous avez pris. Ici, neuf et quarante-cinq.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332689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et quarante-cinq au lieu de dix-neuf et quatre-vingt-dix. C'est la moitié.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441401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piège de la marge, c'est qu'elle ne vous oblige à rien. Le prêt personnel, lui, a une date de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3654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0113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550113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la marge est moins chère, mais le prêt me force à finir.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 sur 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Vous, vous me conseilleriez lequel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65125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poserais une question avant : est-ce que vous avez déjà remboursé une marge au complet dans votre vie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373837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Jamais eu de marge.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DAMIEN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448767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le prêt est probablement plus prudent. Ce n'est pas une question de taux, c'est une question de discipline.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produits,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MARGE ET PRÊT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9,45 % variable contre 11,20 % fixe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versement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libre contre 152 $ par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date contre 80 versements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l'intérêt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la part prise contre sur le tout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payer plus 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possible dans les deux 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l'emprunt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taux d'intérêt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658" y="2121408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de l'argent emprunté, dit en pourcentage et calculé pour une année.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marge de crédit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658" y="3106674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réserve d'argent où l'on prend ce qu'on veut, et où l'on ne paie d'intérêt que sur ce qui est pris.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prêt personnel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658" y="4091939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somme prêtée d'un coup, remboursée par versements égaux jusqu'à une date écrite au contrat.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cote de crédit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7658" y="5077205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chiffre, entre 300 et 900, qui résume la façon dont une personne a remboursé ses dettes.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 avec monsieur Rouillard.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marge offerte est à neuf et quarante-cinq pour cent.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personnel est moins cher que la marge.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se termine à une date écrite au contrat.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recommande le prêt à cause du taux.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demande la permission avant de regarder le dossier de crédit.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son propre dossier fait baisser le pointage.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marge offerte est à neuf et quarante-cinq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personnel est moins cher que la marge.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est un peu plus 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prêt se termine à une date écrite au contrat.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recommande le prêt à cause du taux.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à cause de la discipline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demande la permission avant de regarder le dossier de crédit.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son propre dossier fait baisser le pointage.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cela n'a aucun effet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lequel des deux prendrais-tu,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prendrais le prêt parce que je veux une date de 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prendrais la marge parce que je paie vite.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