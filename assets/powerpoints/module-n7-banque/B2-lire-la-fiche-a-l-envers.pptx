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lecture. Distribuer la fiche des trois façons d'emprunter avant de projeter quoi que ce soit : le groupe lit d'abord, on commente ensuite.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que personne ne connaît, et il coûte de l'argent tous les mois à ceux qui l'ignorent.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Apporter un vrai dépliant si possible, de n'importe quelle institution. Le groupe trouve les petits caractères en trente secondes.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copier les trois questions dans le cahier : elles servent au jeu de rôle de E1.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 cinq lignes sont celles que l'exercice du module fait cliquer dans le document.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ligne la moins connue de toute la carte de crédit. Demander au groupe qui le savait : en général, personne.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 vérifié auprès de l'Office de la protection du consommateur. Le dire au groupe : ce chiffre n'est pas une invention du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souligner sur le papier avant de corriger. La séance porte sur l'endroit où se trouve la réponse autant que sur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tournure revient en B4, dans l'exercice de comparaison. La poser ici, l'exercer là.</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Les billets disent quelle ligne du document résiste, et c'est presque toujours la même.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B2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la fiche à l'envers</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qui est en gros attire, ce qui est en petit coûte. Un document de produit financier se lit en commençant par les notes.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Emprunter, épargner, se protéger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trois questions à n'importe quel produit de crédit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 achat d'une avance de fonds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que la loi impose comme paiement minimum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la phrase qui limite dans un document.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Dans un dépliant de banque, qu'est-ce qui est écrit en gros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taux, ou les conditions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sont les astérisques et les parenthèses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 sous réserve d'approbation » veut dire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Par quoi commencerais-tu, maintenant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TROIS QUESTIONS, ET ELLES SUFFISENT</a:t>
            </a:r>
          </a:p>
        </p:txBody>
      </p:sp>
      <p:sp>
        <p:nvSpPr>
          <p:cNvPr id="6" name="Rounded Rectangle 5"/>
          <p:cNvSpPr/>
          <p:nvPr/>
        </p:nvSpPr>
        <p:spPr>
          <a:xfrm>
            <a:off x="566928" y="1225296"/>
            <a:ext cx="11057839" cy="2401824"/>
          </a:xfrm>
          <a:prstGeom prst="roundRect">
            <a:avLst>
              <a:gd name="adj" fmla="val 609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578864"/>
          </a:xfrm>
          <a:prstGeom prst="rect">
            <a:avLst/>
          </a:prstGeom>
          <a:noFill/>
        </p:spPr>
        <p:txBody>
          <a:bodyPr wrap="square" lIns="0" rIns="0" tIns="0" bIns="0" anchor="t">
            <a:spAutoFit/>
          </a:bodyPr>
          <a:lstStyle/>
          <a:p>
            <a:pPr algn="l">
              <a:lnSpc>
                <a:spcPct val="122000"/>
              </a:lnSpc>
            </a:pPr>
            <a:r>
              <a:rPr sz="3200" b="1" i="0">
                <a:solidFill>
                  <a:srgbClr val="17181A"/>
                </a:solidFill>
                <a:latin typeface="Verdana"/>
              </a:rPr>
              <a:t>Quel est le taux, et est-il fixe ou variable ? Quand les frais commencent-ils ? Que se passe-t-il si je rembourse plus vite ?</a:t>
            </a:r>
          </a:p>
        </p:txBody>
      </p:sp>
      <p:sp>
        <p:nvSpPr>
          <p:cNvPr id="8" name="Rounded Rectangle 7"/>
          <p:cNvSpPr/>
          <p:nvPr/>
        </p:nvSpPr>
        <p:spPr>
          <a:xfrm>
            <a:off x="566928" y="3901440"/>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175760"/>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Aucun document sérieux ne refuse d'y répondre, et les trois réponses tiennent en trois lignes. Un conseiller qui esquive l'une des trois vous dit quelque chose sur le produit.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dit la fiche</a:t>
            </a:r>
          </a:p>
        </p:txBody>
      </p:sp>
      <p:sp>
        <p:nvSpPr>
          <p:cNvPr id="7" name="Rounded Rectangle 6"/>
          <p:cNvSpPr/>
          <p:nvPr/>
        </p:nvSpPr>
        <p:spPr>
          <a:xfrm>
            <a:off x="566928" y="1810512"/>
            <a:ext cx="11057839" cy="3337560"/>
          </a:xfrm>
          <a:prstGeom prst="roundRect">
            <a:avLst>
              <a:gd name="adj" fmla="val 4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LIGNE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CHANGE POUR VOUS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19,90 % sur les achats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environ 1 800 $ par année sur 9 000 $</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appliqué chaque jour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payer trois jours plus tôt coûte moins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taux variable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peut monter pendant que vous payez</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fixe pour la durée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votre versement ne bougera pas</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aucune pénalité</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pouvez finir plus vite gratuitement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une avance de fonds est un retrait comme un autre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une avance de fonds est un emprunt qui commence le jour même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Sur un achat, aucuns frais ne courent tant que le solde est payé en entier avant l'échéance. Sur une avance de fonds, les frais commencent le jour où elle est prise, même remboursée la semaine suivante. Retirer cent dollars au guichet avec une carte de crédit coûte donc de l'argent.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PAIEMENT MINIMUM A UN PLANCHER LÉGAL</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Au Québec, il ne peut pas être inférieur à cinq pour cent du solde à la fin de la période.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plancher protège le consommateur : il empêche une dette de rester ouverte indéfiniment. Il ne sort personne de sa dette pour autant. Cinq pour cent, c'est un plancher, pas un plan.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Cherchez la réponse dans la fiche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Une question, un passage. Soulignez-le au crayon.</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est le taux annuel de la carte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part du solde le minimum représente-t-il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n'y a-t-il aucuns frais sur un achat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change avec une avance de fonds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quelle partie la marge applique-t-elle son taux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se passe-t-il si on rembourse le prêt plus vite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Cherchez la réponse dans la fiche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est le taux annuel de la carte ?   </a:t>
            </a:r>
            <a:r>
              <a:rPr sz="1400" b="1" i="0">
                <a:solidFill>
                  <a:srgbClr val="07734A"/>
                </a:solidFill>
                <a:latin typeface="Verdana"/>
              </a:rPr>
              <a:t>» 19,90 % sur les achats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Quelle part du solde le minimum représente-t-il ?   </a:t>
            </a:r>
            <a:r>
              <a:rPr sz="1400" b="1" i="0">
                <a:solidFill>
                  <a:srgbClr val="07734A"/>
                </a:solidFill>
                <a:latin typeface="Verdana"/>
              </a:rPr>
              <a:t>» 5 %, plancher fixé par la loi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n'y a-t-il aucuns frais sur un achat ?   </a:t>
            </a:r>
            <a:r>
              <a:rPr sz="1400" b="1" i="0">
                <a:solidFill>
                  <a:srgbClr val="07734A"/>
                </a:solidFill>
                <a:latin typeface="Verdana"/>
              </a:rPr>
              <a:t>» solde payé en entier avant l'échéance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change avec une avance de fonds ?   </a:t>
            </a:r>
            <a:r>
              <a:rPr sz="1400" b="1" i="0">
                <a:solidFill>
                  <a:srgbClr val="07734A"/>
                </a:solidFill>
                <a:latin typeface="Verdana"/>
              </a:rPr>
              <a:t>» les frais courent dès le jour même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Sur quelle partie la marge applique-t-elle son taux ?   </a:t>
            </a:r>
            <a:r>
              <a:rPr sz="1400" b="1" i="0">
                <a:solidFill>
                  <a:srgbClr val="07734A"/>
                </a:solidFill>
                <a:latin typeface="Verdana"/>
              </a:rPr>
              <a:t>» sur la partie utilisée seulement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se passe-t-il si on rembourse le prêt plus vite ?   </a:t>
            </a:r>
            <a:r>
              <a:rPr sz="1400" b="1" i="0">
                <a:solidFill>
                  <a:srgbClr val="07734A"/>
                </a:solidFill>
                <a:latin typeface="Verdana"/>
              </a:rPr>
              <a:t>» aucune pénalité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PHRASE QUI LIMITE N'EST PAS UNE NÉGATION</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On ne paie de l'intérêt que sur la partie utilisée » veut dire : on paie, mais seulement là-dessus.</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Ne... que » est la tournure la plus fréquente des documents financiers et l'une des plus mal comprises. Elle limite, elle ne nie pas. Le remplacer mentalement par « seulement » rend la phrase claire du premier coup.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Recopie la phrase de la fiche qui t'aurait échappé, et écris ce qu'elle veut dire.</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les frais courent à compter du jour où elle est prise » : une avance de fonds coûte tout de suite.</a:t>
            </a:r>
          </a:p>
        </p:txBody>
      </p:sp>
      <p:sp>
        <p:nvSpPr>
          <p:cNvPr id="10" name="TextBox 9"/>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Emprunter, épargner, se protéger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