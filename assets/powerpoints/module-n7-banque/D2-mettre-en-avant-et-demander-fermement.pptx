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au service de l'écrit du bloc E. Annoncer la lettre dès l'ouverture : tout ce qui est fait ici y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économise le plus de fautes : « j'espère que » prend l'indicatif, et presque tout le monde s'y trompe.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mérite une vraie réponse : souligner se voit, mais ne change pas la phrase. La mise en relief,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la faute d'orthographe la plus fréquente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deux exemples à voix haute avec la pause : elle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tableau. Le cinquième est le seul qui pose problème, et c'est à cause de l'élision.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copier les deux listes, déclencheurs et faux amis,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la paire avant que / après que : la chose est faite dans un cas, pas encore dans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surprend toujours : « bien que » avec un fait certain. C'est la meilleure preuve que le déclencheur commande, pas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trois formes au tableau : j'espère que, je souhaite que, je veux obtenir.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exact de la lettre du bloc E, et il se recopie tel 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Cette phrase-là est celle qui décide de la lecture de toute la lettre : y consacrer le temps qu'il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et demander fermement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tournures, et une lettre de réclamation devient lisible par quelqu'un de pressé : la mise en relief et le subjonctif après un verbe de volonté.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mot en avant avec c'est... qui et c'est...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avant de dire avec ce qui... c'est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je demande que et il faut 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faux amis qui veulent l'indicatif.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À l'oral, on appuie sur un mot avec la voix. À l'écrit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fait-on entendre le mot important dans une lettre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souligner suffit-il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Connais-tu des phrases qui commencent par « ce que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dirais-tu pour insister sur un montant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mettre en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MET DEVANT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c'est...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qui fait l'action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c'est...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le reste : objet, date, lieu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qui...,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sujet, annoncé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que...,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complément, annoncé avant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ne s'élide jamais : c'est moi qui ai, jamais qu'ai.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S'ACCORDE AVEC LE MOT MIS EN 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moi qui ai appelé. C'est nous qui avons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ne s'accorde pas avec « c'est » mais avec le pronom qu'on a fait passer devant. Et la virgule avant « c'est », dans « ce qui m'inquiète, c'est le délai », n'est pas décorative : elle marque la pause qui fait tout le travail à l'oral.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en mettant le groupe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tournure est indiquée.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L'agent a bloqué la carte. (c'est... qui)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appelé le quinze mars. (c'est... 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délai m'inquiète. (ce qui... c'est)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un écrit. (ce que... c'est)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signalé l'opération moi-même. (c'est... qui)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en mettant le groupe en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L'agent a bloqué la carte. (c'est... qui)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l'agent qui a bloqué la carte.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appelé le quinze mars. (c'est... que)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le quinze mars que j'ai appelé.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délai m'inquiète. (ce qui... c'est)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qui m'inquiète, c'est le délai.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un écrit. (ce que... c'est)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que je demande, c'est un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signalé l'opération moi-même. (c'est... qui)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moi qui ai signalé l'opération.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C'EST LE MOT D'AVANT QUI DÉCIDE DU SUBJONCTIF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demande que, il faut que, à condition que, avant que, bien que : subjonctif, sans exception.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le doute qui commande, c'est le déclencheur. « Bien que la carte soit restée dans mon portefeuille » est parfaitement certain et prend quand même le subjonctif. À l'inverse, « j'espère que » est bien plus incertain et prend l'indicatif.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déclenche, ce qui ne déclenche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SUBJONCTIF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INDICATIF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demande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j'espère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condition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bien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puisque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 montant ___ (être) retiré de mon relevé.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(faire) bloquer la carte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ma contestation ___ (avoir) une réponse écrite.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à condition que le taux ___ (rester) fixe.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Écrivez avant que le délai de trente jours ___ (finir).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carte ___ (être) restée chez moi, l'achat a passé.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 montant ___ (être) retiré de mon relevé.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(faire) bloquer la carte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ma contestation ___ (avoir) une réponse écrite.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J'accepte, à condition que le taux ___ (rester) fixe.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Écrivez avant que le délai de trente jours ___ (finir).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finisse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carte ___ (être) restée chez moi, l'achat a passé.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j'espère que le montant soit retiré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j'espère que le montant sera retiré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Espérer prend l'indicatif, souhaiter prend le subjonctif. Deux verbes voisins, deux modes. Et quand les deux verbes ont le même sujet, on n'emploie pas « que » du tout : « je veux obtenir une réponse », jamais « je veux que j'obtienne 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parties, six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motif, numéro de dossier, montant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1er paragraphe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s'est passé, et quand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2e paragraphe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faits qui appuient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3e paragraphe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pour quelle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salutation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fermée, neutre, sans remerciement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de ta lettre, avec une mise en relief.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je conteste, ce n'est pas le service, c'est une opération de 780 $ que je n'ai pas faite.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