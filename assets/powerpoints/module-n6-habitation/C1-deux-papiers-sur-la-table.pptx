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bloc C. Apporter, si possible, un vrai document technique — un relevé, une facture détaillée, un avis — et le faire circuler avant de commencer. Voir la mise en page vaut mieux que l'entendre décrire.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derniers objectifs sont les seuls qui comptent vraiment. Le reste de la lecture s'improvise ; ces deux endroits-là, non.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question donne la réponse à la troisième. Un document écrit par celui qui exécutera n'a pas le même statut qu'un document écrit par quelqu'un qui n'a rien à vendre.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réplique est la phrase du bloc entier. L'écrire au tableau et l'y laisser quatre séances.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première réplique contient la relative en « où » de C4 et la seconde un subjonctif après « il faut que ». Les signaler sans les expliquer.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annonce tout le bloc D. Le dire au groupe : ce qu'ils viennent d'entendre va arriver dans deux semaines.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deviner lesquels : les exclusions et l'échéancier. Le taux d'humidité, lui, décide de la date, ce qui revient au 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règle du bloc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central de la séance. Demander chaque fois : est-ce un état ou une intention ? C'est le raisonnement, la réponse vient ensuite.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Les documents nommés servent en C2 et C3 : la plupart ont une section de limites ou d'exclusions que personne n'a 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Deux papiers sur la 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rapport décrit ce qui est ; la soumission décrit ce qui sera fait. Ils ne se contredisent pas : ils ne font pas le même travail.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Faire faire des travaux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lequel des deux papiers porte quel renseignement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mots des papiers du chantier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la section des limites d'un rapport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la ligne des exclusions d'une soumission.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Vous recevez deux documents la même semaine sur la même maison. Lequel ouvrez-vous en premier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a coûté de l'argent ? Lequel était gratuit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a été écrit par quelqu'un qui fera les travaux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ça change quelque chose à la façon de le lire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papiers, deux métiers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Écouter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250727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DOÏNA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83415" y="2322576"/>
            <a:ext cx="8892711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J'ai votre rapport devant moi et la soumission de monsieur Trudelle à côté. Je n'arrive pas à les faire concorder.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13842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303016"/>
            <a:ext cx="1250727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KETTLY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83415" y="3303016"/>
            <a:ext cx="8892711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C'est normal, et c'est même sain. Ces deux papiers ne servent pas à la même chose. Le mien décrit ce qui est ; le sien décrit ce qui sera fait.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11886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283456"/>
            <a:ext cx="1250727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DOÏNA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83415" y="4283456"/>
            <a:ext cx="8892711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y a une section que je ne comprends pas du tout, à la page deux. Elle s'appelle « Historique du bâtiment ».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9930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63895"/>
            <a:ext cx="1250727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KETTLY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83415" y="5263895"/>
            <a:ext cx="8892711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Celle-là, je la rédige au passé des documents, parce que je recopie ce que disent les archives de la ville.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Dix-neuf pour cent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25072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DOÏNA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83415" y="1901952"/>
            <a:ext cx="889271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écrivez : « Le mur nord, où la fissure a été relevée, présente un taux d'humidité de dix-neuf pour cent. » Dix-neuf, c'est beaucoup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25072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KETTLY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83415" y="2989072"/>
            <a:ext cx="889271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trop pour refermer un mur par-dessus. En bas de quinze, je vous dirais d'y aller. À dix-neuf, il faut que vous laissiez sécher.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25072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DOÏNA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83415" y="4076191"/>
            <a:ext cx="889271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Monsieur Trudelle m'a dit la même chose. Trois ou quatre semaines.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9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2"/>
            <a:ext cx="125072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KETTLY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83415" y="4825492"/>
            <a:ext cx="889271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vous avez deux avis qui concordent. Notez-le : c'est rare, et ça vaut la peine d'être noté.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Pourquoi écrire ce qu'on ne fait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250727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DOÏNA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83415" y="1901952"/>
            <a:ext cx="8892711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Sa soumission a une colonne « exclusions ». Pourquoi une entreprise écrirait-elle ce qu'elle ne fait pas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88920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53512"/>
            <a:ext cx="1250727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KETTLY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83415" y="2953512"/>
            <a:ext cx="8892711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Parce que c'est là que se trouvent les mauvaises surprises. Lisez-moi les exclusions.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840480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05072"/>
            <a:ext cx="1250727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DOÏNA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83415" y="4005072"/>
            <a:ext cx="8892711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Le permis, la peinture, les luminaires, la disposition des matériaux, et tout travail découlant d'une condition non visible au moment de la visite.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892040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56632"/>
            <a:ext cx="1250727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KETTLY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83415" y="5056632"/>
            <a:ext cx="8892711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Arrêtez-vous sur la dernière. Si on ouvre le plancher et qu'on trouve quelque chose que personne ne pouvait voir, ce n'est pas dans le prix.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des papiers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C'EST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rapport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document qui décrit l'état réel, sans prix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taux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chiffre mesuré, en pourcentage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les exclusions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n'est pas compris dans le prix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l'échéancier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calendrier des travaux, séchage compris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Deux de ces quatre mots décident de la facture finale.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SAVOIR DANS LEQUEL DES DEUX CHERCHER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état est dans le rapport ; une intention est dans la soumission.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Chercher un prix dans un rapport, c'est perdre dix minutes : il n'en donne pas, exprès. Croire une soumission sur l'état d'un mur, c'est plus grave : elle décrit ce qu'elle fera, pas ce qui est. Quand les deux papiers ne s'accordent pas sur l'état du bâtiment, c'est le rapport qui l'emporte.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lequel des deux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où se trouve chaque renseignement, et à quel endroit.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taux d'humidité du mur nord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montant à verser à la signature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l'année de construction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qui n'est pas compris dans le prix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que l'inspectrice n'a pas pu voir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durée de validité du prix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lequel des deux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taux d'humidité du mur nord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rapport, section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montant à verser à la signature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soumission, sous le total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l'année de construction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rapport, section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qui n'est pas compris dans le prix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soumission, tout en bas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que l'inspectrice n'a pas pu voir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rapport, section 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durée de validité du prix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soumission, première ligne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Quel document as-tu déjà reçu sans savoir ce qu'il fallait y chercher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bail, une assurance, un avis de la ville, un relevé.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Dis ce que tu aurais voulu y trouver.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Faire faire des travaux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