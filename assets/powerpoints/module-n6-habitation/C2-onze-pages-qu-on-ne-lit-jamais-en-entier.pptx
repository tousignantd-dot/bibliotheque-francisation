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Le module porte l'exercice en type « texte » : l'élève clique dans le rapport le passage qui répond. Ici, sur papier, faire souligner au crayon — le geste est le même et il s'installe mieux à la 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important de la séance, et il n'a rien de grammatical. Y consacrer du temps.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phrase est authentiquement difficile, et c'est voulu. La réponse — on ne sait pas — surprend toujours : plusieurs élèves la lisent comme « il n'y en a pas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note est une phrase à faire pratiquer : citer un numéro fait immédiatement prendre au sérieux.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Reprise volontaire du tableau de A4 : le groupe l'a vu il y a deux semaines, et il le comprend autrement maintenant qu'il a le rapport sous les yeux.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de la séance, et elle prépare directement le bloc 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même exercice existe dans le module, où l'élève clique dans le texte. Ici, faire souligner au crayon sur la fiche : huit passages, huit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Rassurer explicitement : personne ne sera évalué sur la production du passé simple. La note le dit, et il faut le redire à voix haute.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cinquième contient un faire causatif au passé simple : deux points du module dans la même ligne, et le groupe le remarque tout seul.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Fin de la séance de lecture du rapport. Annoncer C3 : l'autre papier, celui qui a un prix au bout.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Onze pages qu'on ne lit jamais en entier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rapport d'inspection est fait pour qu'on y retrouve une chose précise, deux ans plus tard, au téléphone, pendant qu'un entrepreneur attend au bout du fil.</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faire des travaux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une section par son numéro plutôt que par sa page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la section des limites et dire ce qu'elle change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passé simple et le traduire en passé composé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 non vérifié » de « en bon état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 La présence d'une membrane n'est ni confirmée ni infirmée. » Qu'est-ce que ça veut dire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une membrane, oui ou non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l'inspectrice écrit-elle une phrase pareille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ça change pour celui qui achète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la présentation dit avant les phrases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SIGNAL</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ANNONCE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titre en majuscules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section commence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numéro devant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pourra y revenir en le citant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chiffre et une unité</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se remesure et ça se compare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mot « limites »</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 n'a pas pu être vu</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Au téléphone, on ne dit pas « la page du mur » : on dit « la section 2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qu'un rapport ne fait pas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IL NE FAIT PAS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CONSÉQUENCE POUR VOUS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chiffrer les travaux</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prix se cherche dans la soumission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recommander quelqu'un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choix reste le vôtre, et c'est mieux</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voir derrière les murs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 est fermé n'est pas garanti</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valoir plus tard</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décrit l'état à une date précise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 qu'il ne fait pas est exactement ce qui lui donne sa valeur.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 NON VÉRIFIÉ » N'EST PAS « EN BON ÉTAT »</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rapport honnête écrit ce qu'il n'a pas pu voir.</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dalle de la maison de Doïna n'avait aucune membrane en dessous, et le rapport ne l'avait pas dit : il avait écrit qu'il n'avait pas pu le vérifier. Ce n'est pas une faute de l'inspectrice, c'est la limite d'une inspection visuelle. Celui qui lit doit faire la différence, parce que c'est lui qui paiera l'imprévu.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dans quelle section du rapport chaque réponse se trouve.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quelle année la maison a-t-elle été construite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défaut a été relevé dans la fondation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le taux d'humidité du mur nord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envoie l'eau vers la fondation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n'a pas pu être vérifié sous le sous-sol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Pourquoi certaines choses n'ont-elles pas été vues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quelle année la maison a-t-elle été construite ?   </a:t>
            </a:r>
            <a:r>
              <a:rPr sz="1400" b="1" i="0">
                <a:solidFill>
                  <a:srgbClr val="07734A"/>
                </a:solidFill>
                <a:latin typeface="Verdana"/>
              </a:rPr>
              <a:t>» section 1, historique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défaut a été relevé dans la fondation ?   </a:t>
            </a:r>
            <a:r>
              <a:rPr sz="1400" b="1" i="0">
                <a:solidFill>
                  <a:srgbClr val="07734A"/>
                </a:solidFill>
                <a:latin typeface="Verdana"/>
              </a:rPr>
              <a:t>» section 2, fondation et drainage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le taux d'humidité du mur nord ?   </a:t>
            </a:r>
            <a:r>
              <a:rPr sz="1400" b="1" i="0">
                <a:solidFill>
                  <a:srgbClr val="07734A"/>
                </a:solidFill>
                <a:latin typeface="Verdana"/>
              </a:rPr>
              <a:t>» section 2, phrase chiffrée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envoie l'eau vers la fondation ?   </a:t>
            </a:r>
            <a:r>
              <a:rPr sz="1400" b="1" i="0">
                <a:solidFill>
                  <a:srgbClr val="07734A"/>
                </a:solidFill>
                <a:latin typeface="Verdana"/>
              </a:rPr>
              <a:t>» section 2, fin du paragraphe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n'a pas pu être vérifié sous le sous-sol ?   </a:t>
            </a:r>
            <a:r>
              <a:rPr sz="1400" b="1" i="0">
                <a:solidFill>
                  <a:srgbClr val="07734A"/>
                </a:solidFill>
                <a:latin typeface="Verdana"/>
              </a:rPr>
              <a:t>» section 3, sous-sol</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Pourquoi certaines choses n'ont-elles pas été vues ?   </a:t>
            </a:r>
            <a:r>
              <a:rPr sz="1400" b="1" i="0">
                <a:solidFill>
                  <a:srgbClr val="07734A"/>
                </a:solidFill>
                <a:latin typeface="Verdana"/>
              </a:rPr>
              <a:t>» section 4, limites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passé qu'on lit et qu'on n'entend jamais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RAPPORT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VOUS DIRIEZ</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fut construite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 été construite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refirent la toiture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ont refait la toiture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remplacèrent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ont remplacé</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ne fut consignée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n'a pas été consignée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programme demande de le reconnaître, jamais de l'écrire.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Traduire le passé des documents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Donnez la forme que vous emploieriez en parlant.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l'inspectrice releva une fissure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sol se tassa peu à peu</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quelqu'un condamna le puisard</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eut le rapport en main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firent poser une membrane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résidence fut vendue en 2022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Traduire le passé des documents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l'inspectrice releva une fissure   </a:t>
            </a:r>
            <a:r>
              <a:rPr sz="1400" b="1" i="0">
                <a:solidFill>
                  <a:srgbClr val="07734A"/>
                </a:solidFill>
                <a:latin typeface="Verdana"/>
              </a:rPr>
              <a:t>» a relevé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sol se tassa peu à peu   </a:t>
            </a:r>
            <a:r>
              <a:rPr sz="1400" b="1" i="0">
                <a:solidFill>
                  <a:srgbClr val="07734A"/>
                </a:solidFill>
                <a:latin typeface="Verdana"/>
              </a:rPr>
              <a:t>» s'est tassé</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quelqu'un condamna le puisard   </a:t>
            </a:r>
            <a:r>
              <a:rPr sz="1400" b="1" i="0">
                <a:solidFill>
                  <a:srgbClr val="07734A"/>
                </a:solidFill>
                <a:latin typeface="Verdana"/>
              </a:rPr>
              <a:t>» a condamné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eut le rapport en main   </a:t>
            </a:r>
            <a:r>
              <a:rPr sz="1400" b="1" i="0">
                <a:solidFill>
                  <a:srgbClr val="07734A"/>
                </a:solidFill>
                <a:latin typeface="Verdana"/>
              </a:rPr>
              <a:t>» a eu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firent poser une membrane   </a:t>
            </a:r>
            <a:r>
              <a:rPr sz="1400" b="1" i="0">
                <a:solidFill>
                  <a:srgbClr val="07734A"/>
                </a:solidFill>
                <a:latin typeface="Verdana"/>
              </a:rPr>
              <a:t>» ont fait poser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résidence fut vendue en 2022   </a:t>
            </a:r>
            <a:r>
              <a:rPr sz="1400" b="1" i="0">
                <a:solidFill>
                  <a:srgbClr val="07734A"/>
                </a:solidFill>
                <a:latin typeface="Verdana"/>
              </a:rPr>
              <a:t>» a été vendue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la phrase du rapport qui t'a le plus surpris, et pourquoi.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une raison.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Ça peut être une phrase que tu as trouvée belle, ou inquiétante.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Faire faire des travaux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