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bloc B, et elle en porte deux points. Prévoir quarante minutes pour le plus-que-parfait, trente pour le faire causatif : le second va plus vite parce que le titre du module l'a déjà installé.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a une conséquence concrète : « faire sécher » se facture, « laisser sécher » ne se facture pas. Le dire ainsi.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question est la plus intéressante : oui, ça change tout. Un défaut antérieur à l'achat n'engage pas les mêmes personnes. Ne pas aller plus loin sur le plan juridique : le module ne le fait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choix de l'auxiliaire est le même qu'au passé composé, et les accords aussi : le dire, ça évite vingt minutes de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l'exercice réel du bloc : refaire la ligne du temps à partir de la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le lien avec B2 : le diagnostic remonte à la cause, et la grammaire suit ce mouvement.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contient déjà un « avait fait » causatif : l'employer comme transition vers la seconde moitié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note est la raison pour laquelle ce point de grammaire est dans le module et non ailleurs : sur une soumission, les deux phrases n'ont pas le même prix.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réponse par la question « qui pose les mains dessus ? ». Le quatrième fait sourire, et il est juste : elle a empêché, donc « laisser » à la forme négative.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Fin du bloc B. Annoncer le bloc C : à partir de la prochaine séance, on quitte la parole et on entre dans les papiers — un rapport de onze pages et une soumission de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B4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C'était déjà là, et ce n'est pas moi qui le fais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tournures que l'entrepreneur emploie sans arrêt : l'une place un fait avant l'achat de la maison, l'autre dit qui pose les mains sur l'ouvrage.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Faire faire des travaux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plus-que-parfait avec l'auxiliaire à l'imparfait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lequel de deux faits passés est arrivé en premier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faire » + infinitif, et dire par qui avec « par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« faire sécher » de « laisser sécher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Quand vous avez acheté, la fissure s'était déjà ouverte. » Que dit cette phrase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Quels sont les deux moments de la phrase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est arrivé en premier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ça change quelque chose pour Doïna et Marius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plus-que-parfait : le passé du passé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SA FORME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avoir à l'imparfait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l'inspectrice l'avait noté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être à l'imparfait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était venue en septembre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verbe pronominal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terre s'était tassée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à la forme négative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plan n'était pas parti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mot « déjà » l'accompagne presque toujours : c'est le meilleur repère à l'écoute.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moments dans la même phrase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SECOND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PREMIER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ils ont acheté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fissure s'était ouverte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a trouvé vite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l'inspectrice l'avait noté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a ouvert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quelqu'un avait condamné le puisard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a compris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elle avait relu le rapport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plus-que-parfait occupe toujours le moment le plus ancien.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L'ORDRE DES MOTS N'EST PAS L'ORDRE DES CHOSES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est écrit en second est souvent arrivé en premier.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diagnostic remonte le temps. Il part d'aujourd'hui — « le mur est fendu » —, puis recule d'un cran — « elle était déjà là quand vous avez acheté » —, puis d'un autre — « quelqu'un avait condamné le puisard avant vous ». Chaque recul demande un temps de verbe différent.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Mettre au plus-que-parfait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le verbe entre parenthèses.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ils ont acheté, la fissure ___ (s'ouvrir) depuis des années.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sol poussait parce que la terre ___ (se tasser).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on a ouvert, quelqu'un ___ (condamner) le puisard.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1961, personne ___ (ne pas poser) de membrane.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compris, parce qu'elle ___ (relire) le rapport.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Léandre savait : lui aussi ___ (faire) aménager son sous-sol.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Mettre au plus-que-parfait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ils ont acheté, la fissure ___ (s'ouvrir) depuis des années.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s'était ouverte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sol poussait parce que la terre ___ (se tasser).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s'était tassée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on a ouvert, quelqu'un ___ (condamner) le puisard.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avait condamné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1961, personne ___ (ne pas poser) de membrane.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n'avait posé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compris, parce qu'elle ___ (relire) le rapport.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avait relu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Léandre savait : lui aussi ___ (faire) aménager son sous-sol.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avait fait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Faire faire, ou laisser faire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TOURNURE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faire + infinitif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autre exécute : je fais injecter la fissure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avec « par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dit qui : injecter par un sous-traitant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laisser + infinitif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personne n'agit : on laisse sécher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participe « fait 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invariable devant un infinitif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« Faire sécher » se facture, « laisser sécher » ne se facture pas.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Fais faire, ou laisse faire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« fais », « fait », « laisse » ou « laissé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ne pose pas le béton : je ___ injecter la fissure par un spécialiste.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Après l'injection, on ___ sécher trois ou quatre semaines.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Fernand a ___ refaire la pente par son sous-traitant.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Doïna n'a pas ___ Marius toucher au panneau électrique.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Ne ___ pas la gouttière se vider au pied du mur.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Fais faire, ou laisse faire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ne pose pas le béton : je ___ injecter la fissure par un spécialiste.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Après l'injection, on ___ sécher trois ou quatre semaines.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laisse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Fernand a ___ refaire la pente par son sous-traitant.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Doïna n'a pas ___ Marius toucher au panneau électrique.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laissé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Ne ___ pas la gouttière se vider au pied du mur.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laissez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une chose que tu fais faire, et une chose que tu laisses faire.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Chez toi, au travail, ou dans ta famille.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Emploie « par » pour dire qui.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Faire faire des travaux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