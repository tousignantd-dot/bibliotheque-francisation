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texte, et c'est ce qui distingue vraiment le niveau 6 des niveaux 3 et 5. Prévenir le groupe : les exercices sont en deux phrases, parce qu'un pronom n'a de sens qu'après la phrase qu'il reprend.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la clé de tous les autres. Le répéter à chaque correction : on cherche la préposition du verbe, jamais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n'a volontairement pas de réponse : c'est ce qui fait comprendre qu'un pronom ne vit jamais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la séance. Les deux erreurs de la note sont les plus fréquentes, et elles viennent toujours de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l'emploi que le niveau 6 ajoute, et le plus difficile. Le test : remplacer par « cela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lien avec le bloc C : un rapport d'inspection est bâti là-dessus.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 quel verbe commande le pronom, avant de donner la réponse. C'est ce raisonnement-là qu'on installe, pas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formes au tableau, les deux fausses barrées. Les laisser jusqu'à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central de la séance. Accepter toute reprise correcte, y compris « cette solution » ou « ce problème » : la substitution lexicale est aussi au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: la moitié des billets emploieront « le » là où « en » ou « y » s'imposent, et ça donne la révision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quoi renvoie le petit mot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la répare », « on en a parlé », « il faut y penser ». Perdre le fil d'une explication, ce n'est pas manquer un mot : c'est perdre ce à quoi il renvoie.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pronom sur le verbe, et non au son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le, la, les quand le verbe n'a pas de préposition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en après un verbe qui demande « de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y après un verbe qui demande « à », ou pour un lieu.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On en a parlé hier. » De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la phrase d'avant, peux-tu répondre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mots faut-il remonter, d'habitude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fais-tu quand tu as perdu le fil : tu demandes, ou tu continues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se choisit sur le verbe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rien du tout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réparer quelque chose : le, la, 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préposition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parler de quelque chose : 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préposition 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penser à quelque chose : 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descendre au sous-sol : 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J'en pense » n'existe pas : on pense à. « J'y parle » non plus : on parle 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« le » à part : celui qui reprend une idée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« LE » REPREND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Doïna le sait.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le sous-sol n'est pas 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me l'a dit deux fois.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qu'il faut attendre quatre semaines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Personne ne le sait.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le permis sortira à temps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Léandre le lui a déconseillé.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faire les travaux lui-même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« le »-là ne s'accorde jamais : « elle l'a su », pas « elle l'a sue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REPRENDRE AU LIEU DE RÉPÉTER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Répéter le même nom six fois se lit comme un texte d'enfant.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niveau 6 demande l'inverse : reprendre un référent par une variété de pronoms et de déterminants. « La fissure » devient « la », puis « cette fente », puis « le problème du mur nord ». C'est ce qui fait tenir un texte long — et ce qui le rend difficile à suivre quand on ne le sait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les deux phrases, puis 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Fernand a examiné la fissure. Il ___ répare après les travaux du terrain.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Doïna a lu le rapport hier soir. Elle ___ a relu deux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penser au permis. Il faut ___ penser tout de suite.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parlé du taux d'humidité. Kettly ___ a reparlé dans son rapport.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sous-sol n'est pas sec. Doïna ___ sait.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maison repose sur cette fondation. On ne peut pas ___ toucher.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pronom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Fernand a examiné la fissure. Il ___ répare après les travaux du terrain.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Doïna a lu le rapport hier soir. Elle ___ a relu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penser au permis. Il faut ___ penser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parlé du taux d'humidité. Kettly ___ a reparlé dans son rapport.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sous-sol n'est pas sec. Doïna ___ sait.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maison repose sur cette fondation. On ne peut pas ___ toucher.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choisir le pronom au 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chercher la préposition du verbe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J'en pense » et « j'y parle » sonnent bien à l'oreille de qui apprend le français, et les deux sont impossibles. On pense À, donc « j'y pense ». On parle DE, donc « j'en parle ». Le verbe décide, jamais le 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Reprendre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 la deuxième phrase en remplaçant le groupe souligné.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fait injecter la fissure. On a payé la fissure 2 600 $.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deux solutions. Fernand a proposé une des deux solutions.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permis prend dix jours. Doïna pense au permis tous les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mur n'est pas sec. Kettly a parlé de l'humidité du mur.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Reprendre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fait injecter la fissure. On a payé la fissure 2 600 $.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l'a payée 2 600 $.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deux solutions. Fernand a proposé une des deux solutions.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Fernand en a proposé une.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permis prend dix jours. Doïna pense au permis tous les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Doïna y pense tous les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mur n'est pas sec. Kettly a parlé de l'humidité du mur.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Kettly en a parlé.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sur ton logement : la seconde reprend un mot de la première.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le, la, en ou 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 mot repris.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