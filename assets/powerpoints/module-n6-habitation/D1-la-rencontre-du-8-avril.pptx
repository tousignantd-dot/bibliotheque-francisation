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D, et c'est la séance la plus dense du module : quatre locuteurs, deux solutions chiffrées, un permis. Prévoir trois écoutes du dialogue, avec une consigne différente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savoir que le programme n'introduit qu'au niveau 6 : saisir les rapports entre les interlocuteurs. Le nommer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s'exerce pour vrai : « Allez-y. Une à la fois, s'il vous plaît. » C'est la phrase de Doïna dans le dialogue, et elle vaut d'être apprise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quatre voix et leur rôle avant d'aller plus loin. L'entrepreneur exécute, l'inspectrice constate, la ville autorise, la propriétaire décide et paie.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Doïna — « quelle est la différence, dans dix ans ? » — est la meilleure du module. La faire remarquer : elle contient un « quelle » et une échéance, et c'est elle qui obtient la vraie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modèle de la production orale de E1 et du courriel de E2. La faire relire deux fois : une décision, une raison, une demande écrite, une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du bloc D. La note est ce qui remet la propriétaire au centre : personne ne décide à sa place, et personne ne pose ses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le sens contractuel d'« imprévu » : ce n'est pas une surprise désagréable, c'est ce que la soumission a exclu par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réplique. La troisième est celle qu'on manque : les deux solutions posent une membrane, seule sa place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Faire un tour de table rapide des deux camps : les deux choix se défendent, et c'est ce qui rend l'exercice honnête. Ce que le module évalue, c'est la raison donnée, pas le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rencontre du 8 avril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plancher est ouvert, et ce qu'on trouve n'était pas dans le prix. Quatre personnes parlent, chacune de son point de vue, et c'est la propriétaire qui doit décider.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à quatre voix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parle au nom de quoi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solutions par leur prix et leur délai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trouve en ouvrant un plancher.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Trois personnes vous conseillent en même temps. Comment décidez-vous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un intérêt dans votre décision, et qui n'en a pas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trois paiera si vous vous trompez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demander à quelqu'un de parler un à la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 trouvé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qui parle, et au nom de 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3895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1642" y="2322576"/>
            <a:ext cx="860448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Tout le monde est là. Madame Alcindor, et monsieur Toupin est au téléphone. On a ouvert le plancher hier matin.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538954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1642" y="3303016"/>
            <a:ext cx="8604484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a trouvé deux choses. Un : il n'y a aucune membrane sous la dalle. En 1961, ça ne se faisait pas. Deux : il y a un vieux puisard, sous le coin, qui avait été condamné par quelqu'un avant vous.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0334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567935"/>
            <a:ext cx="153895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1642" y="4567935"/>
            <a:ext cx="8604484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Rempli de pierre et coulé par-dessus. Ça se voyait nulle part : c'est exactement la « condition non visible » dont on parlait la semaine passée.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83783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48375"/>
            <a:ext cx="1538954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1642" y="5548375"/>
            <a:ext cx="8604484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Donc ce n'est pas dans le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solutions, deux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notez les deux prix et les deux délais.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3895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1642" y="2322576"/>
            <a:ext cx="860448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 solution : on casse la dalle, on pose une membrane et un drain neuf, on recoule. Six mille huit cents dollars, neuf jours ouvrables de plus.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53895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FERNAND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1642" y="3338576"/>
            <a:ext cx="860448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Deuxième : on laisse la dalle, on pose une membrane par-dessus, puis un plancher flottant. Mille neuf cents dollars, deux jours.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89983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354575"/>
            <a:ext cx="1538954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1642" y="4354575"/>
            <a:ext cx="8604484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est la différence, dans dix ans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6"/>
            <a:ext cx="153895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KETTLY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1642" y="5068316"/>
            <a:ext cx="860448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deuxième tolère l'humidité, elle ne l'arrête pas. Si l'eau revient, vous refaites tout, et vous payez le premier prix en plus du deuxième.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permis, et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qu'est-ce que Doïna décide,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83112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5800" y="2322576"/>
            <a:ext cx="8860326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vous refaites la dalle, vous touchez à la structure, et je veux voir le plan modifié. Si vous posez un plancher flottant, c'est du revêtement, et je n'ai rien à voir là-dedans.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290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587496"/>
            <a:ext cx="1283112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5800" y="3587496"/>
            <a:ext cx="8860326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Et si je vous envoie le plan modifié, ça prend combien de temps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28311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5800" y="4283456"/>
            <a:ext cx="886032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Dix jours ouvrables. Et ne vous fiez pas à ce que votre voisin a vécu : chaque municipalité a ses propres exigences.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28311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DOÏNA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5800" y="5263895"/>
            <a:ext cx="8860326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prends la première solution, parce que je ne veux pas payer deux fois. Vous m'écrivez les deux prix aujourd'hui, et je signe demain matin.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au nom de 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APPORTE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l'entrepreneur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possible, à quel prix, en combien de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l'inspectrice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est, et ce que ça donnera dans dix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service des permis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la ville autorise, et le délai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propriétaire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décision, et l'argent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des quatre paiera si la décision est mauvaise.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trouve en ouvrant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béton coulé à plat qui sert de plancher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membrane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feuille étanche qui arrête l'humidité du sol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imprévu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condition qui n'était pas visible à la visite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acompte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part du prix versée d'avance, contre reçu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Imprévu » a ici un sens précis, et il coûte 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quelle solution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s'il s'agit de casser la dalle, du plancher flottant, ou des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6 800 $ et neuf jours ouvrables de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1 900 $ et deux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poser une membrane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des permis veut voir le plan modifié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solution tolère l'humidité au lieu de l'arrêter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drain neuf est posé sous la dalle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quelle solution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6 800 $ et neuf jours ouvrables de plus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casser la dalle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1 900 $ et deux jours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plancher flottant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poser une membrane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des permis veut voir le plan modifié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casser la dalle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solution tolère l'humidité au lieu de l'arrêter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plancher flottant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drain neuf est posé sous la dalle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casser la dalle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Laquelle des deux solutions choisirais-tu,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: la décision, et la raison.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de bonne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