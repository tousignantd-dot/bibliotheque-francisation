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C, et elle porte deux points. Quarante minutes pour « où », trente pour le subjonctif : le second est connu de la plupart, mais mal employé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reste flou chez la plupart des élèves du niveau 6. La règle est pourtant simple : même personne des deux côtés, infinitif.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couper la phrase au tableau. La réponse à la troisième question : sans « où », le rapport répéterait le nom du mur toutes les deux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L'emploi temporel est le plus fréquent à l'écrit, et c'est celui que le niveau 6 ajoute.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point est fin, mais il se corrige en une minute et il se voit dans tous les textes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la phrase entière, pas seulement le mot manquant. C'est la soudure qu'on travaille, et elle demande de relire la phrase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Signaler que « après que » ne commande pas le subjonctif, même si presque tout le monde le dit ainsi.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 lien avec E2 : le courriel de la production écrite en demande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quatre des six sont des irréguliers de la liste : c'est normal, ce sont les verbes qu'on emploie le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Fin du bloc C. Annoncer le bloc D : on ouvre le plancher, et ce qu'on trouve n'était pas dans le prix.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C4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jour où, et il faut 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tournures qui font tenir un texte long : l'une colle deux phrases en une, l'autre transforme un ordre en demande.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faire des travaux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réunir deux phrases avec « où » pour un lieu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où » pour un moment : le jour où, l'année où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subjonctif après il faut que, j'aimerais que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« de » + infinitif et « que » + subjonctif.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7181A"/>
                </a:solidFill>
                <a:latin typeface="Verdana"/>
              </a:rPr>
              <a:t>« Le mur nord, où la fissure a été relevée, présente dix-neuf pour cent. » Combien de phrases là-dedans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Peux-tu la couper en deux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 fait la soudure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un rapport écrit-il ainsi plutôt qu'en deux phrases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où » pour un lieu, « où » pour un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REPREND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mur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mur nord, où la fissure a été relevée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coin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coin du sous-sol où le puisard se trouve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jour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 où on a ouvert le plancher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année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l'année où la maison fut construite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n'écrit jamais « le jour que » : ça s'entend, ça ne s'écrit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virgule change le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mur où la fissure 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lequel des murs : il y en a plusieurs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mur nord, où elle est,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renseignement sur un mur déjà nommé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jour où le permis arrive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lequel des jours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18, où il est arrivé,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ajout sur une date déjà nommée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virgules vont par deux, ou pas du tout. Une seule est toujours une erreur.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Réunir avec « où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Faites une seule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mur nord présente 19 %. La fissure a été relevée dans ce mur.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Tout a changé ce jour-là. On a ouvert le plancher ce jour-là.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maison fut construite en 1961. On ne posait pas de membrane cette année-là.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coin est le plus humide. Le puisard se trouve dans ce coin.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Réunir avec « où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mur nord présente 19 %. La fissure a été relevée dans ce mur.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mur nord, où la fissure a été relevée, présente 19 %.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Tout a changé ce jour-là. On a ouvert le plancher ce jour-là.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jour où on a ouvert le plancher, tout a changé.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maison fut construite en 1961. On ne posait pas de membrane cette année-là.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L'année où la maison fut construite, on ne posait pas de membrane.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coin est le plus humide. Le puisard se trouve dans ce coin.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coin où le puisard se trouve est le plus humide.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verbes qui commandent le subjonctif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FAMILLE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VERBES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nécessité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que, il est important 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volonté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veux que, j'exige que, je demande 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souhait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souhaite que, j'aimerais 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l'attente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que, en attendant 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Cinq irréguliers suffisent : sois, aie, fasse, aille, puisse.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LANGUE DE LA DEMANDE ÉCRITE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Ajoutez une phrase » est un ordre ; « j'aimerais que vous ajoutiez une phrase » est une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différence tient au verbe qui suit « que », et ce verbe est au subjonctif. Ce n'est pas une politesse décorative : dans un courriel à quelqu'un que vous payez, l'impératif se lit comme un reproche, et le subjonctif comme une demande ferme et normale.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Mettre au subjonctif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verbe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le mur ___ (être) sec avant qu'on referme.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que vous ___ (écrire) cette phrase dans la soumission.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Kettly souhaite que Doïna ___ (avoir) une réserve.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important que nous ___ (faire) vérifier la licence.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Fernand demande que Doïna lui ___ (répondre) avant le 15.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faudrait que vous ___ (pouvoir) commencer avant les pluies.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Mettre au subjonctif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le mur ___ (être) sec avant qu'on referme.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que vous ___ (écrire) cette phrase dans la soumission.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écriviez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Kettly souhaite que Doïna ___ (avoir) une réserve.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important que nous ___ (faire) vérifier la licence.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Fernand demande que Doïna lui ___ (répondre) avant le 15.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réponde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faudrait que vous ___ (pouvoir) commencer avant les pluies.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puissiez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demande que tu ferais à un entrepreneur, avec « j'aimerais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Demande une seule chose, et donne une 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faire des travaux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