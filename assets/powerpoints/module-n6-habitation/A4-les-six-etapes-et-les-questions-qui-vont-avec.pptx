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synthèse du bloc A. Reprendre au tableau la liste des six étapes avant de commencer, sans regarder les notes : le groupe la reconstitue en trois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annonce le bloc D : on y reviendra, et il vaut mieux que le groupe le sache dès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questions, trois étapes oubliées. Le groupe trouvera l'inspection ; la licence et le permis viennent plus difficilement.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ajouter la sixième rangée : elle se traite en D1, et la diapositive à six rangées avec une note passe 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point le plus mal compris du bloc : beaucoup d'élèves trouvent qu'une inspection qui ne propose rien coûte cher pour rien. Prendre le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du bloc A au complet.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les questions à voix haute, en se regardant deux par deux. C'est la première fois de la session que les élèves formulent une question de chantier ; elles reviendront toutes en D2 et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Révision rapide, cinq minutes. Puis faire décrire à voix haute les cinq lieux de l'exercice 4 du module : le sous-sol, le mur de fondation, le terrain, la table de cuisine, le plancher ouvert.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d'écriture court, mais c'est le premier du module. Insister sur un point : une phrase de rapport donne un chiffre ou une mesure quand elle le peut. « Un mètre », « deux mètres », « quarante centimètres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Fin du bloc A. Annoncer le bloc B : à partir de la prochaine séance, on entre dans le sous-sol avec l'entrepreneur, et on écoute une explication de vingt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six étapes, et les questions qui vont avec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Chaque étape produit un objet et se prépare par une question. Une étape dont il ne reste rien d'écrit n'a pas eu lieu.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faire des travaux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remettre les six étapes dans l'ordre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que chacune produit et ce qu'elle ne produit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qui prépare chaque étape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les lieux du chantier avant qu'il commence.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avez une soumission en main. Que reste-t-il à faire avant de signer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savez-vous de l'état réel du bâtiment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savez-vous de l'entreprise elle-même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savez-vous de ce que la ville demandera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chaque étape produit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PRODUIT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L'inspection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rapport écrit, sans prix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licence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vérification, en deux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soumission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prix par ligne, et des exclusions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permis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accord, et un délai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L'échéancier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date par étape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sixième étape, la réunion de chantier, arrive quand les travaux sont commencés.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qu'une inspection ne fait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ELLE NE FAIT 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chiffrer les travaux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serait le travail de l'entrepreneur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recommander quelqu'un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aurait alors un intérêt dans le chantier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voir derrière les murs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est visuelle et non destructive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valoir deux ans plus tard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décrit l'état à une date précise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qu'elle ne fait pas est exactement ce qui lui donne sa valeur.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ÉTAPE DONT IL NE RESTE RIEN N'A PAS EU LIEU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papier, une date ou une confirmation : chaque étape laisse une trace.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prix donné de vive voix n'engage personne. Une licence « sûrement bonne » ne se vérifie pas. Un permis « qu'on demandera plus tard » retarde tout le chantier. La trace écrite n'est pas de la méfiance : c'est ce qui permet à tout le monde de travailler.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question, à quelle étape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question à l'étape qu'elle prépare.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votre rapport écrit ce que vous n'avez pas pu voir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votre numéro de licence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Quelles sont les exclusions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délai je dois prévoir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séchage est-il compté dans les six semaines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m'écrivez ça aujourd'hui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question, à quelle étape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votre rapport écrit ce que vous n'avez pas pu voir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l'inspection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votre numéro de licence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vérification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Quelles sont les exclusions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soumission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délai je dois prévoir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permis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séchage est-il compté dans les six semaines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l'échéancier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m'écrivez ça aujourd'hui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réunion de chantier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départ, révision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5327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entrepreneur général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9735" y="2121408"/>
            <a:ext cx="65192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Celui qui prend le chantier en charge et qui fait venir chaque métier.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5327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corps de métier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9735" y="3106674"/>
            <a:ext cx="65192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spécialité du bâtiment : maçonnerie, plomberie, électricité.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5327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soumission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9735" y="4091939"/>
            <a:ext cx="65192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prix écrit, avec le détail de ce qui sera fait.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5327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permis de rénovation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9735" y="5077205"/>
            <a:ext cx="65192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L'autorisation de la municipalité, qui se demande à elle seule.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Décrire ce qu'on voit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une phrase par lieu, comme dans un rapport.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sous-sol non aménagé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mur de fondation nord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bande de terre le long du mur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table de cuisine du soir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Décrire ce qu'on voit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sous-sol non aménagé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sous-sol n'est pas fini : plancher de béton, murs de fondation apparents.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mur de fondation nord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Une fissure oblique traverse le mur sur environ un mètre.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bande de terre le long du mur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 sol descend vers la maison et l'eau s'accumule au pied du mur.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table de cuisine du soir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Deux documents sont ouverts côte à côte, avec une calculatrice.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Laquelle des six étapes serais-tu tenté de sauter,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Sois honnête : tout le monde en saute au moins 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Dis ce que ça pourrait coûter.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Faire faire des travaux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