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d'oreille. Prévoir de faire écouter chaque mot deux fois avant toute explication : la règle n'a de sens qu'après avoir entendu l'écart entre ce qui est écrit et ce qui est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n'est pas de la phonétique : c'est une stratégie de survie sur un chantier, et elle vaut d'être nommée.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hésiter. Presque personne ne remarque l'écart avant qu'on le nomme, et une fois nommé, personne ne l'oublie.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Préciser tout de suite que chantier, chauffage, planche et marchandise gardent le son normal : le k est l'exception, pas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formes de « six » se comprennent toutes : rassurer le groupe là-dessus. Ce qu'on travaille est la reconnaissance, pas la production parfaite.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Un schéma » est le mot le plus utile des quatre : il revient dans tous les documents techniques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même exercice existe dans le module, à cartes écoutables. Ici, c'est l'enseignante qui dit les mots : deux fois chacun, sans montrer l'orthographe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moment de la séance à ne pas presser. Faire pratiquer la phrase à voix haute : « Pouvez-vous me l'écrire ? » Elle servira toute la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deux fois : une fois pour l'exactitude, une fois pour le rythme. C'est la phrase entière qu'on travaille, pas le mot isolé.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mots-là sont meilleurs que ceux du module parce qu'ils viennent de la vie des élèves. Les reprendre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chantier parle grec, anglais et allemand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groupes de lettres ne se lisent pas comme ils s'écrivent, et tous les trois reviennent dans une conversation de travaux.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k dans les mots savants écrits avec ch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 dans les nombres écrits avec 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de « chat » dans sh et sch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qu'on écrive un mot entendu pour la première fois.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Un technicien va passer. » Combien de sons différents dans « ch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dis-tu « chantier » ? Et « technicien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le même son dans les deux mots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Connais-tu un mot écrit avec ch qui se dit avec un k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grec : ch qui se dit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architecte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ar-ki-tecte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tec-nique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chlore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clore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orchidée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or-ki-dée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mots savants ou techniques, presque tous venus du grec.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nombres : x qui se dit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six semaines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semaines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six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siz heures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il y en a six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sisse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soixante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soi-sante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seul mot écrit, trois façons de le dire selon ce qui suit.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L'emprunt : sh et sch qui se disent comme dans « chat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schéma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ché-ma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schiste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shampoing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chan-poing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Jamais « sk » en français, dans aucun de ces mots.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FAMILLES, ET TOUT LE RESTE SE LIT NORMALEMENT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 qui dit k, x qui dit s, sh et sch qui disent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trois familles se comptent sur les doigts. Le reste du français se lit comme il s'écrit sur ce point. Il ne s'agit donc pas d'apprendre une exception de plus : il s'agit de reconnaître une petite liste de mots, et de savoir que quand un mot entendu ne se trouve nulle part, il faut essayer ch à la place du 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porte le groupe de lettres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puis répondez : comme k, comme s, ou comme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architecte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technique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shampoing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chlore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schiste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porte le groupe de lettres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architecte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technique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shampoing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chlore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schiste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répéter le mot comme on l'a entendu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demander qu'on l'écrive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entendez « tecnique » et personne ne vous comprend quand vous l'écrivez ainsi. Sur un chantier, demander qu'on vous écrive un mot n'étonne personne : tout le monde le fait, y compris entre gens de métier.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ligne, puis la fait répéter à son voisin.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L'architecte a signé le plan modifié.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permis prend dix jours ouvrables.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rapport était accompagné d'un schéma très clair.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technique d'injection se fait sous pression.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gouttière se vide à soixante centimètres du mur.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schiste est une pierre qui se fend en feuillets.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L'architecte a signé le plan modifié.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ar-ki-tecte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permis prend dix jours ouvrables.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 jours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rapport était accompagné d'un schéma très clair.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ché-ma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technique d'injection se fait sous pression.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tec-nique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gouttière se vide à soixante centimètres du mur.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soi-sante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schiste est une pierre qui se fend en feuillets.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chiste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mot que tu as entendu au travail et que tu n'as pas su 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Écris-le comme tu l'as entendu.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le cherchera ensemble à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