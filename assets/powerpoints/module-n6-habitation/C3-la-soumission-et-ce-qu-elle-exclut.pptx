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lecture, deuxième document. Commencer par faire relire à voix haute la phrase du bloc : le rapport décrit ce qui est, la soumission décrit ce qui sera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inverse l'habitude de tout le monde. Le dire franchement : on regarde le total en premier, et c'est justement ce qu'il ne faut pas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n'a pas de réponse, et c'est le but. Un montant seul ne veut rien dire : il faut savoir ce qu'il couvre, ce qu'il exclut et combien de temps il 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troisième poste est celui qui étonne : on paie l'attente. Le faire remarquer, c'est ce qui rend un échéancier lisible.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cœur de la séance et la porte du bloc D. Prendre le temps sur la quatrième rangée.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de la séance, et c'est celle qui sert le plus dans la vraie vie des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même exercice existe dans le module, en type « texte » : neuf passages, neuf questions. Ici, faire encercler au crayon.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moment de la séance à ne pas presser. Plusieurs élèves ont vécu l'inverse et s'en sont bien tirés : ne pas nier leur expérience, mais nommer le risque.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d'écriture, premier du bloc. Accepter toute formulation claire. Le point à souligner : une phrase courte et précise s'ajoute sans discussion ; une phrase longue se négocie.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La plupart choisiront la condition non visible : c'est la bonne réponse, et c'est exactement ce qui arrive au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soumission, et ce qu'elle exclut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postes, un total, un échéancier — et cinq lignes en bas de page qui décident de la facture finale.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faire des travaux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soumission par postes plutôt que ligne à ligne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le total, l'acompte et la durée de validité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les exclusions avant de regarder le total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clause de la condition non visible.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34 500 $. Est-ce cher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faut-il savoir avant de pouvoir répondre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prix comprend-il les taxes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on trouve autre chose en ouvrant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postes de la soumission 2024-411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gouttières et terrain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4 200 $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injection de la fissure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2 600 $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séchage assisté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1 150 $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isolation et gypse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14 800 $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plomberie et électricité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11 750 $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Total avant taxes : 34 500 $. Tous les montants du module sont inventés.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n'est pas dans le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permis municipal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le demandez et vous le payez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peinture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faire vous-même, ou à part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luminaires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l'électricien pose ce que vous achetez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condition non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découvrira en ouvrant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dernière est la seule dont on ne peut pas prévoir le montant.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LIRE LES EXCLUSIONS AVANT LE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montant ne veut rien dire tant qu'on ne sait pas ce qu'il ne couvre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soumissions de 30 000 $ et de 34 500 $ ne se comparent pas tant qu'on n'a pas lu les deux listes d'exclusions. La moins chère est souvent celle qui exclut le plus — et la différence se paie plus tard, en pleine saison, quand on n'a plus le choix de l'entrepreneur.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à quel endroit de la soumission chaque réponse se trouve.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le prix reste-t-il valide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montant total avant taxes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faut-il verser à la signature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les travaux vont-ils durer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poste paie l'attente du séchage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phrase couvre ce qu'on découvrira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le prix reste-t-il valide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première ligne, avec le numéro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montant total avant taxes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 les cinq postes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faut-il verser à la signature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juste sous le total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les travaux vont-ils durer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ligne de l'échéancier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poste paie l'attente du séchage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poste 3 des postes inclus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phrase couvre ce qu'on découvrira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dernière ligne des exclusions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accepter un prix donné de vive voix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demander une soumission écrite et détaillée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chiffre lancé sur le pas de la porte n'engage personne, et il est toujours plus bas que la facture. Ce n'est pas de la malhonnêteté : on ne peut pas chiffrer ce qu'on n'a pas détaillé. Une soumission écrite n'est pas une marque de méfiance, c'est un outil de travail pour les deux parties.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une précision par écrit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phrase que vous ajouteriez à la soumission.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imprévu doit être annoncé avant d'être 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taxes doivent apparaître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séchage compte dans le délai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garantie doit être écrite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une précision par écrit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imprévu doit être annoncé avant d'être fait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Toute condition imprévue fera l'objet d'un avis écrit avant exécution.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taxes doivent apparaître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montant total, taxes comprises, sera indiqué.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séchage compte dans le délai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L'échéancier de six semaines comprend la période de séchage.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garantie doit être écrite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garantie sur l'injection sera précisée par écrit.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exclusion t'inquiéterait le plus,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Dis ce que tu ferais pour t'en protéger.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Faire faire des travaux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