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la moitié du temps pour le jeu de rôle avec l'assistant et l'autre moitié pour l'enregistrement. Les élèves qui n'ont pas fini enregistrent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saute toujours. Insister : personne n'envoie un premier 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n'y a pas de mauvais ordre, mais celui du module — le résultat, puis la cause, puis les travaux — est le plus facile à suivre pour quelqu'un qui n'était pas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même plan est affiché dans le module, sous la production orale. Le faire recopier au verso de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critère de correction le plus visible : compter les chiffres donnés.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à voix haute par quatre élèves différents. Les quatre fonctionnent : le but est que chacun s'en approprie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synthèse du module, et elle arrive au moment où elle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de D2. Le rappeler ici parce que c'est le point le plus souvent perdu à l'oral, où l'on va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minutes, montre en main. En mots-clés : un texte rédigé se lit, et un texte lu s'entend tout de suite. C'est la seule consigne importante de la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les billets et les rendre avec la rétroaction : ce que l'élève a repéré lui-même vaut plus que ce qu'on lui signale.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Redis le diagnostic, puis pose tes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Quelqu'un n'était pas là quand l'entrepreneur est passé. Quatre-vingt-dix secondes pour lui dire ce qui a été trouvé, ce qu'on fait faire, et ce qui reste à demander.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 diagnostic entendu, dans l'ordre et avec ses chiffres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cause du résultat à voix haute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deux questions précises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réécouter et se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racontez un diagnostic à quelqu'un. Par où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ce qu'on voit, ou par ce qui l'a causé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chiffres faut-il donner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posez-vous vos questions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trouvé, et ce qui l'a causé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fait faire, dans l'ordre, avec un chiffre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questions qu'on posera avant de signer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Quatre-vingt-dix secondes : environ trente par temps.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CHIFFRE PAR MINUTE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explication sans chiffre ne se distingue pas d'une impression.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mètre de fissure. Quarante centimètres entre la gouttière et le mur. Dix-neuf pour cent d'humidité. Quatre semaines de séchage. Ce sont ces chiffres-là qui font qu'on vous croit, et ce sont eux que votre interlocuteur retiendra.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débuts possibles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Lisez-les à voix haute, puis choisissez celui qui vous ressemble.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de fondation est fendu, mais ce n'est pas ça, le problème.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une fissure d'un mètre. La cause, c'est la gouttière.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L'entrepreneur a passé une heure en bas. Voici ce qu'il a trouvé.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voit, c'est une fissure. Ce qui la produit est dehors.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débuts possibles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de fondation est fendu, mais ce n'est pas ça, le problème.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annonce tout de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une fissure d'un mètre. La cause, c'est la gouttière.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donne le chiffre d'abord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L'entrepreneur a passé une heure en bas. Voici ce qu'il a trouvé.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situe la scène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voit, c'est une fissure. Ce qui la produit est dehors.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oppose les deux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réutilise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mur fend parce que le sol pousse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faire causatif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fais injecter la fissure par un spécialiste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reprise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fissure ? je ne veux pas qu'on la répare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l'hypothèse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permis sort dans dix jours, ce sera prêt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 délai entre l'injection et le gypse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points, cinq séances. Aucun n'est nouveau.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enchaîner un fait et une opinion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annoncer l'opinion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peinture n'est pas comprise, ça vaut la peine de la faire nous-mêmes. » Celui qui écoute prend la seconde phrase pour un fait. Ajoutez trois mots : « d'après la soumission… ; à mon avis… ». Rien n'a changé sauf le statut de chaque phrase, et c'est tout ce qui compte.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minutes pour préparer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Notez au crayon, en mots-clés, pas en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résultat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l'ordre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chiffre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minutes pour préparer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résultat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fissure d'un mètre, mur nord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cause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gouttière à 40 cm, pente du terrain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l'ordre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gouttières, pente, injection, séchage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chiffre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dix-neuf pour cent, quatre semaines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questions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 délai ? qu'arrive-t-il si un imprévu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t'être réécouté : qu'est-ce que tu changerais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seulement.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refais-le, et envoie la deuxième 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