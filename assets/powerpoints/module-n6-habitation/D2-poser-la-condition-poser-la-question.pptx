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« Je me lance », et la plus utile de tout le module. Ressortir les billets de A1 : la plupart avaient écrit « combien ça coûte », et on va voir pourquoi ça ne suffit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points en une séance, c'est beaucoup. Le premier et le deuxième sont les priorités ; le troisième se rattrape en E1 si le temps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ce que fait Doïna dans le dialogue de D1. Relire sa réplique avant de continuer : elle pose la condition avant de demander la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est la règle en une ligne, et c'est la faute la plus fréquente de tous les niveaux.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entière à voix haute après correction. C'est le rythme des deux moitiés qui installe la règle, pas la règle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forme indirecte passe mieux au téléphone et par écrit ; la directe va plus vite en réunion. Les deux valent.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central de la séance. Le point à répéter à chaque correction : une bonne question contient un chiffre, une date ou un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la phrase à voix haute, deux par deux. Elle est plus difficile à dire qu'à comprendre, et c'est pour ça qu'on la répète.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Notamment » ne veut pas dire « surtout » : c'est l'erreur à corriger si le temps le 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cette fois, pas trois. Ces deux questions sont exactement ce qu'on demandera en E1 : les garder et les rendre à leurs auteurs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D2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la condition, poser la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long ? » obtient « ça dépend ». « Combien de jours ouvrables entre l'injection et le gypse ? » obtient un nombre, et ce nombre s'écrit.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hypothèse avec « si » sans mettre de futur après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avec quel, quelle, quels, quelles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indirecte : je voudrais savoir quoi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 exemple ou un avis avec le bon connecteur.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Est-ce que ce sera prêt le 12 mai ? » Que peut répondre un entrepreneur honnête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quoi dépend la réponse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poser la question autrement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si on ajoute « si le permis sort dans dix jours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L'hypothèse réaliste avec « si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LA VIRGULE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présent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futur : le sous-sol sera prêt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présent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présent : vous refaites tout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présent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l'impératif : appelez-moi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passé composé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présent : ce n'est pas dans le prix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Jamais de futur juste après « si ». Le futur va de l'autre côté de la virgule.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UNE DÉCISION DE CHANTIER SE PREND EN HYPOTHÈSES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ne demande pas ce qui arrivera : on demande ce qui arrivera 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solutions, deux prix, deux délais, un permis qui prendra le temps qu'il prendra, et une pluie que personne ne contrôle. « Si le permis sort dans dix jours, est-ce que ce sera prêt le 12 ? » est la seule question à laquelle un homme de métier honnête peut répondre. Et sa réponse, elle, vous engage tous les deux.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la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permis ___ (sortir) dans dix jours, le sous-sol sera prêt.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l'eau revient un jour, vous ___ (refaire) tout le plancher.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ne signe pas avant le 15, la soumission ___ (ne plus être) valide.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quelqu'un ___ (condamner) le puisard avant nous, ce n'est pas dans le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mur n'est pas sec, ___ (ne pas refermer) les cloisons.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___ (pleuvoir) trois semaines de suite, l'échéancier saute.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la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permis ___ (sortir) dans dix jours, le sous-sol sera prêt.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l'eau revient un jour, vous ___ (refaire) tout le plancher.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referez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ne signe pas avant le 15, la soumission ___ (ne plus être) valide.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sera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quelqu'un ___ (condamner) le puisard avant nous, ce n'est pas dans le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condamné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mur n'est pas sec, ___ (ne pas refermer) les cloisons.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refermez pas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___ (pleuvoir) trois semaines de suite, l'échéancier saute.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pleut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poser une vraie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quel +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garantie donnez-vous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quels au pluriel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Quels travaux ne sont pas compris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savoir + infinitif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savoir quoi faire si l'eau revient.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savoir + mot interrogatif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J'aimerais savoir quand payer.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question indirecte ne prend pas de point d'interrogation.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la question vague à la question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question pour qu'elle obtienne une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long, vos travaux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une garantie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va coûter plus cher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faites quoi si vous trouvez autre chose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n'est pas compris, ça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la question vague à la question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long, vos travaux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Combien de jours ouvrables entre l'injection et le gypse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une garantie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Quelle garantie donnez-vous, et pour combien de temps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va coûter plus cher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Quel montant s'ajoute si vous trouvez un imprévu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faites quoi si vous trouvez autre chose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voudrais savoir quoi faire dans ce cas-là.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n'est pas compris, ça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Quels travaux ne sont pas compris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faire semblant de connaître un mot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demander ce qu'il veut dire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Qu'est-ce que ça veut dire, reprofiler ? » Personne n'a jamais perdu d'argent en posant cette question. Beaucoup en ont perdu en hochant la tête. Un homme de métier explique volontiers son vocabulaire : il ne l'emploie pas pour impressionner, il l'emploie parce que c'est le sien.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Annoncer un exemple, annoncer un avis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exemple, notamment, entre autres, ainsi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mon avis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mon avis, selon moi, personnellement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l'avis d'un autre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d'après l'inspectrice, selon Fernand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celui d'un 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d'après la soumission, selon le rapport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Devant quelqu'un que vous payez, séparer le fait de l'opinion vaut de l'argent.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deux questions que tu poserais avant de signer.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doit contenir un chiffre, une date ou un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Emploie « quel » dans au moins une des deux.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