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et de grammaire à la fois. Commencer par reprendre les mots rapportés dans les billets de A2 : la moitié d'entre eux se démonte avec ce qu'on va 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qui sert vraiment : lire un rapport, c'est défaire des noms.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traduire par le groupe. Quelqu'un finira par dire « l'eau part mal » : c'est la bonne réponse, et il faut le dire clairement pour que personne ne croie que la phrase technique dit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règle l'article du même coup, et c'est une règle qui ne se trompe presque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Déshumidifier » se dira tous les jours pendant quatre semaines dans ce module : c'est le verbe de l'attente.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du bloc, et elle resservira tout le bloc C, quand on lira le rapport et la soumission.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l'article à voix haute chaque fois. « L'isolation » et non « l'isolement » : c'est l'erreur à corriger ici, pas plus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au tableau, l'un sous l'autre, et les laisser jusqu'à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central de la séance, et le plus utile des deux : c'est dans ce sens-là qu'on lit un document. Accepter toute traduction juste, ne pas corriger le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Les phrases rapportées de la vraie vie — bail, assurance, ville — valent mieux que celles du module. Les garder pour le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mot du métier et le mot de tous les jours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L'eau part mal le long du mur » et « l'écoulement des eaux de surface est déficient » disent la même flaque. Ce sont les mêmes verbes, habillés d'un suffixe.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fabriquer un nom à partir d'un verbe avec -age, -ment, -tion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fabriquer un adjectif avec -able, et son contraire avec in-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verbe caché dans un nom technique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re- et dé- pour dire refaire et défaire.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L'écoulement des eaux de surface est déficient. » Qu'est-ce que ça dit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verbe se cache dans « écoulement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dirais-tu à un voisin, en dix mots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 document écrit ainsi plutôt qu'autrement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suffixes qui font des noms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SUFFIXE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DU VERBE AU 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sécher, le séchage · nettoyer, le nettoyage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écouler, l'écoulement · effondrer, un effondrement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rénover, une rénovation · inspecter, une inspection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couvrir, une couverture · ouvrir, une ouverture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genre suit le suffixe : -age et -ment masculins, -tion et -ure féminins.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suffixe qui fait des adjectifs, deux préfixes qui font des verbes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MARQUE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-able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peut : habitable, réparable, payable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in-, im-, ir-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contraire : inhabitable, irréparable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re-, ré-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refaire : recouler, réaménager, rouvrir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dé-, dés-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défaire : démonter, déshumidifier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Sur un chantier, on refait plus souvent qu'on ne fait.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RETROUVER LE VERBE CACHÉ DANS LE 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document technique dit avec des noms ce qu'on dit avec des verbes.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politique écrit « le remplacement du drain » ; à la table de cuisine, on dit « on change le drain ». C'est la même chose. Défaire cet habillage, c'est comprendre une phrase de rapport en une seconde au lieu de trois.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verbe au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le nom de la même famille, avec son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rénove le sous-sol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inspecte la maison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s'écoule mal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isole les murs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sèche le mur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installe la plomberie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verbe au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rénove le sous-sol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rénovation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inspecte la maison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l'inspection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s'écoule mal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l'écoulement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isole les murs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l'isolation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sèche le mur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séchage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installe la plomberie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l'installation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dire « l'isolement des murs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dire « l'isolation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L'isolation est le matériau et le travail ; l'isolement est le fait d'être seul. Deux suffixes, deux mondes. Sur une soumission, on ne lit jamais « isolement », et le mot ferait sourire l'entrepreneur.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nom au 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Traduisez la phrase du rapport en phrase de tous les jours.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l'écoulement est déficient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rénovation du sous-sol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l'inspection du bâtiment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période de séchage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sous-sol est habitable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solde est payable en trois versements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nom au verbe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l'écoulement est déficient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l'eau part mal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rénovation du sous-sol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refait le sous-sol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l'inspection du bâtiment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quelqu'un est venu voir la maison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période de séchage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attend que ça sèche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sous-sol est habitable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peut y vivre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solde est payable en trois versements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paiera en trois fois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de document que tu as reçue et que tu n'as pas comprise.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 le nom qui cache un verbe.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