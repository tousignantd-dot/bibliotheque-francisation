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Prévoir quarante-cinq minutes pour le courriel et trente pour le bilan et l'autoévaluation.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qu'on corrige le plus : « quand vous pourrez » veut dire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à la troisième question est : aux deux. Un entrepreneur sérieux est content qu'on lui confirme par écrit ce qu'il a dit — ça le protège autant que le client. Le dire clairement enlève le malaise que plusieurs élèves ressentent devant cette tâche.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sixième partie est dans la note plutôt que dans le tableau : six rangées avec une note passent mal, et la signature est la moins difficile des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découpage se voit avant qu'on lise, et c'est ce que les attentes de fin de cours appellent organiser ses idées à l'aide de paragraphes.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de la séance, et c'est le critère de correction le plus simple à appliquer.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ce que les quatre versions de droite ont en commun : un chiffre ou une date. C'est la découverte à ne pas donner trop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minutes d'écriture. Passer dans les rangées et corriger deux choses seulement chez chacun : l'objet, et la demande. Le reste se corrigera à la rétroaction de l'assistant.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deux formes côte à côte au tableau, sans lire le contenu. La différence se voit à trois mètres.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Faire remplir l'autoévaluation en ligne — seize énoncés — puis conclure sur la phrase du bloc A : une étape dont il ne reste rien d'écrit n'a pas eu lieu. C'est ce qui reste quand tout le reste est oublié.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courriel du soir, et le bilan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personnes ont parlé quarante minutes. Le soir, il en reste ce que chacun a retenu — et ce n'est pas la même chose chez les quatre.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objet de courriel précis, sans phrase complète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organiser trois paragraphes, une idée chacun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redire ce qu'on a compris avec ses chiffres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formuler une demande avec une 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Pourquoi écrire ce qui vient d'être dit de vive voix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de la méfiance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arrive si personne ne l'écrit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ça sert, à vous ou à l'entrepreneur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morceaux du courriel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SON TRAVAIL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l'objet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qu'on sache de quoi il s'agit sans ouvrir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l'appel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nommer la personne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le rappel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d'où l'on part, dès la première ligne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ce qu'on a compris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 que l'autre puisse corriger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la demande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chose, avec une date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signature ferme le message : le nom, et à quel titre on écrit.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paragraphes, une idée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PARAGRAPHE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premier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j'écris, et de quelle rencontre je parle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deuxième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solutions, avec prix et délais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troisième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je demande, et pour quand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ligne vide entre les paragraphes, pas un alinéa : c'est l'usage du courriel.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UNE SEULE DEMANDE, ET TOUJOURS UNE 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demandes dans un courriel obtiennent au mieux une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vous avez trois choses à demander, écrivez trois courriels, ou numérotez-les 1, 2, 3 — mais ne les mêlez pas dans une phrase. Et remplacez « quand vous pourrez » par une date : « aujourd'hui », « avant vendredi », « d'ici le 15 ». Une date se répond, ou se refuse, et un refus est déjà un renseignement.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éviter, à écrire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Comparez les deux versions de chaque morceau.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Objet : question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m'avez dit qu'il y avait un problème.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Pourriez-vous me revenir là-dessus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beaucoup encore une fois.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éviter, à écrire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Objet : question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Objet : imprévu du 8 avril, confirmation des deux options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m'avez dit qu'il y avait un problème.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Vous m'avez présenté deux solutions : 6 800 $ et neuf jours, ou 1 900 $ et deux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Pourriez-vous me revenir là-dessus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J'aimerais que vous m'écriviez les deux prix aujourd'hui.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beaucoup encore une fois.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Doïna Petrescu, propriétaire, rue des Mésanges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Ton courriel, huit à douze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paragraphes. Un objet. Une demande. Une date.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premier paragraphe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deuxième paragraphe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troisième paragraphe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subjonctif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hypothèse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Ton courriel, huit à douze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premier paragraphe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quelle rencontre tu parles, en une ou deux phrases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deuxième paragraphe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deux solutions, avec leurs prix et leurs délais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troisième paragraphe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que tu demandes, avec une date précise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subjonctif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j'aimerais que vous m'écriviez, il faut que je sache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hypothèse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le permis sort dans dix jours, 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écrire un seul bloc de douze phrases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faire trois paragraphes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bloc ne se lit pas, il se survole, et c'est toujours la demande qui se perd au milieu. Une ligne vide entre les paragraphes coûte une seconde à taper et change la façon dont le message est reçu.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Qu'est-ce que tu sais faire maintenant que tu ne savais pas faire il y a quatre semaines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remplis l'autoévaluation du module.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