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Prévenir le groupe : on écoute d'abord sans rien noter, puis on réécoute en notant. Une explication technique ne se comprend pas à la première écoute, et il faut le dire pour que personne ne se croie en retard.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s'exerce pour vrai : faire pratiquer « attendez, je n'ai pas suivi » et « pouvez-vous reprendre la dernière partie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fait toujours rire, et elle donne le ton du bloc. Recueillir deux ou trois formules d'interruption polies et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de Doïna est le modèle à installer : elle annonce qu'elle va interrompre, et l'entrepreneur accepte. Faire remarquer que ça se dit, et que ça change tout le reste de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répliques au plus-que-parfait sont celles de B4. Les signaler sans les expliquer : on y revient dans deux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porte tout le défi. L'écrire au tableau et l'y laisser : « la fissure, c'est le résultat ». La quatrième annonce B4 et le faire causatif.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colonne de gauche est volontairement courte : « la descente » et « la pente » suffisent, les mots complets sont dans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 B, et elle s'exerce en entier à la prochaine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est celui qui compte : c'est l'ordre des travaux, et il se travaille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C'est la première répétition de la production orale de E1. Ramasser les billets et en lire deux ou trois à voix haute sans nommer les auteurs.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heure au sous-sol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L'entrepreneur a fait le tour. Il explique ce qu'il a trouvé, ce qui l'a causé, et dans quel ordre on va travailler. Vingt minutes sans reprendre son souffle.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explication technique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mots de la fondation et du drainage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chiffres donnés au passage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arrêter quelqu'un poliment pour lui faire répéter.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explique un problème technique. Que faites-vous quand vous perdez le fil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L'arrêtes-tu, ou attends-tu la fin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dis-tu exactement pour l'arrêter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fait semblant de comprendre ? Qu'est-ce qui est arrivé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a trouvé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38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1642" y="2322576"/>
            <a:ext cx="860448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de passer une heure en bas et j'ai fait le tour du terrain. Je vais vous expliquer, et après vous poserez vos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38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1642" y="3409696"/>
            <a:ext cx="86044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Allez-y. Je vous préviens, je vais vous arrêter souvent.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3895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1642" y="4158995"/>
            <a:ext cx="86044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Arrêtez-moi tant que vous voulez. Premièrement, la fissure. Elle est dans le mur de fondation, du côté nord, et elle monte en biais sur à peu près un mètre.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538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1642" y="5583936"/>
            <a:ext cx="86044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apparue quand ? On a acheté la maison il y a deux 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cause est dehors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38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1642" y="1901952"/>
            <a:ext cx="860448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s'était ouverte bien avant que vous achetiez. Votre inspectrice l'avait notée dans son rapport, d'ailleurs.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38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1642" y="2989072"/>
            <a:ext cx="860448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cause est dehors. Vous voyez la descente de gouttière, au coin ? Elle se vide à trente centimètres du mur.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38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1642" y="4076191"/>
            <a:ext cx="86044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c'est un problème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3895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1642" y="4825492"/>
            <a:ext cx="86044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grosse pluie, vous envoyez des centaines de litres d'eau contre votre fondation. Le sol se gorge, il pousse sur le mur, et le mur finit par fendre.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L'ordre des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38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1642" y="1901952"/>
            <a:ext cx="86044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ce n'est pas la fissure, le vrai problème.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3895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1642" y="2651252"/>
            <a:ext cx="86044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venez de dire la chose la plus importante de la matinée. La fissure, c'est le résultat. Si je la répare sans toucher au reste, elle revient dans trois 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38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1642" y="4076191"/>
            <a:ext cx="860448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l'ordre : on rallonge les descentes de gouttière, on refait la pente du terrain, et seulement après, on fait injecter la fissure.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38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1642" y="5163312"/>
            <a:ext cx="86044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dites « on fait injecter ». Ce n'est pas vous qui le faites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tient la maison debout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fondation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mur de béton enfoui, sur lequel tout repose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fissure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fente qui traverse le mur et qui bouge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descente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tuyau qui amène l'eau du toit jusqu'au sol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l'inclinaison du sol autour de la maison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des quatre sont dehors. C'est là que se règlent les problèmes du sous-sol.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VISIBLE ARRIVE TOUJOURS EN SECOND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fissure, une tache, un plancher qui gondole : ce sont des résultats.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cause est ailleurs, presque toujours dehors, et presque toujours une histoire d'eau. Le test tient en une phrase : « si je répare seulement ça et que rien d'autre ne change, est-ce que ça revient ? » Si la réponse est oui, vous regardez un résultat.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l'explication de Fernand Trudelle.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fissure se trouve dans le mur de fondation, du côté nord.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apparue après l'achat de la maison.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descente de gouttière se vide à trois mètres du mur.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Fernand veut injecter la fissure avant de toucher au terrain.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L'injection sera faite par un spécialiste.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laisser sécher trois ou quatre semaines.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fissure se trouve dans le mur de fondation, du côté nord.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apparue après l'achat de la maison.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bien avant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descente de gouttière se vide à trois mètres du mur.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à trente centimètres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Fernand veut injecter la fissure avant de toucher au terrain.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L'injection sera faite par un spécialiste.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laisser sécher trois ou quatre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Redis en deux phrases ce que Fernand a trouvé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le résultat, une pour la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parce que » ou « à cause de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