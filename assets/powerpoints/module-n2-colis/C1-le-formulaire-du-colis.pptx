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Photocopier un formulaire vierge, deux par élève : un pour l'essai, un pour la bonne copie. Le modèle du module est inventé et volontairement simple — six cases, une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fait sortir les vraies difficultés : « nom » et « prénom » inversés, « signature » écrite en lettres détachées. Les noter au tableau, elles reviennent dans la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question d'Amara par tout le groupe : « Qu'est-ce que j'écris ici ? ». C'est la phrase à emporter, et elle vaut devant n'importe quel guichet.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préposé ne remplit rien : il montre. Amara écrit elle-même, comme au comptoir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Ces quatre mots sont sur le formulaire de la banque, de la clinique et de l'école. Le dire au groupe : la séance sert bien au-delà de la 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signer trois fois de suite sur un brouillon, et comparer : c'est la ressemblance entre les trois qui compte, pas la beauté.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mêmes énoncés sont dans le module en ligne, exercice `t2vf`.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cases sont dans le module en ligne, exercice `t2form`, avec sa mini-leçon. Faire d'abord celle d'Amara au tableau, puis passer à la sienne dans la pratique à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À l'étape 4, faire chercher le code postal en premier : c'est la case le plus souvent oubliée, et la seule qui fasse revenir le colis.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de repérer ces mêmes mots sur un vrai papier reçu à la maison, et de l'apporter s'ils le veulent.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formulaire du colis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Lire un formulaire case par case, y écrire son nom, son prénom et son adresse, et signer au bon endroit.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J'envoie une lettre et un colis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nom, prénom, adresse, signature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remplir les six cases d'un formulaire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case de l'expéditeur de celle du destinataire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qu'on fait du reçu.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 le préposé avec cette boîte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la boîte va-t-elle sur la balance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écrit sur un formulaire de colis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rempli un formulaire en français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vous a arrêté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la boîte ici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4269" y="2322576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Posez la boîte ici.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4269" y="3071876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Voilà. C'est pour Sherbrooke.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4269" y="3821175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kilos. Remplissez ce formulaire.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4269" y="4570475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j'écris ici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4269" y="5319775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nom, votre prénom, votre adresse.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Signez en bas, à droite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2158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4269" y="1901952"/>
            <a:ext cx="892185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cette case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7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122158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4269" y="2633472"/>
            <a:ext cx="892185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de la personne. Et son adresse.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39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364991"/>
            <a:ext cx="122158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4269" y="3364991"/>
            <a:ext cx="892185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D'accord. Et après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3192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6511"/>
            <a:ext cx="122158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269" y="4096511"/>
            <a:ext cx="892185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Signez en bas. Ici, à droite.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6344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828031"/>
            <a:ext cx="122158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AMARA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54269" y="4828031"/>
            <a:ext cx="892185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Voilà. C'est fini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9495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559551"/>
            <a:ext cx="122158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4269" y="5559551"/>
            <a:ext cx="892185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Oui. Voici votre reçu. Gardez-le.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tous les formulaires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 DE LA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de famille : Diallo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Prénom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petit nom, celui qu'on dit d'abord : Amara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Adresse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numéro, la rue et l'appartement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nom écrit à la main, jamais en lettres détachées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haut, l'expéditeur : c'est vous. En bas, le destinataire : c'est la personne qui reçoit.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SIGNER, CE N'EST PAS ÉCRIRE SON 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signature se fait à la main, et toujours de la même façon.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peut écrire son nom en lettres détachées dans la case « Nom ». Dans la case « Signature », on signe : c'est le tracé qu'on refait pareil chaque fois, à la banque comme à la poste. Personne ne signe à votre 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colis pèse deux kilos.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préposé remplit le formulaire pour Amara.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Amara écrit son nom et son adresse.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signe en bas, à droite.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préposé jette le reçu.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colis pèse deux kilos.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préposé remplit le formulaire pour Amara.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écrit elle-même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Amara écrit son nom et son adresse.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signe en bas, à droite.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préposé jette le reçu.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le donne, et il faut le garder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remplis mes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Avec les renseignements d'Amara Diallo, 4520, rue Bélanger, app. 3, Montréal (Québec) H1T 1C5.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 : 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Prénom : 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Numéro et rue : 4520, ___ Bélanger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Appartement : 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Ville : 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Code postal : ___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remplis mes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 :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Diallo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Prénom :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Amara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Numéro et rue : 4520, ___ Bélanger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Appartement :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Ville :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Montréal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Code postal :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H1T 1C5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 colis, mon formulaire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le formulaire photocopié.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mots d'un formulaire et ce qu'on met dedans.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 : mon nom de famille.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Prénom : mon petit nom.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Signature : je signe à la main.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J'envoie une lettre et un colis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