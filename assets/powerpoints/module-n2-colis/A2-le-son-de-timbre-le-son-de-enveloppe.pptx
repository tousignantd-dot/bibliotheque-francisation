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d'oreille avant tout. Parler peu, faire écouter beaucoup. Certains élèves n'entendront pas la différence au premier cours : c'est normal, elle vient avec la répétition.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paires plusieurs fois, lentement, sans expliquer. Laisser le groupe chercher. La règle vient après l'oreille, jamais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poser la main sous le menton : pour le son de « enveloppe », la mâchoire descend. C'est le repère le plus sûr, et il ne demande aucun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Une seule règle, et l'orthographe de quatre mots du module devient sûre. Faire chercher au groupe un cinquième mot avec m devant b ou 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Écrire les deux formes au tableau, la fausse barrée. Les élèves qui écrivent déjà en français font cette faute-là plus que toute 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mot trois fois, dans le désordre. Ne pas montrer l'écriture pendant l'écoute : c'est l'oreille qui travaille. Les huit mêmes mots sont dans le module en ligne, exercice `prSon`, avec un bouton d'écoute.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deux mots en chœur, lentement, puis à vitesse normale. Y revenir en début de chaque séance suivante, trente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redire soi-même le mot quand les deux élèves hésitent : ils ont besoin d'un modèle, pas d'un arbitre.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d'oreille. Rappeler que la mini-leçon en ligne fait entendre chaque phrase autant de fois qu'on veut, et que le laboratoire y trie les deux sons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son de « timbre », le son de « enveloppe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sons qui passent par le nez. Ce qui les sépare, c'est la bouche : étirée pour l'un, grande ouverte pour l'autre.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J'envoie une lettre et un colis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son de « timbre » et celui de « enveloppe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quatre façons d'écrire chaque son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appliquer la règle du m devant b et p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cinq » et « cent » sans les confondre.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 : cinq, cent. Est-ce le même son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oste-col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Dites les deux nombres à voix haute.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bouche bouge de la même façon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maintenant : timbre, enveloppe.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 la différence, à votre avis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sons du nez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L'ENTEND DANS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son de 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timbre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 · vingt · demain · un chemin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son de 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enveloppe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cent · trente · dedans · comment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bouche, pour le premier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étirée, comme pour sourire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bouche, pour le second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grande ouverte, la mâchoire descend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deux passent par le nez. C'est la bouche qui décide lequel sort.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UN SON, QUATRE ÉCRITURES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ça s'écrit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son de « timbre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 · im · ain · ein — un chem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in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, un t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im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bre, dem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ain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, pl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ein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son de « enveloppe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 · am · en · em — ded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ans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, une l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am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pe, une 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en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veloppe, nov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em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bre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La règle du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b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 et 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p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, on écrit m et jamais n : t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im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bre, l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am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pe, nov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em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bre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S ENTRE LE NEZ ET LA BOUCHE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b et p, jamais n. On écrit 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pour cela qu'on écrit un t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im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bre et non « un tinbre », une l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am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pe et non « une lanpe ». Le son ne change pas ; seule la lettre change.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Le son de « timbre » ou celui de « enveloppe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 et écrivez quel son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timbre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enveloppe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98648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54096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98648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54096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57600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13048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57600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13048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dedans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16552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572000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chemin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16552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572000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Le son de « timbre » ou celui de « enveloppe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timbre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timbre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enveloppe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enveloppe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98648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54096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timbre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98648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54096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cent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enveloppe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57600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13048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demain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timbre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57600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13048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dedans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enveloppe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16552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572000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chemin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timbre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16552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572000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enveloppe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tambre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timbre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le plus employé du module est aussi celui qui se déforme le plus. Dites-le en souriant : la bouche étirée donne le bon son toute seule. Même chose pour « une enveloppe », qu'on entend souvent « une inveloppe » : là, il faut au contraire ouvrir grand.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tri des deux 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chacun son tour.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Dites ces trois phrases à voix haute, trois fois chacune.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timbre, s'il vous plaît.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Cinq enveloppes,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colis arrive demain.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