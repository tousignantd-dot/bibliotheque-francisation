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Apporter les enveloppes du devoir de B1. La séance les complète : on y ajoute le code postal, les abréviations et le coin de l'expéditeur.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question amène l'expéditeur sans qu'on ait à l'annoncer. Laisser le groupe trouver que son propre nom doit être quelque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à voix haute le code postal de l'école, un caractère à la fois. On ne dit jamais « cent quinze » pour 1C5.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: à l'oral on dit le mot en entier — « appartement six », jamais « app six ». L'abréviation ne sert qu'à la main qui écrit, quand la place manque.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fois. Les deux mots sont longs et se ressemblent : les écrire au tableau l'un sous l'autre et souligner « envoie » et « reçoit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Dessiner l'enveloppe au tableau avec les trois zones. Les élèves reprennent le dessin sur leur cahier : c'est la page qu'ils regarderont chez 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cinq mêmes phrases sont dans le module en ligne, exercice `t1code`, avec sa mini-leçon.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cinq mêmes énoncés sont dans le module en ligne, exercice `t1b`.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Ramasser les enveloppes à la fin et les redonner à la séance E1 : elles servent de preuve du chemin parcouru, et l'effet est réel.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Demander d'en relever au moins une vraie, sur une enveloppe ou une facture reçue à la maison.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code postal, et qui écrit à qui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Lire et écrire un code postal, reconnaître les abréviations de l'adresse, et savoir où va son propre nom.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J'envoie une lettre et un colis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code postal caractère par caractère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app., boul., av., ch., C.P. et QC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l'expéditeur du destinataire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chaque nom au bon endroit sur l'enveloppe.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va cette lettre quand elle tombe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oste-boi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l'adresse est incomplète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la personne a déménagé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la lettre peut-elle revenir chez vous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déjà reçu une lettre qui n'était pas pour 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caractères, toujours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CODE POSTAL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FAUT SAVOIR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H1T 1C5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trois caractères, un espace, trois caractères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lettre, chiffre, lettre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puis chiffre, lettre, chiffre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le dit un par 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H, un, T… un, C, cinq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première lettre dit la région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H, Montréal · J, l'Estrie · G, Québec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25119"/>
          </a:xfrm>
          <a:prstGeom prst="roundRect">
            <a:avLst>
              <a:gd name="adj" fmla="val 1773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67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Sans code postal, la lettre part quand même, mais elle arrive plus tard. On l'écrit toujours.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ABRÉVIATIONS DE L'ADRESSE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les écrit, on ne les dit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app.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appartement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boul.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49936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boulevard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av.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49936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avenue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302252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471678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chemin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773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27778" y="4302252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C.P.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7778" y="471678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case postale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854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68588" y="4302252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QC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8588" y="4716780"/>
            <a:ext cx="2936138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Québec, la province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vous, vous êtes qui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trouvez qui est qui.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54269" y="23225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Madame, il manque une chose.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AMARA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4269" y="29829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Ah bon ? Quoi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4269" y="36433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nom et votre adresse.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AMARA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54269" y="4303775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adresse ? Pourquoi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LUC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54269" y="49641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êtes l'expéditeur.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AMARA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54269" y="56245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mon frère 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6120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62849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LUC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54269" y="62849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Lui, c'est le destinataire.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PERSONNES SUR UNE ENVELOPPE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haut à gauche, celui qui envoie. Au milieu, celui qui reçoit.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L'&lt;b&gt;expéditeur&lt;/b&gt; écrit son nom en haut, à gauche, en petit. Le &lt;b&gt;destinataire&lt;/b&gt; va au milieu, en plus gros. Le timbre reste en haut, à droite. Si la personne a déménagé, la lettre revient chez l'expéditeur : c'est à cela que sert ce coin-là.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code postal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un seul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code postal a ___ caractères.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premier caractère est une ___.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deuxième caractère est un ___.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code postal s'écrit à la ___ de l'adresse.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H1T 1C5 : cette adresse est à ___.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code postal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code postal a ___ caractères.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premier caractère est une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lettre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deuxième caractère est un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chiffre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code postal s'écrit à la ___ de l'adresse.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H1T 1C5 : cette adresse est à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Montréal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manque le nom d'Amara sur l'enveloppe.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Amara est l'expéditeur.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frère est l'expéditeur, lui aussi.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L'adresse de l'expéditeur va en haut, à gauche.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préposé dit d'écrire en gros.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manque le nom d'Amara sur l'enveloppe.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Amara est l'expéditeur.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frère est l'expéditeur, lui aussi.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il est le destinataire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L'adresse de l'expéditeur va en haut, à gauche.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préposé dit d'écrire en gros.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en petit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L'enveloppe complète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avec l'enveloppe du devoir de B1.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adresses avec leur abréviation.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4520, rue Bélanger, app.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88, boul. Saint-Laurent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12, av. du Parc, C.P. 240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J'envoie une lettre et un colis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