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chiffres et de politesse. Apporter de la monnaie et des billets : les élèves les manipulent pendant qu'on dit les montants. Le prix se comprend plus vite quand il est dans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est le cœur de la séance. Beaucoup d'élèves paient sans avoir compris, par gêne. Dire clairement que demander de répéter est poli, et que personne ne s'en formalise.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quatre montants par chaque élève, une fois. Écrire deux montants de plus au tableau et les faire lire sans préparation.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quatre phrases en chaîne, par toute la classe, deux fois. Ce sont exactement les phrases attendues à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entendre la différence entre la voix qui descend (on affirme) et la voix qui monte (on vérifie). Deux essais suffisent, la plupart des langues font 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photos sont dans le module en ligne, exercice `prImg`, à glisser sur la bonne phrase. Ici, on les nomme à voix haute avant de les manipuler ce soir.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le module en ligne, exercice `prCombien`. Les faire d'abord à l'oral : le mot vient plus vite quand la phrase a été dite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C'est l'étape 3 qui compte : dire le prix trop vite exprès, pour que la phrase « pouvez-vous répéter » serve pour de vrai. Le prévenir au groupe, sinon certains croiront avoir échoué.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d'en relever trois vrais, vus dans un magasin cette semaine, plutôt que d'en inventer.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Combien ça coûte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Demander un prix, l'entendre en dollars, le redire pour vérifier, et faire répéter quand ça va trop vite.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J'envoie une lettre et un colis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« Combien ça coûte ?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prix en dollars, à la virgule près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un montant pour le vérifier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poliment de répéter.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sur cette balance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pèse-t-on un colis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prix est le même pour une lettre et pour une boîte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le prix avant de payer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dire si on n'a pas compris le montant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prix, et ce qu'on en 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1,44 $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dollar quarante-quatre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2,00 $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dollars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13,15 $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treize dollars quinze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0,95 $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quatre-vingt-quinze cents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virgule sépare les dollars des cents. On ne dit jamais le mot « virgule » : on dit les dollars, puis le nombre qui suit.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QUATRE PHRASES POUR LE COMPTOIR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dire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Demander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&lt;b&gt;Combien&lt;/b&gt; ça coûte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Vérifier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dollar quarante-quatre ? — on redit le nombre, la voix monte.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Faire répéter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Pouvez-vous &lt;b&gt;répéter&lt;/b&gt;, s'il vous plaît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Remercier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beaucoup. Bonne journée.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REDIRE LE MONTANT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dollar quarante-quatre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répète le nombre qu'on a entendu, et la voix monte à la fin. Ce n'est pas une hésitation : c'est une vérification. Le préposé répond « oui » ou corrige, et l'affaire est réglée avant de payer.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voit sur la photo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photo à ce qu'elle montre.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enveloppe blanche, avec un timbre en haut, à droite.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boîte brune, fermée avec du ruban.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boîte rouge, au coin d'une rue.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comptoir, au fond d'une pharmacie.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carton qui dépasse d'une boîte aux lettres d'immeuble.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boîte posée sur une balance.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voit sur la photo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enveloppe blanche, avec un timbre en haut, à droite.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l'enveloppe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boîte brune, fermée avec du ruban.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colis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boîte rouge, au coin d'une rue.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boîte aux lettres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comptoir, au fond d'une pharmacie.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comptoir postal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carton qui dépasse d'une boîte aux lettres d'immeuble.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l'avis de livraison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boîte posée sur une balance.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balance du comptoir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 du comptoir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ça coûte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timbre, s'il vous 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envoyer cette lettre.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1,44 $ : un dollar ___-quatre.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___, s'il vous plaît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beaucoup. Bonne journée.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 du comptoir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ça coûte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Combien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timbre, s'il vous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plaît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envoyer cette lettre.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1,44 $ : un dollar ___-quatre.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quarante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___, s'il vous plaît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répéter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beaucoup. Bonne journée.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Merci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prix change à chaque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L'un tient le comptoir, l'autre 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prix en toutes lettres.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1,44 $ : un dollar quarante-quatre.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2,50 $ : deux dollars cinquante.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13,15 $ : treize dollars quinze.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J'envoie une lettre et un colis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