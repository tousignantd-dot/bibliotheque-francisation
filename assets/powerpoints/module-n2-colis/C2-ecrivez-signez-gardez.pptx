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grammaire, mais tirée de phrases entendues au comptoir. Ne jamais donner la règle avant la phrase : on part de ce que Luc dit, on remonte à la 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Presque tout le groupe l'a déjà reçu, et plusieurs l'ont jeté. Le dire sans reproche : c'est justement pour cela que la séance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remarquer qu'on n'entend jamais « vous écrivez votre nom » pour donner une consigne : le « vous » disparaît, et c'est ce qui rend la phrase brève.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les six à voix haute, en chœur. Un ami dirait « écris », « signe » — sans -ez, et sans s à « écris ». Le mentionner sans l'exercer : au comptoir, c'est « vous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« Mon adresse » est la seule exception à retenir de la séance, et c'est un mot du module : elle vaut la peine.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fois. Trois choses à retenir : où est le colis, quoi apporter, et qu'on signe. Les faire nommer par trois élèves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mêmes phrases sont dans le module en ligne, exercice `t2imper`.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mêmes phrases sont dans le module en ligne, exercice `t2poss`. Faire justifier chaque réponse à voix haute : qui parle, et de quoi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La réponse à l'étape 4 est quinze jours ; après, le colis repart chez l'expéditeur. C'est le renseignement le plus utile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Demander de les lire à voix haute : les six verbes doivent être reconnus à l'oreille pour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Écrivez, signez, gardez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Comprendre les consignes du comptoir, dire « mon » et « votre » au bon moment, et lire un avis de livraison.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J'envoie une lettre et un colis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consigne à l'impératif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mon, ma, mes, votre et vos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avis de livraison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qu'on apporte pour reprendre un colis.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ce carton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oste-av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trouvé un papier comme celui-là chez 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Qu'avez-vous fait avec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annonce, à votre avis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peut-on attendre avant d'y aller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verbe qui donne une consigne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DIT LUC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Écrivez votre nom.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devez écrire votre nom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Signez ici.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devez signer ici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Remplissez le formulaire.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devez remplir le formulaire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Gardez votre reçu.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devez garder votre reçu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verbe finit par -ez, et il n'y a pas de « vous » devant. C'est la forme la plus courte du français.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SIX VERBES DE LA POSTE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Toujours à la même forme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écrivez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Écrivez votre nom dans la case.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remplissez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49936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Remplissez ce formulaire, s'il vous plaît.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signez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49936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Signez en bas, à droite.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302252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posez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71678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Posez la boîte sur la balance.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773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27778" y="4302252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gardez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7778" y="471678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Gardez votre reçu.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854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68588" y="4302252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apportez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8588" y="471678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Apportez le carton et une carte avec votre photo.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MON NOM, VOTRE NOM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 je parle de moi : mon, ma, mes. Quand on me parle : votre, vos.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1" i="0">
                <a:solidFill>
                  <a:srgbClr val="4B4F52"/>
                </a:solidFill>
                <a:latin typeface="Verdana"/>
              </a:rPr>
              <a:t>mon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devant un mot masculin,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ma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devant un mot féminin,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mes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quand il y en a plusieurs. On dit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mon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adresse et non « ma adresse » : le mot commence par une voyelle. Pour « votre » et « vos », le masculin et le féminin ne changent rien — seul le nombre compte.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carton dans la boîte aux lettres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ce qu'Amara doit apporter.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AMARA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54269" y="23225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Karim, regarde. C'est quoi, ce carton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KARIM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4269" y="29829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avis de livraison.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AMARA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4269" y="36433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Alors il est où, mon colis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KARIM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54269" y="4303775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comptoir postal. Tu vas le chercher.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54269" y="49641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J'apporte quoi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KARIM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54269" y="56245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carton et une carte avec ta photo.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6120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62849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AMARA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54269" y="62849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je signe 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6780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32688" y="69453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KARIM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54269" y="69453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Oui. Tu signes, et tu prends ton colis.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Écrivez, signez, remplissez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consigne avec le bon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la boîte sur la balance.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ce formulaire, s'il vous plaît.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votre nom dans la case.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en bas, à droite.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votre reçu à la maison.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le carton et une carte avec votre photo.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Écrivez, signez, remplissez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la boîte sur la balance.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Posez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ce formulaire, s'il vous plaît.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Remplissez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votre nom dans la case.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Écrivez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en bas, à droite.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Signez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votre reçu à la maison.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Gardez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le carton et une carte avec votre photo.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Apportez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 nom, votre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mon, ma, mes, votre ou vos.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Voici ___ nom : Diallo.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J'habite dans ___ rue Bélanger.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Écrivez ___ adresse ici.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Apportez ___ papiers au comptoir.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cherche ___ colis.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Gardez ___ reçu.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 nom, votre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Voici ___ nom : Diallo.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J'habite dans ___ rue Bélanger.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Écrivez ___ adresse ici.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Apportez ___ papiers au comptoir.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cherche ___ colis.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Gardez ___ reçu.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votre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viens chercher mon colis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deux. L'un tient le comptoir, l'autre arrive avec le carton.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consignes que le préposé pourrait vous dire.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Remplissez ce formulaire.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Signez en bas, à droite.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Gardez votre reçu.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J'envoie une lettre et un colis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