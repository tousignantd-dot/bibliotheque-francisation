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séance. Rendre les enveloppes de la séance B2 au début : les élèves voient ce qu'ils écrivaient il y a deux semaines. La moitié du temps se passe en production réelle ; les diapositives ne sont qu'un cadre.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questions, quatre séances. Laisser répondre sans reprendre : le but est que le groupe entende qu'il sait déjà tout cela.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le renversement : à la séance A1, c'est Amara qui ne savait rien. Le dire au groupe en toutes lettres — c'est le moment de la séance qui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sert de révision de tout le module en une seule page ; la laisser affichée pendant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rappeler une dernière fois : personne ne s'impatiente devant quelqu'un qui vérifie. C'est le contraire qui fait perdre du temps à tout le monde.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trois situations du jeu de rôle en ligne. L'assistant y joue Luc Tremblay, le préposé : il répond en deux ou trois mots, lentement, une information à la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Laisser recommencer autant de fois qu'il le faut : c'est l'écoute de soi qui fait progresser, pas la première prise. Les sept sujets à couvrir sont listés dans le module en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Rappeler les deux choses qui seront regardées : la province entre parenthèses, et les six caractères du code postal. Les enveloppes réussies partent vraiment, si l'élève le veut.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devoir du module. Demander de raconter à la séance suivante ce qui s'est passé — ce qui a marché, et ce qui a été trop vite. C'est le retour qui compte, pas la réussite.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Faire sa démarche au comptoir de vive voix, puis écrire une adresse complète sur une enveloppe.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J'envoie une lettre et un colis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une démarche complète au comptoir postal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 prix et le redire pour vérifier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s'enregistrer et s'écouter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adresse complète sur une enveloppe.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Sauriez-vous expliquer la poste à quelqu'un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oste-compto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achète-t-on un timbre, près d'ici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écrit sur une enveloppe, et dans quel ordre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faire quand on trouve un carton dans sa boîte aux lettres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phrase employez-vous si le prix va trop vite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Cette fois, c'est Amara qui explique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qui explique et qui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KARIM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54269" y="23225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Amara, ma cousine arrive demain.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AMARA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4269" y="29829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veut envoyer une lettre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KARIM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4269" y="36433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Oui. Elle ne sait pas comment.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AMARA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4269" y="4303775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facile. Elle achète un timbre.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KARIM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54269" y="49641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AMARA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54269" y="56245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comptoir postal, dans la pharmacie.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6120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62849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KARIM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54269" y="62849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l'adresse 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6780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32688" y="69453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AMARA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54269" y="69453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 au milieu. La rue en dessous.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revient de tout le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33928"/>
          </a:xfrm>
          <a:prstGeom prst="roundRect">
            <a:avLst>
              <a:gd name="adj" fmla="val 45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VU 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timbre, s'il vous plaît. Combien ça coûte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A1 et A3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02864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 au milieu, la rue en dessous.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02864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B1 — les cinq lignes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8198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809999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Sherbrooke (Québec) J1H 1P4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809999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B2 — le code postal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5442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82439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Écrivez votre nom. Signez ici. Gardez votre reçu.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82439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C1 et C2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82184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38216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Rien de neuf dans cette colonne : le module entier tient dans ces quatre lignes.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REDIRE, ET FAIRE RÉPÉTER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dollar quarante-quatre ? … Pouvez-vous répéter, s'il vous plaît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sont les deux phrases qui servent le plus longtemps, bien au-delà du comptoir postal. Elles ne sont ni une faiblesse ni une faute : elles montrent qu'on écoute pour de bon.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SITUATIONS POUR 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la vôtre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J'achète un timbre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une lettre à envoyer à Sherbrooke. Vous ne savez pas combien coûte un timbre.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J'envoie un colis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une boîte de deux kilos à envoyer. Vous voulez le prix, et savoir quoi écrire sur le formulaire.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Je viens chercher mon colis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trouvé un avis de livraison dans votre boîte aux lettres. Vous venez chercher votre colis.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Faites votre démarche au comptoir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temps. Enregistrez-vous, écoutez-vous, recommencez.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une adresse complète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Sur l'enveloppe distribuée, les quatre lignes et le coin de l'expéditeur.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Allez au comptoir postal cette semaine, et dites une phrase en français.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timbre, s'il vous plaît.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Combien ça coûte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Merci beaucoup. Bonne journée.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J'envoie une lettre et un colis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