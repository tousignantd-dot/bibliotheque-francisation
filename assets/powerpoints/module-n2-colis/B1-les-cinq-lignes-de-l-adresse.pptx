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Distribuer deux enveloppes vierges par élève dès l'entrée : une pour l'essai, une pour la bonne copie. Toute la séance se fait le crayon à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est celle qui fait parler. Laisser deux ou trois élèves décrire l'ordre de leur pays d'origine, au tableau si possible : la comparaison fixe l'ordre du Québec mieux qu'une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Karim Haddad est dans la même classe qu'Amara depuis deux ans. Faire remarquer qu'il ne fait pas le travail à sa place : il montre, elle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l'adresse complète au tableau, ligne par ligne, pendant qu'on réécoute. Les élèves recopient sur leur première enveloppe.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diapositive la plus importante du module : la laisser affichée pendant toute la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Beaucoup d'élèves écrivent le code postal en premier, comme dans leur pays. Le montrer sans le corriger comme une faute : c'est un usage différent, pas une erreur.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mêmes énoncés sont dans le module en ligne, exercice `t1vf`. Les faire à l'oral d'abord.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phrases sont dans le module en ligne, exercice `t1adresse`. La mini-leçon du même nom reprend les quatre lignes une par une, avec l'audio.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C'est l'exercice le plus utile du module : dicter son adresse sert au médecin, à la banque et au comptoir postal. Circuler et faire épeler les noms de rue difficiles.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et vrai : demander leur adresse à eux. La séance C1 s'en servira pour remplir le formulaire du colis.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cinq lignes de l'adresse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Écrire une adresse du Québec sur une enveloppe : le nom, le numéro et la rue, la ville, la province, le code postal.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J'envoie une lettre et un colis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les cinq lignes d'une adresse dans le bon ordre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la province entre parenthèses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numéro d'appartement après la rue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va le timbre et où va l'expéditeur.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est écrit sur une enveloppe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lignes voyez-vous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votre pays, l'adresse s'écrit-elle dans le même ordre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le timbre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en haut, à gauche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Karim prend le crayon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4269" y="2322576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Karim, je ne sais pas où écrire.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4269" y="3071876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Regarde. Au milieu, tu écris le nom.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4269" y="3821175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Ousmane Diallo. C'est mon frère.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4269" y="4570475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Bien. En dessous, le numéro et la rue.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4269" y="5319775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145, rue King Ouest, app. 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ville, la province, le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4269" y="1901952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Après, la ville et la province.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4269" y="2651252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Sherbrooke, Québec.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4269" y="3400551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Et le code postal à la fin.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269" y="4149851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J1H 1P4.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345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899151"/>
            <a:ext cx="12215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54269" y="4899151"/>
            <a:ext cx="8921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bon. Ton enveloppe est prête.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adresse du Québec, ligne par ligne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— le 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Ousmane Diallo — le prénom, puis le nom de famille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— le numéro et la 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145, rue King Ouest, app.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 — la ville et la province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Sherbrooke (Québec)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 — le code postal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J1H 1P4 — à la fin, toujours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L'appartement vient après la rue, jamais devant le numéro.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PROVINCE ENTRE PARENTHÈSES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Sherbrooke (Québec) J1H 1P4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ville d'abord, la province ensuite, entre parenthèses. Le code postal se met sur la même ligne, après un espace, ou sur la ligne en dessous. Les deux se font ; ce qui ne se fait pas, c'est de le mettre avant la ville.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Karim montre à Amara comment écrire l'adresse.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 s'écrit au milieu de l'enveloppe.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Ousmane Diallo habite à Montréal.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numéro d'appartement est le 6.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code postal s'écrit avant la ville.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Karim montre à Amara comment écrire l'adresse.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 s'écrit au milieu de l'enveloppe.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Ousmane Diallo habite à Montréal.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à Sherbrooke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numéro d'appartement est le 6.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code postal s'écrit avant la ville.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à la fin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ligne à sa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seul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la première ligne, on écrit le ___.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le numéro, on écrit le nom de la ___.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numéro d'appartement s'écrit ___ la rue.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province s'écrit entre ___.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___ postal vient à la fin.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écrit Sherbrooke ___.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ligne à sa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la première ligne, on écrit le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le numéro, on écrit le nom de la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numéro d'appartement s'écrit ___ la rue.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après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province s'écrit entre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parenthèses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___ postal vient à la fin.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écrit Sherbrooke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(Québec)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L'enveloppe de mon voisin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avec la deuxième enveloppe.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adresse complète, les quatre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Amara Diallo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4520, rue Bélanger, app.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Montréal (Québec) H1T 1C5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J'envoie une lettre et un colis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