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passé composé. Prévenir : c'est la séance la plus grammaticale du module, et celle qui sert le plus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cas seulement. Le premier couvre la grande majorité : c'est avoir par défaut, être par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Formuler ainsi soulage : il n'y a pas deux listes à apprendre, il y en a une, et le reste est 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paires de contraires. C'est le meilleur moyen mnémotechnique pour cette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cartes dépassent un peu le niveau. Les montrer et passer : les élèves les rencontreront en lisant.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sur six prennent avoir : c'est la proportion habituelle. Le faire remarquer pour rassurer.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pronominal : « se sauver ». Sans le pronom, « sauver » prendrait avoir. Le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réciter la liste des verbes de mouvement au début de chaque exercice écrit, pendant quelques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côte à côte : « elle est arrivée » et « elle a organisé ». Même sujet, deux traitements opposés.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apparié : même sujet, deux auxiliaires. C'est le contraste qui enseigne.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auxiliaires : trois avoir, deux être. C'est la proportion normale d'un récit.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l'auxiliaire d'abord, l'accord ensuite. Un auxiliaire juste avec un accord manqué vaut mieux que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qui décide de tout : de l'auxiliaire dépend l'accord, et de l'accord dépend l'orthographe de la phrase entière. Trois listes suffisent à ne plus jamais se tromper.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avoir et être au passé composé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liste des verbes qui prennent être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tous les verbes pronominaux prennent être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seulement quand il le faut.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cas, trois auxiliaires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16392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L'AUXILIAIRE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637" y="1975104"/>
            <a:ext cx="4633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plupart des verbes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899" y="2395728"/>
            <a:ext cx="163928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637" y="2395728"/>
            <a:ext cx="4633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parlé, ils ont amassé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3947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verbes de mouvement ou d'état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899" y="2935224"/>
            <a:ext cx="163928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37" y="2935224"/>
            <a:ext cx="4633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arrivée, ils sont restés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verbes pronominaux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3776472"/>
            <a:ext cx="163928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5637" y="3776472"/>
            <a:ext cx="4633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s'est levée, ils se sont rencontrés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PAR DÉFAUT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Avoir, sauf pour deux familles de 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grande majorité des verbes prennent avoir. Deux exceptions : une courte liste de verbes de mouvement ou de changement d'état, et tous les verbes pronominaux. Tout le reste prend avoir.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prennent être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493264"/>
          </a:xfrm>
          <a:prstGeom prst="roundRect">
            <a:avLst>
              <a:gd name="adj" fmla="val 586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MOUVEMENT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CHANGEMENT D'ÉTAT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aller, venir, arriver, partir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naître, mourir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entrer, sortir, monter, descendre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devenir, rester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tomber, retourner, passer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revenir, repartir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41520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797552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Presque tous ont un contraire dans la liste : aller et venir, entrer et sortir, monter et descendre. Cela aide à les retenir.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pièges de l'auxiliaire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Passer » prend les deux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suis passé à la bibliothèque » (déplacement). « J'ai passé une radiographie » (faire quelque chose). Deux sens, deux auxiliaires.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« Monter » et « descendre » aussi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Elle est montée sur la scène » (elle se déplace). « Elle a monté les boîtes » (elle transporte quelque chose).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Les pronominaux, sans 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lever, se rencontrer, se blesser, se sauver : tous avec être, dans tous les cas. C'est la seule règle sans exception du passé composé.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Avec avoir, jamais d'accord avec le sujet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Elle a organisé » — pas de e. C'est l'erreur la plus fréquente après l'apprentissage de l'accord avec être.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plupart prennent avoir. Cherchez les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___ décidé d'organiser une collecte.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arrivée en retard au concours.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___ déménagé le mois dernier.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journaliste ___ venue filmer l'événement.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 dernier, mon frère ___ invité toute la famille.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 ___ retardé le concours d'une heure.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___ décidé d'organiser une collecte.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arrivée en retard au concours.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___ déménagé le mois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journaliste ___ venue filmer l'événement.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 dernier, mon frère ___ invité toute la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 ___ retardé le concours d'une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aux verbes pronominaux.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sculptures ___ fondu à cause du redoux.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organisateurs ___ restés jusqu'à la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___ sauvé par une fenêtre entrouverte.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___ averti la famille.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sculptures ___ fondu à cause du redoux.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ont fondu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organisateurs ___ restés jusqu'à la fin.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sont restés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___ sauvé par une fenêtre entrouverte.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s'est sauvé — pronominal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___ averti la famille.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 averti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VERBE QUI RESSEMBLE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arrivée 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arrivée hier.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Arriver » est dans la liste des verbes de mouvement : il prend toujours être. L'erreur est fréquente parce que la grande majorité des verbes prennent avoir, et le réflexe l'emporte. Vérifiez la liste avant d'écrire.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L'ACCORD AVEC 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organisée la collecte.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organisé la collecte.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l'auxiliaire avoir, le participe ne s'accorde pas avec le sujet. L'erreur vient de l'accord avec être, appris juste avant. La règle est simple : être accorde, avoir n'accorde pas.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Auxiliaire et accord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choses à décider pour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(retrouver) ___ son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(sortir) ___ de la maison.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(fabriquer) ___ des affiches.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(partir) ___ à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(se lever) ___ tôt ce matin-là.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Auxiliaire et accord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(retrouver) ___ son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 retrouvé — avoir, pas d'accord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(sortir) ___ de la maison.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sortie — être, accord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(fabriquer) ___ des affiches.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ont fabriqué — avoir, pas d'accord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(partir) ___ à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sont partis — être, accord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voisine (se lever) ___ tôt ce matin-là.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s'est levée — pronominal, accord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phrases au passé composé, auxiliaires variés.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est arrivé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 de l'histoire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la classe a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la fillette a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fait divers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est arrivé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fillette a retrouvé son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 de l'histoire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chat s'est sauvé il y a trois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la classe a fait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 classe a fabriqué des affiches.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la fillette a fait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est sortie les distribuer dans le quartier.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voisine l'a reconnu et a averti la famille.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un événement en cinq phrases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phrase avec l'auxiliaire être, accordée correctement.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phrase avec un verbe pronominal.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