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demander laquelle on lirait dans un journal. Le groupe choisira la seconde sans savoir pourquoi : c'est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Le test « qui fait l'action ? » est le même qu'en B3 : le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tracer les flèches au tableau : le complément monte en tête, le sujet descend après « par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repère est le plus visible, mais le premier est le plus fiable. Insister sur « être + participe passé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une observation de lecture critique. La donner sans insister : elle éveille l'attention.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le plus instructif : « à l'équipe gagnante » n'est pas « par ». Faire remarquer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2 et 3 contiennent « sont » et « s'est » sans être passifs. C'est le piège de l'exercice : le corriger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trois emplois différents de « par » au tableau. La distinction devient claire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2, séance B2. C'est la difficulté la plus fine de la séance : y consacrer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l'accord du participe passé avec le nouveau sujet. C'est le point d'écriture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volontairement impossible. C'est ce qui montre à quoi sert le passif : dire une action sans nommer son 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l'accord du participe avec le sujet. Rendre avant C3, où le même accord reviendra avec l'auxiliaire être du passé composé.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phrase passive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élèves ont organisé la collecte » ou « la collecte a été organisée par les élèves » ? Même événement, deux phrases — et la seconde est celle des journalistes.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qui fait l'action dans une phrase passive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phrase active en phrase passive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les nouvelles emploient souvent le passif.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phrase passive, le sujet ne fait pas l'action : il la subit.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élèves ont organisé la collecte » : les élèves font l'action. « La collecte a été organisée par les élèves » : la collecte ne fait rien, elle subit l'action. Elle est pourtant sujet de la phrase.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Active et passive,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PASSIVE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élèves ont organisé la collecte.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collecte a été organisée par les élèves.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fillette a retrouvé le chat.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chat a été retrouvé par une fillette.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classe a fabriqué l'affiche.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L'affiche a été fabriquée par la classe.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était complément devient sujet, et celui qui fait l'action passe après « par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reconnaître une phrase passive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REPÈRE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 + participe passé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 été organisée, sont interviewés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souvent « par » ensuite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les élèves, par le journaliste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sujet ne fait 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collecte, le chat, l'affiche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repères ne sont pas toujours réunis : « par » peut manquer quand on ne sait pas qui a fait l'action.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les nouvelles emploient le passif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Pour mettre l'événement en tête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collecte a été organisée » commence par la collecte, qui est le sujet du reportage. C'est ce que le lecteur cherche.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Quand on ne sait pas qui a fait l'action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prix a été remis à l'équipe gagnante. » Qui l'a remis ? Le texte ne le dit pas, et ce n'est pas important.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Pour éviter d'accuser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Une erreur a été commise » ne dit pas qui. C'est un usage courant, et il vaut la peine de le remarquer en lisant.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 n'est pas plus poli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passif n'est ni meilleur ni plus soigné. C'est un outil : il change ce qu'on met en tête de phrase.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fait l'action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ce qui suit « par ». S'il n'y a rien, dites-le.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chat a été retrouvé par une fillette de six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mitaines ont été amassées par les élèves.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sculpture a été admirée par des centaines de curieux.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a été remis à l'équipe gagnante.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L'affiche a été fabriquée par la classe de la fillette.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fait l'action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chat a été retrouvé par une fillette de six ans.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fillette de six 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mitaines ont été amassées par les élèves.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les élèves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sculpture a été admirée par des centaines de curieux.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des centaines de curieux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a été remis à l'équipe gagnante.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 précisé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L'affiche a été fabriquée par la classe de la fillette.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classe de la fillette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Active ou passive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« être + participe passé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été invités par les organisateurs.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gagnants du concours sont repartis très fiers.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s'est faufilé par la fenêtre entrouverte.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de cette classe sont interviewés par le journaliste.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bris de chauffage a causé une panne dans l'école.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sculpture a été admirée par des centaines de visiteurs.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Active ou passive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avons été invités par les organisateurs.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gagnants du concours sont repartis très fiers.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s'est faufilé par la fenêtre entrouverte.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de cette classe sont interviewés par le journaliste.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bris de chauffage a causé une panne dans l'école.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sculpture a été admirée par des centaines de visiteurs.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PAR » TROMPEUR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 chat s'est faufilé par la fenêtre » est une phrase passive.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Par » indique ici le passage, pas l'auteur de l'action.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« par » a plusieurs emplois. Dans une phrase passive, il introduit celui qui fait l'action. Ailleurs, il indique un lieu de passage ou un moyen. Le vrai repère reste « être + participe passé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VERBE DE MOUVEMENT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Les gagnants sont repartis » est une phrase passive.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Sont repartis » est un passé composé avec l'auxiliaire être.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Certains verbes forment leur passé composé avec « être » : partir, arriver, rester. Cela ne les rend pas passifs. Le test : est-ce que le sujet fait l'action ? Les gagnants repartent eux-mêmes, donc c'est actif.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phrase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 qui était complément devient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ont organisé la collecte.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voisine a reconnu le chat.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jury a apprécié les détails.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enseignant a proposé le projet.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phrase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ont organisé la collecte.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collecte a été organisée par les élèves.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voisine a reconnu le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chat a été reconnu par une voisine.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jury a apprécié les détails.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détails ont été appréciés par le jury.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enseignant a proposé le projet.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projet a été proposé par un enseignant.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phrase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Celui qui suit « par » redevient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documentaire a été proposé par l'enseignant.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mitaines ont été amassées par les élèves.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sculpture a été admirée par des visiteurs.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a été remis à l'équipe gagnante.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en phrase 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documentaire a été proposé par l'enseignant.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L'enseignant a proposé le documentaire.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mitaines ont été amassées par les élèves.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Les élèves ont amassé les mitaines.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sculpture a été admirée par des visiteurs.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Des visiteurs ont admiré la sculpture.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a été remis à l'équipe gagnante.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impossible — on ne sait pas qui a remis le prix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passives sur une nouvelle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par », une sans.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« être + participe passé » dans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