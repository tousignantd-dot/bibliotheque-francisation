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lequel des deux verbes dit ce qui est arrivé. Le groupe trouvera « sont arrivés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formes au tableau, en colonne. Faire remarquer que trois d'entre elles se prononcent pareil : étais, était, étaient.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formes, six exemples tirés du module. Faire lire à voix haute : étais, était et étaient se disent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chercher les deux temps dans le texte du concours, en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l'imparfait à « pendant que ». Le signaler à ceux qui ont fait le module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avant d'écrire. Trois des six formes se prononcent pareil : c'est l'écrit qui les distingue.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classement. Faire remarquer que le décor est toujours à l'imparfait, sans exception, dans un fait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fréquente. La corriger en demandant : est-ce que 8 h est arrivé, ou est-ce qu'il était déjà là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logique qu'au module 1, séance C2, pour les verbes en -er. Le rappeler.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au passé composé malgré le verbe être : c'est un événement, pas un état.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ensuite une phrase au passé composé : l'événement. Le contraste entre les quatre phrases est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temps de chaque verbe. Rendre avant C3, où l'accord du participe passé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L'imparfait du verbe être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était 8 h quand les pompiers sont arrivés. » Deux temps du passé dans une phrase : l'un plante le décor, l'autre raconte l'événement.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 verbe être à l'imparfait, aux six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décrire une situation passée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l'imparfait du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 décor d'un fait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radical ét- et les terminaisons de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J'étais, tu étais, il était, nous étions, vous étiez, ils étaient. Le radical ne change jamais ; seules les terminaisons bougent, et ce sont celles de tous les verbes à l'imparfait.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à l'imparfait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j'étais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J'étais curieux de voir la sculpture.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étais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étais au concours samedi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elle,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3474720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était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était 8 h quand ils sont arrivés.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951" y="4014215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étions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étions au chalet ce jour-là.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7951" y="455371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étiez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étiez nombreux à la remise des prix.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51" y="5093207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étaient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9742" y="5093207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organisateurs étaient débordés.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QUOI SERT L'IMPARFAIT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décrit une situation, un décor, un état — pas un 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était 8 h » : le décor. « Les pompiers sont arrivés » : l'événement. Dans un fait divers, l'imparfait plante la scène et le passé composé raconte ce qui s'est passé.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de l'imparfait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L'heure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était 8 h. » « C'était un samedi. » Toujours à l'imparfait, jamais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temps qu'il faisait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faisait froid. » « La neige était collante. » Le décor météo d'un fait divers est toujours à l'imparfait.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L'état des personnes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jury était impressionné. » « Les organisateurs étaient débordés. » Un état dure ; il n'est pas un événement.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passait déjà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Deux passants qui marchaient à proximité… » L'action était en cours quand l'événement est arrivé.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Conjuguez être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jury ___ impressionné par les détails de la sculpture.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s'est déclaré quand nous ___ au chalet.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8 h quand les pompiers sont arrivés.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curieux de voir la sculpture gagnante.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les organisateurs ___ débordés de travail.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au concours samedi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Conjuguez être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jury ___ impressionné par les détails de la sculpture.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s'est déclaré quand nous ___ au chalet.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8 h quand les pompiers sont arrivés.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curieux de voir la sculpture gagnante.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les organisateurs ___ débordés de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au concours samedi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étiez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Décor ou événement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L'imparfait décrit, le passé composé raconte.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était 8 h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sont arrivés.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faisait très froid ce jour-là.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remis le premier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étaient débordés.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Décor ou événement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était 8 h du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sont arrivés.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événement — passé composé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faisait très froid ce jour-là.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remis le premier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événement — passé composé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étaient débordés.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L'HEURE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été 8 h quand les pompiers sont arrivés.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était 8 h quand les pompiers sont arrivés.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L'heure, la date et le temps qu'il faisait sont toujours à l'imparfait : ce ne sont pas des événements, ce sont des états. « Il a été 8 h » voudrait dire que 8 h est arrivé puis reparti.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TROIS FORMES SEMBLABLES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organisateurs était débordés.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organisateurs étaient débordés.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Étais », « était » et « étaient » se prononcent exactement pareil. À l'oral, personne ne peut vous corriger ; à l'écrit, l'erreur est très visible. Regardez le sujet, n'écoutez pas le verbe.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Imparfait pour le décor, passé composé pour l'événement.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(être) 22 h et il ___ (faire) très froid.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___ (se déclarer) dans un garage.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___ (dormir) à l'étage.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___ (arriver) dix minutes plus tard.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___ (ne être) blessé.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(être) 22 h et il ___ (faire) très froid.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était · faisait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___ (se déclarer) dans un garage.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déclaré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___ (dormir) à l'étage.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dormait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___ (arriver) dix minutes plus 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___ (ne être) blessé.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n'a été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décor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à l'imparfait avant l'événement.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et le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qu'il faisait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gens présents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décor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et le 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était sept heures du matin, un samedi.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qu'il faisait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faisait moins vingt et la neige était collante.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gens présents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équipes étaient déjà sur la place du village.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début d'un fait divers : trois phrases de décor, une d'événement.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trois premières à l'imparfait, la dernière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L'heure, le temps qu'il faisait, les gens présents, puis ce qui est arrivé.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