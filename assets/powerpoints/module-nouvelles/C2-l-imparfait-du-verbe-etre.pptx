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phrase du chapeau au tableau et demander lequel des deux verbes dit ce qui est arrivé. Le groupe trouvera « sont arrivés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six formes au tableau, en colonne. Faire remarquer que trois d'entre elles se prononcent pareil : étais, était, étaient.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formes, six exemples tirés du module. Faire lire à voix haute : étais, était et étaient se disent de la même façon.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de la séance. Faire chercher les deux temps dans le texte du concours, en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l'imparfait à « pendant que ». Le signaler à ceux qui ont fait le module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 sujet avant d'écrire. Trois des six formes se prononcent pareil : c'est l'écrit qui les distingue.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classement. Faire remarquer que le décor est toujours à l'imparfait, sans exception, dans un fait divers.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fréquente. La corriger en demandant : est-ce que 8 h est arrivé, ou est-ce qu'il était déjà là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Même logique qu'au module 1, séance C2, pour les verbes en -er. Le rappeler.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au passé composé malgré le verbe être : c'est un événement, pas un état. Le corriger en dernier.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ajouter ensuite une phrase au passé composé : l'événement. Le contraste entre les quatre phrases est parlant.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temps de chaque verbe. Rendre avant C3, où l'accord du participe passé reviendra.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L'imparfait du verbe être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était 8 h quand les pompiers sont arrivés. » Deux temps du passé dans une phrase : l'un plante le décor, l'autre raconte l'événement.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conjuguer le verbe être à l'imparfait, aux six personnes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l'imparfait pour décrire une situation passée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l'imparfait du passé composé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 décor d'un fait divers.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radical ét- et les terminaisons de l'imparfait.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J'étais, tu étais, il était, nous étions, vous étiez, ils étaient. Le radical ne change jamais ; seules les terminaisons bougent, et ce sont celles de tous les verbes à l'imparfait.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Être à l'imparfait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184580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PERSONNE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7951" y="1975104"/>
            <a:ext cx="205233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69742" y="1975104"/>
            <a:ext cx="576980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951" y="2395728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j'étais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69742" y="2395728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J'étais curieux de voir la sculpture.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951" y="2935224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tu étais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9742" y="2935224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Tu étais au concours samedi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il, elle, 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951" y="3474720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était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9742" y="3474720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était 8 h quand ils sont arrivés.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97951" y="4014215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nous étions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69742" y="4014215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étions au chalet ce jour-là.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553712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7951" y="4553712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vous étiez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9742" y="4553712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étiez nombreux à la remise des prix.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2688" y="5093207"/>
            <a:ext cx="184580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ils, elles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51" y="5093207"/>
            <a:ext cx="205233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ils étaient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69742" y="5093207"/>
            <a:ext cx="576980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organisateurs étaient débordés.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À QUOI SERT L'IMPARFAIT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décrit une situation, un décor, un état — pas un 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 était 8 h » : le décor. « Les pompiers sont arrivés » : l'événement. Dans un fait divers, l'imparfait plante la scène et le passé composé raconte ce qui s'est passé.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emplois de l'imparfait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L'heure et la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Il était 8 h. » « C'était un samedi. » Toujours à l'imparfait, jamais au passé composé.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temps qu'il faisait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Il faisait froid. » « La neige était collante. » Le décor météo d'un fait divers est toujours à l'imparfait.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L'état des personnes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 jury était impressionné. » « Les organisateurs étaient débordés. » Un état dure ; il n'est pas un événement.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qui se passait déjà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Deux passants qui marchaient à proximité… » L'action était en cours quand l'événement est arrivé.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Conjuguez être à l'imparfait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le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jury ___ impressionné par les détails de la sculpture.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L'incendie s'est déclaré quand nous ___ au chalet.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8 h quand les pompiers sont arrivés.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curieux de voir la sculpture gagnante.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semaine dernière, les organisateurs ___ débordés de travail.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au concours samedi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Conjuguez être à l'imparfait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jury ___ impressionné par les détails de la sculpture.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L'incendie s'est déclaré quand nous ___ au chalet.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8 h quand les pompiers sont arrivés.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curieux de voir la sculpture gagnante.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semaine dernière, les organisateurs ___ débordés de travail.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étaient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___ au concours samedi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étiez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Décor ou événement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L'imparfait décrit, le passé composé raconte.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était 8 h du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pompiers sont arrivés.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faisait très froid ce jour-là.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jury a remis le premier prix.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organisateurs étaient débordés.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Décor ou événement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était 8 h du matin.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décor — imparfait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pompiers sont arrivés.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événement — passé composé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faisait très froid ce jour-là.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décor — imparfait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jury a remis le premier prix.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événement — passé composé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organisateurs étaient débordés.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décor — imparfait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L'HEURE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a été 8 h quand les pompiers sont arrivés.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était 8 h quand les pompiers sont arrivés.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L'heure, la date et le temps qu'il faisait sont toujours à l'imparfait : ce ne sont pas des événements, ce sont des états. « Il a été 8 h » voudrait dire que 8 h est arrivé puis reparti.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DES TROIS FORMES SEMBLABLES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organisateurs était débordés.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organisateurs étaient débordés.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Étais », « était » et « étaient » se prononcent exactement pareil. À l'oral, personne ne peut vous corriger ; à l'écrit, l'erreur est très visible. Regardez le sujet, n'écoutez pas le verbe.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Imparfait pour le décor, passé composé pour l'événement.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(être) 22 h et il ___ (faire) très froid.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feu ___ (se déclarer) dans un garage.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propriétaire ___ (dormir) à l'étage.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pompiers ___ (arriver) dix minutes plus tard.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 ___ (ne être) blessé.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le fait divers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___ (être) 22 h et il ___ (faire) très froid.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était · faisait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feu ___ (se déclarer) dans un garage.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s'est déclaré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propriétaire ___ (dormir) à l'étage.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dormait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pompiers ___ (arriver) dix minutes plus tard.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sont arrivés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 ___ (ne être) blessé.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n'a été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décor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phrases à l'imparfait avant l'événement.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L'heure et le 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temps qu'il faisait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gens présents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décor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L'heure et le jour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était sept heures du matin, un samedi.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temps qu'il faisait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faisait moins vingt et la neige était collante.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gens présents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équipes étaient déjà sur la place du village.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début d'un fait divers : trois phrases de décor, une d'événement.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trois premières à l'imparfait, la dernière au passé composé.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L'heure, le temps qu'il faisait, les gens présents, puis ce qui est arrivé.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