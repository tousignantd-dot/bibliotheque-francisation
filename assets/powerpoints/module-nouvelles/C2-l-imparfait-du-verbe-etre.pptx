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Écrire la phrase du chapeau au tableau et demander lequel des deux verbes dit ce qui est arrivé. Le groupe trouvera « sont arrivés 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Écrire les six formes au tableau, en colonne. Faire remarquer que trois d'entre elles se prononcent pareil : étais, était, étaient.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Six formes, six exemples tirés du module. Faire lire à voix haute : étais, était et étaient se disent de la même façon.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centrale de la séance. Faire chercher les deux temps dans le texte du concours, en C1.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quatrième carte relie l'imparfait à « pendant que ». Le signaler à ceux qui ont fait le module 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souligner le sujet avant d'écrire. Trois des six formes se prononcent pareil : c'est l'écrit qui les distingue.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Exercice de classement. Faire remarquer que le décor est toujours à l'imparfait, sans exception, dans un fait divers.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Erreur fréquente. La corriger en demandant : est-ce que 8 h est arrivé, ou est-ce qu'il était déjà là 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Même logique qu'au module 1, séance C2, pour les verbes en -er. Le rappeler.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dernier item est au passé composé malgré le verbe être : c'est un événement, pas un état. Le corriger en dernier.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ajouter ensuite une phrase au passé composé : l'événement. Le contraste entre les quatre phrases est parlant.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le temps de chaque verbe. Rendre avant C3, où l'accord du participe passé reviendra.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C2  ·  MODULE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L'imparfait du verbe être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Il était 8 h quand les pompiers sont arrivés. » Deux temps du passé dans une phrase : l'un plante le décor, l'autre raconte l'événement.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60 minutes  ·  C'est l'heure des nouvelles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C'est l'heure des nouvelles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conjuguer le verbe être à l'imparfait, aux six personnes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l'imparfait pour décrire une situation passée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distinguer l'imparfait du passé composé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écrire le décor d'un fait divers.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C'est l'heure des nouvelles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LA FORMATION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radical ét- et les terminaisons de l'imparfait.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J'étais, tu étais, il était, nous étions, vous étiez, ils étaient. Le radical ne change jamais ; seules les terminaisons bougent, et ce sont celles de tous les verbes à l'imparfait.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C'est l'heure des nouvelles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Être à l'imparfait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877056"/>
          </a:xfrm>
          <a:prstGeom prst="roundRect">
            <a:avLst>
              <a:gd name="adj" fmla="val 377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184580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PERSONNE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97951" y="1975104"/>
            <a:ext cx="205233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FORME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69742" y="1975104"/>
            <a:ext cx="576980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UN EXEMPLE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395728"/>
            <a:ext cx="1845807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97951" y="2395728"/>
            <a:ext cx="205233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j'étais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69742" y="2395728"/>
            <a:ext cx="5769809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J'étais curieux de voir la sculpture.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2935224"/>
            <a:ext cx="1845807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tu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97951" y="2935224"/>
            <a:ext cx="205233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tu étais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69742" y="2935224"/>
            <a:ext cx="5769809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Tu étais au concours samedi 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474720"/>
            <a:ext cx="1845807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il, elle, 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97951" y="3474720"/>
            <a:ext cx="205233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il était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69742" y="3474720"/>
            <a:ext cx="5769809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Il était 8 h quand ils sont arrivés.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32688" y="4014215"/>
            <a:ext cx="1845807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nous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97951" y="4014215"/>
            <a:ext cx="205233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nous étions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69742" y="4014215"/>
            <a:ext cx="5769809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Nous étions au chalet ce jour-là.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32688" y="442569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32688" y="4553712"/>
            <a:ext cx="1845807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vous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97951" y="4553712"/>
            <a:ext cx="205233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vous étiez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69742" y="4553712"/>
            <a:ext cx="5769809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Vous étiez nombreux à la remise des prix.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32688" y="496519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932688" y="5093207"/>
            <a:ext cx="1845807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ils, elles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97951" y="5093207"/>
            <a:ext cx="205233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ils étaient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69742" y="5093207"/>
            <a:ext cx="5769809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Les organisateurs étaient débordés.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C'est l'heure des nouvelles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À QUOI SERT L'IMPARFAIT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Il décrit une situation, un décor, un état — pas un événement.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Il était 8 h » : le décor. « Les pompiers sont arrivés » : l'événement. Dans un fait divers, l'imparfait plante la scène et le passé composé raconte ce qui s'est passé.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C'est l'heure des nouvelles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EN APPRENDRE PLUS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Quatre emplois de l'imparfait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L'heure et la date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Il était 8 h. » « C'était un samedi. » Toujours à l'imparfait, jamais au passé composé.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Le temps qu'il faisait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Il faisait froid. » « La neige était collante. » Le décor météo d'un fait divers est toujours à l'imparfait.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L'état des personnes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Le jury était impressionné. » « Les organisateurs étaient débordés. » Un état dure ; il n'est pas un événement.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Ce qui se passait déjà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Deux passants qui marchaient à proximité… » L'action était en cours quand l'événement est arrivé.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C'est l'heure des nouvelles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 · 1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Conjuguez être à l'imparfait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Regardez le sujet.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jury ___ impressionné par les détails de la sculpture.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L'incendie s'est déclaré quand nous ___ au chalet.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___ 8 h quand les pompiers sont arrivés.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J'___ curieux de voir la sculpture gagnante.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semaine dernière, les organisateurs ___ débordés de travail.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Vous ___ au concours samedi 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C'est l'heure des nouvelles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Conjuguez être à l'imparfait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jury ___ impressionné par les détails de la sculpture.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était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L'incendie s'est déclaré quand nous ___ au chalet.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étions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___ 8 h quand les pompiers sont arrivés.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était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J'___ curieux de voir la sculpture gagnante.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étais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semaine dernière, les organisateurs ___ débordés de travail.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étaient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Vous ___ au concours samedi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étiez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C'est l'heure des nouvelles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 · 2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Décor ou événement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L'imparfait décrit, le passé composé raconte.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était 8 h du matin.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Les pompiers sont arrivés.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faisait très froid ce jour-là.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jury a remis le premier prix.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Les organisateurs étaient débordés.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C'est l'heure des nouvelles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Décor ou événement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était 8 h du matin.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décor — imparfait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Les pompiers sont arrivés.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événement — passé composé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faisait très froid ce jour-là.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décor — imparfait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jury a remis le premier prix.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événement — passé composé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Les organisateurs étaient débordés.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décor — imparfait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C'est l'heure des nouvelles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 PIÈGE DE L'HEURE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Il a été 8 h quand les pompiers sont arrivés.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Il était 8 h quand les pompiers sont arrivés.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L'heure, la date et le temps qu'il faisait sont toujours à l'imparfait : ce ne sont pas des événements, ce sont des états. « Il a été 8 h » voudrait dire que 8 h est arrivé puis reparti.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C'est l'heure des nouvelles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 PIÈGE DES TROIS FORMES SEMBLABLES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Les organisateurs était débordés.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Les organisateurs étaient débordés.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Étais », « était » et « étaient » se prononcent exactement pareil. À l'oral, personne ne peut vous corriger ; à l'écrit, l'erreur est très visible. Regardez le sujet, n'écoutez pas le verbe.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C'est l'heure des nouvelles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 · 3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Complétez le fait divers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Imparfait pour le décor, passé composé pour l'événement.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___ (être) 22 h et il ___ (faire) très froid.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feu ___ (se déclarer) dans un garage.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propriétaire ___ (dormir) à l'étage.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Les pompiers ___ (arriver) dix minutes plus tard.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Personne ___ (ne être) blessé.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C'est l'heure des nouvelles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Complétez le fait divers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___ (être) 22 h et il ___ (faire) très froid.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était · faisait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feu ___ (se déclarer) dans un garage.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s'est déclaré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propriétaire ___ (dormir) à l'étage.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dormait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Les pompiers ___ (arriver) dix minutes plus tard.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sont arrivés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Personne ___ (ne être) blessé.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n'a été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C'est l'heure des nouvelles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 · 4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Écrivez le décor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Trois phrases à l'imparfait avant l'événement.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L'heure et le jour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temps qu'il faisait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Les gens présents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C'est l'heure des nouvelles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Écrivez le décor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L'heure et le jour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Il était sept heures du matin, un samedi.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temps qu'il faisait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Il faisait moins vingt et la neige était collante.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Les gens présents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Les équipes étaient déjà sur la place du village.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C'est l'heure des nouvelles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17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le début d'un fait divers : trois phrases de décor, une d'événement.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Les trois premières à l'imparfait, la dernière au passé composé.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L'heure, le temps qu'il faisait, les gens présents, puis ce qui est arrivé.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C'est l'heure des nouvelles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