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faire dire les deux à voix haute. Demander ce que la première ajoute. Le groupe répondra « on insiste » : c'est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C'EST + élément + QUI/QUE + le reste. Elle vaut pour tous les exercices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règle : « qui » quand l'élément mis en évidence est le sujet, « que » dans tous les autres cas. Le dire ainsi, c'est suffisant.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« qui fait l'action ? » avant chaque choix. C'est le même test qu'on emploiera pour la voix passive,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l'oral, « c'est les élèves » s'entend souvent. Le signaler comme un usage familier : à l'écrit, on écrit « ce sont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l'élément dans chaque phrase. Il est toujours au même endroit : c'est ce qui rend la construction facile à repérer.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« qui fait l'action ? » à voix haute avant chaque réponse. Sans elle,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: il faut « c'est » ET « qui » ou « que ». Un seul des deux ne suffit pas. C'est l'exercice le plus discriminant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deux morceaux dans chaque phrase de l'exercice précédent. La méthode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de registre à présenter honnêtement : ce n'est pas une faute de langue, c'est une différence entre l'oral et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items mettent en évidence un moment et un lieu : c'est toujours « que ». Le signaler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choix entre qui et que, et l'accord de « ce sont ». Rendre avant B4 : la voix passive emploie le même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C'est… qui, c'est…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Noah qui a eu l'idée. » Pourquoi pas simplement « Noah a eu l'idée » ? Parce qu'on veut insister sur Noah — et le français a une construction faite pour 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élément en évidence avec c'est… qui ou c'est…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qui » et « que » selon la fonction de l'élément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sont » quand l'élément est au pluriel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mise en évidence dans un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+ l'élément à mettre en évidence + qui ou que + le reste.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Noah a eu l'idée » devient « C'est Noah qui a eu l'idée ». L'élément mis en évidence passe au début, encadré par « c'est » et « qui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: la fonction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DE DÉPART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MISE EN ÉVIDENCE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Noah a eu l'idée.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Noah qui a eu l'idée.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classe a fabriqué cette affiche.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cette affiche que la classe a fabriquée.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voisine a vu le chat hier matin.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776472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hier matin que la voisine a vu le chat.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776472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l'élément fait l'action, c'est « qui ». Sinon, c'est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Noah qui a eu l'idée » — Noah fait l'action d'avoir l'idée. « C'est cette affiche que la classe a fabriquée » — l'affiche ne fabrique rien, c'est la classe qui fabrique.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SINGULIER ET PLURIEL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C'est… pour le singulier. Ce sont… pour le pluriel.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cette voisine qui a reconnu le chat. » « Ce sont les élèves qui ont fabriqué les affiches. » L'accord se fait avec l'élément mis en évidence, pas avec le reste de la phrase.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ou le groupe placé entre « c'est » et « qui » ou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voisine qui a reconnu le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fabriqué les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que la voisine a vu le chat.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qu'on doit remercier.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Gatineau que l'histoire s'est passée.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voisine qui a reconnu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voisine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fabriqué les affiches.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élèves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que la voisine a vu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qu'on doit remercier.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Noah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Gatineau que l'histoire s'est passée.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Gatineau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L'élément mis en évidence fait-il l'action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___ a eu l'idée.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___ la classe a fabriquée.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___ la voisine a vu le chat.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___ ont amassé les mitaines.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chat ___ la voisine a reconnu.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Noah ___ a eu l'idée.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Noah fait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___ la classe a fabriquée.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la classe fabrique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hier matin ___ la voisine a vu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le matin ne fait rien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___ ont amassé les mitaines.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les élèves font l'action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chat ___ la voisine a reconnu.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la voisine reconnaît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Mise en évidence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Toutes les phrases commencent par « c'est » ou « ce sont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très belle histoire.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qui a perdu son chat est soulagée.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que la classe a fabriquée.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de jolies décorations.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informé l'enseignante.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Mise en évidence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très belle histoire.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c'est une phrase ordinaire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qui a perdu son chat est soulagée.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pas de « c'est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cette affiche que la classe a fabriquée.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de jolies décorations.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pas de « qui » ni de « que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élèves qui ont informé l'enseignante.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C'EST » ORDINAIRE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une belle histoire » met « une belle histoire » en évidence.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« c'est » ET « qui » ou « que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une belle histoire » est une phrase ordinaire : elle dit ce qu'est la chose. La mise en évidence exige les deux morceaux — « c'est » au début et « qui » ou « que » après l'élément.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PLURIEL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les élèves qui ont amassé les mitaines.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sont les élèves qui ont amassé les mitaines.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élément pluriel, on écrit « ce sont ». À l'oral, « c'est les élèves » s'entend partout au Québec et personne ne le corrigera. À l'écrit, dans un texte de nouvelles ou un courriel, il faut « ce sont 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l'élément en évidence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Transformez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Noah a eu l'idée de la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amassé les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classe a fabriqué cette affiche.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voisine a vu le chat hier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L'histoire s'est passée à Gatineau.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l'élément en évidence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Noah a eu l'idée de la collecte.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Noah qui a eu l'idée de la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amassé les mitaines.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sont les élèves qui ont amassé les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classe a fabriqué cette affiche.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cette affiche que la classe a fabriquée.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voisine a vu le chat hier matin.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hier matin que la voisine a vu le chat.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L'histoire s'est passée à Gatineau.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à Gatineau que l'histoire s'est passée.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une mise en évidence.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qui », une avec « que », une avec « ce sont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doivent parler d'une nouvelle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