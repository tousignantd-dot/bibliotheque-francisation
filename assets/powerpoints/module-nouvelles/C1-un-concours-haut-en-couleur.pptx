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2. Prévenir : ici, on lit. On peut relire, revenir en arrière, souligner. Ce sont des avantages qu'on n'a pas à l'oral.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 texte en silence cinq minutes avant d'afficher cette diapo. Elle sert de support à la correction, pas de première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 de la séance. Faire l'expérience sur trois mots du texte avant de passer aux exercices.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l'indice avant de donner le sens. C'est l'indice qui s'apprend, pas le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pointer la phrase exacte pour chaque réponse. C'est la méthode de lecture qu'on installe.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l'indice pour chacun. Un élève qui trouve le sens sans pouvoir dire pourquoi n'a pas encore la méthode.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compter les mots inconnus du texte, puis ceux qui empêchent vraiment de répondre aux questions. L'écart est frappant.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relever trois expressions figées du texte. Les faire noter comme des blocs, pas comme des mots séparés.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la réponse à « qui » est longue : un fait divers écrit nomme plus de personnes qu'un reportage radio.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phrases pour dix lignes : c'est le rapport habituel d'un bon résumé. Le dire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billet évalue la méthode, pas le vocabulaire. Un élève qui nomme l'indice a compris, même s'il s'est trompé de sens.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Un concours haut en couleur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fait divers écrit, plus long que ceux de la radio. Neuf questions, et la moitié porte sur des mots qu'on doit deviner par le contexte.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C'est l'heure des nouvelles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 fait divers de dix lignes et en tirer l'essentiel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deviner le sens d'un mot par le contexte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un synonyme dans le texte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une expression figée.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concours de Rivière-Claire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Ce qui s'est passé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concours de sculptures sur neige de Rivière-Claire connaît un franc succès depuis cinq ans. La fin de semaine dernière, une trentaine d'équipes ont participé, sur la place du village.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Les œuvres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visiteurs ont pu admirer des œuvres impressionnantes, façonnées à la tronçonneuse et à la pelle.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Les gagnants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L'équipe Les Frimousses givrées a remporté le premier prix avec Le Renard argenté, une sculpture de près de trois mètres de haut. Le jury a apprécié la précision des détails du pelage.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Autour du concours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artisans locaux ont vendu leurs créations aux festivaliers venus nombreux malgré le froid. Les organisateurs prévoient une édition plus grande l'an prochain.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RÈGLE DE LECTURE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mot inconnu se devine par ce qui l'entoure.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Façonnées à la tronçonneuse et à la pelle » : même sans connaître « façonner », les outils disent qu'il s'agit de fabriquer. Lisez la phrase entière avant de chercher le mot dans un dictionnaire.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mots à deviner par le contexte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05233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4478" y="1975104"/>
            <a:ext cx="494370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L'INDICE DANS LE TEXTE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7637" y="1975104"/>
            <a:ext cx="267191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205233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façonnées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4478" y="2395728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la tronçonneuse et à la pelle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7637" y="2395728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fabriquées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205233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festivaliers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4478" y="2935224"/>
            <a:ext cx="49437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venus nombreux au concours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7637" y="2935224"/>
            <a:ext cx="267191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ceux qui vont au festival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776472"/>
            <a:ext cx="205233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locaux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4478" y="3776472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artisans qui vendent sur place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7637" y="3776472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 la région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315968"/>
            <a:ext cx="205233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pelage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4478" y="4315968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détails, sur un renard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7637" y="4315968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poils de l'animal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faits du texte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fait divers.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Où se déroule le concours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Depuis combien d'années a-t-il lieu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Avec quels outils les sculptures sont-elles façonnées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Quelle équipe a remporté le premier prix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Comment s'appelle la sculpture gagnante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Quelle est sa hauteur 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faits du texte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Où se déroule le concours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 Rivière-Claire, sur la place du village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Depuis combien d'années a-t-il lieu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depuis cinq ans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Avec quels outils les sculptures sont-elles façonnées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 la tronçonneuse et à la pelle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Quelle équipe a remporté le premier prix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Frimousses givrées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Comment s'appelle la sculpture gagnante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Renard argenté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Quelle est sa hauteur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près de trois mètres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Devinez le sens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Servez-vous du contexte, pas du dictionnaire.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Trouvez un synonyme de « fabriquées » dans le texte.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 veut dire « un franc succès »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Comment appelle-t-on les personnes qui participent à un festival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Dans « artisans locaux », que veut dire « locaux »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 veut dire « le pelage » d'un renard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Devinez le sens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Trouvez un synonyme de « fabriquées » dans le texte.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façonnées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 veut dire « un franc succès »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une vraie réussite, un grand succès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Comment appelle-t-on les personnes qui participent à un festival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des festivaliers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Dans « artisans locaux », que veut dire « locaux »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de la région, du coin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 veut dire « le pelage » d'un renard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ses poils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DU DICTIONNAIRE OUVERT TROP TÔT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cherche chaque mot inconnu avant de finir la phrase.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finis la phrase, puis je décide si le mot est nécessaire.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plupart des mots inconnus d'un fait divers ne sont pas nécessaires à la compréhension. Chercher chacun d'eux coupe la lecture et fait perdre le fil. Finissez la phrase, puis le paragraphe, et voyez ce qui manque vraiment.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DE L'EXPRESSION FIGÉE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Un franc succès » veut dire un succès honnête.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Franc » veut dire ici complet, entier.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une expression figée, les mots ne gardent pas leur sens habituel. « Franc succès », « haut en couleur », « venus nombreux » : ce sont des blocs qu'on apprend entiers. Les décomposer mène à un contresens.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cinq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Appliquez la grille de A4 au fait divers.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Quoi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cinq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trentaine d'équipes, les Frimousses givrées, le jury, des artisans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Quoi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concours de sculptures sur neige, remporté par une équipe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à Rivière-Claire, sur la place du village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fin de semaine dernière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concours annuel, qui existe depuis cinq ans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Résumez en trois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L'essentiel, le gagnant, la suite.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L'essentiel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gagnant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51027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57428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suite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Résumez en trois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L'essentiel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concours de sculptures sur neige de Rivière-Claire a eu lieu la fin de semaine dernière.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gagnant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L'équipe Les Frimousses givrées a remporté le premier prix avec Le Renard argenté.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51027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57428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suite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organisateurs prévoient une édition plus grande l'an prochain.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Relevez trois mots que vous avez devinés par le contexte.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mot, puis l'indice qui vous a aidé.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façonnées » — les outils nommés juste après.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C'est l'heure des nouvelles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