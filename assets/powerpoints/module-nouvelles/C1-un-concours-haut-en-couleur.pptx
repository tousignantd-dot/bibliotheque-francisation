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Prévenir : ici, on lit. On peut relire, revenir en arrière, souligner. Ce sont des avantages qu'on n'a pas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 texte en silence cinq minutes avant d'afficher cette diapo. Elle sert de support à la correction, pas de première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Faire l'expérience sur trois mots du texte avant de passer aux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l'indice avant de donner le sens. C'est l'indice qui s'apprend, pas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 la phrase exacte pour chaque réponse. C'est la méthode de lecture qu'on 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l'indice pour chacun. Un élève qui trouve le sens sans pouvoir dire pourquoi n'a pas encore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mots inconnus du texte, puis ceux qui empêchent vraiment de répondre aux questions. L'écart est frappant.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trois expressions figées du texte. Les faire noter comme des blocs, pas comme des mots séparés.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réponse à « qui » est longue : un fait divers écrit nomme plus de personnes qu'un reportage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phrases pour dix lignes : c'est le rapport habituel d'un bon résumé.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évalue la méthode, pas le vocabulaire. Un élève qui nomme l'indice a compris, même s'il s'est trompé de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concours haut en couleur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fait divers écrit, plus long que ceux de la radio. Neuf questions, et la moitié porte sur des mots qu'on doit deviner par le contexte.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fait divers de dix lignes et en tirer l'essentiel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deviner le sens d'un mot par le contexte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 synonyme dans le texte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expression figée.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concours de Rivière-Claire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s'est passé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concours de sculptures sur neige de Rivière-Claire connaît un franc succès depuis cinq ans. La fin de semaine dernière, une trentaine d'équipes ont participé, sur la place du village.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œuvres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visiteurs ont pu admirer des œuvres impressionnantes, façonnées à la tronçonneuse et à la pelle.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gagnants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Les Frimousses givrées a remporté le premier prix avec Le Renard argenté, une sculpture de près de trois mètres de haut. Le jury a apprécié la précision des détails du pelage.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Autour du concours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artisans locaux ont vendu leurs créations aux festivaliers venus nombreux malgré le froid. Les organisateurs prévoient une édition plus grande l'an prochain.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inconnu se devine par ce qui l'entoure.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Façonnées à la tronçonneuse et à la pelle » : même sans connaître « façonner », les outils disent qu'il s'agit de fabriquer. Lisez la phrase entière avant de chercher le mot dans un dictionnaire.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à deviner par le contexte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0523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478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L'INDICE DANS LE 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7637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façonnées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478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tronçonneuse et à la pelle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7637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fabriquées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0523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festivaliers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4478" y="2935224"/>
            <a:ext cx="49437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venus nombreux au concours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7637" y="2935224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 qui vont au festival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locaux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478" y="3776472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artisans qui vendent sur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7637" y="3776472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région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pelage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4478" y="431596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détails, sur un renard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7637" y="431596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poils de l'animal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 du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fait divers.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déroule le concours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combien d'années a-t-il lieu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quels outils les sculptures sont-elles façonnées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équipe a remporté le premier prix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la sculpture gagnante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sa hauteur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 du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se déroule le concours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Rivière-Claire, sur la place du village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combien d'années a-t-il lieu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 cinq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quels outils les sculptures sont-elles façonnées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 tronçonneuse et à la pelle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équipe a remporté le premier prix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Frimousses givrées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la sculpture gagnante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Renard argenté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sa hauteur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près de trois mètres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Servez-vous du contexte, pas du dictionnaire.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Trouvez un synonyme de « fabriquées » dans le texte.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veut dire « un franc succès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appelle-t-on les personnes qui participent à un festival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« artisans locaux », que veut dire « locaux »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veut dire « le pelage » d'un renard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Trouvez un synonyme de « fabriquées » dans le texte.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façonnées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veut dire « un franc succès »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vraie réussite, un grand succès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appelle-t-on les personnes qui participent à un festival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des festivaliers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« artisans locaux », que veut dire « locaux »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 la région, du coin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veut dire « le pelage » d'un renard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ses poils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DICTIONNAIRE OUVERT TROP TÔT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chaque mot inconnu avant de finir la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finis la phrase, puis je décide si le mot est nécessaire.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plupart des mots inconnus d'un fait divers ne sont pas nécessaires à la compréhension. Chercher chacun d'eux coupe la lecture et fait perdre le fil. Finissez la phrase, puis le paragraphe, et voyez ce qui manque vraiment.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L'EXPRESSION FIGÉE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 franc succès » veut dire un succès honnête.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Franc » veut dire ici complet, entier.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expression figée, les mots ne gardent pas leur sens habituel. « Franc succès », « haut en couleur », « venus nombreux » : ce sont des blocs qu'on apprend entiers. Les décomposer mène à un contresens.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Appliquez la grille de A4 au fait divers.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trentaine d'équipes, les Frimousses givrées, le jury, des artisans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concours de sculptures sur neige, remporté par une équipe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Rivière-Claire, sur la place du village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fin de semaine dernière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concours annuel, qui existe depuis cinq ans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Résumez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L'essentiel, le gagnant, la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L'essentiel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gagnant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Résumez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L'essentiel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concours de sculptures sur neige de Rivière-Claire a eu lieu la fin de semaine dernière.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gagnant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L'équipe Les Frimousses givrées a remporté le premier prix avec Le Renard argenté.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suite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organisateurs prévoient une édition plus grande l'an prochain.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trois mots que vous avez devinés par le contexte.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mot, puis l'indice qui vous a aidé.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façonnées » — les outils nommés juste après.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