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production orale. Rendre les billets de A4 et B1 : ils contiennent déjà les résumés. Disposer la classe en dyades.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Chronométrer ce modèle devant le groupe : environ vingt secondes. C'est plus court qu'ils ne le croient.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le modèle complet par un élève, puis analyser avec le groupe quel geste correspond à quelle phrase.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les quatre à voix haute. Une phrase d'ouverture doit tenir en une respiration : c'est le critère.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enchaîner l'ouverture et les quatre étapes d'un seul trait. C'est le récit complet, et il tient en trente secondes.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l'expérience : raconter les deux versions au groupe et demander laquelle était plus facile à suivre.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Erreur très fréquente à l'oral. La corriger en demandant simplement : « redis-moi ta première phrase, sans rien ajouter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Circuler et vérifier une seule chose : est-ce que la première phrase contient qui, quoi et où ? C'est le critère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Quinze minutes. Les nouvelles apportées par les élèves sont plus motivantes que celles du module : leur laisser la place.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questions manquées disent exactement ce qui manquait dans le récit. C'est le meilleur bilan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B5  ·  MODULE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Raconter une nouvelle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Trente secondes pour raconter ce qu'on a entendu, à quelqu'un qui ne l'a pas entendu. C'est ce qu'on fait tous les jours, dans toutes les langues — et c'est un exercice complet.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C'est l'heure des nouvelles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raconter une nouvelle en cinq phrases, dans l'ordre chronologique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commencer par l'essentiel, puis donner les détails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un marqueur de temps à chaque étape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répondre aux questions de celui qui écoute.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RÈGLE DES TRENTE SECONDES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phrase pour l'essentiel, puis quatre phrases dans l'ordre du temps.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Une fillette de Gatineau a retrouvé son chat. Il s'était sauvé il y a trois jours. Sa classe a fabriqué des affiches. Elle les a distribuées dans le quartier. Une voisine l'a reconnu hier matin. »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MODÈLE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Comment on raconte, en quatre gestes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La phrase d'ouverture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Elle résume tout : qui, quoi, où. « Une fillette de Gatineau a retrouvé son chat disparu. » Celui qui écoute sait déjà de quoi il s'agit.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 retour en arrière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Il s'était sauvé il y a trois jours. » On remonte au début, avec un marqueur de temps.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Les étapes, dans l'ordre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Sa classe a fabriqué des affiches, elle les a distribuées… » Un verbe par étape, dans l'ordre du temps.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La fin, avec le moment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Une voisine l'a reconnu hier matin. » On boucle en revenant au présent.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phrase d'ouverture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Une seule phrase : qui, quoi, où.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chat retrouvé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1912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552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collecte de mitaines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77639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1022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17423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33087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cycliste secouru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36592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02920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9320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92040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documentaire de classe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phrase d'ouverture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chat retrouvé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Une fillette de Gatineau a retrouvé son chat disparu.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1912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552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collecte de mitaines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Des élèves de Longueuil ont amassé deux cents paires de mitaines.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77639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1022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17423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33087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cycliste secouru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À Trois-Pistoles, un cycliste a été secouru par deux passants.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36592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02920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9320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92040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documentaire de classe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Des élèves de Victoriaville ont tourné un documentaire sur le recyclage.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Ajoutez les quatre étapes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 marqueur de temps au début de chaque phrase.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Ajoutez les quatre étapes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y a trois jours, le chat s'est sauvé par une fenêtre.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Ensuite, sa classe a fabriqué des affiches.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Puis la fillette les a distribuées dans le quartier.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Hier matin, une voisine l'a reconnu dans sa cour.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PIÈGE DU RÉCIT SANS OUVERTURE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Il y a trois jours, un chat s'est sauvé par une fenêtre…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Une fillette a retrouvé son chat. Il s'était sauvé il y a trois jours…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Commencer par le début oblige l'auditeur à attendre pour savoir de quoi on parle. Commencer par le résultat lui donne un cadre : tout ce qui suit trouve sa place. C'est ce que font les journalistes.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PIÈGE DU DÉTAIL AU MAUVAIS MOMENT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17181A"/>
                </a:solidFill>
                <a:latin typeface="Verdana"/>
              </a:rPr>
              <a:t>« Une fillette — elle a six ans, elle habite à Gatineau, dans un quartier près de la rivière — a retrouvé son chat.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Une fillette de Gatineau a retrouvé son chat. Elle a six ans.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détails insérés au milieu de la phrase d'ouverture la cassent. Donnez-la entière, puis ajoutez les détails dans les phrases suivantes.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Jeu de rôle · raconter et questionner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À deux. L'un raconte, l'autre pose trois questions. Puis on échange.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Celui qui raconte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Première question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Deuxième question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Troisième question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Racontez votre propre nouvelle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Celle de votre billet de la séance A4.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phrase d'ouverture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étapes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fin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questions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Après le jeu de rôle : quelle question de votre partenaire vous a le plus surpris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seule question, celle à laquelle vous n'aviez pas pensé.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Écrivez la réponse que vous auriez dû donner dans votre récit.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B5 · C'est l'heure des nouvelles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