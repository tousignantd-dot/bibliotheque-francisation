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Rendre les billets de A4 et B1 : ils contiennent déjà les résumés. Disposer la classe en dyades.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ce modèle devant le groupe : environ vingt secondes. C'est plus court qu'ils ne le croient.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modèle complet par un élève, puis analyser avec le groupe quel geste correspond à quelle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à voix haute. Une phrase d'ouverture doit tenir en une respiration : c'est le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enchaîner l'ouverture et les quatre étapes d'un seul trait. C'est le récit complet, et il tient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raconter les deux versions au groupe et demander laquelle était plus facile à suivre.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à l'oral. La corriger en demandant simplement : « redis-moi ta première phrase, sans rien ajouter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une seule chose : est-ce que la première phrase contient qui, quoi et où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Les nouvelles apportées par les élèves sont plus motivantes que celles du module : leur laisser la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questions manquées disent exactement ce qui manquait dans le récit. C'est le meilleur bilan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B5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Raconter une nouvelle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 pour raconter ce qu'on a entendu, à quelqu'un qui ne l'a pas entendu. C'est ce qu'on fait tous les jours, dans toutes les langues — et c'est un exercice complet.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nouvelle en cinq phrases, dans l'ordre chronologique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par l'essentiel, puis donner les détails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 marqueur de temps à chaque étape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de celui qui écoute.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TRENTE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pour l'essentiel, puis quatre phrases dans l'ordre du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fillette de Gatineau a retrouvé son chat. Il s'était sauvé il y a trois jours. Sa classe a fabriqué des affiches. Elle les a distribuées dans le quartier. Une voisine l'a reconnu hier matin.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raconte, en quatre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phrase d'ouverture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résume tout : qui, quoi, où. « Une fillette de Gatineau a retrouvé son chat disparu. » Celui qui écoute sait déjà de quoi il s'agit.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retour en arrière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Il s'était sauvé il y a trois jours. » On remonte au début, avec un marqueur de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étapes, dans l'ordre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Sa classe a fabriqué des affiches, elle les a distribuées… » Un verbe par étape, dans l'ordre du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fin, avec le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Une voisine l'a reconnu hier matin. » On boucle en revenant au présent.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d'ouverture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phrase : qui, quoi,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chat retrouvé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collecte de mitaines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cycliste secouru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de classe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d'ouverture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chat retrouvé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fillette de Gatineau a retrouvé son chat disparu.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collecte de mitaines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Des élèves de Longueuil ont amassé deux cents paires de mitaines.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cycliste secouru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À Trois-Pistoles, un cycliste a été secouru par deux passants.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de classe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Des élèves de Victoriaville ont tourné un documentaire sur le recyclage.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les quatre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marqueur de temps au début de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les quatre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 trois jours, le chat s'est sauvé par une fenêtre.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Ensuite, sa classe a fabriqué des affiches.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Puis la fillette les a distribuées dans le quartier.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Hier matin, une voisine l'a reconnu dans sa cour.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RÉCIT SANS 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y a trois jours, un chat s'est sauvé par une fenêtre…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fillette a retrouvé son chat. Il s'était sauvé il y a trois jours…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Commencer par le début oblige l'auditeur à attendre pour savoir de quoi on parle. Commencer par le résultat lui donne un cadre : tout ce qui suit trouve sa place. C'est ce que font les journalistes.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DÉTAIL AU MAUVAIS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« Une fillette — elle a six ans, elle habite à Gatineau, dans un quartier près de la rivière — a retrouvé son chat.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fillette de Gatineau a retrouvé son chat. Elle a six ans.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détails insérés au milieu de la phrase d'ouverture la cassent. Donnez-la entière, puis ajoutez les détails dans les phrases suivantes.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raconter et questionner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raconte, l'autre pose trois questions.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raconte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Première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 question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votre propre nouvelle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Celle de votre billet de la séance A4.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d'ouverture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étapes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le jeu de rôle : quelle question de votre partenaire vous a le plus surpris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question, celle à laquelle vous n'aviez pas pensé.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réponse que vous auriez dû donner dans votre récit.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