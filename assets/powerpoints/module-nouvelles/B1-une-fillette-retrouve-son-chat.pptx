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Rappeler la grille des cinq questions de A4 : c'est avec elle qu'on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défi 1. La première phrase répond à quatre des cinq questions. Faire compter.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« aussitôt » : un marqueur de temps de la séance A3, dans un vrai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 texte en suivant l'ordre réel. Les élèves comprendront pourquoi ils avaient l'impression de perdre le 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la séance A4 : c'est la même logique du plus important au moins important, appliquée au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phrase complète : « son chat » seul ne répond pas à la question. C'est un travail d'expression, pas seulement de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« quand » demande deux réponses : c'est fréquent dans un fait divers qui couvre plusieurs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pratique pour les élèves qui écoutent des balados ou des rediffusions.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deuxième et troisième énoncés changent un seul mot du texte. C'est le type de piège des vrais examens de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cinq phrases d'un seul trait par un élève. C'est le récit chronologique, celui qu'on emploie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récits serviront en B5, où ils seront racontés à voix haute sans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fillette retrouve son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phrases à la radio, et toute une histoire : un chat disparu, une affiche fabriquée en classe, une voisine attentive. Le fait divers type, en trente secondes.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fait divers lu à la radio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l'ordre réel des événements, différent de l'ordre du texte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par une phrase complète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vocabulaire d'un fait divers.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NOUVELLE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Gatineau, une fillette de six 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fois, diapo masquée. Cherchez les cinq réponses.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49916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JOURNALISTE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1857" y="2322576"/>
            <a:ext cx="764426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Gatineau, une fillette de six ans a retrouvé son chat disparu grâce à une affiche fabriquée dans le cadre d'un projet scolaire.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249916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JOURNALISTE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1857" y="3747515"/>
            <a:ext cx="764426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chat, prénommé Mistigri, s'était sauvé par une fenêtre entrouverte il y a trois jours.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NOUVELLE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voisine a reconnu l'animal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49916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JOURNALISTE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1857" y="1901952"/>
            <a:ext cx="764426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a distribué des affiches dans le quartier avec l'aide de sa classe.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249916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JOURNALISTE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1857" y="2989072"/>
            <a:ext cx="764426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voisine a reconnu l'animal dans sa cour hier matin et a aussitôt averti la famille.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texte et l'ordre réel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ORDRE DU 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ORDRE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chat est retrouvé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 chat se sauve, il y a trois jours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chat s'était sauvé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classe fabrique des affiches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classe fabrique des affiches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fillette les distribue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voisine reconnaît l'animal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voisine reconnaît l'animal, hier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voisine avertit la famille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famille est avertie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texte commence par la fin. C'est la règle des nouvelles : on donne le résultat d'abord.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DU FAIT DIVERS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commence par le résultat, puis on remonte dans le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Une fillette a retrouvé son chat » — c'est la fin de l'histoire, et c'est la première phrase. Le lecteur pressé a l'essentiel ; celui qui continue apprend comment on en est arrivé là.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chat retrouvé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par une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que la fillette a perdu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a-t-elle retrouvé son chat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a reconnu le chat dans sa cour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combien de temps le chat était-il disparu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où le chat s'était-il sauvé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chat retrouvé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que la fillette a perdu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Elle a perdu son chat, Mistigri.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a-t-elle retrouvé son chat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Grâce à une affiche fabriquée avec sa classe.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a reconnu le chat dans sa cour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voisine.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combien de temps le chat était-il disparu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Depuis trois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où le chat s'était-il sauvé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Par une fenêtre entrouverte.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Appliquez la grille de la séance A4.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fillette de six ans, sa classe, une voisine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a retrouvé son chat disparu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Gatineau, dans son quartier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chat s'est sauvé il y a trois jours, retrouvé hier matin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grâce à une affiche d'un projet scolaire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« IL Y A TROIS JOURS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chat est parti il y a trois jours à partir d'aujourd'hui.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Trois jours avant le moment du reportage.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marqueur de temps se compte à partir du moment où la nouvelle est dite. Si vous réécoutez le bulletin une semaine plus tard, « il y a trois jours » ne désigne plus le même jour. Cherchez toujours la date de diffusion.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la nouvelle.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s'appelle Mistigri.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a fabriqué l'affiche toute seule.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est sorti par une porte ouverte.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une voisine qui a trouvé le chat.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famille a été avertie tout de suite.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s'appelle Mistigri.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a fabriqué l'affiche toute seule.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avec l'aide de sa classe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est sorti par une porte ouverte.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par une fenêtre entrouverte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une voisine qui a trouvé le chat.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famille a été avertie tout de suite.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 — aussitôt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 dans l'ordre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phrases, du plus ancien au plus récent.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 dans l'ordre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y a trois jours, le chat s'est sauvé par une fenêtre entrouverte.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classe de la fillette a fabriqué des affiches.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fillette a distribué les affiches dans le quartier.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Hier matin, une voisine a reconnu le chat dans sa cour.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5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a aussitôt averti la famille.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le fait divers du chat en cinq phrases, dans l'ordre réel.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marqueur de temps au début de chaque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Du plus ancien au plus récent.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