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Puis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avec chaque mot, sur une nouvelle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expressions figées — « un franc succès », « à ce jour » — se retiennent en bloc. Les faire employer telles quelles.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sortes de nouvelles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fait divers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9405" y="2121408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nouvelle sur des faits quotidiens qui attire la curiosité.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nouvelle régionale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9405" y="2909620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nouvelle qui touche une région de la province.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nouvelle nationale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9405" y="3697833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nouvelle qui touche la province ou le pays.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nouvelle internationale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9405" y="4486046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nouvelle qui provient de l'extérieur du pays.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reportage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9405" y="5274259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texte ou une émission qui présente une nouvelle en détail.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gens et les groupes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témoin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8339" y="2121408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a vu un événement.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organisme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8339" y="2909620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groupe organisé qui offre un service ou mène une cause.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festivalier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8339" y="3697833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participe à un festival.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artisan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8339" y="4486046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de la région qui fabrique des objets à la main.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jury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8339" y="5274259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groupe qui juge et décide du gagnant.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récit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amasser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1293" y="2121408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Réunir, accumuler peu à peu.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avertir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293" y="2778252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Informer quelqu'un d'un danger ou d'une nouvelle importante.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façonner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1293" y="3435096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Fabriquer, donner une forme à quelque chose.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franc succès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293" y="4091939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vraie réussite, un grand succès.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à ce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1293" y="4748784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Jusqu'à maintenant, jusqu'à aujourd'hui.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concours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1293" y="5405628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compétition organisée pour désigner un gagnant.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Les catégories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portée, pas l'importance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Les marqueurs de temps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début, avec une virgule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Les cinq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est dans les deux premières phrases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617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C'est… qui, c'est… 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617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si l'élément fait l'action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617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phrase passive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être + participe, le sujet subit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5666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L'imparfait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4057" y="2395728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décrit le décor, pas l'événement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L'accord avec être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4057" y="2935224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avec le sujet, en genre et en nombre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Avoir ou être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4057" y="3474720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avoir par défaut, être par exception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Lire seul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4057" y="4014215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le texte dit, pas ce que je sais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Écouter une nouvelle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cherchant cinq réponses : qui, quoi, où, quand, pourquoi. Pas en essayant de tout comprendre.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Lire un fait divers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devinant les mots par le contexte, et en distinguant ce que le texte dit de ce qu'on suppose.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Raconter une nouvelle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résultat d'abord, puis les étapes dans l'ordre du temps, avec un marqueur chacune.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Écrire un fait divers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titre avec un verbe, le décor à l'imparfait, les événements au passé composé.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qui a vu un événement.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Réunir, accumuler peu à peu.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nouvelle qui provient de l'extérieur du pays.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Fabriquer, donner une forme à quelque chose.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vraie réussite.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compétition pour désigner un gagnant.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qui a vu un événement.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témoin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Réunir, accumuler peu à peu.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amasser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nouvelle qui provient de l'extérieur du pays.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nouvelle internationale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Fabriquer, donner une forme à quelque chose.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façonner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vraie réussite.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franc succès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compétition pour désigner un gagnant.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concours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de quelle catégorie est une nouvelle.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repérer les cinq informations essentielles.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deviner un mot par le contexte.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raconter une nouvelle en trente secondes.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choisis l'auxiliaire et j'accorde le participe.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fait divers de dix lignes.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de quelle catégorie est une nouvelle.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A2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repérer les cinq informations essentielles.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A4, B1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deviner un mot par le contexte.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B2, C1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raconter une nouvelle en trente secondes.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choisis l'auxiliaire et j'accorde le participe.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C3, C4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fait divers de dix lignes.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nouvelle en français que vous avez comprise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radio, à la télévision, dans un journal, sur un site.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Écrivez-la en une phrase : qui, quoi, où, quand.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