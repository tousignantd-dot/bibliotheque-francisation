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d'application. Aucun contenu nouveau. Un tiers d'oral, un tiers d'écrit, un tiers de relecture croisée.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Écrire la structure au tableau. C'est le plan de la production écrite, et il tient en quatre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temps dans un même texte, chacun à sa place. C'est la synthèse de C2, C3 et C4.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Les nouvelles apportées par les élèves valent mieux que celles du module. Rendre les billets de B5.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reprend la notion de A4. C'est ce qui distingue un fait divers d'un récit personnel.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les titres sont au présent : c'est l'usage des journaux, même pour des événements passés.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Trente minutes d'écriture individuelle. Circuler et aider sur le choix des temps, pas sur le contenu.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la plus fréquente de la production écrite. La corriger en priorité pendant la relecture croisée.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Une relecture croisée trouve deux fois plus d'erreurs qu'une relecture par l'auteur. Ramasser les versions corrigées, pas les premières.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quelques billets à voix haute, sans nommer les auteurs. C'est la meilleure préparation à la séance de bilan.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E1  ·  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toi : écrire un fait divers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Tout le module en une séance. Raconter une nouvelle à voix haute, puis l'écrire comme un journaliste : le résultat d'abord, le décor à l'imparfait, les événements au passé composé.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90 minutes  ·  C'est l'heure des nouvelles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une nouvelle à voix haute en trente secondes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fait divers de huit à dix lignes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1113536"/>
          </a:xfrm>
          <a:prstGeom prst="roundRect">
            <a:avLst>
              <a:gd name="adj" fmla="val 1313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8922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9745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l'imparfait pour le décor et le passé composé pour les événements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7782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9560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50383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979415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relire un texte en vérifiant les auxiliaires et les accords.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STRUCTURE D'UN FAIT DIVERS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résultat · le décor · les événements dans l'ordre · la suite.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phrase pour le résultat, deux ou trois pour le décor à l'imparfait, trois ou quatre pour les événements au passé composé, une pour ce qui va se passer maintenant.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fait divers, phrase par phrase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20523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PARTIE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4478" y="1975104"/>
            <a:ext cx="205233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TEMPS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76268" y="1975104"/>
            <a:ext cx="556328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résultat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478" y="2395728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passé composé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6268" y="2395728"/>
            <a:ext cx="556328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 feu a détruit un garage rue des Ormes.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décor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4478" y="2935224"/>
            <a:ext cx="205233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imparfait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76268" y="2935224"/>
            <a:ext cx="556328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était 22 h et il faisait très froid.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20523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événements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4478" y="3474720"/>
            <a:ext cx="20523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passé composé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6268" y="3474720"/>
            <a:ext cx="556328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pompiers sont arrivés dix minutes plus tard.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18795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315968"/>
            <a:ext cx="20523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suite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4478" y="4315968"/>
            <a:ext cx="20523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présent ou futur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76268" y="4315968"/>
            <a:ext cx="556328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L'enquête se poursuit présentement.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l'oral · racontez votre nouvelle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deux, trente secondes, sans notes. Puis on échange.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phrase d'ouverture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étapes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situation actuelle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questions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ÉCRIRE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choses à vérifier dans un fait divers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 titre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Court, avec un verbe. « Un feu détruit un garage » plutôt que « Incendie ». Cinq à huit mots.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première phrase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Elle répond à qui, quoi, où, quand. Si elle n'y arrive pas, elle est trop longue ou incomplète.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Les temps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Imparfait pour le décor, passé composé pour les événements. Un décor au passé composé sonne faux.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La source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« Selon les autorités », « d'après les organisateurs ». Une information non confirmée doit être marquée comme telle.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titre et la première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Un titre de cinq à huit mots, une phrase qui répond aux quatre questions.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feu dans un garage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collecte réussie dans une école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animal retrouvé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projet scolaire présenté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titre et la première phrase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feu dans un garage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 feu détruit un garage rue des Ormes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collecte réussie dans une école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Des élèves de Longueuil amassent 200 paires de mitaines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17245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23646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animal retrouvé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fillette de Gatineau retrouve son chat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07711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94919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01319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963159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projet scolaire présenté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Une classe de Victoriaville filme un documentaire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fait divers complet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Huit à dix lignes, selon la structure en quatre parties.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structure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temps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À ne pas oublier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DÉCOR AU PASSÉ COMPOSÉ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a fait très froid et il a été 22 h.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Il faisait très froid et il était 22 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décor d'un fait divers est toujours à l'imparfait : l'heure, la météo, l'état des gens. Au passé composé, ces phrases deviennent des événements — comme si le froid était arrivé d'un coup.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4 DE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Relecture croisée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Échangez les textes. Six vérifications,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titre a-t-il un verbe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phrase répond-elle aux quatre questions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décor est-il à l'imparfait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événements sont-ils au passé composé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participes sont-ils accordés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source pour ce qui n'est pas certain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Relecture croisée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titre a-t-il un verbe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fait-il moins de huit mots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première phrase répond-elle aux quatre questions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qui, quoi, où, quand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décor est-il à l'imparfait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l'heure, la météo, l'état des gens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événements sont-ils au passé composé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et les auxiliaires sont-ils bons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participes sont-ils accordés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avec être seulement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Y a-t-il une source pour ce qui n'est pas certain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selon, d'après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En une phrase : qu'est-ce que vous comprenez mieux dans les nouvelles qu'au début du module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chose, précise.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Exemple : « je sais quoi chercher dans la première phrase ».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E1 · C'est l'heure des nouvelles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