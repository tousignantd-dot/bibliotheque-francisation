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cinq questions au tableau et les y laisser tout le module. Cette séance est la méthode de lecture et d'écoute de tout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« pourquoi » est la seule des cinq qui peut légitimement manquer. Les quatre autres sont toujours 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principe de la pyramide inversée. Ne pas employer le terme, mais l'expliquer : on peut arrêter de lire quand on veut, on aura l'essentiel.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cartes dans l'ordre, puis demander laquelle on pourrait retirer sans perdre l'essentiel. La réponse est la quatrième — et c'est la structure du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pointer, pour chaque réponse, la phrase exacte du texte. La cinquième arrive tard :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Notion importante de lecture critique. La montrer une fois ici, y revenir en C1 avec le texte du concours.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et décisif. Faire chercher ces mots dans un vrai journal s'il y en a un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l'expérience : demander au groupe ce qu'il a retenu du texte après une seule lecture. Les chiffres dominent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Résumer en une phrase est plus difficile que répondre à cinq questions. Laisser cinq minutes et faire lire trois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plus révélateur : une phrase sans verbe ne dit rien, même avec trois informations sur quatre.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résumés serviront de matière première en B5, où chacun racontera sa nouvelle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Qui, quoi, où, quand, pourquoi. Un journaliste répond à ces cinq questions dans ses deux premières phrases. Les chercher, c'est comprendre une nouvelle sans tout comprendre.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cinq informations essentielles d'une nouvelle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les trouver dans les deux premières phrases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l'essentiel du détail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résumer une nouvelle en une phrase.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questions et ce qu'elles cherchent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personnes concernées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quoi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l'événement, en un verbe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où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ville, le lieu précis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quand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jour, l'heure si elle compte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pourquoi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cause, quand elle est connue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cinquième manque souvent : la cause d'un événement n'est pas toujours connue au moment où la nouvelle est publiée.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réponses sont dans les deux premières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journaliste écrit du plus important au moins important. La première phrase répond à qui, quoi, où, quand. La suite ajoute des détails, des témoignages, des conséquences.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cycliste secouru par des passants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est arrivé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À Trois-Pistoles, un cycliste de 42 ans a fait une chute importante sur la piste cyclable hier après-midi.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Qui a aidé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passants qui marchaient à proximité ont porté secours à l'homme et ont appelé les services d'urgence.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Ce qui a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L'ambulance est arrivée en moins de dix minutes. Le cycliste, blessé à l'épaule, a été transporté à l'hôpital de Rivière-du-Loup.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cause et la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nid-de-poule mal signalé serait à l'origine de l'accident. La Ville a annoncé qu'elle inspecterait la piste dès cette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 fait divers sur le cycliste.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questions du 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cycliste de 42 ans et deux passants qui l'ont aidé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a fait une chute et a été blessé à l'épaule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Trois-Pistoles, sur une piste cyclable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hier après-midi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nid-de-poule mal signalé, selon les autorités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MOT QUI PRÉVIENT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Selon », « serait », « aurait » : l'information n'est pas confirmée.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Un nid-de-poule serait à l'origine de l'accident. » Le conditionnel et le mot « selon » disent que c'est une hypothèse. Le journaliste ne l'affirme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Confirmé ou non confirmé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« selon », « serait », « aurait », « on croit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cycliste a été transporté à l'hôpital.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nid-de-poule serait à l'origine de l'accident.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L'ambulance est arrivée en moins de dix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Selon les autorités, la piste sera inspectée cette semaine.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Confirmé ou non confirmé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cycliste a été transporté à l'hôpital.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confirmé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nid-de-poule serait à l'origine de l'accident.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non confirmé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L'ambulance est arrivée en moins de dix minutes.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confirmé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02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442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Selon les autorités, la piste sera inspectée cette semaine.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annoncé par quelqu'un, pas encore fait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DÉTAIL RETENU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retiens « 42 ans » et j'oublie « chute sur la piste cyclable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L'événement d'abord, les chiffres ensuite.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chiffres et les noms propres attirent l'attention parce qu'ils sont difficiles. Mais ce qu'il faut retenir, c'est le verbe : qu'est-ce qui est arrivé ? Un détail sans événement ne sert à rien.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Résumez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Qui, quoi, où, quand — en une seule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cycliste de Trois-Pistoles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collecte de mitaines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retrouvé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Résumez en une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cycliste de Trois-Pistoles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Hier, à Trois-Pistoles, un cycliste a été blessé dans une chute et secouru par deux passants.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collecte de mitaines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élèves de Longueuil ont amassé plus de deux cents paires de mitaines pour les enfants du quartier.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chat retrouvé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Gatineau, une fillette a retrouvé son chat disparu grâce à une affiche.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ce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résumé oublie une des quatre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cycliste a été blessé hier après-midi.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Trois-Pistoles, un cycliste a été blessé.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Hier, à Trois-Pistoles, il y a eu un accident.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Hier, à Trois-Pistoles, un cycliste de 42 ans. 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Trouvez ce qui manque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cycliste a été blessé hier après-midi.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où — le lieu manque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À Trois-Pistoles, un cycliste a été blessé.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quand — le moment manque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Hier, à Trois-Pistoles, il y a eu un accident.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— la personne manque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Hier, à Trois-Pistoles, un cycliste de 42 ans.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quoi — l'événement manque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Résumez en une phrase une nouvelle entendue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Qui, quoi, où, quand — dans 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en dessous : est-ce que la cause est connue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