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Commencer par un jeu : décrire un objet de la classe sans le nommer. Le groupe devine. C'est exactement l'exercice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les quatre types de définition pour un même mot. L'exercice montre qu'il y a toujours plusieurs chemins.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formules au tableau. Ce sont celles à employer quand un mot manque en pleine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stratégie est celle qui débloque les mots difficiles. La faire pratiquer sur « un témoin » et « un organisme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définition juste. Refuser seulement celles qui emploient le mot ou un mot de la même famille.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Un franc succès » est une expression : la définir demande de comprendre que « franc » ne veut pas dire « honnête »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fréquente et facile à corriger une fois nommée. La signaler à chaque occurrence pendant l'exercice.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de méthode important. Beaucoup d'élèves se taisent plutôt que de contourner. En faire une règle de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C'est un jeu, et c'est aussi l'entraînement le plus efficace de tout le module pour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L'exercice inverse : comprendre au lieu de produire. Il montre que les définitions du groupe fonctionnent vraiment.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Les meilleures définitions peuvent être affichées : elles valent souvent mieux que celles d'un dictionnaire pour ce niveau.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B2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Expliquer un mot dans ses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Quand un mot manque, on ne s'arrête pas : on le contourne. Savoir expliquer « une affiche » sans dire « affiche » est la compétence qui permet de parler de tout.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un mot sans l'employer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quatre façons de définir : catégorie, usage, lieu, exemple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contourner un mot qui manque dans une conversation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définition entendue.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façons de définir un mot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FAÇON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par la catégorie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quartier, c'est une partie d'une ville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par l'usage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affiche, ça sert à informer les gens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par le lieu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témoin, c'est quelqu'un qui était sur place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par l'exemple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organisme, comme la Croix-Rouge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première est la plus sûre : on nomme la catégorie, puis on précise. C'est ainsi que font les dictionnaires.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commence par « c'est un » ou « c'est quelque chose qui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Un quartier, c'est une partie d'une ville. » « Avertir, c'est quelque chose qu'on fait quand on veut informer quelqu'un. » Ces deux ouvertures suffisent à définir n'importe quoi.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stratégies quand un mot manque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Décrire l'objet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C'est une feuille de papier qu'on colle sur un mur, avec un message dessus. » Cela prend dix secondes et fonctionne toujours.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Dire à quoi ça sert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Ça sert à retrouver un animal perdu. » Souvent plus rapide que la description.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Donner le contraire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C'est le contraire de trouver. » Utile pour les verbes et les adjectifs.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Nommer une situation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C'est ce qu'on fait quand on a vu un accident et qu'on raconte ce qu'on a vu. » Pour les mots abstraits.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Expliquez le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Sans employer le mot lui-même.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quartier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reconnaître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avertir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affiche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Expliquez le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quartier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partie d'une ville ou d'un village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reconnaître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identifier quelqu'un ou quelque chose qu'on a déjà vu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avertir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informer quelqu'un d'un danger ou d'une nouvelle importante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affiche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feuille avec un message, placée pour être vue de tous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mots du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définition par mot, avec la façon de votre choix.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témoin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organisme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amasser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franc succès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mots du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témoin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personne qui a vu un événement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organisme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groupe organisé qui offre un service ou mène une cause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amasser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réunir, accumuler peu à peu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franc succès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vraie réussite, un grand succès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PIÈGE DU MOT DE LA MÊME FAMILLE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Avertir, c'est donner un avertissement.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Avertir, c'est informer quelqu'un d'une chose importante.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Employer un mot de la même famille ne définit rien : celui qui ne connaît pas « avertir » ne connaît pas « avertissement » non plus. Il faut changer complètement de mots.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PIÈGE DU SILENCE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vous arrêtez parce que le mot ne vient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C'est le papier qu'on met sur les murs pour informer les gens.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mot qui manque n'arrête pas une conversation : il oblige à faire un détour. Ce détour prend dix secondes et il est presque toujours compris. S'arrêter, lui, met fin à l'échange.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 · devinez le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L'un explique, l'autre devine.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mots à faire deviner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règle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temps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la fin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Comprendre une définition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 quel mot parle-t-on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une personne qui était là et qui a vu ce qui s'est passé.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un texte qui explique une nouvelle en détail.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une compétition où quelqu'un gagne un prix.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Ça veut dire réunir peu à peu, en plusieurs fois. 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Comprendre une définition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une personne qui était là et qui a vu ce qui s'est passé.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témoin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un texte qui explique une nouvelle en détail.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reportage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une compétition où quelqu'un gagne un prix.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concours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Ça veut dire réunir peu à peu, en plusieurs fois.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amasser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trois mots du module et définissez-les dans vos mots.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Sans employer le mot ni un mot de la même famille.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Commencez par « c'est un » ou « c'est quelque chose qui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