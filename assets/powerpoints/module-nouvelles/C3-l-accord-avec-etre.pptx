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« elle est sorti » et « elle est sortie » au tableau. Demander laquelle est correcte. Beaucoup hésiteront, parce que les deux se disent 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formes au tableau, en carré. C'est la même logique que l'accord de l'adjectif, vue au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à voix haute : elles sont identiques. C'est ce qui rend l'erreur invisible à l'oral et très visible à l'écrit.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liste au tableau et l'y laisser toute la séance. Ajouter les verbes pronominaux, qui prennent tous être.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les deux séances. Le faire remarquer : ce n'est pas une règle de plus, c'est la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avant d'accorder. C'est l'étape que les élèves sautent, et c'est celle qui fait tout le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premiers items sont les pièges : « vous » ambigu, et « la classe » collective. Les corriger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trois autres noms collectifs. C'est une erreur logique avant d'être grammaticale.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Lier au module 2, séance B2. Ceux qui l'ont fait retrouveront la liste des verbes de mouvement.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l'auxiliaire à voix haute avant d'écrire. Le choix de l'auxiliaire décide de l'accord, jamais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relecture, la compétence qui sert vraiment. Faire chercher d'abord le sujet de chaque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Cet accord demande une rétroaction individuelle et il revient dans tout le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L'accord avec être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fillette est sortie. » « Les élèves sont arrivés. » Un e, un s — deux lettres qu'on n'entend pas et qui sautent aux yeux dans un texte écrit.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participe passé avec le sujet quand l'auxiliaire est être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verbes qui prennent être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quatre formes : masculin, féminin, singulier, pluriel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 texte en vérifiant ces accords.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être, le participe passé s'accorde en genre et en nombre avec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est arrivé. Elle est arrivée. Ils sont arrivés. Elles sont arrivées. Le participe se comporte comme un adjectif : il prend les marques du sujet.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formes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MARQUE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arrivé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rien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est arrivée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arrivés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elles sont arrivées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e et un 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Aucune des quatre ne s'entend. C'est un accord purement écrit.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QUELS VERBES PRENNENT ÊTRE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Arriver, partir, sortir, venir, devenir, tomber, rester, monter, descendre, naître, mourir.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presque tous des verbes de mouvement ou de changement d'état. Ils sont peu nombreux et ils reviennent constamment dans les faits divers : à connaître par cœur.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Avec avoir, aucun accord avec 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Elle a organisé la collecte » — pas de e. L'accord ne se fait qu'avec l'auxiliaire être.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groupe collectif reste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Toute la classe est partie » — un e, pas de s. « La classe » est un seul sujet, même s'il désigne plusieurs personnes.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« Vous » peut être singulier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Vous êtes venu » pour une personne, « vous êtes venus » pour plusieurs. C'est le sens qui décide, pas le mot.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passif emploie la même règle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collecte a été organisée » — accord avec « la collecte ». C'est le même mécanisme qu'en B4.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 : genre et nombre.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(arriver) ___ à l'école tôt ce matin-là.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fillette (sortir) ___ pour distribuer ses affiches.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(arriver) ___ dix minutes plus tard.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(monter) ___ sur la scène pour recevoir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collecte (devenir) ___ une tradition dans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(tomber) ___ dans la cour de la voisine.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Accordez le participe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(arriver) ___ à l'école tôt ce matin-là.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fillette (sortir) ___ pour distribuer ses affiches.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sortie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journaliste (arriver) ___ dix minutes plus tard.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(monter) ___ sur la scène pour recevoir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sommes montés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collecte (devenir) ___ une tradition dans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devenue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chat (tomber) ___ dans la cour de la voisine.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tombé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 genre et au nombre du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(venir) ___ voir les sculptures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(partir) ___ tôt vendredi matin.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L'équipe gagnante (revenir) ___ chercher son trophée.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(rester) ___ jusqu'au soir.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plus difficiles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(venir) ___ voir les sculptures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êtes venu ou êtes venus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(partir) ___ tôt vendredi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partie — un seul sujet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L'équipe gagnante (revenir) ___ chercher son trophée.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revenue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visiteurs (rester) ___ jusqu'au soir.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restés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GROUPE COLLECTIF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Toute la classe sont parties tôt.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Toute la classe est partie tôt.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classe » désigne plusieurs personnes, mais c'est un seul mot, féminin singulier. Le verbe et le participe s'accordent avec le mot, pas avec le nombre de personnes. Même chose pour « l'équipe », « le groupe », « le jury 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L'AUXILIAIRE AVOIR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arrivée en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est arrivée en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Arriver » prend toujours l'auxiliaire être, jamais avoir. L'erreur double ici : le mauvais auxiliaire, et un accord fait quand même. Vérifiez d'abord l'auxiliaire, puis l'accord.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l'auxiliaire, puis accordez s'il y a lieu.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organisateurs ___ restés jusqu'à la fin.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Avoir ou être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___ décidé d'organiser une collecte.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décidé — avoir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arrivée en retard au concours.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arrivée — être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___ déménagé le mois dernier.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ont déménagé — avoir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journaliste ___ venue filmer l'événement.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 venue — être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tempête ___ retardé le concours d'une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retardé — avoir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organisateurs ___ restés jusqu'à la fin.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sont restés — être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erreur d'accord.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est sorti chercher son chat.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sont arrivé tôt.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sont parties.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arrivée en retard.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et corrigez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fillette est sorti chercher son chat.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sortie — sujet féminin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élèves sont arrivé tôt.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arrivés — sujet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Toute la classe sont parties.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partie — sujet singulier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arrivée en retard.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arrivée — auxiliaire être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au passé composé avec l'auxiliaire être.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sujet masculin, une féminin, une pluriel masculin, une pluriel féminin.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sujet et la marque d'accord.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