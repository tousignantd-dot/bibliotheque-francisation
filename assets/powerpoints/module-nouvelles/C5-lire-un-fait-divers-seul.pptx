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rien expliquer avant l'exercice. Distribuer le texte, laisser dix minutes de lecture silencieuse, puis passer aux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diapo sert de correction, pas de première lecture. Ne l'afficher qu'après l'exercice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mots « seulement » et « jamais » rendent deux énoncés faux. C'est la stratégie vue au module 4 : les chercher en premier.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Distinction importante et rarement enseignée. La montrer avec deux ou trois exemples du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item est le plus fin : « court documentaire » est une catégorie, pas une durée. Le corriger en dernier.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pointer la phrase exacte pour chaque réponse, systématiquement. C'est une discipline de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l'exercice dans le module interactif, sur les vraies images. Cette diapo sert de rappel et de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grille des cinq questions ferme le défi 2 comme elle a ouvert le module.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Formuler une question dont la réponse manque est la preuve qu'on a vraiment lu. C'est un meilleur bilan qu'un vrai ou faux.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C5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Lire un fait divers seul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texte qu'on n'a pas travaillé en classe, lu en autonomie. C'est la vraie situation : ni enseignant, ni corrigé, ni deuxième écoute.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C'est l'heure des nouvelles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fait divers nouveau sans aide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une information qui n'est pas dite explicitement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que le texte dit de ce qu'on suppose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une nouvelle et une image.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classe filme un documentaire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À Victoriaville, les élèves d'une classe de 4e secondaire ont réalisé un court documentaire sur le recyclage dans leur quartier.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Qui l'a proposé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Leur enseignant de sciences, qui souhaitait rendre la matière plus concrète.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Comment ils ont travaillé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Pendant trois semaines, ils ont interviewé des commerçants, des employés municipaux et des citoyens.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documentaire, intitulé Ce qu'on jette, ce qu'on garde, a été présenté devant toute l'école. Il sera aussi diffusé au conseil municipal.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le texte que vous venez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documentaire a été proposé par l'enseignant de sciences.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élèves ont travaillé sur ce projet pendant un 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sujet du documentaire est le recyclage.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élèves ont interviewé seulement des employés municipaux.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documentaire a été présenté à toute l'école.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documentaire ne sera jamais présenté au conseil municipal.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documentaire a été proposé par l'enseignant de sciences.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élèves ont travaillé sur ce projet pendant un an.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trois semaines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sujet du documentaire est le recyclage.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élèves ont interviewé seulement des employés municipaux.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aussi des commerçants et des citoyens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documentaire a été présenté à toute l'école.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documentaire ne sera jamais présenté au conseil municipal.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y sera diffusé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QUE LE TEXTE DIT ET CE QU'ON SUPPOSE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information vraie n'est pas toujours écrite dans le texte.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Victoriaville se trouve au Centre-du-Québec » est vrai, mais ce n'est pas écrit. Dans un examen de compréhension, on répond d'après le texte — et on distingue ce qu'on lit de ce qu'on sait déjà.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Écrit ou supposé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Est-ce que le texte le dit, ou est-ce qu'on le déduit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élèves sont en 4e secondaire.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projet a duré trois semaines.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élèves ont appris beaucoup de choses.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Victoriaville est au Centre-du-Québec.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documentaire dure moins d'une heure.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Écrit ou supposé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élèves sont en 4e secondaire.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écrit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projet a duré trois semaines.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écrit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élèves ont appris beaucoup de choses.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supposé — le texte ne le dit pas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Victoriaville est au Centre-du-Québec.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supposé — vrai, mais pas écrit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documentaire dure moins d'une heure.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supposé — « court » ne dit pas combien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DE CE QU'ON SAIT DÉJÀ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réponds avec ce que je sais, pas avec ce que le texte 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cherche la phrase exacte avant de répondre.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réponse vraie mais absente du texte est fausse dans un exercice de compréhension. Et dans la vraie vie, elle peut être fausse tout court : ce qu'on croit savoir n'est pas toujours à jour.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Associez la nouvelle et l'image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Cinq nouvelles du module, cinq images.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Des élèves ont amassé plus de deux cents paires de mitaines.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fillette a retrouvé son chat grâce à une affiche.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L'équipe gagnante a façonné une sculpture de trois mètres.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Deux passants ont secouru un cycliste blessé à l'épaule.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792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432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Des élèves ont interviewé des commerçants pour un documentaire.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Associez la nouvelle et l'image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Des élèves ont amassé plus de deux cents paires de mitaines.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la collecte de mitaines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fillette a retrouvé son chat grâce à une affiche.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chat retrouvé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L'équipe gagnante a façonné une sculpture de trois mètres.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la sculpture sur neige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Deux passants ont secouru un cycliste blessé à l'épaule.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cycliste secouru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792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432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Des élèves ont interviewé des commerçants pour un documentaire.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documentaire de classe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questions du documentaire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Appliquez la grille de A4.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Quoi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questions du documentaire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des élèves de 4e secondaire et leur enseignant de sciences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Quoi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ils ont réalisé un court documentaire sur le recyclage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Victoriaville, dans leur quartier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pendant trois semaines ; présenté la semaine dernière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pour rendre la matière plus concrète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questions que vous poseriez à ces élèves.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Des questions dont la réponse n'est pas dans le texte.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Combien de personnes avez-vous interviewées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C'est l'heure des nouvelles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