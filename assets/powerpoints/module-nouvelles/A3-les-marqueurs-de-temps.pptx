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un court fait divers sans aucun marqueur de temps, puis le même avec. Le groupe entendra tout de suite ce qui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est la plus difficile : « deux jours avant » se compte à partir d'un autre moment, pas à partir d'aujourd'hui.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Présentement » et « actuellement » sont les marqueurs des textes de nouvelles. Les faire remarquer : on les lit plus qu'on ne les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reportages commencent presque toujours par le moment : « Hier, dans une école de Longueuil…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explique une difficulté réelle de lecture : les faits divers ne sont pas toujours chronologiques.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rapide. Enchaîner sur le texte à compléter, qui est le vrai exercice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progression : passé, passé, passé, présent, futur. C'est la structure de presque tous les faits divers.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une ligne du temps au tableau, avec « aujourd'hui » au milieu. Placer les deux expressions de part et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d'écoute fine qui explique beaucoup de confusions dans les bulletins réécoutés en différé.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texte du module ne suit pas cet ordre : il commence par la fin. C'est le point de la quatrième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modèles. Faire écrire trois phrases sur une vraie nouvelle de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virgule après le marqueur en tête de phrase. C'est le point d'écriture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marqueurs de temps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Hier », « quelques minutes après », « présentement », « bientôt ». Sans ces mots, un fait divers devient une liste d'événements sans ordre — et le lecteur ne sait plus ce qui a mené à 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marqueur de passé, de présent et de futur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marqueur au bon endroit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événement dans l'ordre chronologique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marqueurs les plus fréquents des faits divers.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marqueurs du passé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SITUE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hier, avant-hier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ou deux jours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semaine dernière, l'an passé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période terminée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 peu de 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récemment, sans préciser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jours avant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un autre moment déjà nommé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pendant que, avant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même temps ou avant une autre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présent et le futur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SITUE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aujourd'hui, maintenant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moment où l'on parle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présentement, actuellement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ce moment, registre écrit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demain, après-demain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ou deux jours après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bientôt, dans quelques jours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prochainement, sans préciser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l'an prochain, la prochaine fois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période à venir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marqueur de temps se place au début ou à la fin de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Hier, un feu s'est déclaré rue des Ormes. » ou « Un feu s'est déclaré rue des Ormes hier. » Les deux sont corrects. Au début, le marqueur est plus visible — c'est le choix des journalistes.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virgule après 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le marqueur ouvre la phrase, une virgule le suit : « Hier, un feu s'est déclaré. » Pas de virgule quand il est à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Depuis » n'est pas un marqueur de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Depuis trois jours » dit une durée qui continue, pas un point dans le temps. C'est autre chose, et c'est très utile dans un fait divers.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Il y a » et « dans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y a trois jours » : dans le passé. « Dans trois jours » : dans le futur. Deux mots très courts, deux directions opposées.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L'ordre du récit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commence souvent par le plus récent, puis remonte : « Le chat a été retrouvé. Il s'était sauvé il y a trois jours.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Passé, 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Classez le marqueur.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avant-hier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présentement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une semaine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 passé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actuellement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prochaine fois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Passé, 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avant-hier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présentement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une 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actuellement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prochaine fois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marqueur de temps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Rue des Ormes, à Sherbrooke, un feu s'est déclaré dans un garage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pompiers sont arrivés sur les lieux ___ après l'appel.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propriétaire, qui dormait, a été réveillé ___ par l'odeur de fumée.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___, l'enquête se poursuit pour connaître la cause de l'incendie.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résidants pourront réintégrer leur maison ___.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Rue des Ormes, à Sherbrooke, un feu s'est déclaré dans un garage ___.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hier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pompiers sont arrivés sur les lieux ___ après l'appel.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quelques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propriétaire, qui dormait, a été réveillé ___ par l'odeur de fumée.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juste à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___, l'enquête se poursuit pour connaître la cause de l'incendie.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Présentement / Aujourd'hui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résidants pourront réintégrer leur maison ___.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dans quelques jours / bientôt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IL Y A » ET « DANS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chat s'est sauvé dans trois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chat s'est sauvé il y a trois 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» regarde vers le passé, « dans » vers le futur. Deux mots très courts, faciles à confondre à l'oral, et qui inversent complètement le sens d'une phrase.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AVANT-HIER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journaliste dit hier, donc c'était 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Dany dit avant-hier : les deux ne parlent pas du même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dialogue de A1, le reportage dit « hier » et Dany dit « avant-hier ». Le reportage a été enregistré un autre jour. Un marqueur de temps se compte toujours à partir du moment où l'on parle — et ce moment change.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récit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5, du plus ancien au plus récent.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 dans sa cour hier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s'est sauvé par une fenêtre entrouverte il y a trois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distribué des affiches dans le quartier.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classe a fabriqué des affiches.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a averti la famille.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récit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 dans sa cour hier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s'est sauvé par une fenêtre entrouverte il y a trois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distribué des affiches dans le quartier.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classe a fabriqué des affiches.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a averti la famille.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avec des marqueurs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: un passé, un présent, un futur.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événement passé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 actuelle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va arriver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avec des marqueurs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événement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semaine dernière, une tempête a fermé les écoles.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 actuelle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Présentement, les équipes déneigent les rues.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va arriver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cours reprendront dans deux jours.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un événement de votre semaine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marqueur de temps au début de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Passé, présent, futur — dans cet ordre.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