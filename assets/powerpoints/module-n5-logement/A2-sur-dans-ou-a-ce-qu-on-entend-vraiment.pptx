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phonétique. Elle vient tôt dans le module parce que tout le défi 1 se passe au téléphone : sans ces fusions, l'appel est incompréhensible.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la phrase deux fois, à vitesse normale, sans rien montrer. Presque personne n'entendra « sur le » en deux mots. C'est le but : faire vivre l'écart avant de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: l'élève n'a pas mal appris, il a appris la forme écrite, et personne ne lui a dit que l'oral diffère.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ligne en chœur, colonne de droite seulement, avant de montrer la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marque du pluriel à l'oral ici : si l'élève ne l'entend pas, il ne sait pas combien de chambres on lui décrit.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deuxième carte : c'est la seule qui crée une vraie ambiguïté de sens, et c'est le contexte qui tranche.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phrase à vitesse normale, sans détacher. Répéter à la demande, mais jamais en séparant les mots : ce serait supprimer la difficulté.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stratégie d'écoute la plus utile de la séance. La faire pratiquer : le nom d'abord, la préposition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exiger la fusion en production : l'objectif du niveau 5 est de la COMPRENDRE. Ceux qui y arrivent en parlant y gagnent, mais ce n'est pas évalué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d'écoute. Il montre que la fusion est partout, y compris chez les journalistes, ce qui règle la question du « français mal parlé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Sur, dans ou à : ce qu'on entend vraiment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connaissez « sur », « dans », « à ». Vous connaissez « le », « la », « les ». Et pourtant, au téléphone, la phrase passe sans que vous reconnaissiez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que la préposition et le déterminant se collent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sur le, sur la, dans la, dans les, à la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dans la » de « dans les » par la seule voyelle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ce n'est pas du français mal parlé, mais la norme d'ici.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mots entendez-vous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clés sont sur le comptoir.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Comptez les mots que vous entendez, pas ceux que vous devinez.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ce que vous avez entendu.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Maintenant, regardez la phrase écrite.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MOTS ÉCRITS, UNE SYLLABE ENTENDUE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l'oral d'ici, la préposition et le déterminant se collent.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de la mauvaise prononciation et ce n'est pas réservé aux gens pressés. C'est le français parlé normal du Québec : une avocate, une propriétaire et un professeur disent tous « dans boîte aux lettres » quand ils parlent à vitesse normale.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FUSIONS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écrit, ce qui est entendu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sur le comptoir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SUL comptoir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sur la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à la propriétaire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 propriétaire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« e », le « r » et le « l » disparaissent.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FUSIONS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pluriel tient à la voyelle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dans la boîte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 boîte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dans les chambres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DIN chambres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dans un immeuble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DUN immeuble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dan » au singulier, « din » au pluriel : le « s » ne se dit jamais.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CE QUI DISPARAÎT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sons qui s'effacent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« e » de « le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le donne SUL. Le nom qui suit se colle : il n'y a plus de pause.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« r » de « sur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la donne SA. C'est la fusion qui trompe le plus : « sur la table » ressemble à « sa table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« s » de « dans les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se prononce jamais. Seule la voyelle porte le pluriel : dan / din.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« l » de « à la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donne A. Rien ne reste. Seule la longueur de la voyelle dit qu'il y avait deux mots.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Sur, dans ou 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et dites quelle préposition vous avez entendue.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clés sont sur le comptoir.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était dans la boîte aux lettres.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s'adresse à la propriétaire.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était sur la table de cuisine.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bois franc dans les chambres.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habitent dans un immeuble de six logements.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 de barbecue sur un balcon.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linge se lave dans une buanderie commune.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Sur, dans ou 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clés sont sur le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était dans la boîte aux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s'adresse à la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était sur la table de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bois franc dans les chambres.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habitent dans un immeuble de six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 de barbecue sur un balcon.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linge se lave dans une buanderie commune.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CHERCHER DEUX MOTS AU LIEU D'UNE SYLLABE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J'attends d'entendre « sur » puis « la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J'écoute une seule petite syllabe au début du groupe.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attendez deux mots, vous cherchez pendant que la phrase continue, et vous perdez la suite. Écoutez la syllabe, puis le nom qui suit : c'est le nom qui vous dira de quoi on parle.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votre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ces phrases à vitesse normale, en collant les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clés sont sur le comptoir.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était sur la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était dans la boîte aux lettres.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bois franc dans les chambres.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s'adresse à la propriétaire.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habitent dans un immeuble.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votre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clés sont sur le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SUL comptoir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était sur la table.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était dans la boîte aux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 boîte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bois franc dans les chambres.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DIN chambres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s'adresse à la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propriétaire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habitent dans un 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DUN immeuble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la radio ou la télévision cinq minutes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une phrase où vous avez entendu « dans la » ou « sur le » collés.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comme vous l'avez entendue, puis comme elle s'écrit.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