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Les relatifs sont le savoir qui fait le plus monter le niveau apparent d'une production orale : trois mots, et une description change de registre.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paires au tableau. Le groupe trouvera souvent « qui » partout. Ne pas corriger : le tableau suivant montre pourquoi ce n'est pas le même mot dans les trois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du bas est capitale : les élèves croient presque tous que « qui » sert pour les personnes.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l'erreur de raisonnement la plus répandue, et elle vient souvent d'une comparaison avec l'anglais who / which.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appliquer les deux premières astuces sur les phrases du déclencheur. Elles fonctionnent à tous les coups et se font en une seconde.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règle donne aussi un outil de correction : en relisant, tout « qu' » doit pouvoir se remplacer par «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l'astuce employée à chaque fois, à voix haute. Le raisonnement compte plus que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Circuler et corriger à la volée. Faire lire trois productions à voix haute en fin de séance : entendre la différence avec les petites phrases sèches du déclencheur est ce qui installe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d'écriture. Le soulignement force la conscience du choix, et rend la correction rapide.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Décrire avec qui, que, où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une chambre. Elle donne sur la cour. Elle est tranquille. » Trois petites phrases sèches — ou une seule phrase d'adulte.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Louer un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qui » quand le verbe suit directement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que » quand un sujet suit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où » pour un lieu et pour un moment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« qui » ne s'élide jamais.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Comment dire ces trois phrases en une seule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une chambre. Elle donne sur la cour.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la pièce. Tout le monde l'aime.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la chambre. Ma fille y dormira.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petit mot faut-il, chaque fois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TROIS RELATIFS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Regardez ce qui suit le petit mot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RELATIF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verbe, sans autre sujet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— les fenêtres qui donnent au sud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sujet, puis un verbe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— la pièce que tout le monde aime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lieu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— l'immeuble où elle habite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moment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— l'année où le loyer a monté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décide, c'est la place dans la phrase — jamais le sens du mot d'avant.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QUI » NE VEUT PAS DIRE « UNE PERSONNE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dit « les fenêtres qui donnent au sud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qui » remplace le sujet du verbe qui suit, que ce sujet soit une personne, une fenêtre ou une remise. C'est la place dans la phrase qui décide, pas ce qu'on désigne.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ASTUCES DE VÉRIFICATION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faire dans sa tête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Remplacez par « elle » ou « il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Les fenêtres — ELLES donnent au sud. » Ça marche ? C'est QUI.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Remplacez par « la » ou « le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La pièce — tout le monde L'aime. » Ça marche ? C'est 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Cherchez un sujet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Entre le relatif et le verbe : s'il y a quelqu'un, c'est 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Pour « où », demandez : un lieu ou un moment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L'immeuble où… · l'année où… · le jour où…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ÉLIDER « QUI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logement qui'est libre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logement qui est libre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que » s'élide en « qu' » devant une voyelle : le logement qu'elle visite. « qui » ne s'élide jamais, dans aucun cas. Si vous voyez « qu' », c'était forcément « que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qui, que ou où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pièce … tout le monde aime.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fenêtres … donnent au sud gardent le salon clair.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chambre … ma fille dormira.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… elle a visité jeudi est plus grand.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immeuble … n'est pas insonorisé se remarque le soir.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remise … se trouve derrière la porte prend deux vélos.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l'année … le loyer n'a pas augmenté.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… elle paie comprend le stationnement.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qui, que ou où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pièce … tout le monde aime.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 — « tout le monde » est sujet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fenêtres … donnent au sud gardent le salon clair.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 — le verbe suit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chambre … ma fille dormira.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 — un lieu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… elle a visité jeudi est plus grand.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qu' — élision de « que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immeuble … n'est pas insonorisé se remarque le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remise … se trouve derrière la porte prend deux vélos.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l'année … le loyer n'a pas augmenté.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 — un moment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… elle paie comprend le stationnement.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qu' / 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une pièce avec chacun des trois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phrases sur le logement de votre choix.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« qui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« que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« où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votre logement en cinq phrases, avec au moins trois relatifs.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« qui », un « que », un « où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Soulignez-les. Nous les vérifierons ensemble.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Louer un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