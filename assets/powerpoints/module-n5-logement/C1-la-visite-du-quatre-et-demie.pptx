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Commencer par la troisième colonne des feuilles d'appel du devoir B4 : ce sont les vraies questions de visite du groupe. Les 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ce qui ne se voit pas : le bruit, le froid, l'humidité en automne, le déneigement. Ces choses-là se demandent — c'est tout l'objet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Enlever ses bottes est un usage d'ici, en toute saison et dans presque toutes les maisons. Le dire : c'est une information culturelle utile et rarement enseignée.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points de langue à venir sont ici : le relatif « qui donne sur la cour » et le gérondif « en arrivant ». Les souligner sans les expliquer — ils sont l'objet des séances C3 et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Hélène annonce un défaut sans qu'on le lui demande. Faire remarquer que Nadège la remercie : un défaut annoncé d'avance est une information ; découvert après la signature, c'est un conflit.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d'Hélène — 1 020 $ pour un logement offert à 1 050 $ — est une hausse normale. Faire calculer l'écart : trente dollars, soit moins de 3 %.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au groupe ce qu'ils ont appris à leurs dépens dans leur logement actuel. Cette liste s'allonge toujours, et les meilleures entrées viennent des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réflexion. Les réponses alimentent la séance C2 et donnent des exemples réels, souvent frappants — plusieurs élèves habitent des logements avec des défauts qu'on ne leur avait pas signalés.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visite du quatre et demie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visite dure quinze minutes. C'est court pour voir un logement où on habitera un 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renseignements donnés pendant une visite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qu'un propriétaire dit spontanément et ce qu'il faut demander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du loyer de l'ancien locataire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regarder, et pas seulement quoi écouter.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entrez dans ce logement. Que regardez-vous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on-ensoleil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lumière ? Les planchers ? Les fenêtres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ne peut pas voir en quinze minutes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s'il fait froid l'hiver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si les voisins sont bruyants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Entrer et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Entrez, entrez. Vous enlevez vos bottes, si ça ne vous dérange pas.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3071876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 sûr. Oh, c'est clair, ici.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3821175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la pièce que tout le monde aime. Les fenêtres donnent au sud, alors le salon est ensoleillé jusqu'à quatre heures.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908295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4908295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plancher, c'est du bois franc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bois franc dans le salon et dans le corridor. Les chambres, c'est du flottant, refait l'an dernier.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98907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chambres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5435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3738371"/>
            <a:ext cx="878907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vraies chambres, oui. Celle-ci donne sur la cour, donc c'est la plus tranquille. En arrivant, vous avez vu la ruelle : c'est de ce côté-là qu'il y a du passage.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1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1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5163311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fille prendrait celle qui donne sur la cour, alors. Est-ce que c'est insonorisé entre les logements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parfait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Honnêtement, on entend marcher au-dessus. Ce n'est pas un immeuble neuf. Les voisins d'en haut sont un couple retraité, très tranquilles.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332689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de me le dire. Et la cuisine, la hotte fonctionne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4076191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fonctionne. Le poêle et le réfrigérateur restent. Là, derrière la porte, c'est une remise : c'est petit, mais ça prend deux vélos.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516331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c'est utile.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qui compte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7047" y="190195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dernière chose, madame : depuis quand le loyer n'a pas augmenté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7047" y="2989072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Bonne question. Le locataire actuel payait mille vingt dollars, et il est ici depuis trois ans. Je vais l'écrire dans le bail, c'est obligatoire.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5435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NADÈGE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7047" y="4076191"/>
            <a:ext cx="878907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vous remercie. En regardant les autres logements cette semaine, je vais comparer, mais je vous rappelle vendredi.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35435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7047" y="5163312"/>
            <a:ext cx="878907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le temps qu'il faut. Je garde votre numéro.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QUOI REGARDER PENDANT LA VISITE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qui coûtent cher après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fenêtres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Ouvrez-en une, fermez-la. Si elle coince, l'hiver sera froid et la facture salée.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panneau de disjoncteurs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Demandez où il est. Vous en aurez besoin le premier soir où tout s'éteint.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taches au plafond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marque d'humidité se demande : d'où vient-elle, et a-t-elle été réparée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L'escalier et l'entrée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le monterez chargé de sacs, et vous le déneigerez tout l'hiver.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du salon donnent au nord.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du bois franc dans le salon et le corridor.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chambre qui donne sur la cour est la plus tranquille.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Hélène cache que l'immeuble est mal insonorisé.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poêle et le réfrigérateur restent dans le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locataire actuel payait mille cent dollars.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veut comparer avant de décider.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du salon donnent au nord.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 sud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du bois franc dans le salon et le corridor.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chambre qui donne sur la cour est la plus tranquille.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Hélène cache que l'immeuble est mal insonorisé.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le dit d'elle-même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poêle et le réfrigérateur restent dans le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locataire actuel payait mille cent dollars.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mille vingt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Nadège veut comparer avant de décider.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Regardez votre logement actuel avec les yeux d'un visiteur.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trois choses que vous auriez voulu savoir avant de signer.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une chose que vous n'aviez pas remarquée pendant la visite.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