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Ouverture du défi 2. Commencer par la troisième colonne des feuilles d'appel du devoir B4 : ce sont les vraies questions de visite du groupe. Les écrire au tableau.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dire ce qui ne se voit pas : le bruit, le froid, l'humidité en automne, le déneigement. Ces choses-là se demandent — c'est tout l'objet de la séance.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Enlever ses bottes est un usage d'ici, en toute saison et dans presque toutes les maisons. Le dire : c'est une information culturelle utile et rarement enseignée.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Deux points de langue à venir sont ici : le relatif « qui donne sur la cour » et le gérondif « en arrivant ». Les souligner sans les expliquer — ils sont l'objet des séances C3 et C4.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Hélène annonce un défaut sans qu'on le lui demande. Faire remarquer que Nadège la remercie : un défaut annoncé d'avance est une information ; découvert après la signature, c'est un conflit.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réponse d'Hélène — 1 020 $ pour un logement offert à 1 050 $ — est une hausse normale. Faire calculer l'écart : trente dollars, soit moins de 3 %.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ajouter au groupe ce qu'ils ont appris à leurs dépens dans leur logement actuel. Cette liste s'allonge toujours, et les meilleures entrées viennent des élèves.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justifier chaque « faux » par la réplique exacte.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Devoir de réflexion. Les réponses alimentent la séance C2 et donnent des exemples réels, souvent frappants — plusieurs élèves habitent des logements avec des défauts qu'on ne leur avait pas signalés.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SÉANCE C1  ·  MODULE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La visite du quatre et demie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394968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Une visite dure quinze minutes. C'est court pour voir un logement où on habitera un an.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Louer un logement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Louer un logement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comprendre les renseignements donnés pendant une visite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1113536"/>
          </a:xfrm>
          <a:prstGeom prst="roundRect">
            <a:avLst>
              <a:gd name="adj" fmla="val 1313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30063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30886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747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repérer ce qu'un propriétaire dit spontanément et ce qu'il faut demander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8922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40700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41523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40934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poser la question du loyer de l'ancien locataire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7782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9560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50383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979415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savoir quoi regarder, et pas seulement quoi écouter.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Louer un logement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7181A"/>
                </a:solidFill>
                <a:latin typeface="Verdana"/>
              </a:rPr>
              <a:t>Vous entrez dans ce logement. Que regardez-vous en premier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24927" y="1719072"/>
            <a:ext cx="4199839" cy="4361688"/>
          </a:xfrm>
          <a:prstGeom prst="roundRect">
            <a:avLst>
              <a:gd name="adj" fmla="val 34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salon-ensoleill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4383" y="2638339"/>
            <a:ext cx="3760927" cy="2523153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66928" y="1856232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50976" y="2039112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lumière ? Les planchers ? Les fenêtres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642108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66928" y="2751836"/>
            <a:ext cx="50292" cy="821944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50976" y="2824988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qu'on ne peut pas voir en quinze minutes 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765804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3875532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50976" y="3948684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Comment savoir s'il fait froid l'hiver 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551680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66928" y="4661408"/>
            <a:ext cx="50292" cy="821944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50976" y="4734560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Comment savoir si les voisins sont bruyants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Louer un logement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1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Entrer et regarder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3736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Écoutez d'abord, diapositive masquée.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57984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2322576"/>
            <a:ext cx="135435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HÉLÈNE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7047" y="2322576"/>
            <a:ext cx="878907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Entrez, entrez. Vous enlevez vos bottes, si ça ne vous dérange pas.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907283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32688" y="3071876"/>
            <a:ext cx="135435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NADÈGE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7047" y="3071876"/>
            <a:ext cx="878907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Bien sûr. Oh, c'est clair, ici.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656583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3821175"/>
            <a:ext cx="1354359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HÉLÈNE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7047" y="3821175"/>
            <a:ext cx="8789079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C'est la pièce que tout le monde aime. Les fenêtres donnent au sud, alors le salon est ensoleillé jusqu'à quatre heures.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" y="4908295"/>
            <a:ext cx="135435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NADÈGE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87047" y="4908295"/>
            <a:ext cx="878907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Et le plancher, c'est du bois franc 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Louer un logement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2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pièces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354359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HÉLÈNE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7047" y="1901952"/>
            <a:ext cx="8789079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Du bois franc dans le salon et dans le corridor. Les chambres, c'est du flottant, refait l'an dernier.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82447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989072"/>
            <a:ext cx="135435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NADÈGE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7047" y="2989072"/>
            <a:ext cx="878907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Il y a deux chambres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573779"/>
            <a:ext cx="11057839" cy="1342644"/>
          </a:xfrm>
          <a:prstGeom prst="roundRect">
            <a:avLst>
              <a:gd name="adj" fmla="val 10896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738371"/>
            <a:ext cx="1354359" cy="1068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HÉLÈNE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87047" y="3738371"/>
            <a:ext cx="8789079" cy="1068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Deux vraies chambres, oui. Celle-ci donne sur la cour, donc c'est la plus tranquille. En arrivant, vous avez vu la ruelle : c'est de ce côté-là qu'il y a du passage.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998719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5163311"/>
            <a:ext cx="1354359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NADÈGE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87047" y="5163311"/>
            <a:ext cx="8789079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Ma fille prendrait celle qui donne sur la cour, alors. Est-ce que c'est insonorisé entre les logements 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Louer un logement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3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qui n'est pas parfait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1342644"/>
          </a:xfrm>
          <a:prstGeom prst="roundRect">
            <a:avLst>
              <a:gd name="adj" fmla="val 10896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354359" cy="1068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HÉLÈNE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7047" y="1901952"/>
            <a:ext cx="8789079" cy="1068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Honnêtement, on entend marcher au-dessus. Ce n'est pas un immeuble neuf. Les voisins d'en haut sont un couple retraité, très tranquilles.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316229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3326892"/>
            <a:ext cx="135435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NADÈGE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7047" y="3326892"/>
            <a:ext cx="878907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Merci de me le dire. Et la cuisine, la hotte fonctionne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91160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4076191"/>
            <a:ext cx="1354359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HÉLÈNE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87047" y="4076191"/>
            <a:ext cx="8789079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Elle fonctionne. Le poêle et le réfrigérateur restent. Là, derrière la porte, c'est une remise : c'est petit, mais ça prend deux vélos.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99872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5163312"/>
            <a:ext cx="135435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NADÈGE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87047" y="5163312"/>
            <a:ext cx="878907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Ça, c'est utile.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Louer un logement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4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La question qui compte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354359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NADÈGE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7047" y="1901952"/>
            <a:ext cx="8789079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Une dernière chose, madame : depuis quand le loyer n'a pas augmenté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824479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989072"/>
            <a:ext cx="1354359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HÉLÈNE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7047" y="2989072"/>
            <a:ext cx="8789079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Bonne question. Le locataire actuel payait mille vingt dollars, et il est ici depuis trois ans. Je vais l'écrire dans le bail, c'est obligatoire.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91160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4076191"/>
            <a:ext cx="1354359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NADÈGE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87047" y="4076191"/>
            <a:ext cx="8789079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vous remercie. En regardant les autres logements cette semaine, je vais comparer, mais je vous rappelle vendredi.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99872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5163312"/>
            <a:ext cx="135435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HÉLÈNE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87047" y="5163312"/>
            <a:ext cx="878907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Prenez le temps qu'il faut. Je garde votre numéro.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Louer un logement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QUOI REGARDER PENDANT LA VISITE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Quatre choses qui coûtent cher après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1D6B8F"/>
                </a:solidFill>
                <a:latin typeface="Verdana"/>
              </a:rPr>
              <a:t>Les fenêtres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859024"/>
            <a:ext cx="4806543" cy="729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Ouvrez-en une, fermez-la. Si elle coince, l'hiver sera froid et la facture salée.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1D6B8F"/>
                </a:solidFill>
                <a:latin typeface="Verdana"/>
              </a:rPr>
              <a:t>Le panneau de disjoncteurs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859024"/>
            <a:ext cx="4806543" cy="729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Demandez où il est. Vous en aurez besoin le premier soir où tout s'éteint.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1D6B8F"/>
                </a:solidFill>
                <a:latin typeface="Verdana"/>
              </a:rPr>
              <a:t>Les taches au plafond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5076444"/>
            <a:ext cx="4806543" cy="729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Une marque d'humidité se demande : d'où vient-elle, et a-t-elle été réparée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1D6B8F"/>
                </a:solidFill>
                <a:latin typeface="Verdana"/>
              </a:rPr>
              <a:t>L'escalier et l'entrée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5076444"/>
            <a:ext cx="4806543" cy="729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Vous le monterez chargé de sacs, et vous le déneigerez tout l'hiver.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Louer un logement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COMPRÉHENSION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Répondez d'après le dialogue.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fenêtres du salon donnent au nord.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y a du bois franc dans le salon et le corridor.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chambre qui donne sur la cour est la plus tranquille.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Hélène cache que l'immeuble est mal insonorisé.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poêle et le réfrigérateur restent dans le logement.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locataire actuel payait mille cent dollars.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626668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41247" y="63637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1247" y="642772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44168" y="6422136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Nadège veut comparer avant de décider.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Louer un logement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fenêtres du salon donnent au nord.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— au sud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y a du bois franc dans le salon et le corridor.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chambre qui donne sur la cour est la plus tranquille.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Hélène cache que l'immeuble est mal insonorisé.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— elle le dit d'elle-même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poêle et le réfrigérateur restent dans le logement.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locataire actuel payait mille cent dollars.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— mille vingt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626668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41247" y="63637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1247" y="642772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44168" y="6422136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Nadège veut comparer avant de décider.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Louer un logement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Regardez votre logement actuel avec les yeux d'un visiteur.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Notez trois choses que vous auriez voulu savoir avant de signer.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Notez une chose que vous n'aviez pas remarquée pendant la visite.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Louer un logement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