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Demander qui a apporté une copie de son bail (devoir A1). Travailler sur les vrais documents chaque fois que c'est possible : l'effet est sans commune mesure avec un exemple inventé.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honnête, pour beaucoup, est « je signe sans lire ». Le dire sans juger : le document est long et la pression du 1er juillet est réelle. La séance sert à savoir où regarder en cinq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vais le lire au complet, si vous permettez » : la phrase à retenir. Personne ne peut la refuser, et elle change la posture du locataire.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capital, et souvent contre-intuitif : ici, le silence protège le locataire — alors qu'à la séance A1, le silence lui coûtait cher. Faire expliciter la différence : avis de modification contre fin de bail.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L'annexe fait partie du bail même si elle n'y ressemble pas : c'est la source d'un grand nombre de conflits. Faire lire les annexes réelles apportées par les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de lecture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sont ces trois-là qui produisent les conflits, justement parce qu'on ne les lit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une protection que beaucoup d'élèves ignorent, et plusieurs ont déjà déménagé sans y être obligés.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réponse. Les deux dernières lignes sont les plus utiles dans la vie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quels règlements existent dans leur immeuble. La liste est toujours plus longue que prévu, et plusieurs les découvrent.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lecture réelle. C'est le devoir le plus souvent commenté par les élèves à la séance suivante : beaucoup découvrent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Avant de signer : lire le bail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bail est le même formulaire pour tout le monde au Québec, et il est écrit pour être lu. Encore faut-il savoir où regarder.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grandes sections d'un bail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section G et son utilité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bail se renouvelle automatiquement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son droit de sous-louer ou de céder son bail.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vous regardez en premier sur ce document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ormulaire-b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? La date ? Les noms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prendriez-vous pour le lire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en petit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cette feuille agrafée derrière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section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Voilà le bail. C'est le formulaire officiel, le même pour tout le monde au Québec.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954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1354359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3374136"/>
            <a:ext cx="8789079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le lire au complet, si vous permettez. … Ici, la section G, c'est quoi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6110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25696"/>
            <a:ext cx="1354359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4425696"/>
            <a:ext cx="8789079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l'avis au nouveau locataire. Je dois y écrire le loyer le plus bas payé dans les douze derniers mois. Mille vingt dollars, comme je vous l'ai dit.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477256"/>
            <a:ext cx="135435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5477256"/>
            <a:ext cx="878907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moi, qu'est-ce que je peux faire avec cette information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renouvellement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vous trouvez que l'augmentation est trop forte, vous avez dix jours après la signature pour demander une révision au Tribunal.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17800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882392"/>
            <a:ext cx="135435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882392"/>
            <a:ext cx="878907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Dix jours. Je le note. Le bail se termine quand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13760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578352"/>
            <a:ext cx="135435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3578352"/>
            <a:ext cx="878907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trente juin de l'année prochaine. Après, il se renouvellera tout seul aux mêmes conditions, sauf si l'un de nous deux envoie un avis.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94200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58792"/>
            <a:ext cx="135435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558792"/>
            <a:ext cx="8789079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Donc si je ne dis rien, je reste.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90160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54751"/>
            <a:ext cx="135435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7047" y="5254751"/>
            <a:ext cx="8789079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exactement ça. Au Québec, le bail se renouvelle automatiquement. C'est une protection pour le locataire.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L'annexe et la sous-location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cette feuille-là, avec les règlements de l'immeuble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65125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l'annexe. Elle fait partie du bail : pas de tapis dans l'escalier, les poubelles le mardi, et pas de barbecue sur le balcon.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NADÈGE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3738371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dernière chose : si je dois partir avant la fin, est-ce que j'ai le droit de sous-louer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82549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le droit de sous-louer ou de céder votre bail. Vous devez m'aviser par écrit, et je ne peux refuser sans un motif sérieux.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BAIL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combien de temps, combien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noms et l'adresse du logement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durée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du début et celle de la fin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loyer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montant, la date de paiement, ce qui est compris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premières se lisent en une minute.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BAIL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peu de gens lisent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section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loyer le plus bas payé dans les 12 derniers 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travaux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 propriétaire s'engage à faire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L'annexe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règlements — ils font partie du bail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Cinq minutes suffisent si vous savez où regarder.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BAIL SE RENOUVELLE TOUT SEUL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personne n'envoie d'avis, le bail recommence aux mêmes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locataire n'a rien à signer et rien à demander. La fin du bail n'est pas la fin du droit d'habiter : le propriétaire ne peut reprendre le logement que dans des cas précis, et il doit alors le prouver devant le Tribunal.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 et le tableau.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est un formulaire officiel, le même pour tout le Québec.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section G indique le loyer le plus bas des douze derniers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a trente jours pour demander une révision.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se renouvelle automatiquement.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L'annexe ne fait pas partie du bail.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a le droit de sous-louer ou de céder son bail.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propriétaire peut refuser une sous-location sans raison.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est un formulaire officiel, le même pour tout le Québec.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section G indique le loyer le plus bas des douze derniers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a trente jours pour demander une révision.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dix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bail se renouvelle automatiquement.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si personne n'envoie d'avis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L'annexe ne fait pas partie du bail.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en fait partie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Nadège a le droit de sous-louer ou de céder son bail.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propriétaire peut refuser une sous-location sans 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lui faut un motif sérieux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SIGNER SANS LIRE L'ANNEXE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juste les règlements de l'immeuble.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L'annexe fait partie du bail : ce qui y est écrit vous engage.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Pas de barbecue sur le balcon, poubelles le mardi, pas de tapis dans l'escalier : ces règles ont la même force que le reste du contrat. Les lire avant de signer prend deux minutes.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Relisez votre bail et trouvez trois choses.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date de fin, le montant inscrit à la section G, une règle de l'annexe.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n'avez pas votre bail, notez à qui vous allez le demander.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