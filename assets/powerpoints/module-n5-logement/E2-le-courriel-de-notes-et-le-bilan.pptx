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Rendre tous les billets corrigés du module avant de commencer, et prévoir du temps pour la production écrite : c'est elle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consigne et la grille de correction. Insister sur la dernière ligne de la note : « Elle me dit que le chauffage n'est pas inclus », et non « Le chauffage n'est pas inclus.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Quarante minutes d'écriture au propre. Circuler et corriger les phrases rapportées en priorité : c'est le point de langue évalué. Le dépôt se fait dans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Chauffé et éclairé » s'écrit C/E dans les annonces : le rappeler une dernière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mots sont exactement les cinq renseignements qu'on va chercher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redire la règle du silence : il coûte cher devant un avis de modification, et il protège à la fin d'un bail.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l'ancien nom, la Régie du logement : les élèves l'entendront encore longtemps autour d'eux.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reformuler chaque ligne par un élève différent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révision la plus efficace de la séance : reformuler avant de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Fermer le module là-dessus. Pour beaucoup d'élèves, c'est le vrai apprentissage — plus que la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billet du module. Faire l'autoévaluation dans le module interactif avant de partir : dix énoncés, trois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courriel de notes, et le bilan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mots, sept points de langue, dix questions. Dernière séance : on écrit, on rassemble, et chacun fait le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Louer un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courriel qui rapporte les renseignements d'un appel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deux phrases rapportées dans un texte suivi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rassembler le vocabulaire du module en quatre familles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ce que je suis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LA 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courriel doit contenir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Le loyer et la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1 050 $ par mois, libre le 1er juillet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Ce qui est inclus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et surtout ce qui ne l'est pas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Deux phrases rapportées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Elle me dit que… », « Je lui ai demandé si…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Ce qui reste à vérifier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bruit, les fenêtres, le loyer d'avant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A5335F"/>
                </a:solidFill>
                <a:latin typeface="Verdana"/>
              </a:rPr>
              <a:t>Le rendez-vous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jeudi 18 h, 412 rue Bowen, appartement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De 6 à 10 phrases. Rapportez, ne recopiez pas.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courriel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la personne qui déménagera avec vous, après votre appel.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L'ouverture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qu'on vous a 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question que vous avez posée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réponse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reste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rendez-vous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logement et l'annonce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64121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quatre et demie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8225" y="2121408"/>
            <a:ext cx="641078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Deux chambres, un salon, une cuisine, plus la salle de bain.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64121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chauffé et éclairé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8225" y="2909620"/>
            <a:ext cx="641078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loyer comprend le chauffage et l'électricité.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64121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plancher de bois franc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8225" y="3697833"/>
            <a:ext cx="641078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vraies planches de bois dur.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64121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ensoleillé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8225" y="4486046"/>
            <a:ext cx="641078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soleil entre une bonne partie de la journée.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64121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insonorisé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8225" y="5274259"/>
            <a:ext cx="641078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n'entend pas les voisins.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L'appel et la visite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8679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date d'occupation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121408"/>
            <a:ext cx="618408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jour où le bail commence.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8679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électroménagers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909620"/>
            <a:ext cx="618408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Poêle, réfrigérateur, laveuse, sécheuse.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8679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buanderie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3697833"/>
            <a:ext cx="618408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local commun où les locataires lavent leur linge.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8679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case de stationnement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4486046"/>
            <a:ext cx="618408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L'espace réservé où un locataire gare son auto.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86791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remise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5274259"/>
            <a:ext cx="618408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petit espace fermé pour ranger vélos et pneus.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5137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8379" y="2121408"/>
            <a:ext cx="67006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contrat écrit, sur le formulaire officiel du Québec.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35137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loyer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8379" y="3106674"/>
            <a:ext cx="67006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somme payée chaque mois.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35137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avis de modification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8379" y="4091939"/>
            <a:ext cx="67006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que le propriétaire veut changer l'an prochain.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35137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renouvellement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8379" y="5077205"/>
            <a:ext cx="67006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bail recommence sans qu'on le resigne.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Mes droits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372523" cy="1751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sous-louer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531" y="2121408"/>
            <a:ext cx="5679475" cy="1751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Laisser quelqu'un habiter chez soi en gardant son bail.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091939"/>
            <a:ext cx="4372523" cy="1751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Tribunal administratif du logement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9531" y="4091939"/>
            <a:ext cx="5679475" cy="1751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L'organisme qui tranche entre locataire et propriétaire.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Écouter et rapporter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sur le, dans la, à 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l'oral, les deux mots se collent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discours indirect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est-ce que » devient « si », et les pronoms changent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qui, que, où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regarde ce qui suit le petit mot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trois points des défis 1 et 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POINTS DE LANGUE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Décrire et lire un contrat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gérondif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+ le verbe en -ant, même sujet pour les deux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futur 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l'infinitif plus les terminaisons d'avoir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les impersonnelles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« il » qui ne désigne personne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Six lignes, six séances de grammaire.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CROIRE QU'ON NE PEUT RIEN DIRE À UN PROPRIÉTAIRE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lui qui décide, je n'ai rien à dire.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un mois pour répondre, et le droit de refuser.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fil de tout le module. Poser huit questions au téléphone, demander le loyer de l'ancien locataire, lire le bail avant de signer, refuser une hausse par écrit : ce sont quatre gestes ordinaires, et ils sont tous permis.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Gardez la feuille des huit questions dans vos papiers.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en aurez besoin le jour où vous chercherez un logement.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Et le 1er juillet arrive vite.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Louer un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