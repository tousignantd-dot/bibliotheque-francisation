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 de la description. Elle prépare la production orale finale, où l'élève fait visiter un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Refuser les trois premières réponses vagues, gentiment mais fermement. Demander chaque fois : « et qu'est-ce que ça apprend à quelqu'un qui n'est pas là ? » C'est le fil de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« meublé » : c'est l'erreur de la séance A3, et elle coûte 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Projeter les six photos du module en parallèle. Faire nommer chaque élément avant d'afficher le nom.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règle qui structure la production orale finale, et le premier critère de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accorder les adjectifs à l'oral : ensoleillée, rénovée, insonorisés. L'accord du participe passé employé comme adjectif est un savoir du niveau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n'est pas que l'impression soit interdite : c'est qu'elle vient après. D'abord les faits, ensuite « et je m'y suis senti bien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trois ou quatre productions à voix haute. Corriger en groupe une seule chose : la présence d'un chiffre. C'est le critère du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en deux temps, et le deuxième est le plus formateur : les élèves découvrent qu'ils cachent naturellement les mêmes choses que les propriétaires. Bon point de départ pour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SÉANCE C2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Décrire un logement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C'est beau », « c'est correct », « c'est pas cher » : trois phrases qui ne disent rien. Décrire, c'est donner des mots qui se comparent et des chiffres qui se notent.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adjectifs qui décrivent un logement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que chaque adjectif dit vraiment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éléments qu'on regarde pendant une visite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une impression par un renseignement.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Décrivez ce que vous voyez en trois phrases précises.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lancher-bois-fran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beau » — qu'est-ce que ça apprend à quelqu'un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 quoi le plancher est-il fait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c'est du vrai bois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484123"/>
          </a:xfrm>
          <a:prstGeom prst="rect">
            <a:avLst/>
          </a:prstGeom>
          <a:solidFill>
            <a:srgbClr val="A53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dit-on dans une annonce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ADJECTIFS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confort de la pièce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L'ADJECTIF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ensoleillé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soleil entre une bonne partie du jour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insonorisé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n'entend pas les voisins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rénové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planchers et la cuisine ont été refaits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en demi-sous-sol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moitié sous le niveau du sol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Rénové » ne dit pas quand. Demandez toujours l'année.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LES ADJECTIFS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vient avec le loyer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L'ADJECTIF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meublé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meubles sont là — pas les électroménagers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chauffé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chauffage est compris dans le loyer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non-fumeur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n'y a jamais eu de fumée dedans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A5335F"/>
                </a:solidFill>
                <a:latin typeface="Verdana"/>
              </a:rPr>
              <a:t>accessible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ascenseur, pas de marches à l'entrée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Meublé » ne veut pas dire « équipé » : le poêle se demande à 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CE QU'ON REGARDE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éléments d'une visite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fenêtre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l'ouvre et on la ferme. Si elle coince, l'hiver sera froid.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hotte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34950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Au-dessus du poêle : elle aspire la fumée et les odeurs de cuisson.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plinthe électrique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le long du mur, au ras du plancher. C'est ce qui fait la facture.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328879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3563112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Le panneau de disjoncteurs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382778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boîte grise où l'on remet le courant quand tout s'éteint.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La tache d'humidité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marque au plafond : demandez d'où elle vient et si c'est réparé.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8143" y="4767072"/>
            <a:ext cx="5446623" cy="1313687"/>
          </a:xfrm>
          <a:prstGeom prst="roundRect">
            <a:avLst>
              <a:gd name="adj" fmla="val 1113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98183" y="5041391"/>
            <a:ext cx="4806543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5335F"/>
                </a:solidFill>
                <a:latin typeface="Verdana"/>
              </a:rPr>
              <a:t>L'escalier extérieur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5306060"/>
            <a:ext cx="4806543" cy="5003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monter chargé de sacs, et à déneiger tout l'hiver.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UN CHIFFRE VAUT MIEUX QU'UNE IMPRESSION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CE9F0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Environ cent dollars par mois l'hiver » se compare ; « c'est pas cher à chauffer » ne veut rien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Chaque fois que vous décrivez quelque chose de mesurable — un coût, une surface, une distance, une année de rénovation —, donnez le chiffre. C'est la différence entre une description d'adulte et une impression.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L'adjectif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un adjectif de la séance.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soleil entre du matin jusqu'à quatre heures : le salon est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entend marcher au-dessus : l'immeuble n'est pas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lit, une table et une commode sont fournis : le logement est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compris dans le loyer : le logement est 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a été refaite l'an dernier : elle a été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à moitié sous le sol : il est en …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 ascenseur et pas de marches : l'immeuble est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jamais fumé dedans : c'est un logement 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L'adjectif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soleil entre du matin jusqu'à quatre heures : le salon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ensoleillé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entend marcher au-dessus : l'immeuble n'est pas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insonorisé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lit, une table et une commode sont fournis : le logement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meublé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chauffage est compris dans le loyer : le logement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chauffé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cuisine a été refaite l'an dernier : elle a été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rénovée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logement est à moitié sous le sol : il est en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demi-sous-sol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y a un ascenseur et pas de marches : l'immeuble est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accessible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Personne n'a jamais fumé dedans : c'est un logement …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non-fumeur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DÉCRIRE PAR CE QU'ON RESSENT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chaleureux, c'est charmant, c'est correct.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17181A"/>
                </a:solidFill>
                <a:latin typeface="Verdana"/>
              </a:rPr>
              <a:t>Quatre et demie, deux chambres, bois franc, ensoleillé jusqu'à seize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impression ne se compare pas et ne se note pas. Un visiteur qui n'est pas là a besoin de choses mesurables : le nombre de pièces, l'orientation, l'état des planchers, ce qui est inclus.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A5335F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Décrivez en quatre phrases précises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un logement — le vôtre, ou un de vos trois annonces.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722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362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Phrase 1 · les pièces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98648"/>
            <a:ext cx="11057839" cy="630936"/>
          </a:xfrm>
          <a:prstGeom prst="roundRect">
            <a:avLst>
              <a:gd name="adj" fmla="val 2318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3123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09524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54096"/>
            <a:ext cx="10097719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Phrase 2 · la lumière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57600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9502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142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13048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Phrase 3 · ce qui est inclus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11057839" cy="950976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02920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CE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932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A5335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92040"/>
            <a:ext cx="10097719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Phrase 4 · un défaut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l'annonce de votre logement actuel, comme si vous le louiez.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Employez les abréviations de la séance A4.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écrivez en dessous ce que l'annonce ne dit pas.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