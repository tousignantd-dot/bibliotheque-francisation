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de la description. Elle prépare la production orale finale, où l'élève fait visiter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Refuser les trois premières réponses vagues, gentiment mais fermement. Demander chaque fois : « et qu'est-ce que ça apprend à quelqu'un qui n'est pas là ? » C'est le fil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« meublé » : c'est l'erreur de la séance A3, et elle coûte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les six photos du module en parallèle. Faire nommer chaque élément avant d'afficher le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qui structure la production orale finale, et le premier critère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accorder les adjectifs à l'oral : ensoleillée, rénovée, insonorisés. L'accord du participe passé employé comme adjectif est un savoir du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que l'impression soit interdite : c'est qu'elle vient après. D'abord les faits, ensuite « et je m'y suis senti bien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trois ou quatre productions à voix haute. Corriger en groupe une seule chose : la présence d'un chiffre. C'est le critère du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en deux temps, et le deuxième est le plus formateur : les élèves découvrent qu'ils cachent naturellement les mêmes choses que les propriétaires. Bon point de départ pour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un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beau », « c'est correct », « c'est pas cher » : trois phrases qui ne disent rien. Décrire, c'est donner des mots qui se comparent et des chiffres qui se notent.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adjectifs qui décrivent 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chaque adjectif dit vraiment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éléments qu'on regarde pendant une visite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une impression par un renseignement.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Décrivez ce que vous voyez en trois phrases précises.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ncher-bois-fran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beau » — qu'est-ce que ça apprend à quelqu'un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quoi le plancher est-il fait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du vrai bois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dit-on dans une annonce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ADJECTIFS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confort de la pièce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L'ADJECTIF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ensoleillé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soleil entre une bonne partie du jour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insonorisé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n'entend pas les voisins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rénové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planchers et la cuisine ont été refaits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en demi-sous-sol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moitié sous le niveau du sol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Rénové » ne dit pas quand. Demandez toujours l'année.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ADJECTIFS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vient avec le loyer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L'ADJECTIF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meublé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meubles sont là — pas les électroménagers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chauffé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chauffage est compris dans le loyer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non-fumeur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jamais eu de fumée dedans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accessible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ascenseur, pas de marches à l'entrée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Meublé » ne veut pas dire « équipé » : le poêle se demande à 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REGARDE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éléments d'une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fenêtre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l'ouvre et on la ferme. Si elle coince, l'hiver sera froid.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hotte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Au-dessus du poêle : elle aspire la fumée et les odeurs de cuisson.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plinthe électrique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le long du mur, au ras du plancher. C'est ce qui fait la facture.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panneau de disjoncteurs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boîte grise où l'on remet le courant quand tout s'éteint.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tache d'humidité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au plafond : demandez d'où elle vient et si c'est réparé.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L'escalier extérieur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monter chargé de sacs, et à déneiger tout l'hiver.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 CHIFFRE VAUT MIEUX QU'UNE IMPRESSION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Environ cent dollars par mois l'hiver » se compare ; « c'est pas cher à chauffer » ne veut rien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fois que vous décrivez quelque chose de mesurable — un coût, une surface, une distance, une année de rénovation —, donnez le chiffre. C'est la différence entre une description d'adulte et une impression.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adjectif de la séance.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soleil entre du matin jusqu'à quatre heures : le salon est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entend marcher au-dessus : l'immeuble n'est pas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lit, une table et une commode sont fournis : le logement est 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compris dans le loyer : le logement est 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a été refaite l'an dernier : elle a été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à moitié sous le sol : il est en 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 ascenseur et pas de marches : l'immeuble est 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n'a jamais fumé dedans : c'est un logement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soleil entre du matin jusqu'à quatre heures : le salon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ensoleillé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entend marcher au-dessus : l'immeuble n'est pas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insonorisé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lit, une table et une commode sont fournis : le logement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meublé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compris dans le loyer : le logement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chauffé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a été refaite l'an dernier : elle a été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rénovée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à moitié sous le sol : il est en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demi-sous-sol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 ascenseur et pas de marches : l'immeuble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accessible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n'a jamais fumé dedans : c'est un logement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non-fumeur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DÉCRIRE PAR CE QU'ON RESSENT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chaleureux, c'est charmant, c'est correct.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Quatre et demie, deux chambres, bois franc, ensoleillé jusqu'à seize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impression ne se compare pas et ne se note pas. Un visiteur qui n'est pas là a besoin de choses mesurables : le nombre de pièces, l'orientation, l'état des planchers, ce qui est inclus.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en quatre phrases précises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 logement — le vôtre, ou un de vos trois annonces.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Phrase 1 · les pièces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Phrase 2 · la lumière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502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142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Phrase 3 · ce qui est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Phrase 4 · un défaut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l'annonce de votre logement actuel, comme si vous le louiez.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les abréviations de la séance A4.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écrivez en dessous ce que l'annonce ne dit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