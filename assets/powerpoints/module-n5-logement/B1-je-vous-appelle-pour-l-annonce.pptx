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Demander qui, dans le groupe, évite de téléphoner en français et préfère écrire. La gêne du téléphone est presque universelle : la nommer d'entrée détend la salle.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sortir les stratégies déjà employées par le groupe : faire répéter, épeler, demander de parler plus lentement, rappeler plus tard. Les valider toutes — elles seront reprises dans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faire remarquer : Nadège dit tout de suite pourquoi elle appelle, et elle annonce qu'elle prend des notes. Cette annonce fait ralentir l'interlocutrice — c'est une stratégie, pas une 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Nadège répète le chiffre — « cent dollars l'hiver » — avant de passer à la question suivante. C'est la technique de vérification de la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Vous pouvez répéter le dernier mot ? » est plus efficace que « pardon ? » : elle dit exactement ce qui manque, et l'interlocutrice reprend juste ça, en l'expliquant. Faire répéter la formule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un modèle : elle répète l'heure, l'adresse et le numéro d'appartement. Une erreur d'un chiffre, et la visite est perdue.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la plus utile du défi.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les quatre à voix haute, deux par deux, dos à dos pour supprimer les lèvres et le visage. C'est l'exercice le plus proche du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préparation. C'est littéralement la feuille d'appel de la séance B4 : les élèves la construisent eux-mêmes avant qu'on la leur donne.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vous appelle pour l'annonce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on ne voit rien : ni le logement, ni le visage de la personne. Tout passe par ce qu'on demande et par ce qu'on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ouvrir et fermer un appel au sujet d'une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renseignements donnés au téléphone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un mot sans gêne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une adresse et une heure avant de raccrocher.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Pourquoi le téléphone est-il plus difficile que face à face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perd, au téléphone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gestes, les lèvres, le visage.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peut faire pour compenser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faites-vous, vous, quand vous ne comprenez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Ouvrir l'appel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allô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071876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 Je vous appelle pour le quatre et demie de la rue Bowen. Est-ce qu'il est encore libre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415899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encore libre, oui. Le premier juillet.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908296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J'aimerais vous poser quelques questions, si vous avez deux minutes. Je prends des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inclus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loyer est de mille cinquante dollars. Est-ce que le chauffage est inclus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98907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chauffage n'est pas inclus. C'est électrique, et c'est à la charge du locataire. Comptez à peu près cent dollars par mois l'hiver.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407619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dollars l'hiver, d'accord. Et les électroménagers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82549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poêle et le réfrigérateur sont fournis. La laveuse et la sécheuse, non, mais il y a une buanderie au sous-sol.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 répéter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vous pouvez répéter le dernier mot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6512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buanderie. Deux laveuses et deux sécheuses, au sous-sol de l'immeuble, deux dollars la brassée.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73837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pour le stationnement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48767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case derrière l'immeuble, incluse dans le loyer. Une seule, par exemple.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Fermer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seule, ça me suffit. Dernière question : est-ce que je peux visiter cette semaine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98907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 soir, dix-huit heures ? L'adresse, c'est le quatre cent douze, rue Bowen, appartement trois.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4076191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 dix-huit heures, quatre cent douze Bowen, appartement trois. C'est noté. Merci beaucoup, madame.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ANNONCEZ QUE VOUS PRENEZ DES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J'aimerais vous poser quelques questions. Je prends des notes.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phrase fait trois choses à la fois : elle prévient que l'appel durera quelques minutes, elle fait ralentir la personne, et elle vous donne le droit de demander une pause pour écrire. Personne ne la trouve étrange.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FAÇONS DE FAIRE RÉPÉTER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Aucune n'est impolie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Vous pouvez répéter le dernier mot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plus précise : elle dit exactement ce qui manque.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Pouvez-vous parler un peu plus lentement, s'il vous plaît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une phrase entière, pas pour un mot.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Vous pouvez épeler, s'il vous plaît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un nom de rue, un nom de famille, un mot inconnu.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Donc, mille cinquante dollars. C'est bien ça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vérification : on répète ce qu'on a compris et on fait confirmer.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libre le premier juillet.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inclus dans le loyer.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poêle et le réfrigérateur sont fournis.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laveuse et une sécheuse dans le logement.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fait répéter un mot qu'elle n'a pas compris.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cases de stationnement sont incluses.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répète l'adresse et l'heure avant de raccrocher.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libre le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inclus dans le loyer.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à la charge du locataire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poêle et le réfrigérateur sont fournis.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laveuse et une sécheuse dans le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buanderie au sous-sol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fait répéter un mot qu'elle n'a pas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« buanderie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cases de stationnement sont incluses.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seule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répète l'adresse et l'heure avant de raccrocher.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huit questions que vous poseriez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par ligne, avec de la place à droite pour la réponse.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Apportez la feuille : elle servira à la séance B2 et à l'appel réel.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