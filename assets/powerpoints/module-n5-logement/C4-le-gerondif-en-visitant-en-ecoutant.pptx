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gérondif est explicitement au programme du niveau 5 — exprimer la simultanéité et la manière — et il ferme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actions — deux — et les acteurs — un seul. C'est la condition d'emploi du gérondif, et elle se découvre bien mieux ainsi qu'en l'annonçant.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conjuguer trois verbes au « nous » avant d'appliquer la règle : c'est l'étape que les élèves sautent.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note : trois exceptions dans toute la langue, c'est peu, et ça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prévient l'erreur « en visitants ». Le gérondif est invariable, sans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seul vrai piège du gérondif, et il produit des phrases qui sonnent bien mais ne veulent pas dire ce qu'on croit. Faire trouver d'autres exemples fautifs au groupe : ils s'en amusent.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que la forme « nous » soit écrite avant le gérondif : c'est elle qui garantit le radical, et l'élève qui la saute se trompe sur « prendre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Pour chaque phrase, faire nommer l'emploi : simultanéité ou manière. Les trois dernières sont des manières.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production libre. Les trois conseils résument le module : c'est l'occasion de faire le point sur les défis 1 et 2 avant d'entrer dans le bail.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Les meilleurs conseils seront affichés en classe : c'est un document utile aux prochains groupes, et les élèves le savent.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gérondif : en visitant, en écoutant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prend des notes en écoutant la propriétaire. » Une seule personne, deux actions en même temps. Et la même forme sert à dire comment on fait quelque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gérondif à partir de la personne « nous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exprimer deux actions en même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exprimer la manière : comment on fait quelque chose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que les deux verbes ont le même sujet.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Nadège, exactement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prend des notes en écoutant la propriétaire.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d'actions y a-t-il dans cette phrase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fait la première ? Qui fait la seconde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 sont deux personnes différentes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+ LE VERBE EN -ANT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part de la personne « nous » au présent, on enlève -ons, on ajoute -ant.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nous regardONS donne en regardANT · nous finissONS donne en finissANT · nous prenONS donne en prenANT. Cette règle vaut pour toute la langue, y compris pour les verbes irréguliers au singulier : c'est la forme « nous » qui porte le bon radical.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verbes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 « NOUS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GÉRONDIF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nous regardons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regardant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nous finissons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finissant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nous prenons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prenant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nous lisons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lisant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nous arrivons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arrivant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irréguliers seulement : être donne en étant · avoir donne en ayant · savoir donne en sachant.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forme, deux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simultanéité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actions en même temps : « Elle prend des notes en écoutant.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manière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on fait : « On apprend le vrai prix en posant des questions.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En tête de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 arrivant, vous avez vu la ruelle. » Le sens est le 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Jamais d'accord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gérondif ne change jamais de forme, ni en genre ni en nombre.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SUJETS DIFFÉRENTS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arrivant, la ruelle était bruyante.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arrivant, vous avez vu la ruelle.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ruelle n'arrive pas. Le gérondif exige que les deux verbes aient le même sujet. Si les sujets diffèrent, il faut « quand » ou « pendant que » : « Quand vous êtes arrivée, la ruelle était bruyante.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par la personne « nous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regarder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relire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regarder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regardons donne en regardant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finissons donne en finissant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prenons donne en prenant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relire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relisons donne en relisant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posons donne en posant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étant — irrégulier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ayant — irrégulier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sachant — irrégulier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un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prend des notes … (écouter) la propriétaire.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… (arriver), on voit tout de suite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apprend le vrai prix … (poser)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comparé les logements … (regarder) ses trois fiches.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compris l'avis … (relire) le papier lentement.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évite les surprises … (être) précis au téléphone.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signé … (savoir) ce qu'elle acceptait.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un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prend des notes … (écouter) la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écoutant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… (arriver), on voit tout de suite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arrivant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apprend le vrai prix … (poser) des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posant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comparé les logements … (regarder) ses trois fiches.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regardant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compris l'avis … (relire) le papier lentement.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relisant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évite les surprises … (être) précis au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étant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signé … (savoir) ce qu'elle acceptait.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sachant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trois conseils avec un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quelqu'un qui cherche un logement pour la première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conseil sur l'appel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conseil sur la visite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conseil sur le bail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conseils à quelqu'un qui cherche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 avec un gérondif.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On évite les mauvaises surprises en…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