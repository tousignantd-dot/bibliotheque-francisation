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plus dense du bloc B. Le discours indirect est un savoir du niveau 5 et il revient dans la production écrite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la phrase directe, puis noter les versions proposées par le groupe. Certaines seront correctes, d'autres garderont « est-ce que ». Ne rien corriger : le tableau suivant le fera.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verbes introducteurs : dit, demandé, explique. Ce sont eux qui portent la phrase rapportée.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formes voisines sont ici, à deux répliques d'écart : « ce qui n'est pas fourni » et « ce que personne ne pense à demander ». Les encadrer au tableau : c'est le point le plus difficile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module pour le discours indirect.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l'erreur numéro un, et elle est très tenace parce qu'elle sonne bien à l'oreille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annonce la séance C3. Le faire remarquer : les élèves voient rarement que c'est la même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discrète : la phrase reste grammaticale, mais elle dit autre chose. Faire relire les pronoms en dernier,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sont les plus difficiles. Prendre le temps sur la sixième : deux pronoms changent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Il réemploie l'appel réel du devoir B2 et prépare directement la production écrite finale, qui exige deux phrases rapportées.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Rapporter ce qu'on vous a 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un appel, personne ne répète les phrases exactes de l'autre. On les rapporte : « Elle me dit que… », « Je lui ai demandé si…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déclaration avec «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question par oui ou non avec « si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ce que » et « ce qui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changer les pronoms quand on change de bouche.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Comment racontez-vous un appel à quelqu'un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a dit : « Le chauffage n'est pas inclus.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racontez-vous à votre conjoint le soir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dans la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c'était une question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qu'elle vous a dit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Comptez les « que » et les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Puis, cet appel ? Vous avez pris des notes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NADÈGE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tout écrit. Elle me dit que le logement est libre le premier juillet et que le loyer est de mille cinquante dollars.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SAMUEL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415899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lui avez demandé si le chauffage était compris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NADÈGE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908296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chose que j'ai demandée. Elle m'explique que le chauffage est électrique et qu'il n'est pas inclus.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fourni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vous savez ce qui n'est pas fourni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NADÈGE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6512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laveuse et la sécheuse. Le poêle et le réfrigérateur, eux, sont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5435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SAMUEL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400551"/>
            <a:ext cx="878907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posé les bonnes questions. Il vous manque juste ce que personne ne pense à demander : le bruit, l'isolation, et depuis quand le loyer n'a pas augmenté.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82549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je le demanderai jeudi, pendant la visite.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TRANSFORMATIONS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devient 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6976"/>
          </a:xfrm>
          <a:prstGeom prst="roundRect">
            <a:avLst>
              <a:gd name="adj" fmla="val 45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ENTENDUE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RAPPORTÉE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Le logement est libre.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me dit QUE le logement est libre.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Est-ce que c'est chauffé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SI c'est chauffé.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Quand est-il libre ?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QUAND il est libre.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Qu'est-ce que vous fournissez ?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CE QUE vous fournissez.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9216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20183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Qu'est-ce qui est inclus ?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20183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demande CE QUI est inclus.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85231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412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Dans les cinq cas, le point d'interrogation disparaît.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EST-CE QUE » NE SURVIT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 rapportée, « est-ce que » devient « si » — ou disparaît.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» est un outil de question directe. Une phrase rapportée n'est plus une question : c'est une déclaration au sujet d'une question. « Je demande est-ce que c'est libre » est toujours faux.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OU CE QUI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ce qui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ce qui +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verbe suit directement : ce qui EST inclus, ce qui ARRIVE.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ce que + 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sujet vient d'abord : ce que VOUS fournissez, ce que PERSONNE ne demande.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L'astuce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Cherchez un sujet entre le relatif et le verbe. S'il y en a un, c'est « ce que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La même règle que qui / 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exactement la logique des relatifs du défi 2 : sujet ou complément.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LAISSER LES PRONOMS DE L'AUTRE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dit qu'elle vous rappelle vendredi.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dit qu'elle me rappelle vendredi.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Celui qui rapporte n'est plus celui qui parlait. Elle vous a dit « je vous rappelle » : en le rapportant, « je » devient « elle » et « vous » devient « me ». On pense au verbe, on change le « que », et on oublie les pronoms.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Commencez par « Elle me dit… » ou « Je lui demande…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loyer est de 1 050 $.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le logement est libre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pouvez-vous visiter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vous cherchez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qui est inclus ?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rappelle vendredi.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ces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loyer est de 1 050 $.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me dit que le loyer est de 1 050 $.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le logement est libre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demande si le logement est libre.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pouvez-vous visiter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me demande quand je peux visiter.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vous cherchez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me demande ce que je cherche.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qui est inclus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demande ce qui est inclus.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rappelle vendredi.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me dit qu'elle me rappelle vendredi.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Rapportez trois choses qu'on vous a dites au téléphone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Elle me dit que… » — une déclaration.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lui ai demandé si… » — une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