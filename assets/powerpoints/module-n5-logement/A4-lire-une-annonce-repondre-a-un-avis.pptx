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 et d'écriture. Elle ferme le bloc A et arme les élèves pour chercher un logement dès cette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monde choisit le deuxième, qui est le plus cher en réalité : N/C veut dire non chauffé, et Hydro coûte environ cent dollars par mois l'hiver. Laisser le groupe se tromper avant d'expliquer.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sont les trois mentions qui décident du prix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l'outil que les élèves emporteront pour chercher un logement cette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faire le calcul au tableau sur douze mois : l'écart annuel dépasse souvent six cents dollars.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annonce ne ment pas : elle se tait. Ce qui n'est pas écrit est exactement la liste des questions du téléphone — c'est le pont vers le défi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qu'aucune des quatre ne parle du bruit ni des fenêtres.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dernière note : les élèves veulent tous expliquer leur situation financière. C'est inutile et ça affaiblit la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 fréquente : « et un courriel ? » Oui, un courriel convient — il porte une date et se conserve.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la lettre entière au propre sur une feuille. C'est un document qu'ils garderont, et plusieurs s'en serviront pour vrai.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de repérage. Les trois annonces serviront de matériel réel pour l'appel du défi 1 : chacun appellera pour la sienne.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une annonce, répondre à un avis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annonce est un texte codé, et un avis est un papier auquel il faut répondre. Deux lectures, deux écritures — et la fin du bloc de découverte.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décoder les abréviations d'une annonce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comparer deux loyers en tenant compte de ce qui est inclus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réponse à un avis de modification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qu'une annonce ne dit jamais.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900" b="1" i="0">
                <a:solidFill>
                  <a:srgbClr val="17181A"/>
                </a:solidFill>
                <a:latin typeface="Verdana"/>
              </a:rPr>
              <a:t>Lequel de ces deux logements coûte le moins cher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anneau-a-lou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4 ½, 1 050 $, C/E, 1er juillet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4 ½, 1 000 $, N/C, 1er juillet 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choisiriez-vous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veulent dire C/E et N/C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CODE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 et ce qui est inclus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ABRÉVIATION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4 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chambres, un salon, une cuisine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C/E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chauffé et éclairé : tout est compris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N/C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non chauffé : Hydro s'ajoute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demi, c'est toujours la salle de bain.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CODE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date, l'étage, le reste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ABRÉVIATION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Libre imm.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libre immédiatement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s/s · 2e ét.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sous-sol · deuxième étage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stat. · n/f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stationnement · non-fumeur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Lisez dans cet ordre : les pièces, le prix, ce qui est inclus, la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PRIX AFFICHÉ N'EST PAS LE PRIX PAYÉ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4 ½ à 1 050 $ chauffé coûte moins cher qu'un 4 ½ à 1 000 $ non chauffé.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Comparez toujours le prix tout compris. Au Québec, le chauffage électrique d'un quatre et demie tourne autour de cent dollars par mois l'hiver, et beaucoup moins l'été — mais le loyer, lui, ne baisse pas en juillet.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QU'UNE ANNONCE NE DIT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questions du défi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bruit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Aucune annonce n'écrit « mal insonorisé ». C'est pourtant la première cause de déménagement.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L'état des fenêtres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fenêtre qui coince, c'est un hiver froid et une facture d'Hydro plus élevée.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La vraie facture de chauffage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Demandez un montant en dollars, pas une impression : « c'est pas cher à chauffer » ne veut rien dire.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B45309"/>
                </a:solidFill>
                <a:latin typeface="Verdana"/>
              </a:rPr>
              <a:t>Le loyer de l'ancien locataire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pourtant obligatoire de l'inscrire au bail. C'est la question qui surprend le plus les propriétaires.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Décodez ces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ce que chaque ligne veut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 ½, 1 050 $, N/C, 1er juillet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½ C/E, meublé, libre imm.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 ½ s/s, n/f, stat. incl.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½ 2e ét., animaux acceptés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Décodez ces annonces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 ½, 1 050 $, N/C, 1er juillet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deux chambres, 1 050 $, chauffage non inclus, bail au 1er juillet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18688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74136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3 ½ C/E, meublé, libre imm.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une chambre, chauffage et électricité compris, meubles fournis, libre tout de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45312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5 ½ s/s, n/f, stat. incl.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trois chambres au sous-sol, non-fumeur, stationnement compris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37667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5092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5732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53212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 ½ 2e ét., animaux acceptés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un studio au deuxième étage, animaux acceptés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LETTRE DE RÉPONSE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lignes, et c'est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lieu et la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Sherbrooke, le 12 février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L'objet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Réponse à votre avis de modification du bail du 3 février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décision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refuse l'augmentation de loyer que vous proposez.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Le deuxième changement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 refuse également le retrait du stationnement.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La salutation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Veuillez recevoir, Madame, mes salutations distinguées.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loi ne vous demande pas de justifier votre refus. N'expliquez rien.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RÉPONDRE PAR 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lui ai écrit sur son cellulaire.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Une lettre ou un courriel, avec une date, et j'en garde une copie.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texto se perd, se supprime et se conteste. Ce qui compte devant le Tribunal, c'est la preuve de la date. Photographiez votre lettre avant de l'envoyer.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réponse de Nadège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loyer passe de 720 $ à 795 $ et le stationnement est retiré. Elle refuse les deux.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ligne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du loyer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du 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suit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la réponse de Nadège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ligne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Sherbrooke, le 12 février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L'objet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Réponse à votre avis de modification du bail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du loyer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refuse l'augmentation de loyer que vous proposez.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refus du service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refuse également le retrait de la case de stationnement.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qui suit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vous appartient de vous adresser au Tribunal administratif du logement.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salutation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Veuillez recevoir, Madame, mes salutations distinguées.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trois annonces de logement dans votre quartier.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Copiez-les telles quelles, avec les abréviations.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chacune, calculez le prix réel si le chauffage n'est pas inclus.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