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la dernière avant les productions. Elle réunit deux savoirs du niveau 5 parce qu'ils vivent au même endroit : dans un document officiel.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attendue : personne n'est nommé. C'est la marque des documents — la règle vaut pour tout le monde, alors le sujet reste vide. Faire chercher la même chose dans les baux apportés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qu'il y a toujours un r avant la terminaison : c'est la marque du futur, et un outil de vérification.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Quatre formes à apprendre par cœur.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trois-là couvrent l'essentiel de ce qu'on lit dans un bail : ce qu'on pourra et ce qu'on devra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Vaut aussi pour « dès que » et « aussitôt que ». Faire produire trois phrases avec « quand »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rejoue le piège. La garder pour la fin et la faire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Question fréquente et légitime : « il, qui ? » La réponse est : personne. Le dire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un savoir du niveau 5 — la chute du sujet impersonnel avec falloir. Correct à l'oral, à éviter dans une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chaque fois ce qui suit : un infinitif ou un sujet. Le raisonnement est le même que pour « ce que / ce qui » et pour les relatifs.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de la séance A4, cette fois avec la grammaire en main. Faire relever la tournure impersonnelle de l'avant-dernière ligne : « il vous appartient 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Il prépare la production écrite du bloc E et fait réemployer les sept radicaux irréguliers dans un contexte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langue des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bail se terminera le 30 juin. » « Il est interdit d'installer un barbecue. » Deux tournures, et un contrat devient lisible.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 des verbes courants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le futur après « quand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phrases impersonnelles d'un bail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de » et « que » après « c'est + adjectif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Qu'est-ce que ces trois phrases ont en commun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bail se terminera le 30 juin.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est interdit d'installer un barbecue sur le balcon.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revient au locataire de payer l'électricité.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fait l'action, dans la deuxième et la troisième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 SIMPLE : L'INFINITIF + LES TERMINAISONS D'AVOIR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parler donne je parlerai, tu parleras, il parlera, nous parlerons, vous parlerez, ils parleront.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six terminaisons sont celles du verbe avoir au présent, et elles ne changent jamais, pour aucun verbe de la langue. Les verbes en -re perdent seulement leur e final : prendre donne je prendrai.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IRRÉGULIERS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plus fréquents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FUTUR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serai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j'aurai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j'irai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ferai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Tous finissent par un r. C'est la marque du futur.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IRRÉGULIERS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du bail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FUTUR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venir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viendrai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pourrai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devrai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Sept en tout, et les terminaisons ne bougent jamais.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PRÉSENT APRÈS « QUAND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Quand vous signez, vous recevrez une copie.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Quand vous signerez, vous recevrez une copie.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français, les deux verbes vont au futur. Beaucoup de langues mettent le présent dans la première moitié de la phrase, et c'est une des erreurs les plus tenaces à ce niveau.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FUTUR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verbe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… (se terminer) le trente juin.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Ensuite, il … (se renouveler) aux mêmes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… (recevoir) une copie signée du bail.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refusez, le Tribunal … (fixer) le loyer.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… (envoyer) l'avis par écrit.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… (être) là le premier juillet.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… (avoir) dix jours pour demander une révision.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vous … (signer), vous recevrez une copie.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verbe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… (se terminer) le trente juin.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terminera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Ensuite, il … (se renouveler) aux mêmes conditions.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renouvellera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… (recevoir) une copie signée du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recevrez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refusez, le Tribunal … (fixer) le loyer.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fixera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… (envoyer) l'avis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enverrai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… (être) là le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… (avoir) dix jours pour demander une révision.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vous … (signer), vous recevrez une copie.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signerez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« IL » OU UN « CE » QUI NE DÉSIGNE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faut aviser le propriétaire. » — ce « il » ne remplace rien du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occupe la place du sujet parce que le français en exige un, et c'est tout. C'est la tournure des règlements et des contrats : la règle vaut pour tout le monde, alors le sujet reste vide. Chercher qui est « il », c'est ne plus comprendre la phrase.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 OU 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Regardez ce qui suit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infinitif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— c'est obligatoire de remettre une copie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sujet et un verbe conjugué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— c'est important que vous répondiez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devant une voyelle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 — il est interdit d'installer un barbecue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déclaration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— il est entendu que le stationnement est inclus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À l'oral d'ici, le « il » de « il faut » tombe souvent : « Faut répondre avant la fin du mois.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d'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de bail.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obligatoire … remettre une copie du bail.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important … vous répondiez dans le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interdit … installer un barbecue sur le balcon.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entendu … le stationnement est inclus.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plus prudent … écrire que de téléphoner.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revient au locataire … payer l'électricité.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d'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obligatoire … remettre une copie du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important … vous répondiez dans le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interdit … installer un barbecue sur le balcon.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entendu … le stationnement est inclus.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plus prudent … écrire que de téléphoner.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revient au locataire … payer l'électricité.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lettre de réponse au propriétaire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lettre de Nadège, qui refuse la hausse et le retrait du stationnement.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second refus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suite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salutation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lettre de réponse au propriétaire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Sherbrooke, le 12 février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Réponse à votre avis de modification du bail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refuse l'augmentation de loyer que vous proposez.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second refus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refuse également le retrait de la case de stationnement.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suite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vous appartient de vous adresser au Tribunal administratif du logement.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salutation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Veuillez recevoir, Madame, mes salutations distinguées.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sur votre logement dans un 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Mon bail se terminera… », « Je devrai… », « Je pourrai…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un futur irrégulier.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