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production. Prévoir les appareils : le jeu de rôle et l'enregistrement se font dans le module interactif. Vérifier les micros avant que le groupe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visiter demande plus : il faut décrire, chiffrer et anticiper les questions. C'est pour cela que le programme du niveau 5 le demande, et que la production orale porte là-dessus.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élève fait les deux rôles, sur deux logements différents. L'assistant ne donne jamais un renseignement avant qu'on le lui demande : c'est ce qui rend l'exercice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la grille pendant tout le jeu de rôle. Les élèves cochent au fur et à mesure — c'est ce qui les empêche d'oublier trois sujets sur sept.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premier critère de correction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production, et la grille de correction. Le projeter pendant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réécouter la réplique d'Hélène au défi 2. C'est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écoutes minimum : l'élève s'enregistre, s'écoute, recommence. La rétroaction de l'assistant vient ensuite, et le dépôt à l'enseignante en dernier. Les corrections de l'assistant ne sont jamais conservées.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d'autoécoute. C'est souvent la deuxième écoute, à froid, qui fait entendre les répétitions et les blancs.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visite, des deux côtés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niveau 5, il ne suffit plus de comprendre ce qu'on vous dit d'un logement : il faut savoir le dire à votre 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une visite en posant les questions utiles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visiter en donnant les renseignements sans qu'on les redemande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les relatifs, le gérondif et le futur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s'écouter, se corriger.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est le plus difficile : visiter ou faire visiter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vous visitez, que devez-vous faire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vous faites visiter, que devez-vous faire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demande le plus de vocabulaire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avez-vous déjà fait dans votre vie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logements, deux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LOGEMENT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DIT L'ANNONCE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2 ½ du centre-ville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meublé, 3e étage, 690 $, libre le 1er octobre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5 ½ de Fleurimont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chambres, sous-sol fini, 2 stationnements, 1 390 $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4 ½ du Vieux-Nord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maison centenaire, bois, balcon, non-fumeur, 1 050 $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L'annonce est tout ce que les deux personnes ont sous les yeux. Le reste se demande.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grille du jeu de rôle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Ce qui est inclus dans le loyer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question,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chauffage et l'électricité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chiffre, pas une impression.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électroménagers et la buanderie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est fourni, ce qui ne l'est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stationnement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cases, et incluses ou non.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animaux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demande tôt : c'est éliminatoire ou non.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bruit et le voisinage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qu'aucune annonce n'écrit.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date et la durée du bail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le loyer de l'ancien locataire.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RÉPONDEZ, PUIS PRÉCISEZ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Non, le chauffage n'est pas inclus » — puis : « comptez environ cent dollars par mois l'hiver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simple « non » oblige le visiteur à poser trois questions de plus. Donner le chiffre tout de suite, c'est ce qui distingue quelqu'un qui répond de quelqu'un qui renseigne.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temps, une 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Accueillir et situer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un quatre et demie au deuxième étage.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Décrire les pièces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salon est ensoleillé, c'est la pièce qui donne sur la cour.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Dire ce qui est inclus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chauffage n'est pas inclus : environ cent dollars par mois.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Annoncer le bail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bail se terminera le 30 juin et se renouvellera.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relatif, un gérondif, un futur : les trois points du module doivent s'entendre.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 SEULEMENT CE QUI EST BEAU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 beau logement, vous allez voir, il est très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Honnêtement, on entend marcher au-dessus. Les voisins sont tranquilles.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défaut annoncé d'avance devient une information et inspire confiance ; découvert après la signature, il devient un conflit. Hélène le fait dans le dialogue, et Nadège la remercie.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Enregistrez-vous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minute. Vous faites visiter le logement de votre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Réécoutez votre enregistrement une fois de plus, ce soir.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Avez-vous donné au moins un chiffre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Avez-vous employé un « qui », un « en -ant » et un futur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