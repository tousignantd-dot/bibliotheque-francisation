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vocabulaire. Elle vient avant le défi 1 parce que les mots d'ici — buanderie, bois franc, case de stationnement — ne se devinent pas, même pour un élève qui parle bien.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mot « buanderie » est presque toujours inconnu, et c'est un des huit renseignements qu'on demande au téléphone. Le faire répéter à voix haute.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demi, c'est toujours la salle de bain. Faire compter les pièces du logement de chacun : plusieurs découvriront comment nommer le leur.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Chauffé et éclairé » s'écrit C/E dans les annonces. C'est la mention qui change le prix réel de cent dollars par mois.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Rappeler la grande date du Québec : le 1er juillet. Presque tous les baux vont du 1er juillet au 30 juin, et c'est pourquoi le choix est large en avril et presque nul en septembre.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Tribunal s'appelait la Régie du logement jusqu'en 2020. Beaucoup de gens disent encore « la Régie » : le préciser, les élèves l'entendront.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Utile aux élèves venus de France, d'Afrique francophone ou du Maghreb, qui connaissent la colonne de droite et cherchent en vain les mots dans les annonces.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employer chaque mot dans une phrase complète après la correction : le mot seul ne se retient pas.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Erreur coûteuse : arriver dans un logement sans réfrigérateur le 1er juillet, c'est une dépense de plusieurs centaines de dollars imprévue.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d'écriture courte. Il réemploie le vocabulaire et fournit des cas réels pour la séance A4 et pour le défi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SÉANCE A3  ·  MODULE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Les mots du logement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Seize mots à installer avant de téléphoner. Sans eux, un appel de quatre minutes devient une suite de « pardon ? ».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Louer un logement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Louer un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les parties et les services d'un logement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ce qui est fourni de ce qui est inclus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les mots du bail : loyer, avis, renouvellement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les mots propres au Québec.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Louer un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Qu'est-ce que vous voyez, et comment ça s'appelle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buanderie-sous-so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339"/>
            <a:ext cx="3760927" cy="252315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Où est cette pièce, dans un immeuble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42108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2824988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Qui a le droit de s'en servir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427984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610864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c'est gratuit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213860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4396740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Comment ça s'appelle dans votre langue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Louer un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FAMILLE · 1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logement lui-même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3641217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quatre et demie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8225" y="2121408"/>
            <a:ext cx="6410782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Quatre pièces plus la salle de bain : deux chambres, un salon, une cuisine.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76331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09620"/>
            <a:ext cx="3641217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plancher de bois franc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8225" y="2909620"/>
            <a:ext cx="6410782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 plancher fait de vraies planches de bois dur.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551529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697833"/>
            <a:ext cx="3641217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remise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8225" y="3697833"/>
            <a:ext cx="6410782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Un petit espace fermé pour ranger les vélos, les pneus.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33974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486046"/>
            <a:ext cx="3641217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ensoleillé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8225" y="4486046"/>
            <a:ext cx="6410782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Se dit d'une pièce où le soleil entre une bonne partie du jour.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512795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5274259"/>
            <a:ext cx="3641217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insonorisé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8225" y="5274259"/>
            <a:ext cx="6410782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Se dit d'un logement construit pour qu'on n'entende pas les voisins.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Louer un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FAMILLE · 2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services de l'immeuble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3867912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buanderie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74920" y="2121408"/>
            <a:ext cx="6184087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local commun où les locataires lavent leur linge.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96037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3106674"/>
            <a:ext cx="3867912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case de stationnement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74920" y="3106674"/>
            <a:ext cx="6184087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L'espace réservé où un locataire gare son auto.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91939"/>
            <a:ext cx="3867912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les électroménagers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74920" y="4091939"/>
            <a:ext cx="6184087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Poêle, réfrigérateur, laveuse, sécheuse.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930901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077205"/>
            <a:ext cx="3867912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chauffé et éclairé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74920" y="5077205"/>
            <a:ext cx="6184087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Se dit d'un loyer qui comprend déjà le chauffage et l'électricité.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Louer un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FAMILLE · 3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L'argent et les dates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3351371" cy="1094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 loyer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58379" y="2121408"/>
            <a:ext cx="6700627" cy="1094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somme payée chaque mois pour habiter le logement.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32887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3435096"/>
            <a:ext cx="3351371" cy="1094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la date d'occupation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8379" y="3435096"/>
            <a:ext cx="6700627" cy="1094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jour où le logement devient disponible.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460248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748784"/>
            <a:ext cx="3351371" cy="1094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avis de modification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8379" y="4748784"/>
            <a:ext cx="6700627" cy="1094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papier annonçant ce que le propriétaire veut changer.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Louer un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FAMILLE · 4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bail et les droits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4372523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bail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9531" y="2121408"/>
            <a:ext cx="5679475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contrat écrit entre le propriétaire et le locataire.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96037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3106674"/>
            <a:ext cx="4372523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 renouvellement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9531" y="3106674"/>
            <a:ext cx="5679475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fait qu'un bail recommence sans qu'on le resigne.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91939"/>
            <a:ext cx="4372523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sous-louer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9531" y="4091939"/>
            <a:ext cx="5679475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Laisser quelqu'un habiter son logement en gardant son bail.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930901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077205"/>
            <a:ext cx="4372523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 Tribunal administratif du logement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9531" y="5077205"/>
            <a:ext cx="5679475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L'organisme qui tranche entre un locataire et un propriétaire.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Louer un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LES MOTS D'ICI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qui ne se dit pas ailleurs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1699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AU QUÉBEC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AILLEURS EN FRANÇAIS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A5335F"/>
                </a:solidFill>
                <a:latin typeface="Verdana"/>
              </a:rPr>
              <a:t>un quatre et demie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un trois-pièces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7368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01696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A5335F"/>
                </a:solidFill>
                <a:latin typeface="Verdana"/>
              </a:rPr>
              <a:t>une buanderie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01696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une laverie, une blanchisserie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27964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07664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A5335F"/>
                </a:solidFill>
                <a:latin typeface="Verdana"/>
              </a:rPr>
              <a:t>un poêle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07664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une cuisinière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78561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913631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A5335F"/>
                </a:solidFill>
                <a:latin typeface="Verdana"/>
              </a:rPr>
              <a:t>une case de stationnement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913631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une place de parking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29158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419600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A5335F"/>
                </a:solidFill>
                <a:latin typeface="Verdana"/>
              </a:rPr>
              <a:t>chauffé et éclairé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419600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charges comprises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1817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69264" y="547420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Les annonces d'ici n'emploient que la colonne de gauche.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Louer un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VOCABULAIRE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mot juste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Complétez avec un mot de la séance.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local du sous-sol où on lave son linge : une …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somme payée chaque mois : le 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contrat signé pour un an : le 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pièce où le soleil entre longtemps : elle est …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n'entend pas les voisins : l'immeuble est …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jour où le bail commence : la … d'occupation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Laisser quelqu'un habiter chez soi en gardant son bail : …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6954520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841247" y="70515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41247" y="7115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4168" y="7109968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poêle et le réfrigérateur sont des …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Louer un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mot juste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local du sous-sol où on lave son linge : une …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buanderie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somme payée chaque mois : le …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loyer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contrat signé pour un an : le …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bail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pièce où le soleil entre longtemps : elle est …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ensoleillée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n'entend pas les voisins : l'immeuble est …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insonorisé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jour où le bail commence : la … d'occupation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date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Laisser quelqu'un habiter chez soi en gardant son bail : …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sous-louer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6954520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841247" y="70515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41247" y="7115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4168" y="7109968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poêle et le réfrigérateur sont des …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électroménagers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Louer un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CONFONDRE « MEUBLÉ » ET « ÉQUIPÉ 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Meublé, donc le poêle est là.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 i="0">
                <a:solidFill>
                  <a:srgbClr val="17181A"/>
                </a:solidFill>
                <a:latin typeface="Verdana"/>
              </a:rPr>
              <a:t>Meublé parle des meubles ; les électroménagers se demandent à part.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Meublé » veut dire qu'il y a un lit, une table, une commode. Le poêle et le réfrigérateur ne sont pas des meubles : ils se demandent séparément, et c'est une des huit questions du téléphone.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Louer un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Décrivez votre logement actuel en quatre phrases.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Combien de pièces ? Est-il chauffé et éclairé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Y a-t-il une buanderie, une remise, un stationnement 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Louer un logement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