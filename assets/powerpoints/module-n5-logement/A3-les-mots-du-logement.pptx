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Elle vient avant le défi 1 parce que les mots d'ici — buanderie, bois franc, case de stationnement — ne se devinent pas, même pour un élève qui parle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 « buanderie » est presque toujours inconnu, et c'est un des huit renseignements qu'on demande au téléphone. Le faire répéter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demi, c'est toujours la salle de bain. Faire compter les pièces du logement de chacun : plusieurs découvriront comment nommer le leur.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Chauffé et éclairé » s'écrit C/E dans les annonces. C'est la mention qui change le prix réel de cent dollars par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la grande date du Québec : le 1er juillet. Presque tous les baux vont du 1er juillet au 30 juin, et c'est pourquoi le choix est large en avril et presque nul en septembre.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Tribunal s'appelait la Régie du logement jusqu'en 2020. Beaucoup de gens disent encore « la Régie » : le préciser, les élèves l'entendront.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Utile aux élèves venus de France, d'Afrique francophone ou du Maghreb, qui connaissent la colonne de droite et cherchent en vain les mots dans les annonces.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employer chaque mot dans une phrase complète après la correction : le mot seul ne se retient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coûteuse : arriver dans un logement sans réfrigérateur le 1er juillet, c'est une dépense de plusieurs centaines de dollars imprévue.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 courte. Il réemploie le vocabulaire et fournit des cas réels pour la séance A4 et pour le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A3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du logement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 à installer avant de téléphoner. Sans eux, un appel de quatre minutes devient une suite de « pardon ?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parties et les services d'un logement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est fourni de ce qui est inclus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du bail : loyer, avis, renouvellement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propres au Québec.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Qu'est-ce que vous voyez, et comment ça s'appelle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buanderie-sous-s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cette pièce, dans un immeuble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a le droit de s'en servir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gratuit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ça s'appelle dans votre langue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logement lui-même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64121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quatre et demie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8225" y="2121408"/>
            <a:ext cx="64107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Quatre pièces plus la salle de bain : deux chambres, un salon, une cuisine.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64121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plancher de bois franc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8225" y="2909620"/>
            <a:ext cx="64107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plancher fait de vraies planches de bois dur.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64121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remise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8225" y="3697833"/>
            <a:ext cx="64107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petit espace fermé pour ranger les vélos, les pneus.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64121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ensoleillé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8225" y="4486046"/>
            <a:ext cx="64107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Se dit d'une pièce où le soleil entre une bonne partie du jour.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64121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insonorisé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8225" y="5274259"/>
            <a:ext cx="64107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Se dit d'un logement construit pour qu'on n'entende pas les voisins.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services de l'immeuble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8679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buanderie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121408"/>
            <a:ext cx="61840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local commun où les locataires lavent leur linge.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8679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case de stationnement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106674"/>
            <a:ext cx="61840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L'espace réservé où un locataire gare son auto.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8679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électroménagers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4091939"/>
            <a:ext cx="61840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Poêle, réfrigérateur, laveuse, sécheuse.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867912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chauffé et éclairé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5077205"/>
            <a:ext cx="618408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 dit d'un loyer qui comprend déjà le chauffage et l'électricité.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L'argent et les 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51371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loyer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8379" y="2121408"/>
            <a:ext cx="6700627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somme payée chaque mois pour habiter le logement.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35096"/>
            <a:ext cx="3351371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date d'occupation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8379" y="3435096"/>
            <a:ext cx="6700627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jour où le logement devient disponible.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48784"/>
            <a:ext cx="3351371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avis de modification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8379" y="4748784"/>
            <a:ext cx="6700627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annonçant ce que le propriétaire veut changer.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bail et les droits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9531" y="2121408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contrat écrit entre le propriétaire et le locataire.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renouvellement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9531" y="3106674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qu'un bail recommence sans qu'on le resigne.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sous-louer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9531" y="4091939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Laisser quelqu'un habiter son logement en gardant son bail.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437252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Tribunal administratif du logement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9531" y="5077205"/>
            <a:ext cx="567947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L'organisme qui tranche entre un locataire et un propriétaire.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MOTS D'ICI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ne se dit pas ailleurs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QUÉBEC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AILLEURS EN FRANÇAIS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quatre et demie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trois-pièces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une buanderie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laverie, une blanchisserie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poêle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cuisinière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une case de stationnement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place de parking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chauffé et éclairé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charges comprises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annonces d'ici n'emploient que la colonne de gauche.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mot de la séance.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du sous-sol où on lave son linge : une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somme payée chaque mois : le 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signé pour un an : le 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pièce où le soleil entre longtemps : elle est 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n'entend pas les voisins : l'immeuble est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où le bail commence : la … d'occupation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Laisser quelqu'un habiter chez soi en gardant son bail : 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poêle et le réfrigérateur sont des 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du sous-sol où on lave son linge : une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buanderie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somme payée chaque mois : le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signé pour un an : le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pièce où le soleil entre longtemps : elle est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ensoleillée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n'entend pas les voisins : l'immeuble est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insonorisé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où le bail commence : la … d'occupation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Laisser quelqu'un habiter chez soi en gardant son bail :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sous-louer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poêle et le réfrigérateur sont des 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électroménagers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CONFONDRE « MEUBLÉ » ET « ÉQUIPÉ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Meublé, donc le poêle est là.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Meublé parle des meubles ; les électroménagers se demandent à part.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Meublé » veut dire qu'il y a un lit, une table, une commode. Le poêle et le réfrigérateur ne sont pas des meubles : ils se demandent séparément, et c'est une des huit questions du téléphone.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votre logement actuel en quatre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 de pièces ? Est-il chauffé et éclairé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Y a-t-il une buanderie, une remise, un stationnement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