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1. Commencer par lire à voix haute deux ou trois séries de notes rapportées du devoir B2 : elles montrent tout de suite ce qui manque et ce qui prend trop de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trois phrases d'affilée, à vitesse normale, une seule fois. Personne n'aura tout. C'est le but : l'écart entre ce qu'on entend et ce qu'on retient justifie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Distribuer la feuille vierge à trois colonnes après l'avoir montrée.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élèves ont déjà écrit les questions au devoir B1 : ils n'ont qu'à les recopier dans la colonne de gauche.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Montrer les deux versions au tableau, l'une sous l'autre, et faire mesurer le temps d'écriture de chacune.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Inviter chacun à inventer les siennes, à une condition : toujours les mêmes. Une abréviation qu'on ne relit pas ne sert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court. Il sert surtout à vérifier que tout le monde lit les mêmes abréviations de la même façon.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la formule en chœur, puis deux par deux avec des adresses inventées.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Repasser l'audio du dialogue t1 deux fois. La première pour remplir, la seconde pour vérifier. C'est l'évaluation formative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message central du défi 1. Le répéter en fin de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mise au propre. La troisième colonne fait le pont avec le défi 2 : les questions de visite sortent des trous laissés par l'appel.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Prendre des notes pendant un appel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Écouter et écrire en même temps, dans une langue qu'on apprend, est difficile. La solution n'est pas d'écrire plus vite : c'est d'avoir moins à écrire.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préparer une feuille d'appel à trois colonnes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des mots et des chiffres plutôt que des phrases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huit abréviations courantes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en répétant à voix haute.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EXPÉRIENCE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Écoutez et notez. Vous avez une seule écoute.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 4 ½ à 1 050 $, non chauffé, libre le 1er juillet.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poêle et le frigo sont fournis, pas la laveuse.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Une case de stationnement incluse, et une buanderie au sous-sol.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Comparez vos notes avec votre voisin.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FEUILLE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note pendant l'appel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ME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Chauffage et électricité inclus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non — élec., ±100 $/mois hiver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0344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Électroménagers fournis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0344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poêle + frigo oui / laveuse non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Buanderie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s/s, 2 $ la brassée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Stationnement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 case incl.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Des mots et des chiffres. Jamais de phrases.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FEUILLE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qui reste à vérifier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ME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Date d'occupation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1er juill.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Insonorisé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vérifier à la visite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Loyer de l'ancien locataire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demander jeudi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troisième colonne prépare la visite : c'est celle qu'on oublie.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DES MOTS, PAS DES PHRASES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chauff. non incl. — ±100 $/mois hiver » vaut mieux qu'une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nom, le chiffre, l'unité. Votre mémoire remettra les mots de liaison une heure plus tard ; elle ne remettra pas les chiffres. Notez tout montant, toute date et toute heure au moment exact où vous les entendez.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HUIT ABRÉVIATIONS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suffisent pour un appel de logement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incl. · non incl.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inclus · non inclus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ch. · stat. · élec.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chambre · stationnement · électricité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rdv · 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rendez-vous · à peu près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/mois · s/s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mois · sous-sol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DÉCODAGE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cette note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chauff. non incl.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 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stat. incl.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±100 $/mois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rdv jeu. 18 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élec. à ma charge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cette note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chauff. non incl.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chauffage n'est pas inclus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 ch.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deux chambres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stat. incl.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stationnement est inclus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±100 $/mois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peu près cent dollars par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rdv jeu. 18 h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rendez-vous jeudi à dix-huit heures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élec. à ma charge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l'électricité est payée par le locataire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RÉPÉTEZ À VOIX HAUTE AVANT DE RACCROCHER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Jeudi dix-huit heures, quatre cent douze Bowen, appartement trois. C'est noté.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phrase vérifie et donne du temps en même temps : vous écrivez pendant que vous parlez. Si vous avez mal entendu, on vous corrige tout de suite. Personne ne trouve ça impoli — au contraire.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Remplissez la fiche d'appel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dialogue du module, puis 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Adresse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Loyer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Date d'occupation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Chauffage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Électroménagers fournis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Buanderie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Stationnement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Visite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Remplissez la fiche d'appel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Adresse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412, rue Bowen, appartement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Loyer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1 050 $ par mois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Date d'occupation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1er juillet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Chauffage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électrique, non inclus, ±100 $/mois l'hiver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Électroménagers fournis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poêle et le réfrigérateur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Buanderie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sous-sol, 2 $ la brassée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Stationnement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case incluse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Visite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jeudi à 18 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IMPROVISER LES QUESTIONS PENDANT L'APPEL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verrai bien ce que je demande.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Mes huit questions sont écrites devant moi.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écoutant une langue qu'on apprend, on n'a pas de tête libre pour inventer une question. Écrire les questions avant, c'est libérer toute son attention pour écouter la réponse.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Recopiez au propre vos notes d'appel, en trois colonnes.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Colonne 3 : ce que vous irez vérifier pendant la visite.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Nous partirons de cette colonne à la séance C1.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