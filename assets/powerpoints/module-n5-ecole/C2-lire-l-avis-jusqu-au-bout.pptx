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lecture. Prévoir de projeter l'avis long et de le laisser affiché : le groupe doit pouvoir y revenir en répondant. Distribuer aussi la fiche élève, qui le porte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plus difficile. Un avis se lit en diagonale par réflexe, et c'est précisément ce réflexe qui fait manquer le quatrième paragraphe.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cinq blocs à voix haute, une fois, sans commentaire. Puis demander au groupe de dire, sans relire, ce qu'il faut faire et pour quand. Presque personne ne retient les deux à la fois : c'est ce qui justifie la prise de notes de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le numéro de paragraphe à chaque réponse. C'est ce qui transforme l'exercice de compréhension en méthode de lecture : on ne répond pas de mémoire, on retourne au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droite. La quatrième ligne est celle que le groupe oublie : il y a en réalité deux dates qui obligent, et la seconde n'oblige que si le cas se présente.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a l'air anecdotique et elle ne l'est pas : les numéros sont ce que les élèves recopient le plus mal, parce qu'ils les lisent sans les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au groupe combien de jours séparent le 27 mars du retour du 30. Trois jours seulement : appeler « avant le 27 » veut dire décider pendant qu'on est encore à l'étranger.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 exercice-là est le plus formateur de la séance : citer plutôt que reformuler oblige à retourner au texte, ligne par ligne. Le faire deux par deux, à voix basse.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n'en trouvent qu'une ont sauté le quatrième paragraphe, exactement comme le piège l'annonçait.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l'avis jusqu'au bout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L'avis reçu par Amelia, en entier : quatre paragraphes, un numéro de dossier, trois dates et une signature à donner. C'est l'intention de compréhension écrite du programme — lire un avis ou un document scolaire officiel — et elle se travaille sur un texte, pas sur un résumé.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avis officiel de quatre paragraphes sans en sauter un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trouver l'échéance, la période et la date de retour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conséquence annoncée en cas de retard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que le paragraphe conditionnel demande.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L'AVIS, PARAGRAPHE PAR PARAGRAPHE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Centre des Trois-Ponts · dossier 2026-0418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Confirmation d'une absence prévue. À l'attention de madame Amelia Dumitrescu, groupe 4, francisation, cours LAN-4059-8.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1 · Ce qui est confirmé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36468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accusons réception de votre demande d'absence. Votre absence est autorisée du 9 mars au 27 mars inclusivement. Votre place dans le groupe 4 vous est conservée pendant cette période.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858768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2 · Ce que vous devez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123436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d'absence prolongée, signé, doit nous parvenir d'ici le 6 mars. Passé cette date, la demande n'est plus recevable et l'absence sera inscrite comme non motivée.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71416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745736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3 · Votre retour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10404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retour en classe est prévu le lundi 30 mars, au local 214. Un rattrapage vous sera offert les mardis et jeudis midis, au local 118, sur inscription au secrétariat.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632703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4 · Si la situation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897372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cas de prolongation, veuillez communiquer avec le secrétariat avant le 27 mars. Toute pièce justificative peut être remise à votre retour. Veuillez signer cet avis et le rapporter au secrétariat.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l'avis, en montrant le paragraphe.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L'absence est autorisée du 9 au 27 mars inclusivement.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signé doit arriver au plus tard le 6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place dans le groupe 4 n'est pas conservée.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arrivée le 9 mars serait encore recevable.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retour en classe est prévu au local 214.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rattrapage se donne trois soirs par semaine.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cas de prolongation, il faut appeler avant le 27 mars.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justificative doit être remise avant le départ.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L'absence est autorisée du 9 au 27 mars inclusivement.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paragraphe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signé doit arriver au plus tard le 6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paragraphe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place dans le groupe 4 n'est pas conservée.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paragraphe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arrivée le 9 mars serait encore recevable.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paragraphe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retour en classe est prévu au local 214.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paragraphe 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rattrapage se donne trois soirs par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midis, paragraphe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cas de prolongation, il faut appeler avant le 27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paragraphe 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justificative doit être remise avant le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retour, paragraphe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oblige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6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L'échéance — remettre le formulaire signé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9 au 27 mars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période autorisée — elle informe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30 mars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retour en classe — un rappel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27 mars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limite si la situation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LOCAUX, DEUX CHOSES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retour se fait au local 214. Le rattrapage se donne au local 118.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Recopier un numéro approximativement vaut moins que rien : il vous enverra à la mauvaise porte avec l'air d'être sûr.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SAUTER LE PARAGRAPHE QUI COMMENCE PAR « EN CAS DE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ne me concerne pas, ma situation ne changera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lis quand même : c'est le seul qui prévoit l'imprévu.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situation change toujours un peu. Ce paragraphe dit quoi faire, et surtout avant quand — et cette limite-là arrive souvent plus tôt que la fin de la période.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REPÉRAGE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phrase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reformuler : donnez les mots de l'avis.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que la place est gardée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ce qui arrive après le 6 mars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où a lieu le rattrapage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quoi faire de l'avis lui-même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phrase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que la place est gardée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Votre place dans le groupe 4 vous est conservée pendant cette période.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ce qui arrive après le 6 mars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Passé cette date, la demande n'est plus recevable.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où a lieu le rattrapage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rattrapage vous sera offert... au local 118.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Quelle phrase dit quoi faire de l'avis lui-même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Veuillez signer cet avis et le rapporter au secrétariat.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dates de l'avis qui obligent Amelia à faire quelque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chacune, dites ce qu'elle doit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Attention : il y en a deux, pas 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