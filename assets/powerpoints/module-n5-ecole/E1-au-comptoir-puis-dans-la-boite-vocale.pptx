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Elle se fait presque entièrement debout et à deux. Prévoir des postes avec écouteurs pour le jeu de rôle et un coin calme pour l'enregistrement. Rendre au début les billets de D1 et de D2 : chacun arrive avec sa demande à moitié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le critère principal. Si l'assistant doit demander « à partir de quand ? », la démarche n'était pas exposée en entier — c'est ce que le niveau 5 appelle un discours suivi.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le renversement : au début du module, Amelia gardait sa nouvelle depuis trois jours sans savoir à quelle porte frapper. Le dire au groupe en toutes lettres — c'est le moment de la séance qui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celle du module entier. La lire à voix haute et s'arrêter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trois situations de l'activité interactive. L'assistant joue le secrétariat : il répond à ce qu'on lui demande, et à rien d'autre. Il ne devine pas les dates à votre place — c'est ainsi qu'il fait travailler le discours suivi.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sujets de la grille en ligne. C'est l'ordre du Défi 1 : les dates d'abord, le motif ensuite. Le rappeler avant d'ouvrir les postes.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 et à laisser projetée pendant tout l'atelier. Faire produire trois questions par élève, à l'écrit, avant d'aller aux postes.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quarante-cinq à soixante secondes. Personne ne vous voit et personne ne pourra vous poser de question : c'est exactement pour cela que le message doit être écrit avant d'être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ses notes au téléphone n'a rien d'artificiel : tout le monde le fait, y compris les gens dont c'est la langue maternelle. Le dire, parce que beaucoup d'élèves croient le contraire.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l'autoévaluation avant l'envoi à l'enseignante, jamais après. Les élèves recommencent d'eux-mêmes une fois sur deux, et c'est exactement le but.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les rendre en E2 avec la rétroaction de la production orale. La comparaison entre ce que l'élève a repéré lui-même et ce que dit la correction vaut mieux qu'une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 comptoir, puis dans la boîte vocale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à vous. Vous réglez d'abord votre affaire au comptoir avec l'assistant, qui joue le secrétariat ; puis vous laissez un message dans la boîte vocale du centre — une minute, et personne ne pourra vous poser de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Régler une affaire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exposer une démarche complète sans qu'on ait à vous questionner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les dates avant le motif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glisser une question polie dans une phrase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laisser un message d'une minute qui n'oublie ni la date ni le numéro.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savez maintenant à qui parler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ce qu'Amelia a appris.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JOCELYNE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8031" y="2322576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Dumitrescu ! Vous êtes revenue. Votre mère va mieux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AMELIA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8031" y="3071876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Beaucoup mieux, merci. Je vous apporte le papier de l'hôpital.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JOCELYNE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8031" y="3821175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Parfait. Vous voyez, vous aviez prévenu : tout est resté en place.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AMELIA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8031" y="4570475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appris une chose : il faut dire les dates avant le reste.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LA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garde une copie de tout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JOCELYNE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8031" y="1901952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l'écrire. Un dossier ne se souvient pas d'une conversation.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AMELIA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8031" y="2651252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garde une copie de tout, maintenant. Même des courriels.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60534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JOCELYNE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8031" y="3400551"/>
            <a:ext cx="853809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mieux organisée que bien du monde, madame Dumitrescu.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60534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AMELIA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8031" y="4487671"/>
            <a:ext cx="853809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que je ne veux plus jamais rester trois jours sans oser demander.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SITUATIONS POUR 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la vôtre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L'absence de trois semaines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9 au 27 mars. Vous voulez garder votre place, savoir quel papier remplir et pour quand, et ce qui arrive à votre allocation.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passage au groupe du soir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emploi débute à sept heures. Vous voulez le transfert à partir du 20 avril, et connaître le délai d'un changement de groupe.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preuve pour l'employeur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exige une preuve écrite avant vendredi, avec les heures par semaine. Attestation ou relevé ? Lequel le centre peut-il imprimer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la grille vérifie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ATTEND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vous êtes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nom et le groupe, dès la première phrase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vous venez faire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en une phrase, avant toute explication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à partir de quand, jusqu'à quand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phrase, après les dates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Vos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glissées, jamais jetées en vrac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retour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que vous ferez, et quand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UNE QUESTION POLIE SE GLISSE DANS UNE PHRASE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voudrais savoir si… Pourriez-vous me dire quand…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questions posées d'affilée ressemblent à un interrogatoire ; les mêmes, glissées dans des phrases, se répondent avec plaisir. C'est la règle du Défi 1, et le jeu de rôle la vérifie du début à la fin.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 dans la boîte vocale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Cinq temps, dans l'ordre. Écrivez, lisez à voix haute, puis enregistrez.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368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085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6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6143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2543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ENREGISTRER SANS AVOIR ÉCRIT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J'improvise, ce sera plus naturel.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J'écris mes cinq temps, je les lis une fois, puis j'enregistre.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message improvisé oublie presque toujours deux choses : la date de retour et le numéro de téléphone. Ce sont justement les deux qui permettent au centre de vous répondre.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AUTOÉVALUATION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Réécoutez-vous comme si vous teniez le secrétariat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honnêtement avant d'envoyer.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Sait-on qui appelle, et de quel groupe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Sait-on ce que vous annoncez, dès la deuxième phrase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dates y sont-elles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motif tient-il en une phrase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Dites-vous ce que vous ferez au retour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est-il dit assez lentement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Réécoutez-vous comme si vous teniez le secrétariat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Sait-on qui appelle, et de quel groupe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nom complet, dès le début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Sait-on ce que vous annoncez, dès la deuxième phrase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une phrase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dates y sont-elles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partir de, jusqu'à — inclusivement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motif tient-il en une phrase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seule, après les dates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Dites-vous ce que vous ferez au retour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 futur simple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est-il dit assez lentement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faites-le vérifier par un voisin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votre enregistrement : notez la chose que vous referiez autrement.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la plus importante.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aussi ce qui a bien marché : ça se garde pour la prochaine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Régler une affaire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