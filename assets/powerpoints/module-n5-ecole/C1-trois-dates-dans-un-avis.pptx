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2, et la seule du module consacrée à la compréhension écrite. Ouvrir en demandant qui, dans le groupe, a déjà reçu une lettre officielle en français sans la lire jusqu'au bout. Toutes les mains montent, y compris celle de l'enseignante.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cœur de la séance. Une échéance oblige, un rappel informe : chercher le verbe est la méthode, et elle marche sur n'importe quel document officiel.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répondre franchement. La stratégie la plus répandue est de chercher son nom, puis d'abandonner. La séance donne une meilleure porte d'entrée : l'objet, puis la seule date qui oblige.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le premier geste de monsieur Gauthier : il nomme le document avant d'en parler. « C'est l'avis de confirmation d'absence » — l'objet est en haut, et il répond déjà à la moitié des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la séance en quatre répliques. Faire relever les trois dates au tableau et demander laquelle oblige. Le groupe hésite entre la première et la troisième : c'est la deuxième.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porte la règle la plus transférable du module. La faire recopier telle quelle. Une photo prise avec le téléphone avant de rendre la feuille suffit largement.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est la méthode du bloc C entier et elle marche sur n'importe quel document officiel, scolaire ou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compléter la colonne de droite avant de l'afficher. Le quatrième paragraphe est celui qu'on saute et qui coûte le plus cher : une situation change toujours un peu.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piège se vérifie facilement : demander au groupe, avis en main, de montrer du doigt la date qui oblige. Ceux qui montrent la dernière n'ont pas cherché le verbe.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par la réplique exacte. La cinquième reprend le piège de A4 : beaucoup d'élèves écrivent ce courriel-là et attendent une réponse qui ne vient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Ceux qui écrivent le 30 mars ont pris le rappel pour l'échéance : les reprendre en C2, avis en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dates dans un avis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jours plus tard, un avis arrive. Une page, quatre paragraphes, trois dates — et une seule de ces dates est une échéance. Amelia apporte la feuille au bureau du conseiller, parce qu'elle n'est pas sûre de laquelle.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Régler une affaire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la structure d'un avis officiel : objet, décision, action, condition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échéance d'un simple rappel parmi plusieurs dates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5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1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 paragraphe qui commence par « en cas de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51338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2161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qu'on fait d'un avis reçu : le signer, le rapporter, en garder copie.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Une feuille officielle. Où regardez-vous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abillard-av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titre, la date, votre nom, le paragraphe en gras : par quoi commencez-vous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fait abandonner avant la fin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écrit en gras, d'habitude, et pourquoi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dates attendez-vous dans une page comme celle-là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y a trois dates dedans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5516" y="2322576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 Gauthier, j'ai reçu un avis du centre. Je ne suis pas sûre.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5516" y="3071876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Montrez-moi ça. Ah oui, c'est l'avis de confirmation d'absence.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5516" y="3821175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trois dates dedans. Je mélange tout.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29282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5516" y="4570475"/>
            <a:ext cx="885061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Regardez : votre absence court du 9 mars jusqu'au 27 mars inclusivement.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D'ici le 6 mars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5516" y="1901952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6 mars, en gras, en haut ? C'est quoi, cette date-là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5516" y="2651252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l'échéance. Le formulaire doit être remis d'ici le 6 mars.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5516" y="3400551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D'ici le 6, ça veut dire le 6 au plus tard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5516" y="4149851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Exactement. Après cette date-là, la demande n'est plus recevable.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le signez et vous le rapportez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5516" y="1901952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bas, il est écrit « en cas de prolongation ». Je ne comprends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5516" y="2651252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vous devez rester plus longtemps, vous nous appelez avant le 27.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5516" y="3400551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dois répondre à cet avis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149851"/>
            <a:ext cx="129282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5516" y="4149851"/>
            <a:ext cx="885061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Vous le signez et vous le rapportez au secrétariat. Et gardez une copie : un avis signé sans copie, c'est un avis qu'on n'a jamais reçu.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SEULE DATE OBLIGE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Cherchez le verbe. « Le retour est prévu » informe. « Doit nous parvenir » oblige.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935228"/>
          </a:xfrm>
          <a:prstGeom prst="roundRect">
            <a:avLst>
              <a:gd name="adj" fmla="val 1564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478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Celle qui oblige est presque toujours en gras. Les autres sont des rappels.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QUATRE PARAGRAPHES, QUATRE RÔLES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chacun fait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VOUS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est confirmé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Rien — il informe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vous devez faire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Tout — c'est l'échéance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retour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Rien — c'est un rappel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la situation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appel, si le cas se présente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PRENDRE UN RAPPEL POUR UNE ÉCHÉANCE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30 mars est écrit : je dois faire quelque chose avant le 30.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30 mars est ma date de retour. L'échéance, c'est le 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date de retour vous informe ; une échéance vous oblige. Les confondre fait manquer la vraie limite tout en s'inquiétant d'une fausse, ce qui est la pire combinaison possible.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reçu par Amelia porte trois 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6 mars est la date de son retour.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D'ici le 6 mars » veut dire le 6 mars au plus tard.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l'échéance, la demande n'est plus recevable.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Amelia doit répondre à l'avis par un courriel.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vaut mieux garder une copie de l'avis signé.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reçu par Amelia porte trois dates.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6 mars est la date de son retour.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l'échéance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D'ici le 6 mars » veut dire le 6 mars au plus tard.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l'échéance, la demande n'est plus recevable.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Amelia doit répondre à l'avis par un courriel.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le signe et le rapporte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vaut mieux garder une copie de l'avis signé.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ce qu'Amelia doit faire, et pour quelle 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avec une seule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ce qui arrivera si elle ne le fait pas.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Régler une affaire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