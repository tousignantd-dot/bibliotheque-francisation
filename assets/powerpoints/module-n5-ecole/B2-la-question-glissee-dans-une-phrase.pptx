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la plus rentable du module. L'interrogative indirecte est le savoir du niveau 5 qui porte le plus de points, et c'est aussi ce qui distingue une demande d'un interrogatoire.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entrées sont à apprendre par cœur. Elles rendent la transformation automatique : dès qu'on a dit « je voudrais savoir », la suite se range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groupe cherche toujours une troisième règle : il n'y en a pas. Le dire clairement rassure et fait gagner vingt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la colonne de droite par le groupe, ligne par ligne, avant de l'afficher. La deuxième ligne est celle où l'inversion résiste : « quand dois-je » veut rester tel 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quatre debout, à voix haute, trois fois. Elles doivent sortir sans réfléchir au comptoir : c'est le seul moyen d'éviter le « est-ce que » qui traîne au milieu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entière, jamais seulement le mot changé. La quatrième oppose « ce qui » à « ce que » : le mot fait l'action, donc « ce qui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réflexe de relecture qui sert en E2, quand chacun relira son propre courriel avant de l'envoyer.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faire produire volontairement par un ou deux élèves, puis corriger ensemble. Une faute qu'on a dite exprès une fois se repère ensuite beaucoup mieux dans sa propre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est le seul cas subtil du défi. Prendre le temps de l'expliquer : le point d'interrogation appartient à la phrase porteuse, pas à la question glissée.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corriger les trois signes seulement. Ne pas corriger le reste : la séance porte sur un point, et un billet couvert de rouge décourage plus qu'il n'enseigne.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question glissée dans une phrase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je garde ma place ? » n'a rien de fautif. Mais trois questions directes de suite, au comptoir, et le ton devient sec sans qu'on l'ait voulu. « Je voudrais savoir si je garde ma place » dit la même chose et laisse à l'autre le temps de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question directe en question glissée dans une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« est-ce que » par « si » et « qu'est-ce que » par « 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supprimer l'inversion du sujet et le point d'interrogation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entrées : je voudrais savoir, pourriez-vous me dire, je ne sais pas, j'aimerais comprendre.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TRANSFORMATIONS, ET C'EST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» devient « si ». « Qu'est-ce que » devient « ce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autres mots de question — quand, où, pourquoi, comment, combien de — se replacent tels quels.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MÊME DEMANDE, DEUX FOIS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Directe, puis glissée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QUESTION DIRECTE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QUESTION GLISSÉE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garde ma place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savoir si je garde ma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dois-je remettre le formulaire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 me dire quand je dois le remettre.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qu'il faut écrire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ne sais pas ce qu'il faut écrire.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rattrapage se donne où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J'aimerais comprendre où se donne le rattrapage.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ENTRÉES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savoir par cœur, comme 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voudrais savoir…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neutre. Passe partout, à l'oral comme à l'écrit.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Pourriez-vous me dire…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polie. Elle finit par un point d'interrogation, exceptionnellement.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ne sais pas…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avouer qu'on ignore quelque chose sans avoir l'air perdu.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J'aimerais comprendre…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réponse demande une explication, pas seulement un fait.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Glissez la question dans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mon absence est autorisée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est-ce que la réponse arrive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mettre dans la case du motif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manque dans mon dossier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jours ça prend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se donne le rattrapage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Glissez la question dans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mon absence est autorisée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si mon absence est autorisée.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est-ce que la réponse arrive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me dire quand la réponse arrive.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mettre dans la case du motif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sais pas ce qu'il faut mettre dans la case du motif.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manque dans mon dossier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Dites-moi ce qui manque dans mon dossier.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jours ça prend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combien de jours ça prend.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se donne le rattrapage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comprendre où se donne le rattrapage.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SIGNES DE RELECTURE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point final. Le sujet devant son verbe. Aucun « est-ce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trait d'union entre le verbe et le pronom — « dois-je », « avez-vous » — signale toujours une question directe.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LAISSER LE « EST-CE QUE » AU MILIEU DE LA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savoir est-ce que je garde ma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savoir si je garde ma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est-ce que » et le « si » font le même travail : il ne peut pas y en avoir deux. C'est la faute la plus visible du défi, et elle se corrige mécaniquement dès qu'on la repère.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Directe, ou glissée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Levez la main gauche pour directe, la droite pour glissée.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garde ma place dans le groupe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savoir si je garde ma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dois-je remettre le formulaire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dire quand je dois le remettre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écrire dans la case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comprendre où se donne le rattrapage.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Directe, ou glissée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garde ma place dans le groupe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directe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savoir si je garde ma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glissée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dois-je remettre le formulaire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directe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dire quand je dois le remettre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glissée — le point d'interrogation est au « pourriez-vous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écrire dans la case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directe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comprendre où se donne le rattrapage.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glissée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questions glissées que vous poserez au comptoir.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si », une avec « quand » ou « combien de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: point final, sujet devant, aucun « est-ce que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