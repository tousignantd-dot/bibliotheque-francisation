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programme du niveau 5 accorde douze points de savoir aux prépositions : c'est le plus gros bloc du niveau, et c'est là que se joue la compréhension d'un document officiel.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celui qui sert à écrire ; les trois autres servent à lire. Les deux compétences sont dans le même point de grammaire, ce qui est rare —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mot « inclusivement » manquait dans presque tous les billets de B1 : c'est ici qu'on le récupère, et il faut le faire écrire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six avec une date réelle, celle du jour. « À partir d'aujourd'hui », « d'ici vendredi » : la date connue fait sentir la différence mieux qu'un exemple abstrait.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entière. La cinquième et la sixième sont les seules qui commencent la phrase : la virgule qui suit est obligatoire, et elle manque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d'avis emploient les deux pour la même idée, et ce n'est pas rigoureux. La consigne pratique tient en une phrase : en cas de doute, faites la chose deux jours plus 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remarque n'est pas de la grammaire, et elle vaut plus que la grammaire. La dire, puis revenir au point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dans les rangées. L'erreur la plus fréquente est « en cas de que je reste » : rappeler qu'on écrit alors « si je dois rester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de la séance qui porte sur ce qui suit le mot plutôt que sur son sens, et c'est celle qu'on oublie en écrivant.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Ils reprennent ceux de B1 en les complétant : comparer les deux versions avec les élèves concernés vaut mieux qu'une correction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petits mots qui portent les 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Retirez d'un avis les mots « à partir du », « jusqu'au », « d'ici le », « avant le », « dès » et « en cas de », et il ne reste qu'une liste de chiffres. Ce sont eux qui disent lequel commence, lequel finit, et lequel vous concerne.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à partir du » et « jusqu'au » en paire, jamais seuls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échéance à « d'ici le » et « au plus tard le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avant le » de « jusqu'au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dès » et « en cas de » devant un nom.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DÉBUT ET LA FIN VONT PAR PAIRE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À partir du 9 mars » ouvre. « Jusqu'au 27 mars inclusivement » ferme.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Inclusivement » n'est pas un ornement : sans lui, personne ne sait si le 27 est dedans ou dehors.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SIX MOTS, SIX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fait à une 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partir du · dès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commence là. « Dès » ajoute : aussitôt que, sans attendre.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jusqu'au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finit là, ce jour-là compris si on écrit « inclusivement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d'ici le · au plus tard 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jusqu'à cette date pour agir. C'est l'échéance.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avant le · en cas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Strictement avant cette date. Et : si cela arrive, suivi d'un nom.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absente ___ 9 mars, et je reviendrai le 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absence court ___ 27 mars inclusivement.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signé doit vous parvenir ___ 6 mars.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Veuillez communiquer avec le secrétariat ___ 27 mars.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 retour, je m'inscrirai au rattrapage.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prolongation, je vous appellerai tout de suite.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absente ___ 9 mars, et je reviendrai le 30.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partir 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absence court ___ 27 mars inclusivement.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signé doit vous parvenir ___ 6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d'ici 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Veuillez communiquer avec le secrétariat ___ 27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 retour, je m'inscrirai au rattrapage.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Dès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prolongation, je vous appellerai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cas 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MOTS PROCHES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Avant le » et « jusqu'au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AVANT LE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JUSQU'AU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27 n'est plus dedans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27 est dedans, si « inclusivement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agissez au plus tard le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êtes concerné le 27 aussi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Annonce une action de votre part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Annonce une période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cas de doute : deux jours plus tôt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cas de doute : demandez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LIRE « D'ICI LE 6 » COMME « LE 6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L'échéance est le 6 : j'irai porter le formulaire le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L'échéance est le 6 : j'irai le porter le 3 ou le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formulaire remis le jour même de l'échéance ne laisse aucune marge. S'il manque une case, une signature ou une date, il est trop tard pour revenir — et vous aurez pourtant respecté la limite.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propres 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quatre phrases avec vos dates à vous, vraies ou inventées.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à partir du » et « jusqu'au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d'ici le », pour une chose que vous devez 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dès », en tête de phrase.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en cas de », suivie d'un nom.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EN CAS DE » VEUT UN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cas de prolongation. En cas d'absence. En cas de retard.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vous n'avez qu'un verbe sous la main, écrivez « si » : « si vous devez rester plus longtemps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période de votre absence et son échéance, en deux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période avec « à partir du » et « jusqu'au... inclusivement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L'échéance avec « d'ici le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