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1. Commencer par redonner aux élèves le billet de sortie de A4 : c'est leur propre phrase d'ouverture, et elle va servir tout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celui qui surprend. Beaucoup de cultures — et beaucoup de gens — commencent par la raison, par politesse. Ici, la raison vient après les dates, et ce n'est pas de la froideur : c'est ce qui entre dans le système.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le groupe proposer un ordre, l'écrire au tableau, puis le comparer à celui du dialogue. L'écart est toujours le même : la raison arrive trop tôt et le nom trop tard.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Neuf mots dans la première réplique, et le dossier est ouvert. Faire compter les mots au groupe : c'est ce qui convainc le mieux qu'une bonne ouverture est courte.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motif tient en une phrase et demie, sans détail médical. Le faire remarquer : ni le formulaire ni la personne au comptoir n'en demandent davantage, et en donner plus n'aide pas la demande.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remet en scène la règle de A1 : trois portes, trois questions. Ce n'est pas un refus, c'est un aiguillage — et l'élève doit apprendre à l'entendre ainsi plutôt que comme une fin de non-recevoir.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est le cœur du bloc B et elle revient en B4 et en E1. La faire recopier à la main dans le cahier.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compléter la colonne de droite avant de l'afficher. Ne pas ridiculiser la colonne de gauche : c'est ce que tout le monde dit la première fois, y compris les gens nés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piège est culturel autant que linguistique. Le nommer explicitement évite que les élèves lisent la brièveté comme de la sécheresse.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par la réplique exacte. La cinquième est celle que le groupe manque : on suppose que la personne au comptoir peut 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billets. Le mot « inclusivement » manquera presque partout : c'est ce qui ouvre la séance C3.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Au comptoir du secrétariat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Amelia se présente enfin. Elle a environ deux minutes, il y a du monde derrière elle, et la personne au comptoir ne la connaît pas. L'ordre de ce qu'elle dit compte autant que ce qu'elle dit.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Régler une affaire au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exposer une absence prévue dans l'ordre attendu au comptoir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donner les dates avant le motif, et le motif en une seule phrase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8922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9745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que la personne au comptoir peut décider et ne peut pas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repartir en redisant ce qu'on doit faire et pour quand.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Vous avez deux minutes au comptoir. Par quoi commencez-vous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formulaire-comptoi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la personne devant vous sait qui vous êtes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qu'elle doit ouvrir dans son système avant de vous écouter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vous commencez par la raison, que se passe-t-il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voulez avoir en main en repartant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viens vous annoncer une absence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AMELIA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8031" y="2322576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Je m'appelle Amelia Dumitrescu, groupe 4, francisation.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60534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JOCELYNE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8031" y="3071876"/>
            <a:ext cx="853809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Bonjour. Qu'est-ce que je peux faire pour vous, madame Dumitrescu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AMELIA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8031" y="4158995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viens vous annoncer une absence. Une longue absence, prévue.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74370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908296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JOCELYNE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38031" y="4908296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Prévue, c'est déjà une bonne nouvelle. À partir de quand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dates, puis le motif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AMELIA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8031" y="1901952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partir du 9 mars, et je reviendrai le 30. Trois semaines.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JOCELYNE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8031" y="2651252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Trois semaines. Et le motif, madame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AMELIA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38031" y="3400551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 mère est opérée à Bucarest. Je suis seule à pouvoir y aller.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JOCELYNE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38031" y="4149851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comprends. Vous devrez me le mettre par écrit, par exemple.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qu'elle ne décide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AMELIA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8031" y="1901952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voudrais savoir si je garde ma place dans le groupe.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JOCELYNE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8031" y="2651252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si l'absence est motivée et annoncée d'avance. C'est votre cas.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AMELIA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38031" y="3400551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mon allocation de participation, elle continue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149851"/>
            <a:ext cx="160534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JOCELYNE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38031" y="4149851"/>
            <a:ext cx="853809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Ça, je ne le décide pas. Monsieur Gauthier vous répondra là-dessus.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L'ORDRE DU COMPTOIR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je suis. Ce que je viens faire. À partir de quand, jusqu'à quand. Pourquoi. Ce que je demande.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Cinq morceaux, dans cet ordre. Le cinquième est le seul qui peut attendre : les quatre autres, non.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DEUX OUVERTURES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même personne, deux minutes plus tard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703320"/>
          </a:xfrm>
          <a:prstGeom prst="roundRect">
            <a:avLst>
              <a:gd name="adj" fmla="val 39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FAIT PERDRE DU TEMPS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EN FAIT GAGNER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Bonjour, j'ai un problème.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Bonjour, Amelia Dumitrescu, groupe 4.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compliqué à expliquer.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Je viens annoncer une absence prévue.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pars bientôt, un bon bout de temps.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Du 9 au 27 mars inclusivement.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489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617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C'est pour des raisons familiales, ma mère...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617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Ma mère est opérée à l'étranger.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CROIRE QU'IL FAUT SE JUSTIFIER LONGUEMENT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vais tout expliquer pour qu'ils comprennent bien.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donne le motif en une phrase, et je réponds si on m'en demande plus.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longue justification allonge la file, brouille les dates et donne l'impression qu'on demande une faveur. Une absence motivée et annoncée d'avance est un droit, pas une faveur.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Amelia donne son nom et son groupe dès la première phrase.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Son absence commence le 9 mars.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déjà le papier de l'hôpital en main.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doit mettre sa demande par écrit.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Madame Paradis décide de l'allocation de participation.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absence motivée et annoncée d'avance conserve la place.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Amelia donne son nom et son groupe dès la première phrase.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Son absence commence le 9 mars.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déjà le papier de l'hôpital en main.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elle l'aura au retour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doit mettre sa demande par écrit.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Madame Paradis décide de l'allocation de participation.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c'est monsieur Gauthier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absence motivée et annoncée d'avance conserve la place.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deux dates de votre absence, avec « à partir du » et « jusqu'au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absence inventée fait très bien l'affaire.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« inclusivement » à la seconde date.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Régler une affaire au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