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Ouvrir en posant la question au groupe : « qui a déjà eu besoin de changer quelque chose à son dossier ? ». Presque toutes les mains se lèvent, et presque personne n'a osé le demander. C'est exactement le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reprend le bloc A : le secrétariat imprime et reçoit, le conseiller décide et oriente. Beaucoup d'élèves frappent à la mauvaise porte et repartent découragés.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première réplique : Amelia annonce le sujet avant d'expliquer quoi que ce soit. C'est la règle des demandes, à l'oral comme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réplique est la phrase-clé du module. L'écrire au tableau et la laisser toute la séance : elle sépare le problème de tout le reste, et la personne en face se met alors à chercher une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Amelia accepte le prix de ce qu'elle demande avant qu'on le lui demande. Une demande sans contrepartie acceptée n'est qu'un souhait : le dire au groupe en ces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sur la dernière réplique du dialogue, qu'on lira au groupe : « gardez-en une copie : c'est votre dossier, pas le nôtre ». C'est la phrase la plus utile du module hors de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à chaque élève une phrase sur ce modèle, à propos d'une vraie situation. C'est le meilleur travail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l'un pour l'autre fait perdre un voyage, et c'est arrivé à quelqu'un dans le groupe : laisser raconter.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phrase emphatique du programme du niveau 5. Elle revient au Défi 3 du module 13 : ceux qui l'ont déjà vue la reconnaissent, les autres la découvrent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énoncés de l'exercice `t3a`. Les faire d'abord sans le texte sous les yeux : c'est de la compréhension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items de l'exercice `t3emph`. Le quatrième est le seul difficile : dès qu'un verbe conjugué suit, il faut « c'est que ». Sans le que, la phrase s'arrête au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D2 : ils sont la deuxième phrase de la demande écrite, déjà prête.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me bloque, c'est l'horaire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Amelia est revenue, et sa vie a changé pendant qu'elle était partie : elle travaille le matin. Demander un changement, ce n'est pas se plaindre — c'est nommer ce qui bloque et proposer une 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séparer ce qui bloque de ce qui déplaît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et accepter ce qu'elle coûte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en avant l'essentiel avec « ce qui…, c'est…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l'attestation de fréquentation du relevé des apprentissages.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vient-on faire dans ce bureau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ureau-conseil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parle-t-on dans un centre quand l'horaire ne tient plus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demande un changement au secrétariat ou au conseiller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apporte avec soi, à un rendez-vous comme celui-là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dure ce genre de conversation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que je vous parle de mon 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5516" y="2322576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Gauthier, il faut que je vous parle de mon horaire.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5516" y="3071876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Asseyez-vous. Qu'est-ce qui se passe depuis votre retour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5516" y="3821175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trouvé un emploi. Je commence à sept heures le matin.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5516" y="4570475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Ah. Et nos cours de jour finissent à midi et demi.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L'horaire, pas le 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5516" y="19019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me bloque, c'est l'horaire, pas le cours. J'aime le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5516" y="26512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passer au groupe du soir, si je comprends bien.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5516" y="340055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Il faut que je travaille, sinon je ne paie pas mon loyer.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5516" y="414985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légitime. Par contre, le soir, c'est quatre soirs par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soirs, je peux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5516" y="19019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soirs, je peux. Comme je finis à trois heures, ça se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5516" y="26512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Bien. Pour que le transfert se fasse, il me faut une demande écrite.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5516" y="340055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l'écrire comment ? Je n'ai jamais fait ça en français.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9282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5516" y="4149851"/>
            <a:ext cx="88506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Court. Qui vous êtes, ce que vous demandez, pourquoi, et à partir de quand.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Gardez-en une copie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5516" y="190195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mon employeur veut une preuve que je suis inscrite ici.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282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5516" y="2651252"/>
            <a:ext cx="885061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attestation de fréquentation. Le secrétariat l'imprime sur-le-champ.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5516" y="3738371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la même chose que le relevé, alors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2928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5516" y="4487672"/>
            <a:ext cx="885061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Le relevé des apprentissages vient du ministère, à la fin du cours.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NOMMER CE QUI BLOQUE, PAS CE QUI DÉPLAÎT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me bloque, c'est l'horaire, pas le cours.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phrase qui sépare le problème de tout le reste. La personne en face cesse alors de chercher ce qui ne va pas et se met à chercher une solution — ce sont deux conversations très différentes.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papiers qu'on confond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PAPIER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DIT, ET D'OÙ IL 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L'attestation de fréquentation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vous êtes inscrit ici en ce moment ; le secrétariat l'imprime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relevé des apprentissages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que vous avez réussi ; il vient du ministère, après le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l'employeur demande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presque toujours l'attestation, avec les heures par semaine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qu'il faut demander avant de partir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919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délai : combien de temps ça prend, d'habitude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QUI…, C'EST… — METTRE UN MOT DEVANT TOUS LES AUTRES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L'horaire me bloque devient : Ce qui me bloque, c'est l'horaire.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même information, mais l'horaire est maintenant au bout de la phrase, à l'endroit où l'oreille s'arrête. Une seule par demande : trois de suite, et plus rien n'est éclairé.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le dialogue du bureau,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Amelia a trouvé un emploi qui commence à sept heures le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n'aime plus le cours et veut arrêter.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groupe du soir demande quatre soirs par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transfert se fait sans demande écrite.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relevé des apprentissages s'imprime au secrétariat.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Gauthier lui conseille de garder une copie.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Amelia a trouvé un emploi qui commence à sept heures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n'aime plus le cours et veut arrêter.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l'horaire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groupe du soir demande quatre soirs par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transfert se fait sans demande écrite.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en faut 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relevé des apprentissages s'imprime au secrétariat.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vient du ministère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Gauthier lui conseille de garder une copie.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qui, ce que, c'est, c'est 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pour mettre en avant ce qui compte.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___ me bloque, c'est l'horaire du matin, pas le cours.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demande, ___ un transfert au groupe du soir.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___ je ne comprends pas, c'est la date écrite en gras.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me dérange, ___ le cours finit à midi et demi.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___ me manque, c'est une attestation pour mon employeur.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compte pour moi, ___ de finir le cours cette année.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qui, ce que, c'est, c'est 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___ me bloque, c'est l'horaire du matin, pas le cours.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demande, ___ un transfert au groupe du soir.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___ je ne comprends pas, c'est la date écrite en gras.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me dérange, ___ le cours finit à midi et demi.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___ me manque, c'est une attestation pour mon employeur.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compte pour moi, ___ de finir le cours cette année.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qui vous bloque, dans une vraie situation, avec « ce qui…, c'est…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sur quelque chose de vrai.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ce que vous demanderiez, et à partir de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