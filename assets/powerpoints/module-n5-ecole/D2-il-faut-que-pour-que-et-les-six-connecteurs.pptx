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avant « Je me lance ». Rendre les billets de D1 au début : chacun a déjà sa phrase emphatique, et la séance d'aujourd'hui lui donne les trois autres.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Ne pas présenter le subjonctif comme un temps difficile : le présenter comme trois formules qui servent à demander. Le reste vient plus tard, à un autre niveau.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fabriquer dix subjonctifs à partir de dix formes en « ils », à la chaîne, à l'oral. L'opération est mécanique et elle se retient en une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n'est pas une faute de grammaire : c'est un choix de ton. Le nommer ainsi. Les deux phrases sont correctes, et elles ne font pas le même effet sur la personne qui 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six items de l'exercice `t3sub`. Rappeler la règle qui sauve l'écrit : après « pour que », jamais d'infinitif — mais quand c'est la même personne des deux côtés, on écrit « pour » + infinitif.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« Puisque » employé pour une raison inconnue sonne comme un reproche : le signaler, c'est la seule chose qui puisse mal tourner dans une demande polie.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des huit items de `t3con`. Le test se fait sans grammaire : la raison répond à « pourquoi ? », la conséquence répond à « et alors ?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 et à laisser affichée pendant l'écriture. C'est la structure de la production écrite de E2 : elle s'installe ici ou nulle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quatre premières consignes de l'exercice `t3ecrit`. Les corrigés sont des modèles, pas des réponses : lire trois productions d'élèves avant de les afficher. La cinquième consigne — la question glissée sur le délai — se travaille en E1 avec le message vocal.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lignes qui ne se réinventent pas : les faire recopier telles quelles. Le numéro de téléphone est ce qu'on oublie, et c'est ce qui empêche la réponse d'arriver.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Il faut que, pour que, et les six connecteurs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demande administrative n'a besoin de dire que trois choses : ce qui est nécessaire, dans quel but, et malgré quoi. Trois entrées de subjonctif, six connecteurs, et une lettre de quatre phrases tient debout.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Régler une affaire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subjonctif présent de presque tous les verbes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cinq irréguliers d'une demande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un connecteur de cause et un de conséquence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les quatre phrases d'une demande administrative.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ENTRÉES, ET C'EST TOUT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faut que je travaille. Pour que le transfert se fasse. Bien que ce soit tard.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L'obligation, le but, la concession : c'est tout ce qu'une demande administrative a besoin de dire. Les trois demandent le subjonctif, et il n'y en a pas d'autres à retenir pour ce module.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on le forme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DEVIENT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radical du « ils » du présent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ils travaillent : que je travaille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terminaisons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-e, -es, -e, -ions, -iez, -ent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neuf verbes sur dix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ils écrivent : que j'écrive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cinq irréguliers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sois · aie · aille · fasse · puisse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25119"/>
          </a:xfrm>
          <a:prstGeom prst="roundRect">
            <a:avLst>
              <a:gd name="adj" fmla="val 1773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Apprenez les cinq irréguliers comme cinq mots : ce sont exactement ceux d'une demande.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CONFONDRE « JE DOIS » ET « IL FAUT QUE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dois travailler le matin.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faut que je travaille le matin.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dois » parle de vous ; « il faut que » parle d'une nécessité qui vient d'ailleurs — le loyer, l'employeur, la vie. Dans une demande, la seconde tournure explique sans se plaindre, et c'est pour cela qu'elle vaut la peine d'être apprise.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faut que… : le subjonctif présent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Mettez le verbe entre parenthèses au subjonctif.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que je ___ (travailler) le matin pour payer mon loyer.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Pour que le transfert ___ (se faire), il vous faut une demande écrite.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que vous ___ (être) au secrétariat avant seize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Bien que le délai ___ (être) court, je remplirai le formulaire ce soir.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que j'___ (aller) chercher mon attestation avant vendredi.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Pour que je ___ (pouvoir) suivre le cours du soir, il faut changer mon groupe.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faut que… : le subjonctif présent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que je ___ (travailler) le matin pour payer mon loyer.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travaille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Pour que le transfert ___ (se faire), il vous faut une demande écrite.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se fasse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que vous ___ (être) au secrétariat avant seize heures.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soyez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Bien que le délai ___ (être) court, je remplirai le formulaire ce soir.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soit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que j'___ (aller) chercher mon attestation avant vendredi.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aille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Pour que je ___ (pouvoir) suivre le cours du soir, il faut changer mon groupe.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puisse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SIX CONNECTEURS D'UNE DEMANDE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chacun annonce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parce que — la raison, après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Je demande un transfert parce que je travaille le matin. Le plus courant, et il ne commence jamais une lettre.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comme — la raison, avant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Comme je travaille le matin, je ne peux plus suivre le cours de jour. La plus élégante à l'écrit : elle pose le décor.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donc, c'est pourquoi — ce qui en découle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Je travaille le matin, donc je ne peux plus venir. « C'est pourquoi » est plus soutenu et convient mieux à l'écrit.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puisque, par contre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Puisque » pour une raison que l'autre connaît déjà. « Par contre » pour la nuance : c'est lui qui montre qu'on a réfléchi.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ÉCOUTE ET RÉPONDS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cause, ou une conséquence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si le connecteur introduit la raison ou ce qui en découle.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demande un transfert parce que je travaille le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travaille le matin, donc je ne peux plus venir le jour.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Comme mon horaire a changé, je vous écris aujourd'hui.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Mon absence était motivée, c'est pourquoi ma place a été gardée.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Puisque le formulaire est en ligne, je l'ai rempli hier soir.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délai est de dix jours, donc j'aurai une réponse le 14.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cause, ou une conséquence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demande un transfert parce que je travaille le matin.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une cause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travaille le matin, donc je ne peux plus venir le jour.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une conséquence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Comme mon horaire a changé, je vous écris aujourd'hui.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une cause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Mon absence était motivée, c'est pourquoi ma place a été gardée.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une conséquence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Puisque le formulaire est en ligne, je l'ai rempli hier soir.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une cause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délai est de dix jours, donc j'aurai une réponse le 14.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une conséquence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UNE DEMANDE TIENT EN QUATRE PHRASES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je suis · ce qui bloque · pourquoi · ce que je demande, et à partir de quand.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motif de la lettre est dans la première phrase, pas dans la dernière : la personne qui la lit en a quarante autres devant elle. Et toujours une date — une demande sans date oblige quelqu'un à vous rappeler pour l'obtenir.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phrases d'une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complète par consigne, sur votre propre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1 — Qui vous êtes et ce que vous demandez.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2 — Ce qui vous bloque, en une phrase emphatique.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3 — Votre raison, en commençant par « Comme 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4 — Votre demande, avec « il faut que » ou « pour que », et une date.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phrases d'une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1 — Qui vous êtes et ce que vous demandez.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Je m'appelle…, groupe…, et je vous écris pour demander un changement de groupe.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2 — Ce qui vous bloque, en une phrase emphatique.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Ce qui me bloque, c'est l'horaire du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3 — Votre raison, en commençant par « Comme ».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Comme j'ai commencé un emploi qui débute à sept heures, je ne peux plus suivre le cours de jour.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4 — Votre demande, avec « il faut que » ou « pour que », et une date.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Pour que je puisse continuer, je vous demande un transfert au groupe du soir à partir du 20 avril.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formule de fin de votre demande, puis ce que vous mettez sous votre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vous remercie de votre attention. Veuillez agréer mes salutations distinguées.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Votre nom, votre groupe, et un numéro où l'on peut vous joindre.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Régler une affaire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