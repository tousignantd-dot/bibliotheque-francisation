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conjugaison, et elle a un but précis : rassurer un bureau. L'annoncer ainsi dès le départ change complètement l'attention du groupe — on ne conjugue pas pour conjuguer.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fait le lien avec A2. Le rappeler : c'est le même point vu deux fois, une fois par l'oreille et une fois par la grammaire, et c'est ce qui le fait 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remarque sur le « r » est ce qui permet de corriger à l'oreille sans ouvrir un tableau de conjugaison.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exactement les six dont on se sert au comptoir. Les faire répéter en série, à voix haute, puis les faire réemployer dans une phrase du module. Ne pas en ajouter d'autres : la liste courte est ce qui la rend apprenable.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entière. La troisième oppose « je serai » à « je saurai » : le groupe les confond régulièrement, et ce n'est pas la même annonce du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Aucune des deux colonnes n'est fautive. Ce qui change, c'est le registre. Insister sur la tenue : dans une lettre, on choisit le futur simple et on le garde du début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phrases à voix haute par deux élèves différents, les yeux fermés pour le reste du groupe. La différence s'entend, et c'est ce qui la rend mémorable.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dans les rangées. L'erreur la plus fréquente est l'oubli du « r » des verbes en -re : « je remettai ». La corriger à l'oral, en faisant entendre la forme juste plutôt qu'en l'écrivant.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referme le lien entre la grammaire et la situation, et elle revient en E1 : le message vocal se termine toujours par ce que la personne fera.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Ils se joignent à ceux de B1 et de B2 : les trois ensemble forment déjà l'annonce complète qu'on assemblera en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je ferai à mon retour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on annonce qu'on part trois semaines, la première question de l'autre côté du comptoir n'est pas « pourquoi ? » mais « et après ? ». Trois phrases au futur, et une absence devient un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Régler une affaire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futur simple de tous les verbes réguliers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six radicaux irréguliers utiles au comptoir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futur simple et futur proche selon la situation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je voudrais » de « je voudrai » à l'oreille et à l'écrit.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SEULE SÉRIE DE TERMINAISONS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les colle à l'infinitif, et elles ne changent jamais : -ai, -as, -a, -ons, -ez, -ont.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son du futur, c'est le « r » suivi d'un « é » fermé. Quand vous ne l'entendez pas, ce n'est pas un futur.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SIX RADICAUX IRRÉGULIERS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mots, pas six règles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être · 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serai · j'aurai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aller · faire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j'irai · je ferai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venir · revenir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viendrai · je reviendrai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pouvoir · recevoir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pourrai · vous recevrez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CONJUGAISON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l'oral d'abord,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(revenir) en classe le 30 mars.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___ (apporter) la pièce justificative.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(être) absente du 9 au 27 mars.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(faire) le rattrapage du midi.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(recevoir) ma demande avant vendredi.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(pouvoir) reprendre les évaluations en avril.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(revenir) en classe le 30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reviendrai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___ (apporter) la pièce justificative.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apporterai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(être) absente du 9 au 27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(faire) le rattrapage du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ferai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(recevoir) ma demande avant vendredi.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recevrez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(pouvoir) reprendre les évaluations en avril.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FUTURS, DEUX ENDROITS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se dit, ce qui s'écrit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ENTRE CAMARADES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COMPTOIR ET PAR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revenir lundi.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reviendrai le 30 mars.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m'inscrire au rattrapage.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m'inscrirai au rattrapage.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va prendre combien de temps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voudrais savoir combien de temps cela prendra.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va se rappeler.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vous rappellerai la semaine prochaine.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CONFONDRE « JE VOUDRAIS » ET « JE VOUDRAI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 savoir si je garde ma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voudrais savoir si je garde ma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premier annonce ce que vous voudrez la semaine prochaine, ce qui n'a aucun sens au comptoir. Le second demande poliment, maintenant — et il se dit avec un « è » ouvert, comme en A2.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promesses, à votre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écrit trois phrases au futur pour sa propre absence.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sur la date de retour.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sur ce que vous apporterez.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sur le rattrapage.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quatrième, libre, avec un des six irréguliers.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FUTUR, C'EST UNE PROMESSE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ne décore pas la phrase : il engage la personne qui parle.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pour ça qu'un bureau garde une place. Pas à cause du motif — à cause du plan de retour.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de retour que vous direz au comptoir, au futur simple.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date précise, pas « bientôt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ce que vous apporterez en revenant.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Régler une affaire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