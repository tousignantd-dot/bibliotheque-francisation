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d'assemblage, la dernière du défi 1. Prévoir la moitié du temps en production réelle, deux par deux. Rendre aux élèves leurs billets de B1, B2 et B3 : ils ont déjà écrit les trois quarts de leur texte sans le savoir.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négligé et le plus utile. Deux secondes de reformulation évitent le retour de la semaine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reprend la règle de B1 en l'ouvrant au cinquième morceau. La faire recopier à la main, elle sert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cinq à voix haute par cinq élèves différents, à la suite, sans pause. Le groupe entend alors que l'ensemble dure une minute et demie, pas 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vaut la peine d'être jouée : la personne au comptoir coupe souvent pour ouvrir le dossier. Ce n'est pas de l'impolitesse, et on reprend là où on en était.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Chronométrer discrètement. La première tentative dure trois minutes, la troisième une minute et demie. Le dire au groupe à la fin : le progrès est mesurable et c'est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ajouter cette phrase à toutes les productions de la séance. C'est le geste le plus transférable de tout le module : il vaut à la clinique, à la banque et au bureau du propriétaire.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texte est la première version de ce qui sera enregistré en E1. Le faire garder dans le cahier : on ne le réécrira pas de zéro, on le reprendra.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Ceux qui n'y mettent pas de date n'ont pas encore compris ce qu'est une échéance : c'est exactement ce que le bloc C va 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cinq morceaux d'une annonce d'absence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séances ont donné les pièces : l'ordre du comptoir, la question glissée, la promesse au futur. Il reste à les assembler et à les dire d'un seul tenant, devant quelqu'un qui ne vous connaît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assembler les cinq morceaux d'une annonce d'absence, dans l'ordre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le tout en moins de deux minutes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deux questions glissées sans perdre le fil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ce qu'on a compris avant de quitter le comptoir.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CINQ MORCEAUX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je suis · ce que je viens faire · les dates · le motif · ce que je ferai et ce que je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motif tient en une phrase. Les dates en portent deux : à partir de quand, jusqu'à quand.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CINQ MORCEAUX, EN EXEMPLE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L'annonce complète d'Amelia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1 · Qui je suis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je m'appelle Amelia Dumitrescu, groupe 4, en francisation.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97480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971800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2 · Ce que je viens faire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36468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viens vous annoncer une absence prévue.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84448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858768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3 · Les 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23436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absente à partir du 9 mars, jusqu'au 27 inclusivement.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71416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74573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4 · Le motif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10404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mère est opérée à l'étranger et je suis la seule à pouvoir y aller.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58383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632703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5 · Ce que je ferai et ce que je demande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897372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reviendrai le 30 et je vous apporterai la pièce justificative. Je voudrais savoir si je dois remplir un formulaire.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Le comptoir est libre. Vous avez deux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secretari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commence ? Vous, ou la personne au comptoir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si on vous coupe au milieu de vos dates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si on vous renvoie à quelqu'un d'autre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savez-vous que vous pouvez partir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au comptoir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joue le secrétariat, l'autre expose son absence.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7896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4297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secrétariat ouvre : Bonjour, qu'est-ce que je peux faire pour 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12008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1792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819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67456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secrétariat demande : À partir de quand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176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235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875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730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secrétariat demande : Et le motif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291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931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secrétariat dit : Il faudra le mettre par écrit.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681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321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secrétariat répond quelque chose que l'élève n'a pas compris.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REPARTIR SANS AVOIR NOTÉ L'ÉCHÉANCE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Bon, parfait, merci beaucoup. Bonne journée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Donc je remplis le formulaire et je le rapporte avant le 6. C'est bien ça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phrase de reformulation coûte deux secondes et évite un retour complet. Elle sert aussi à la personne au comptoir, qui entend alors ce qu'elle a réellement 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annonce, en cinq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les cinq morceaux, une phrase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Morceau 1 : nom complet, groupe.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Morceau 2 : ce que vous venez faire.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Morceau 3 : les deux 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Morceau 4 : le motif.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Morceau 5 : deux promesses au futur et une question glissée.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de reformulation que vous direz avant de partir.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que vous devez faire, et pour quelle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« C'est bien ça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