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prononciation, la seule du module. Elle vient tôt exprès : les mots travaillés ici reviennent dans les trois défis, et la distinction « je voudrais » contre « je voudrai » sert dès la séance B2. Prévoir de faire répéter beaucoup, et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change le sens d'une phrase. Le garder pour la fin de la séance, mais l'annoncer dès le début : c'est ce qui donne envie de travailler les trois premiers.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truc des deux doigts sous le menton donne le résultat en une tentative chez la plupart des élèves : la différence devient tactile au lieu d'être seulement auditive.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quatre paires deux fois avant de les projeter, puis demander de lever la main gauche pour « é » et la droite pour « è ». On voit immédiatement qui entend et qui devine.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mots du module, pas des mots d'exercice. Faire compléter la colonne de droite par le groupe. « Une conseillère » et « un relevé » reviennent dès le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un piège volontaire : le mot « dais » est rare. Elle apprend au groupe qu'on peut entendre juste un son sans connaître le mot — et que c'est déjà une réussite.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dramatiser. Un élève qui comprend que la difficulté est normale y travaille ; un élève qui croit mal entendre abandonne.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lentement. Le rôle du voisin est important : il écoute un seul point, le son, et pas la grammaire. C'est ce qui rend la correction supportable et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répond à la question que le groupe pose toujours vers la fin : « comment je sais, si c'est pas écrit ? ». La réponse honnête est qu'on l'apprend mot par mot, et que la liste est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écrivent deux mots du même son n'entendent pas encore la différence : ce sont eux qu'il faut reprendre en A3, individuellement, pendant que le reste travaille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« é » et le son « è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façons de dire la lettre « e », et tout le vocabulaire du bureau les porte : un relevé, le secrétariat, annoncer d'un côté ; une conseillère, une pièce, après de l'autre. Surtout, c'est le seul son qui sépare « je voudrais » de « je voudrai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« é » fermé et le « è » ouvert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sons en sentant la mâchoire descendre sur le second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orthographes qui donnent l'un ou l'autre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je voudrais » avec un « è », et non « je voudrai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MÂCHOIRE, ET RIEN D'AUTRE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« é », la mâchoire reste haute et le son est bref. Sur « è », elle descend d'un doigt et le son dure plus longtemps.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Posez deux doigts sous le menton et dites « les, lait ». Vous sentez la mâchoire descendre sur le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QUATRE PAIRES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son les sépare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les · lait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dates de l'avis. Un café au lait.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fée ·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conte de fées. C'est déjà 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thé · taie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tasse de thé. Une taie d'oreiller.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voudrai · je voudrais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est un futur. Le second est une demande polie.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MOTS DU BUREAU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le « é », où est le « è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« É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« È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relevé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conseillère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secrétariat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pièce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après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matière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un mot de chaque paire, sans le montrer.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ou lait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fée ou fait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 ou taie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 ou je voudrais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signé ou signait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 ou dais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ou lait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lever la main, puis dire lequel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fée ou fait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existent : le contexte ne suffit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 ou taie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mâchoire descend sur le 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 ou je voudrais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paire qui sert au comptoir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signé ou signait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participe et un imparfait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 ou dais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piège : peu d'élèves connaissent le second mot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DIRE UN SEUL SON ENTRE LES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un « e » qui n'est ni fermé ni ouvert : ça passe.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J'exagère les deux pendant une semaine, puis je relâche.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vous corrige, mais on vous fait répéter. C'est le défaut le plus discret du français parlé et le plus long à sortir. En exagérant quelques jours, il en reste juste assez.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une phrase chacun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voisin dit si le son est juste, sans corriger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savoir si je garde ma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relevé arrive après la fin du 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conseillère reçoit sur rendez-vous.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signer cet avis et le rapporter.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L'échéance est écrite en gras, tout en haut.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une phrase chacun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savoir si je garde ma place.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« è » : voudrais,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relevé arrive après la fin du 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é » puis « è » dans la même phrase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conseillère reçoit sur rendez-vous.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è » au milieu et à la 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signer cet avis et le rapporter.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« é » de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L'échéance est écrite en gras, tout en haut.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« é », puis un « è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LETTRE NE DÉCIDE PAS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ai », « ei », « -et » et « -ère » donnent tous un « è », sans le moindre accent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semaine » n'a aucun accent et se dit avec un « è ». C'est l'oreille qui commande, l'orthographe suit.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mots du module : un avec le son « é », un avec le son « è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des mots que vous aurez à dire au comptoir, pas des mots de dictionnaire.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Entraînez-vous à les dire l'un après l'autre,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