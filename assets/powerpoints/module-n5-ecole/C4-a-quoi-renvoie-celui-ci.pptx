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Elle est double : on apprend à lire les reprises, puis à transformer l'avis en trois lignes de notes. La deuxième moitié est celle qui reste, l'an prochain, quand la grammaire sera oubliée.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5 consacre six points de savoir à la reprise de l'information. C'est l'un des rares endroits où lire et écrire demandent exactement la même compétence, dans les deux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à employer quand on écrit : elle ne peut pas être mal lue, contrairement à « celui-ci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l'avis de C2 et surligner toutes les reprises. Il y en a plus que le groupe ne croit, et les repérer sur un vrai texte vaut mieux que n'importe quel 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entière. La deuxième et la troisième s'opposent par le genre : demande est féminin, retour est masculin. C'est l'accord qui révèle le renvoi, pas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dans l'avis de C2 un « celui-ci » éloigné : il n'y en a pas. Un avis bien écrit ne les emploie qu'à courte portée, et c'est un bon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partie de la séance qui survit au module. Faire écrire les trois lignes tout de suite, avis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les numéros de local exacts. C'est là que la moitié du groupe recopie approximativement, et un numéro faux est pire qu'un numéro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phrases reprennent tout le bloc C. Passer dans les rangées : l'erreur la plus fréquente est d'écrire la période à la place de l'échéance dans la première.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Comparer avec l'avis : ce qui manque de mémoire est exactement ce qui doit être écrit sur la feuille, et c'est la meilleure démonstration possible de l'utilité d'une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quoi renvoie « celui-ci »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avis parle d'un formulaire, d'une demande, d'un avis et d'un local en quatre paragraphes. S'il répétait chaque fois le mot, il ferait trois pages. Il reprend donc — et lire un document officiel, c'est en bonne partie savoir à quoi chaque reprise renvoie.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reprises d'un texte officiel et retrouver leur renvoi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ce » suivi d'un nom plus général quand on écrit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« celui-ci » et « celle-ci » avec le nom qu'ils reprennent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 avis en trois lignes de notes utilisables.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DU PRÉCIS VERS LE GÉNÉRAL, JAMAIS L'INVERSE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formulaire devient « ce document ». La demande devient « cette demande » ou « ce dossier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remontant vers le précis, vous ajoutez une information que le lecteur n'a pas — et il croit qu'il s'agit d'un autre papier.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REPRISES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qu'elles remplacent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document · cette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sûre. On reprend le mot par un mot qui le contient.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celui-ci · celle-ci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dernier nom du bon genre, en remontant d'un mot à la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· la · 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déjà déterminé. « Signez l'avis et rapportez-le.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lieu, ou un nom introduit par « à ». « J'y serai avant midi.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bonne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Remplissez le formulaire. ___ doit nous parvenir avant le 6 mars.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envoyé ma demande de transfert. ___ a été reçue le 4 avril.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retour est prévu le 30 mars. ___ n'est pas une échéance.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bien reçu votre avis et je vous ___ rapporte signé demain.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passerai au secrétariat : j'___ serai avant midi.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trouverez mon courriel du 3 mars. ___ portait sur mon horaire.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bonne 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Remplissez le formulaire. ___ doit nous parvenir avant le 6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document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envoyé ma demande de transfert. ___ a été reçue le 4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Celle-ci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retour est prévu le 30 mars. ___ n'est pas une échéance.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Celui-ci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bien reçu votre avis et je vous ___ rapporte signé demain.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passerai au secrétariat : j'___ serai avant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trouverez mon courriel du 3 mars. ___ portait sur mon horaire.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 demande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CELUI-CI » TROIS PHRASES PLUS 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... Celui-ci doit être signé. (mais quatre noms ont passé depuis)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... Ce document doit être signé.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Celui-ci » désigne le nom masculin singulier le plus proche. Au-delà d'une phrase, le lecteur remonte et se trompe. « Ce document » redonne la certitude en deux mots.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AVIS SE LIT UNE FOIS, UNE NOTE SE RELIT DIX FOIS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reste utile tient en trois lignes : ce que je dois faire, pour quand, et ce qui arrive si je ne le fais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Écrivez-les à la main, sur l'avis lui-même, et datez-les.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PRISE DE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L'avis en trois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partir de l'avis de la séance C2.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1 : l'échéance, en premier.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2 : la conséquence.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3 : ce qui suit, avec les numéros exacts.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date du jour où vous écrivez la note.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L'avis en trois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1 : l'échéance, en premier.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6 mars : remettre le formulaire signé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2 : la conséquence.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sinon : absence inscrite comme non motivée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3 : ce qui suit, avec les numéros exacts.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retour 30 mars, local 214 ; rattrapage mardi et jeudi midi, local 118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la date du jour où vous écrivez la note.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avis dans une session, sans dates, on ne sait plus lequel est le dernier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ce que l'avis vous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pour chaque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qu'Amelia doit faire et pour quand.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arrivera si le formulaire n'est pas remis à temps.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période exacte de son absence.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qu'elle devra faire si elle doit rester plus longtemps.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Recopiez les trois lignes de notes que vous avez écrites, sans regarder l'avis.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L'échéance en premier.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les numéros de local exacts.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