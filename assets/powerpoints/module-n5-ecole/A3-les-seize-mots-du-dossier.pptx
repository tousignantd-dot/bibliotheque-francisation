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Le programme ne fournit aucun lexique pour cette situation : les seize mots ont été composés à partir des deux intentions de communication. Ils sont donc tous utiles, aucun n'est là pour faire nombre — le dire au groupe, ça change l'attention.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qui coûte un voyage quand il manque. Un élève qui demande un relevé au secrétariat repart les mains vides, et il croit qu'on lui a refusé quelque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avec l'article. Demander à quelqu'un de dire à voix haute le numéro du local où le groupe se trouve : c'est la première fois que beaucoup le disent en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Motif » est le mot du formulaire ; « raison » est le mot de la conversation. Les deux se disent, mais c'est « motif » qui est écrit dans la case, et c'est celui-là qu'il faut reconnaître.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Échéance » est le mot le plus rentable des seize. Le faire répéter trois fois. Tout le bloc C consiste à la trouver dans une page qui contient trois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quatre-là servent au bloc D. Annoncer que l'attestation et le relevé seront comparés en A4 : ce n'est pas la même chose, et la confusion est la plus fréquente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répondre honnêtement : la plupart n'en lisent aucune. C'est le point de départ du bloc C — un avis est écrit pour être exact, pas pour être lu, et il faut une méthode pour le prendre par le bon 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phrase entière, pas seulement le mot. Insister sur l'article : « un avis », « une attestation ». C'est là que se joue la moitié de la note en production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présenter « papier » comme fautif : il est juste, et tout le monde l'emploie. Ce qui manque, c'est le second mot, celui qui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Les mots choisis disent où en est chaque élève et servent à composer le rappel de A4.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seize mots du dossier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centre fonctionne au papier, même quand tout est en ligne. Seize mots suffisent à traverser tout le module : quatre pour l'établissement, quatre pour l'absence, quatre pour l'avis officiel, quatre pour la preuve et le changement.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Régler une affaire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quatre familles de mots du module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les documents entre eux : avis, formulaire, attestation, relevé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chaque mot avec son article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mot dans une phrase entendue au comptoir.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centre et ses gens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23408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secrétariat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1096" y="2121408"/>
            <a:ext cx="781791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bureau, près de l'entrée, où l'on règle tout ce qui touche à son dossier d'élève.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23408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conseillère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1096" y="3106674"/>
            <a:ext cx="781791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décide de votre parcours : votre groupe, votre horaire, la suite de vos cours.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23408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1096" y="4091939"/>
            <a:ext cx="781791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salle où se donne un cours, désignée par son numéro.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23408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1096" y="5077205"/>
            <a:ext cx="781791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période de plusieurs mois pendant laquelle un cours se donne, du début à la fin.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L'absence et ce qui la justifie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17811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absence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5119" y="2121408"/>
            <a:ext cx="687388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fait de ne pas être en classe un jour où l'on devrait y être.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17811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motif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5119" y="3106674"/>
            <a:ext cx="687388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raison qu'on donne officiellement pour expliquer une demande ou une absence.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17811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pièce justificative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5119" y="4091939"/>
            <a:ext cx="687388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qui prouve ce qu'on avance : un billet, une lettre, un reçu.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17811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rattrapage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5119" y="5077205"/>
            <a:ext cx="687388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heures offertes après coup pour reprendre ce qui a été manqué.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L'avis officiel et ses 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50126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avis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8273" y="2121408"/>
            <a:ext cx="75507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court document officiel qui vous informe d'une décision et de ce que vous devez faire.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50126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échéance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8273" y="3106674"/>
            <a:ext cx="75507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date à laquelle une chose doit être faite, et après laquelle il est trop tard.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50126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formulaire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8273" y="4091939"/>
            <a:ext cx="75507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feuille avec des cases à remplir, la même pour tout le monde.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50126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prolongation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8273" y="5077205"/>
            <a:ext cx="755073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fait de continuer plus longtemps que ce qui avait été annoncé.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changement et la preuve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24866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transfert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5670" y="2121408"/>
            <a:ext cx="780333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passage d'un groupe à un autre, sans quitter le cours.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24866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attestation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5670" y="3106674"/>
            <a:ext cx="780333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que le centre imprime pour confirmer que vous êtes bien inscrit chez lui.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24866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relevé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5670" y="4091939"/>
            <a:ext cx="780333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document du ministère qui dit quels cours vous avez réussis, et quand.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24866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délai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5670" y="5077205"/>
            <a:ext cx="780333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temps qu'il faut attendre avant qu'une demande soit traitée.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 babillard couvert de feuilles. Comment savez-vous laquelle vous concerne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abillard-av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quoi commencez-vous : le titre, la date, votre nom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fait décrocher d'une feuille officielle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feuilles lisez-vous vraiment, en passant dans un corridor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aiderait à repérer la bonne du premier coup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à l'oral, puis à l'écrit.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___ est ouvert de huit heures à seize heures.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rattrapage se donne au ___ 118.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d'hiver se termine à la fin du mois de juin.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reçu un ___ officiel qui confirme les dates.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employeur demande une ___ de fréquentation.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___ des apprentissages arrive après la fin du cours.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___ est ouvert de huit heures à seize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secrétariat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rattrapage se donne au ___ 118.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local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d'hiver se termine à la fin du mois de juin.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reçu un ___ officiel qui confirme les dates.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employeur demande une ___ de fréquentation.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attestation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___ des apprentissages arrive après la fin du cours.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relevé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DIRE « PAPIER » POUR TOUT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viens chercher mon papier, s'il vous plaît.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viens chercher mon attestation de fréquentation.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Papier » ne fait de mal à personne dans une conversation, mais au comptoir la personne doit savoir quoi ouvrir dans le système. Sans le bon mot, elle pose trois questions et la file s'allonge derrière vous.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mots du module que vous ne connaissiez pas ce matin.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Avec leur article, et une courte définition dans vos mots à 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Choisissez ceux dont vous aurez besoin, pas les plus difficiles.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Régler une affaire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