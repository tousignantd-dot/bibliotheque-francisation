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prononciation. Le matériel tient dans l'exercice 2 du module et sa mini-leçon. Prévoir des écouteurs : l'exercice se fait carte par carte, en écoutant.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utile de la séance : il transforme un savoir de prononciation en savoir de recherche. Un mot qu'on n'écrit pas comme on l'entend est un mot qu'on ne retrouve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tous les élèves ont vécu ça. La séance leur donne trois règles qui règlent une bonne part des cas, au travail surtout.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ligne est là exprès : sans elle, le groupe repart en prononçant « machine » avec un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le mot équivalent dans leur langue : « technicien » se dit presque pareil partout, et le [k]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mots dans le désordre, jamais dans l'ordre du tableau. Deux passages : le premier pour trancher, le second pour vérifier. Ne pas montrer l'écriture avant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l'essai en direct sur un téléphone, avec « cronomètre » puis « chronomètre ». Voir la différence à l'écran vaut dix explications.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partie la plus rassurante de la séance. Le dire explicitement : on travaille l'oreille, pas la perfection.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corriger que le son de la séance. Reprendre un élève sur autre chose ici casse la confiance et fait perdre le point travaillé.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ils disent quels mots reprendre en A4, et ils font une liste de classe très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les lettres mentent : ch, x, 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cas où l'écriture trompe l'oreille. Ce sont ceux que le programme du niveau 6 nomme, et ce sont ceux qu'on rencontre dans une usine.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l'oreille le son [k] écrit « ch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son [s] écrit « x » dans les nombres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son de « chat » écrit « sh » ou « sch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chercher un mot entendu en essayant l'autre graphie.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As-tu déjà cherché un mot dans le dictionnaire sans le trouver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l'avais entendu, tu l'as écrit comme tu l'entendais.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était-ce ? Qu'est-ce qui manquait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ta langue, est-ce qu'on écrit comme on prononce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cas, et rien d'autre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ch (mot savant)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[k], comme dans « kilo » — un technicien, un chronomètre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x (dans un nombre)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[s], comme dans « dis » — dix, six, soixante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sh, sch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son de « chat » — un schéma, un shampoing, un short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ch (mot courant)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son normal — chercher, chaque, chose, machine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[k] est l'exception, pas la règle : la plupart des « ch » se disent comme dans « chat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REPÈRE DU MOT SAVANT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« ch » qui dit [k] se cache presque toujours dans un mot venu du grec.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technicien, un chronomètre, le chlore, un écho, la psychologie : ce sont des mots techniques, et une usine en est pleine. Ils portent souvent un « y » ou un « ph » à côté. Ce sont les mêmes mots dans beaucoup de langues, ce qui aide.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chaque mot deux fois. Écrivez K, S ou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technicien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chronomètre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chlore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shampoing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t-shirt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technicien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chronomètre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chlore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shampoing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t-shirt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chercher « tecnicien » parce qu'on l'a entendu ainsi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essayer « ch » à la place du k, et « x » à la place du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mot entendu qui ne se trouve nulle part est presque toujours un mot à graphie inhabituelle. Deux essais suffisent : remplacer le k par « ch », remplacer le s par « x ». C'est le geste le plus utile de la séance, et il sert bien au-delà de ces trois 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CAS DE « DIX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Trois prononciations, et toutes se comprennent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dis » — tout seul, le x se 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dix jours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di jours » — devant une consonne, il se tait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dix 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diz ans » — devant une voyelle, il se lie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six mois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si mois » — même règle que dix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Personne ne vous reprendra si vous dites « diz jours » : l'important est de reconnaître les trois.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ligne. Le groupe corrige seulement le son visé.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technicien passe deux fois par quart.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chronomètre mesure le temps de cycle.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L'affichage reste dix jours ouvrables.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six mois d'ancienneté.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cafétéria compte soixante places.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était accompagnée d'un schéma.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technicien passe deux fois par quart.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tec-nicien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chronomètre mesure le temps de cycle.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cro-nomètre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L'affichage reste dix jours ouvrables.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di jours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six mois d'ancienneté.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si mois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cafétéria compte soixante places.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soi-sante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était accompagnée d'un schéma.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ché-ma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mots que tu prononçais autrement avant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du travail si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Écris-le comme tu l'entends, puis comme il s'écrit.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