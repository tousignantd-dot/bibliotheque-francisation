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C. Elle ferme le Défi 2 par les deux tournures qui font les phrases longues d'un document — la relative et le plus-que-parfait.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corrige la faute la plus répandue du niveau : « le jour que » au lieu de « le jour où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produire : plusieurs proposeront « dans laquelle », qui est correct. Accueillir, puis montrer que « où » fait la même chose en un mot — et qu'il sert aussi pour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quatrième cas est celui qu'on n'attend pas : « le jour où », « l'année où », « la semaine où ». Jamais « le jour que », même si on l'entend.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voix haute avant d'écrire : « il manque quoi ici ? ». La méthode compte plus que la bonne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montrer aussi à l'envers : « la cafétéria où dans laquelle » est faux — « où » contient déjà « dans ». Un seul mot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l'article 4.5 : « l'employé qui avait déjà occupé le poste ». C'est de là que la question est partie, dans le dialogue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porte l'accord avec « être » : « arrivées ». Le signaler sans en faire une leçon — c'est la même règle qu'au passé composé, déjà connue.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lecture, pas de production. C'est la compétence visée par le programme : comprendre l'antériorité, pas la produire à volonté.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seconde consigne fait produire un plus-que-parfait sans le nommer. Ramasser : c'est la mesure du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jour où, et ce qui était déjà fait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outils pour dire long sans faire deux phrases, et pour placer une action avant une autre à l'intérieur du passé. Les documents s'en servent sans arrêt.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réunir deux phrases avec « qui », « que » ou « où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moment, pas seulement pour un lieu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l'auxiliaire à l'imparfait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reconnaître, entre deux passés, celui qui vient d'abord.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C'est la cafétéria. La rencontre s'y tiendra. » Comment dire les deux en une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petit mot peut réunir les deux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garde « dans » quelque part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un moment au lieu d'un lieu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que, où : le test qui tranche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MANQUE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sujet du verbe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— le technicien qui est venu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complément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— le formulaire qu'elle a rempli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endroit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— le bureau où on dépose les demandes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moment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— le jour où l'affichage est descendu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Enlève le mot, remets la phrase droite, et regarde ce qui manque.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qui, que ou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cafétéria. La rencontre s'y tiendra.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souviens du jour. L'affichage est descendu ce jour-là.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formulaire. Il tient sur une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note. Marie-Soleil a écrit cette note.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bureau. On y dépose les demandes.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1988 est l'année. L'usine a déménagé cette année-là.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cafétéria. La rencontre s'y tiendra.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cafétéria où se tiendra la rencontre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souviens du jour. L'affichage est descendu ce jour-là.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jour où l'affichage est descendu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formulaire. Il tient sur une page.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formulaire qui tient sur une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note. Marie-Soleil a écrit cette note.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note que Marie-Soleil a écrite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bureau. On y dépose les demandes.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bureau où on dépose les demandes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1988 est l'année. L'usine a déménagé cette année-là.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l'année où l'usine a déménagé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que l'affichage est descendu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où l'affichage est descendu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 moment, c'est « où », exactement comme pour un lieu. On entend parfois « le jour que » à l'oral, mais ce n'est pas la forme écrite, et c'est la faute la plus fréquente du niveau. Une seule lettre à changer, et elle se corrige d'un 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PLUS-QUE-PARFAIT RECULE D'UN CRAN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Auxiliaire à l'imparfait + participe passé : l'action se place avant une autre action passée.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a obtenu le poste parce qu'elle avait suivi la formation » — la formation d'abord, l'obtention ensuite, et les deux sont au passé. Ses compagnons : déjà, la veille, auparavant, parce que. Dans un document, il sert presque toujours à justifier une décision par ce qui existait avant.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Mets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Yaneth a déposé sa demande vendredi. Elle ___ (lire) la note la veille.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comité l'a rencontrée le 30. Elle ___ (préparer) trois exemples.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la rencontre a commencé, vingt-deux personnes ___ (arriver) déjà.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Ghislain n'a pas été surpris : il ___ (voir) l'affichage dès le premier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obtenu le poste parce qu'elle ___ (suivre) la formation en mars.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Mets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Yaneth a déposé sa demande vendredi. Elle ___ (lire) la note la veille.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comité l'a rencontrée le 30. Elle ___ (préparer) trois exemples.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préparé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la rencontre a commencé, vingt-deux personnes ___ (arriver) déjà.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étaient déjà arrivées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Ghislain n'a pas été surpris : il ___ (voir) l'affichage dès le premier jour.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vu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obtenu le poste parce qu'elle ___ (suivre) la formation en mars.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suivi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BILAN DU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passés dans la même phrase : lequel est le plus ancien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obtenu le poste parce qu'elle avait suivi la 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Josée est revenue à l'expédition ; elle avait travaillé deux ans à la qualité.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candidat a été refusé : il n'avait pas remis son formulaire à 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L'usine a changé de nom en 1988 ; elle avait déménagé la même année.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vient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obtenu le poste parce qu'elle avait suivi la formation.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Josée est revenue à l'expédition ; elle avait travaillé deux ans à la qualité.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les deux ans à la qualité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candidat a été refusé : il n'avait pas remis son formulaire à temps.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formulaire non remis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L'usine a changé de nom en 1988 ; elle avait déménagé la même année.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déménagement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le jour où » sur ta propre vie.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Ajoute, si tu peux, ce que tu avais déjà fait avant ce jour-là.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