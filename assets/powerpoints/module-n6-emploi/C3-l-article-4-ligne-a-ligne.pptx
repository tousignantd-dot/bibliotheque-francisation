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lecture d'un texte réglementaire. Dire d'entrée que les règles du module sont celles d'une entreprise inventée : elles ne décrivent aucune loi du Québec, et une autre usine en aurait d'autres.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une stratégie de lecture : « une réponse est transmise » — par qui ? La réponse est presque toujours « l'employeur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La conclusion — le passif sans auteur est la langue normale d'un règlement — évite au groupe de croire à une cachotterie.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apprendre un seul numéro par cœur — 4.3 — parce que c'est celui qui décide qui obtient le poste, et celui qu'on croit connaître de travers.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Rappeler la séance A3 : les noms en -tion, -ment, -age. C'est exactement ce vocabulaire-là qui revient ici, et le groupe l'a déjà travaillé.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Exiger le numéro avant la phrase. C'est le geste que la séance installe, et c'est ce que l'exercice interactif fait faire en cliquant dans le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 consacrer du temps : c'est la croyance qui décide qui dépose un formulaire et qui n'en dépose pas. Faire relire 4.3 à voix haute par trois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« l'employeur » ou « l'entreprise » partout : le point n'est pas de deviner le service exact, c'est de savoir qu'il y a quelqu'un derrière la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C'est la répétition du jeu de rôle d'E1, où l'assistant affirme précisément cela. Ramasser et relire deux ou trois réponses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L'article 4, ligne à ligne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politique interne est un texte que l'entreprise écrit pour elle-même. Ce n'est pas une loi — et à l'intérieur de l'entreprise, c'est le texte le plus lourd.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poste affiché à l'interne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article numéroté et le citer par son numéro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trois marques de la langue d'une politique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chercher dans un article : qui, quoi, quand, et sinon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remettre une phrase passive à l'actif pour savoir qui agit.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« Tout poste vacant est affiché. » Qui affiche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écrit dans la phrase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la politique ne le dit-elle pas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peut le savoir quand même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L'article 4, paragraphe par paragraphe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NUMÉRO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RÈGLE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4.1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affichage à l'interne d'abord, dix jours ouvrables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4.2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qui peut se présenter : six mois de service continu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4.3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choix : les compétences, puis l'ancienneté à égalité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4.4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réponse écrite à tous, dans les cinq jours ouvrables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4.5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période d'essai de trente jours et droit de retour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« Selon 4.3 » suffit à mettre tout le monde devant le même texte.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LANGUE D'UNE POLITIQUE, TROIS MARQUES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dit « l'employé », elle emploie des noms, elle emploie le passif.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comblement des postes » plutôt que « quand on comble un poste » ; « une réponse est transmise » plutôt que « nous transmettons une réponse » ; « l'employé qui compte six mois » plutôt que « vous ». Ces trois marques la rendent sèche — et elles disent qu'elle vaut pour tout le monde, pas pour vous en particulier.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quel article est la réponse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Nommez le numéro, puis lisez le passage exact.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un poste vacant est-il offert en premier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de service faut-il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 quoi le comité fonde-t-il son choix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décide quand deux personnes se valent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reçoit une personne non retenue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garde l'employé pendant l'essai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quel article est la réponse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un poste vacant est-il offert en premier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4.1 - à l'interne, avant l'externe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de service faut-il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4.2 - six mois de service continu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 quoi le comité fonde-t-il son choix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4.3 - les compétences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décide quand deux personnes se valent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4.3 - l'ancienneté départage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reçoit une personne non retenue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4.4 - une réponse écrite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garde l'employé pendant l'essai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4.5 - le droit de revenir à son poste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lire « à compétences égales » comme « selon l'ancienneté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lire la phrase en entier, dans l'ordre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L'article 4.3 dit deux choses : d'abord les compétences, ensuite — et seulement à égalité — l'ancienneté. Beaucoup de gens ne retiennent que la seconde moitié et ne se présentent jamais. C'est la lecture partielle la plus coûteuse de tout le module.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Remettre à l'actif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phrase en disant qui fait l'action.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 poste vacant est affiché à l'interne.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réponse écrite est transmise à chaque candidat.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L'employé muté est soumis à une période d'essai.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candidature est retenue par le comité.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Remettre à l'actif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 poste vacant est affiché à l'interne.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l'employeur affiche tout poste vacant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réponse écrite est transmise à chaque candidat.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ressources humaines transmettent une réponse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L'employé muté est soumis à une période d'essai.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l'entreprise soumet l'employé muté à un essai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candidature est retenue par le comité.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comité retient la candidature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Quel article citerais-tu si on te disait que l'ancienneté décide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Donne le numéro.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Écris la phrase que tu dirais, en une ligne.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poste affiché à l'interne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