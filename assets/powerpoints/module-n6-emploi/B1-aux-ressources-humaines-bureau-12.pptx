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C'est l'intention même du programme : comprendre des explications sur les étapes d'une démarche administrative. Tout le bloc B travaille cette écoute-là.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celui qu'on évalue : quatre colonnes dans le cahier, et on remplit à l'écoute. C'est un geste, pas une notion.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question prépare la séance. La réponse attendue : « c'est pour quand ? ». Beaucoup d'élèves n'osent pas la poser, et c'est la seule qui compte vraiment dans une démarche.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relever les deux étapes au tableau, en quatre colonnes : action, document, délai, personne. La première n'a pas de délai — le faire remarquer, c'est normal.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Ce qui compte, c'est la date » : la phrase pivot de la séance. La faire répéter. Beaucoup d'élèves retiennent le geste et perdent l'échéance.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est une reformulation par l'élève du dialogue : c'est exactement ce qu'on demandera au groupe de faire. La signaler comme un modèle.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tableau de tout le bloc B, et c'est ce que l'élève devra redire à voix haute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poser la question à voix haute par trois élèves, pour qu'elle sorte facilement le jour venu.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L'ancienneté » se compte dans l'entreprise, pas dans le poste : c'est la précision qui règle la moitié des questions du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 cinquième est celui qui change des vies : c'est la croyance qui empêche de se présenter.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Ramasser : c'est la mesure de la séance, et le point de départ de B2. Ceux qui inversent 2 et 3 sont ceux qu'il faudra reprendre sur « avant de » et « une fois que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Aux ressources humaines, bureau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Marie-Soleil Grenon explique la démarche en cinq étapes, sans papier, en quinze minutes. Ce qui est difficile n'est pas le vocabulaire : c'est que tout se tient.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poste affiché à l'interne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une explication de cinq étapes du début à la fin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noter pour chaque étape l'action, le document, le délai, la personne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qui est exigé de ce qui est seulement possible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cinq mots des ressources humaines.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Qu'est-ce que tu fais quand quelqu'un t'explique trop vite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demandes de répéter, ou tu attends la fin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tu notes pendant, ou après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question poses-tu quand une date n'a pas été dite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deux premières étapes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31443"/>
          </a:xfrm>
          <a:prstGeom prst="roundRect">
            <a:avLst>
              <a:gd name="adj" fmla="val 231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2204466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YANETH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7154" y="2322576"/>
            <a:ext cx="7938973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Bonjour. Je viens pour l'affichage du poste de vérificatrice à la qualité.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71724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36316"/>
            <a:ext cx="2204466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MARIE-SOLEIL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7154" y="3036316"/>
            <a:ext cx="7938973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vais vous expliquer la démarche au complet. Il y a cinq étapes, et elles se font dans l'ordre.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887723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052315"/>
            <a:ext cx="2204466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MARIE-SOLEIL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7154" y="4052315"/>
            <a:ext cx="7938973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Premièrement, vous vérifiez que vous êtes admissible : six mois d'ancienneté et la formation sur les allergènes.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903723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068315"/>
            <a:ext cx="2204466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MARIE-SOLEIL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37154" y="5068315"/>
            <a:ext cx="7938973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Deuxièmement, vous remplissez le formulaire RH-04, la demande de mutation interne.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délai, et le chef d'équipe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2044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YANETH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7154" y="1901952"/>
            <a:ext cx="79389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il faut que je le remette en personne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2204466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MARIE-SOLEIL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7154" y="2651252"/>
            <a:ext cx="7938973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Non, vous pouvez me l'envoyer par courriel. Ce qui compte, c'est la date : je dois l'avoir avant le vendredi vingt-cinq, seize heures.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22044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YANETH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7154" y="4076191"/>
            <a:ext cx="79389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mon chef d'équipe ? Ghislain m'a dit qu'il n'avait rien à signer.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22044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MARIE-SOLEIL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7154" y="5163312"/>
            <a:ext cx="79389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a raison. Je l'avise, c'est tout. Sa signature n'est pas requise et son avis n'entre pas dans la décision.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comité, et sur quoi on choisit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2044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YANETH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7154" y="1901952"/>
            <a:ext cx="79389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 choix se fait comment ? Par ancienneté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22044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MARIE-SOLEIL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7154" y="2651252"/>
            <a:ext cx="79389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Non, et c'est important que vous le sachiez. Le choix se fait sur les compétences. L'ancienneté ne tranche qu'à égalité.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22044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MARIE-SOLEIL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7154" y="3738371"/>
            <a:ext cx="79389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Beaucoup de gens ne se présentent pas parce qu'ils pensent le contraire, et ils se privent pour rien.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22044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YANETH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7154" y="4825492"/>
            <a:ext cx="79389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Donc je ne perds pas ma place à l'expédition tant que les trente jours ne sont pas finis.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étapes, avec leur délai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ÉTAPE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DEMANDE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1 · Admissibilité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six mois d'ancienneté et la formation sur les allergènes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2 · Formulaire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remplir le RH-04, demande de mutation interne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3 · Remise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aux ressources humaines, avant le vendredi 25, 16 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4 · Comité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trente minutes, la semaine du 28, deux personnes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5 · Réponse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par écrit, dans les cinq jours ouvrables, à tous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période d'essai vient après, et seulement si la candidature est retenue.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QU'UNE ÉTAPE PORTE TOUJOURS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L'action, le document, le délai, la personne — quatre choses, pas une de moins.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étape à laquelle il manque le délai est une étape qu'on manquera. C'est la première chose à demander quand elle n'a pas été dite : « c'est pour quand ? ». Personne ne trouvera la question déplacée, et elle sauve des démarches entières.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mots des ressources humaines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5408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les ressources humaines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7831" y="2121408"/>
            <a:ext cx="65111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service qui s'occupe des employés : dossiers, formulaires, congés.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5408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formulaire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7831" y="2909620"/>
            <a:ext cx="65111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La feuille toute faite qu'on remplit pour demander quelque chose.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5408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comité de sélection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7831" y="3697833"/>
            <a:ext cx="65111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petit groupe qui rencontre les candidats et qui choisit.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5408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l'ancienneté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7831" y="4486046"/>
            <a:ext cx="65111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temps qu'une personne a passé au service du même employeur.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5408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période d'essai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47831" y="5274259"/>
            <a:ext cx="65111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temps où l'on fait le nouveau travail pour voir si ça convient.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l'explication de Marie-Soleil.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six mois d'ancienneté et la formation sur les allergènes.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formulaire doit obligatoirement être remis en personne.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signature du chef d'équipe est nécessaire.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comité est formé de deux personnes et dure trente minutes.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choix se fait d'abord sur l'ancienneté.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Seules les personnes retenues reçoivent une réponse écrite.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six mois d'ancienneté et la formation sur les allergènes.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formulaire doit obligatoirement être remis en personne.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le courriel est accepté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signature du chef d'équipe est nécessaire.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il est seulement avisé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comité est formé de deux personnes et dure trente minutes.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choix se fait d'abord sur l'ancienneté.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sur les compétences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Seules les personnes retenues reçoivent une réponse écrite.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tous les candidats internes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les cinq étapes, dans l'ordre, sans regarder le tableau.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mots par étape suffisent.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 un délai à celles qui en ont un.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poste affiché à l'interne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