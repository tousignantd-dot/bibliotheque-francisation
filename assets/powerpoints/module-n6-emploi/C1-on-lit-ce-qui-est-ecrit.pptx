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Apporter en classe une vraie note de service du centre, si l'on en a une : la comparer à celle du module vaut toutes les explications.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du bloc : la mise en page parle avant les phrases, et cette lecture-là s'apprend en une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habituelle est « je lis tout ». C'est justement ce que la séance vient corriger : deux lignes en haut, un encadré en 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les trois lignes d'en-tête sur un vrai document projeté. C'est le geste le plus rentable de toute la lecture professionnelle.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Selon 4.3 » : le faire dire à voix haute. Retenir un numéro d'article est un vrai pouvoir, et c'est une idée neuve pour beaucoup.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la règle du bloc. La faire répéter, et la rapporter au tableau d'A4 : le poids des papiers.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Six rangées sans note : c'est le maximum lisible de loin. L'encadré est l'élément le plus souvent manqué, parce que le regard descend au texte et saute le bas de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Ajouter oralement ce que le module dit au Défi 2 : une politique interne vient de l'employeur, pas de la loi. C'est un engagement d'entreprise, ni plus ni moins.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droit de retour protège les deux côtés : le dire tout de suite, sinon le groupe le prend pour une faveur, et la question revient trois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réplique. Le cinquième est celui qui compte : il décide de ce qu'on va citer dans une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La réponse attendue : la ligne « Objet » et l'encadré. C'est la mesure de la séance, et le pont vers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On lit ce qui est écrit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documents, deux façons d'écrire. La note explique et dit « vous » ; la politique fixe des règles et dit « l'employé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poste affiché à l'interne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que l'en-tête d'un document apprend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ce que les puces, les numéros et l'encadré veulent dire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note de service d'une politique interne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quatre mots des documents écrits.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Quand tu reçois un papier au travail, par où commences-tu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le haut, par le bas, ou par le milieu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te faut-il pour savoir s'il te concerne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tu regardes en premier sur une feuille inconnue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L'en-tête dit si ça te concerne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YANETH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1270" y="2322576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les deux papiers. La note de service, et l'article quatre de la politique.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1270" y="3409696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 d'abord comment c'est fait, avant de lire les phrases. La note, en haut, elle a quoi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YANETH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1270" y="4496816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date, un destinataire — « à l'ensemble du personnel » — et une ligne « Objet 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1934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583936"/>
            <a:ext cx="160858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1270" y="5583936"/>
            <a:ext cx="8534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lignes, et tu sais déjà si tu continues.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puces, ou des numéros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858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YANETH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1270" y="1901952"/>
            <a:ext cx="8534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les petits points noirs au milieu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1270" y="265125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puces. Chaque puce est une chose à faire, et elles sont dans l'ordre.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YANETH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1270" y="3738371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politique, elle, n'a pas de puces. Elle a des numéros : 4.1, 4.2, 4.3.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1270" y="482549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note explique, une politique fixe des règles. On numérote une règle pour pouvoir la nommer.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Laquelle gagne sur l'autre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YANETH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1270" y="190195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note dit « veuillez consulter la politique » et la politique dit « voir la note ». Chacune renvoie à l'autre.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1270" y="298907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normal, et c'est une bonne nouvelle : ça veut dire qu'il n'y a qu'une seule règle.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1270" y="4076191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jour où elles ne diront plus la même chose, c'est la politique qui gagne.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60858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1270" y="5163312"/>
            <a:ext cx="8534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note, ça explique ; ça ne change jamais une règle.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mise en page t'apprend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TE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ligne « À :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le document te concerne, toi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ligne « Objet :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quoi il parle, en une seule ligne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puces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suite de gestes, et ils sont dans l'ordre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numéros 4.1, 4.2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règles qu'on pourra citer sans les recopier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L'encadré gris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l'auteur ne veut surtout pas qu'on manque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mot en gras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mot le plus important de la phrase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NOTE EXPLIQUE, UNE POLITIQUE DÉCIDE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cas de contradiction, c'est la politique qui s'applique.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note de service s'adresse au personnel et dit « vous ». Une politique ne s'adresse à personne en particulier et dit « l'employé ». C'est la différence la plus visible entre les deux, et c'est aussi la plus utile : quand un doute surgit, on sait lequel des deux papiers aller chercher.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des documents écrits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671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note de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4178" y="2121408"/>
            <a:ext cx="67848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court document que l'employeur envoie au personnel pour expliquer.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2671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politique interne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4178" y="3106674"/>
            <a:ext cx="67848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L'ensemble des règles écrites que l'entreprise se donne.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2671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exigences du poste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4178" y="4091939"/>
            <a:ext cx="67848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qu'il faut absolument avoir ou savoir faire pour l'occuper.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2671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droit de retour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4178" y="5077205"/>
            <a:ext cx="67848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possibilité de revenir à son ancien poste si le nouveau ne convient 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lecture de Yaneth et de Ghislain.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note porte une date, un destinataire et une ligne « Objet 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puces marquent des choses à faire, dans l'ordre.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politique interne emploie des puces, elle aussi.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numérote les articles pour pouvoir nommer une règle.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note de service peut changer une règle de la politique.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note et la politique se renvoient l'une à l'autre.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note porte une date, un destinataire et une ligne « Objet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puces marquent des choses à faire, dans l'ordre.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politique interne emploie des puces, elle aussi.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des articles numérotés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numérote les articles pour pouvoir nommer une règle.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note de service peut changer une règle de la politique.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explique seulement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note et la politique se renvoient l'une à l'autre.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 deux endroits d'un document que tu liras dorénavant en premier.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mots suffisent.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Dis pourquoi pour l'un des deux.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poste affiché à l'interne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