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vocabulaire, mais de vocabulaire qui se fabrique. Elle prépare tout le bloc C — une politique interne est écrite en noms d'action — et l'exercice t3nom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plus rentable : c'est celui qui rend lisible une phrase comme « le comblement des postes par voie interne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chercher. La réponse — le nom fait disparaître la personne et le temps — est le cœur de la séance, et elle revient au bloc D. Ne pas la donner trop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trouver au groupe d'autres mots en -tion de leur métier : il y en a partout, et beaucoup se ressemblent d'une langue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second mouvement — remettre le verbe — est une stratégie de lecture, pas une règle de grammaire. L'écrire au tableau sous forme de question : « qui fait ça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Rouvrir », pas « reouvrir » : le signaler si quelqu'un le produit, sans en faire une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l'article à voix haute avec le nom. C'est là que le genre s'installe, pas dans une règle apprise.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nettement : personne ne perd de points pour avoir écrit une phrase simple. On perd à écrire un mot qui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d'entrée dans le bloc C. Insister sur la question à se poser chaque fois : qui fait l'action ? Souvent, la réponse est « l'employeur », et le document ne le dit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Cette liste sert en A4 et revient au bloc D : le vocabulaire technique d'un métier est déjà à moitié en -tion.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mot en fabrique un autre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document administratif emploie des noms là où l'on emploierait des verbes en parlant. Défaire cet habillage, c'est comprendre une phrase de politique en une seconde.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verbe caché dans un nom en -age, -ment, -tion, -ure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nom à partir du verbe et lui donner le bon article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adjectif en -able : « qu'on peut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préfixes re- et dé- pour refaire et défaire.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On affiche le poste » et « l'affichage du poste » : quelle différence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phrases dit qui fait l'action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dit quand ça se passe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as-tu déjà vu la deuxième forme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suffixes font des noms d'action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DU VERBE AU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-age (masculin)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afficher donne un affichage · emballer donne un emballage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-ment (masculin)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remplacer donne un remplacement · classer donne un classement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-tion (féminin)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muter donne une mutation · former donne une 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-ure (féminin)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ouvrir donne une ouverture · se porter candidat donne une candidature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genre suit le suffixe : une règle qui ne se trompe presque jamais.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POURQUOI LES DOCUMENTS PARLENT EN NOMS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nom n'a ni personne, ni temps — et c'est exactement ce qu'un document cherche.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On a décidé » demande de savoir qui est « on ». « La décision » ne demande rien et vaut pour tout le monde. C'est pratique pour l'employeur, et c'est parfois gênant pour le lecteur : en lisant, remettez le verbe et demandez-vous qui fait l'action.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AUTRES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L'adjectif en -able, les préfixes re- et dé-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qu'on peut » — payable, réalisable, acceptable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in- devant -able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contraire — inacceptable, invivable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refaire — recommencer, relire, refaire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dé-, dés-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défaire — décharger, démonter, désapprouver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Devant une voyelle, « dé- » devient « dés- » : c'est une question de son, pas de sens.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 Attention à l'article.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affiche le poste : c'est ___ du poste.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mutée à la qualité : elle obtient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remplacer Ghislain : l'usine prévoit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L'usine a ouvert en 1961 : ___ remonte à 1961.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décidé d'appliquer le taux : ___ est appliquée.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suivi une formation : ___ figure à son dossier.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 le nom de la même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affiche le poste : c'est ___ du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l'affichage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mutée à la qualité : elle obtient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mutation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remplacer Ghislain : l'usine prévoit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remplacement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L'usine a ouvert en 1961 : ___ remonte à 1961.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l'ouverture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décidé d'appliquer le taux : ___ est appliquée.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décision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suivi une formation : ___ figure à son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inventer « un vérifiage » parce que « affichage » existe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garder le verbe quand aucun nom ne vient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Tous les verbes n'ont pas de nom d'action courant. « Vérifier » donne « une vérification », pas « un vérifiage ». En cas de doute, écrivez la phrase avec le verbe : elle sera toujours correcte, et souvent plus claire que le nom.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Défaire la phrase de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chaque phrase avec un verbe, comme on le dirait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comblement des postes se fait par voie interne.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transmission de la réponse est faite par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L'affichage du poste a eu lieu le 14 septembre.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sélection s'est faite sur les compétences.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remplacement sera assuré par le quart de soir.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Défaire la phrase de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comblement des postes se fait par voie interne.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on comble les postes à l'interne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transmission de la réponse est faite par écrit.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on transmet la réponse par écrit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L'affichage du poste a eu lieu le 14 septembre.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poste a été affiché le 14 septembre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sélection s'est faite sur les compétences.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comité a choisi sur les compétences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remplacement sera assuré par le quart de soir.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quart de soir remplacera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trois noms en -tion que tu connais dans ton métier.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leur article.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le mot ressemble à celui de ta langue, écris les deux.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