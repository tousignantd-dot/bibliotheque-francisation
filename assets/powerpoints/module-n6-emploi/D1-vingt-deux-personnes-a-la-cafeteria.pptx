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Le bloc n'a que deux séances : celle-ci porte l'écoute et la structure, D2 porte la langue. Ne pas déborder.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un geste de lecteur pressé, et c'est celui qui servira le plus : la plupart des gens ne lisent qu'un compte rendu sur trois, et seulement ses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quart de soir n'assiste presque jamais aux rencontres. C'est le vrai public d'un compte rendu, et beaucoup d'élèves travaillent le soir : la question les touche directement.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quatre éléments de l'en-tête : l'heure, le nombre de personnes, l'ordre du jour, le suivi annoncé. Tout est dit dans les quarante premières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deux échanges deviendront deux lignes du compte rendu. Le dire tout de suite : c'est ce que la séance va faire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porte un plus-que-parfait — « s'étaient présentés » — et une hypothèse en « si ». Les deux se travaillent en D2 : les signaler sans les expliquer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rangées sans note : c'est le tableau de tout le bloc D. Faire dire au groupe laquelle des six il lirait s'il n'avait que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Rappeler C3 : c'est la même langue que la politique, pour la même raison. Le groupe l'a déjà rencontrée.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« qualifications » et « qualités » : les premières se prouvent, les secondes se racontent. C'est la nuance qui sert en entrevue.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plus important du module : il décide qui osera une deuxième fois. Faire relire la réplique de Patrice mot pour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C'est l'entrée dans D2 : nommer au lieu de raconter. Relire deux ou trois billets à voix haute pour montrer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Vingt-deux personnes à la cafétéria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Quarante minutes de rencontre, et deux pages le vendredi. Un compte rendu ne raconte pas : il rapporte, et il est fait pour ceux qui n'étaient pas là.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rencontre d'information à plusieurs voix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six parties d'un compte rendu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aller droit aux décisions quand on manque de temps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mots de la rencontre.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Es-tu déjà arrivé après une réunion importante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as-tu su ce qui s'y était dit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un papier, par un collègue, ou pas du tout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 quand on l'apprend de bouche à oreille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L'ouverture et l'ordre du 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204466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7154" y="2322576"/>
            <a:ext cx="7938973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est deux heures et demie, on commence. Nous sommes vingt-deux.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7172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36316"/>
            <a:ext cx="2204466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7154" y="3036316"/>
            <a:ext cx="793897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points à l'ordre du jour : le poste affiché, la démarche pour se présenter, et vos questions.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8772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052315"/>
            <a:ext cx="2204466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7154" y="4052315"/>
            <a:ext cx="793897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Marie-Soleil prend des notes ; il y aura un compte rendu au babillard vendredi.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0372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068315"/>
            <a:ext cx="2204466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154" y="5068315"/>
            <a:ext cx="793897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Et il sera aussi dans le réseau interne, pour ceux du quart de soir qui ne sont pas là.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question, une réponse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7154" y="1901952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deux personnes se présentent et qu'elles ont les mêmes compétences, qu'est-ce qui décide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7154" y="2989072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L'ancienneté, à ce moment-là seulement. Mais je veux être claire : c'est un départage, ce n'est pas le critère.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7154" y="4076191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question de mon monde à l'expédition : est-ce qu'on perd son ancienneté en changeant de poste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7154" y="5163312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L'ancienneté est celle de l'entreprise, pas celle du poste. Vous la gardez au complet.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taux, et se présenter deux fois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6675" y="19019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pendant la période d'essai, on est payé à quel taux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6675" y="2651252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taux du nouveau poste, dès le premier jour. Un dollar quarante de plus l'heure.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6675" y="3738371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je me présente et que je ne l'ai pas, est-ce que ça me nuit la prochaine fois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6675" y="4825492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contraire. Les trois derniers vérificateurs s'étaient tous présentés une fois avant.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parties d'un compte rendu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L'en-tête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date, l'heure, le lieu, le nombre de présents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L'ordre du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sujets annoncés, numérotés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 été dit sur chacun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 été demandé, et la réponse donnée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décisions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est acquis — la partie la plus 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suivi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fait quoi, et pour quand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IL NE DIT JAMAIS « JE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 qui écrit disparaît — et ce n'est pas de la modestie.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n'écrit pas « j'ai demandé si l'ancienneté comptait » mais « une question est posée sur l'ancienneté ». Le compte rendu doit valoir pour tous ceux qui le liront, y compris ceux qui arriveront dans six mois. Le passif est chez lui ici : il rapporte sans mettre personne en cause.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de la rencontre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8345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compte rendu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0461" y="2121408"/>
            <a:ext cx="756854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qui rapporte ce qui s'est dit et ce qui a été décidé.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35096"/>
            <a:ext cx="248345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ordre du 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0461" y="3435096"/>
            <a:ext cx="756854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des sujets qu'une rencontre va traiter, dans l'ordre.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48784"/>
            <a:ext cx="248345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qualifications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0461" y="4748784"/>
            <a:ext cx="756854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diplômes, les formations et les habiletés qu'on peut prouver.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rencontre du mercredi.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Vingt-deux personnes assistaient à la rencontre.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L'ordre du jour comptait trois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mutée perd l'ancienneté qu'elle avait.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l'essai, on est payé au taux de l'ancien poste.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personne à l'interne ne convient, le poste sort à l'externe.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présenter sans être choisi nuit à la candidature suivante.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Vingt-deux personnes assistaient à la rencontre.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L'ordre du jour comptait trois points.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mutée perd l'ancienneté qu'elle avait.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la garde au complet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l'essai, on est payé au taux de l'ancien poste.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au nouveau taux dès le premier jour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personne à l'interne ne convient, le poste sort à l'externe.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présenter sans être choisi nuit à la candidature suivante.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au contraire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en une ligne la décision la plus utile de la rencontre.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par le mot « Décision :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sans « je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