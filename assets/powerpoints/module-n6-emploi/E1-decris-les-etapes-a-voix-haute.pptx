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Avant-dernière séance. Tout le module a préparé celle-ci : les cinq étapes de B1, l'ordre de B2, les pronoms de B3, le subjonctif de B4, les documents du bloc C, l'hypothèse en « si » de D2.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est celui qui distingue une bonne production d'une production moyenne : « avant vendredi » ne compte pas, « vendredi 25, seize heures » compte.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circuler et noter qui saute une étape. Ne rien corriger pendant : on relève, on reprendra après le tableau du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faire recopier au dos du cahier : c'est le seul papier autorisé pendant l'enregistrement.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Les trois modèles sont ceux du module : l'élève les retrouvera à l'écran, ce qui rassure ceux qui bloquent au moment d'enregistrer.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produire une phrase avec chacun des cinq connecteurs, à l'oral, avant l'enregistrement.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L'assistant joue Ghislain, bourru et pressé. Il redemande un délai chaque fois que l'élève reste vague, et il affirme une fois que l'ancienneté décide — pour être corrigé. Prévenir le groupe : c'est voulu.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entendre les deux versions par la même personne : la liste plate, puis la version reliée. La différence s'entend immédiatement, et elle convainc mieux qu'une consigne.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six points sont exactement ceux de la consigne de correction du module. Les projeter pendant que le groupe enregistre : personne ne doit deviner sur quoi il est évalué.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minutes, après les enregistrements. C'est la préparation d'E2 : ce qu'on oublie à l'oral, on l'oublie aussi dans un courriel.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Décris les étapes à voix haute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l'intention même du programme : décrire les étapes d'une démarche administrative, avec les détails nécessaires. Quatre semaines de module tiennent dans ces quatre-vingt-dix secondes.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poste affiché à l'interne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décrire les cinq étapes dans l'ordre, sans en sauter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donner un délai précis pour au moins deux étapes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illustrer un point par un exemple annoncé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répondre à une objection sans se fâcher.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RETOUR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Explique la démarche à ton voisin, sans notes. Deux minutes.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Commence par dire de quoi il s'agit et où tu l'as lu.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Nomme les cinq étapes dans l'ordre.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Donne au moins un délai exact.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temps, quatre-vingt-dix secondes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TEMPS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Y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Temps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 quoi il s'agit, et où tu l'as appris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Temps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cinq étapes dans l'ordre, avec les délais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Temps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exemple, puis ce que tu ferais à sa place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plan est le même dans le module : l'élève le retrouve à l'écran, mot pour mot.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MODÈLES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phrase pour ouvrir chaque temps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Temps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Chez nous, un poste de vérificatrice a été affiché au babillard le 14 septembre. C'est écrit dans la note de service.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Temps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D'abord, tu vérifies que tu as six mois d'ancienneté. Avant de rencontrer le comité, tu dois avoir remis le RH-04, au plus tard le vendredi 25 à seize heures.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Temps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Prenons la période d'essai : trente jours, et si ça ne convient pas, tu reviens à ton poste. À ta place, je me présenterais.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qu'on évite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Réciter le tableau sans le comprendre, sauter les délais, dire « il faut aller voir les ressources humaines » et s'arrêter là.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UN EXEMPLE S'ANNONCE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Par exemple · notamment · ainsi · prenons · c'est le cas 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À l'oral, le connecteur avertit celui qui écoute qu'un exemple arrive : il peut alors cesser de chercher une information nouvelle. Sans lui, l'exemple se confond avec une étape de plus, et l'explication paraît en compter six.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JEU DE 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collègue qui doute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Avec l'assistant du module. Voici ce qu'il va dire — préparez vos réponses.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5450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185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Où c'est écrit, ça ?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6308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1201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841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1853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C'est l'ancienneté qui décide, tout le monde le sait.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870960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9857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0497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026408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Il faut la permission du chef d'équipe.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594352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091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7731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749800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Tu vas perdre ta place à l'expédition.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17744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43255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9656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73192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C'est quand la date limite, au juste ? 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collègue qui doute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5450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1851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Où c'est écrit, ça ? »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dans la note de service, et l'article 4 de la politique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6308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1201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841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1853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C'est l'ancienneté qui décide, tout le monde le sait. »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non : les compétences d'abord, article 4.3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870960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9857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0497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026408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Il faut la permission du chef d'équipe. »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non : il est avisé, sa signature n'est pas requise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594352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091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7731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749800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Tu vas perdre ta place à l'expédition. »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non : droit de retour pendant trente jours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17744"/>
            <a:ext cx="11057839" cy="595376"/>
          </a:xfrm>
          <a:prstGeom prst="roundRect">
            <a:avLst>
              <a:gd name="adj" fmla="val 24573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43255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9656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73192"/>
            <a:ext cx="10097719" cy="32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C'est quand la date limite, au juste ? »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vendredi 25 septembre, seize heures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réciter les cinq étapes comme une liste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les relier par des mots d'ordre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liste récitée s'oublie à la troisième étape et ne se comprend pas. Reliez : « d'abord », « une fois que c'est fait », « avant de », « dès que ». Ce sont les mots du bloc B, et c'est ce qui transforme une énumération en explication.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ENREGISTREMENT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l'IA regardera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Relisez avant d'appuyer sur le micro.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 quoi il s'agit, et où tu l'as appris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cinq étapes, dans l'ordre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 moins deux délais précis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exemple annoncé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reprise sans répétition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que tu ferais à sa place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l'IA regardera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 quoi il s'agit, et où tu l'as appris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dit avant tout détail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cinq étapes, dans l'ordre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sans en sauter ni les mélanger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 moins deux délais précis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jour, date et heure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exemple annoncé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par exemple, notamment, ainsi, prenons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reprise sans répétition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 poste, cette formation, je le sais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que tu ferais à sa place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annoncé comme un avis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Après ton enregistrement : quelle étape as-tu failli oublier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Dis ce que tu ferais pour ne pas l'oublier la prochaine fois.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Le poste affiché à l'interne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