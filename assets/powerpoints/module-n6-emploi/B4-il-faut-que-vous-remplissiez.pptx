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B. Elle ferme le Défi 1 par le mode de la consigne, et elle reprend les chiffres du dialogue en deuxième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règle à lui seul la moitié des fautes : « espérer » est le verbe de cette famille qu'on emploie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ouvre la distinction de la fin de séance : « il faut remplir » (tout le monde) contre « il faut que vous remplissiez » (vous). Ne pas la traiter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Six rangées, c'est le maximum lisible de loin : ne rien y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« remplir » et « recevoir » au tableau par deux élèves ; les autres suivent la recette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un piège annoncé : le lire à voix haute avant que le groupe écrive, et demander pourquoi il est différent.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ici qu'on répond à la troisième piste du déclencheur. Faire produire les deux formes par le même élève, l'une après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chiffres reviennent au compte rendu du Défi 3. Faire l'exercice à l'écoute avant de projeter la réponse : réécouter le dialogue de B1 et arrêter à chaque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générale de la production orale d'E1, en petit. Circuler et noter qui saute une étape : ce sont ceux à reprendre avant le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Ramasser : c'est la mesure du bloc B. Les phrases tirées du vrai travail des élèves ouvrent bien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 vous remplissiez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L'indicatif raconte ce qui se passe ; le subjonctif dit ce qu'on veut, ce qu'on exige, ce qu'on souhaite. Une démarche est faite de choses qu'il faut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verbes qui appellent le subjonctif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des verbes courants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« espérer » fait exception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de » et un infinitif, ou « que » et un subjonctif.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Combien de fois entends-tu « il faut que » dans une journée de travail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le dit : le chef d'équipe, un collègue, toi-même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vient juste après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sonne pareil que « il faut » tout seul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verbes qui l'appellent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il faut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faut que vous remplissiez le formulaire.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veux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Ghislain veut que son équipe sache ce qui est écrit.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souhaite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comité souhaite que les candidats soient prêts.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je demande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L'entreprise demande que chacun reçoive une réponse.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mais : j'espère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J'espère qu'elle obtiendra le poste. — indicatif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exception, et c'est le verbe le plus employé de la famille.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RECETTE DU SUBJONCTIF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part du « ils » du présent, on enlève -ent, on ajoute e, es, e, ions, iez, 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remplissent donne « que je remplisse, que tu remplisses, qu'il remplisse ». Nous et vous reprennent la forme de l'imparfait : que nous remplissions, que vous remplissiez. Quatre irréguliers à savoir par cœur : que je sois, que j'aie, que je fasse, que j'aille.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Mets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à employer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(remplir) le formulaire RH-04.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Yaneth ___ (avoir) six mois d'ancienneté.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souhaite que les candidats ___ (être) prêts.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veut que son équipe ___ (savoir) ce qui est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tu ___ (faire) ta demande avant vendredi.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J'espère qu'elle ___ (obtenir) le poste.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Mets 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___ (remplir) le formulaire RH-04.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remplissiez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Yaneth ___ (avoir) six mois d'ancienneté.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souhaite que les candidats ___ (être) prêts.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Ghislain veut que son équipe ___ (savoir) ce qui est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tu ___ (faire) ta demande avant vendredi.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J'espère qu'elle ___ (obtenir) le poste.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obtiendra - pas de subjonctif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souhaite que je parte tôt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souhaite partir tôt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c'est la même personne des deux côtés, on emploie l'infinitif, pas « que ». Deux personnes différentes, alors seulement : « je souhaite que tu partes ». Même chose avec « il faut » : « il faut remplir » vaut pour tout le monde, « il faut que vous remplissiez » vaut pour vous.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DEUXIÈME 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chiffres exacts de la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Étapes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cinq, dans l'ordre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Ancienneté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six mois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Formulaire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RH-04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minutes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Réponse écrite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les cinq jours ouvrables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Période d'essai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trente jours travaillés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BILAN DU BLOC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Redis la démarche à ton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équipes de deux, à voix haute. Deux minutes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Nomme les cinq étapes dans l'ordre.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un délai précis pour au moins deux étapes.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Emploie une fois « il faut que » avec un subjonctif.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Emploie une fois « le », « en » ou « y ».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Termine par ce que tu ferais à sa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Redis la démarche à ton voisin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Nomme les cinq étapes dans l'ordre.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sans regarder les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556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1970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 un délai précis pour au moins deux étapes.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vendredi 25, 16 h · cinq jours ouvrables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Emploie une fois « il faut que » avec un subjonctif.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faut que tu aies six mois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Emploie une fois « le », « en » ou « y ».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le sais · elle en a besoin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Termine par ce que tu ferais à sa place.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à mon avis, je me présenterais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une phrase avec « il faut que » sur ton propre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verbe au subjonctif.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