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3. Trois points, et le troisième — « si » — est celui qui sert le plus dans la vraie vie : garder du temps pour 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un objectif de reconnaissance seulement : le programme ne demande pas de produire un passé simple, et il ne faut pas le faire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— c'est la date qui tranche — est la stratégie de la séance. Beaucoup d'élèves lisent « il fut » comme un futur, à cause des lettres.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Six rangées sans note. Insister sur les deux dernières : « fut » et « eurent » ne ressemblent à rien et s'apprennent tels quels.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dire clairement : personne ne vous demandera d'en écrire un au travail, et en employer un à l'oral vous ferait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item est ambigu — « grandit » peut être un présent. Le signaler : c'est la date qui tranche, et dans un récit tous les verbes sont au même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séance A3 qui revient, appliquée à un texte réel. Rappeler les suffixes : -tion, -ment, -age, -ure.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deux paires de phrases au tableau. Sans le démonstratif, le nom paraît tomber de nulle part : le montrer en enlevant « cette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 futur apparaît dans la seconde moitié, jamais dans celle qui commence par « si ». C'est toute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Ajouter la nuance si le groupe est solide : « je me demande si elle viendra » n'est pas une condition mais une question rapportée, et là le futur est permis. Sinon, la garder pour une autre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Répétition du jeu de rôle d'E1. Insister sur ce que « si » permet : poser une question difficile sans accuser personne. C'est un outil de travail, pas seulement une règle de grammaire.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Ramasser : c'est la mesure du bloc D, et la matière première du jeu de rôle d'E1.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D2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Elle ouvrit un atelier, et on nomma le poste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temps qu'on ne parle jamais et qu'on lit tout le temps, une façon d'écrire court, et la petite conjonction qui permet de demander sans accuser.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poste affiché à l'interne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passé simple et le traduire par un passé composé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un verbe par le nom de la même famille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reprendre une phrase par un nom précédé de « cette » ou « ce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hypothèse avec « si » sans mettre de futur après « si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En 1961, Aline Bocage ouvrit un petit atelier. » Est-ce du passé ou du futur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as-tu déjà lu des formes comme celle-là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le dirais-tu en parlant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te le fait deviner : la forme, ou la date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passé simple, et ce qu'on dit en parlant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44112"/>
          </a:xfrm>
          <a:prstGeom prst="roundRect">
            <a:avLst>
              <a:gd name="adj" fmla="val 370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elle ouvrit un atelier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elle a ouvert un atelier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l'entreprise déménagea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l'entreprise a déménagé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un client perdit un 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client a perdu un lot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ils choisirent une employée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ils ont choisi une employée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915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1960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ce fut le premier poste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1960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ça a été le premier poste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7975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492556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les propriétaires eurent une idée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492556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ils ont eu une idée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RECONNAÎTRE, JAMAIS L'ÉCRIRE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passé simple est le temps du récit écrit — jamais celui d'une conversation ni d'un courriel.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Terminaisons de la troisième personne : -a et -èrent pour les verbes en -er, -it et -irent pour beaucoup d'autres, -ut et -urent pour quelques-uns. Le meilleur repère à l'œil est l'absence d'auxiliaire : un passé composé a toujours « avoir » ou « être » devant lui.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Dis-le comme on le dirait en parlant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Traduisez chaque forme par un passé composé.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l'atelier grandit lentement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prit un nouveau nom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choisirent une employée de l'expédition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fut le premier poste du genre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propriétaires eurent alors une idée simple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Dis-le comme on le dirait en parlant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l'atelier grandit lentement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l'atelier a grandi lentement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prit un nouveau nom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a pris un nouveau nom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choisirent une employée de l'expédition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ils ont choisi une employée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fut le premier poste du genre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ça a été le premier poste du genre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propriétaires eurent alors une idée simple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ils ont eu une idée simple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Nommer au lieu de raconter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776472"/>
          </a:xfrm>
          <a:prstGeom prst="roundRect">
            <a:avLst>
              <a:gd name="adj" fmla="val 38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COMPTE RENDU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on a affiché le poste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l'affichage du poste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elle s'est portée candidate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sa candidature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comité a sélectionné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sélection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on a décidé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décision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on remplacera Yaneth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remplacement de Yaneth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8813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0938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elle a suivi une formation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0938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sa 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NOM REPREND LA PHRASE D'AVANT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Le comité a rencontré les candidats. Cette rencontre a duré trente minutes.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nom ne sert pas seulement à écrire court : il reprend toute la phrase précédente sans la recopier. C'est de la reprise de l'information, exactement comme « le », « en » et « y » du Défi 1 — et c'est le déterminant démonstratif, « cette », « ce », « cet », qui fait le lien.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Poser une condition avec « si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 Jamais de futur juste après « si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tu ___ (remplir) le formulaire avant vendredi, il sera reçu.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le comité l'accepte, elle ___ (commencer) au début d'octobre.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vous ___ (avoir) suivi la formation, vous êtes admissible.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ça ne convient pas, ___ (revenir) à ton ancien poste.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personne à l'interne ne ___ (convenir), le poste sort à l'externe.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tu ___ (vouloir) mon avis, prépare trois exemples précis.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Poser une condition avec « si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tu ___ (remplir) le formulaire avant vendredi, il sera reçu.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remplis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le comité l'accepte, elle ___ (commencer) au début d'octobre.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commencera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vous ___ (avoir) suivi la formation, vous êtes admissible.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ça ne convient pas, ___ (revenir) à ton ancien poste.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reviens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personne à l'interne ne ___ (convenir), le poste sort à l'externe.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convient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tu ___ (vouloir) mon avis, prépare trois exemples précis.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veux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 tu viendras demain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 tu viens demain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Jamais de futur juste après « si ». Le futur va dans l'autre moitié de la phrase, celle qui dit la conséquence : « si tu viens demain, je te montrerai le formulaire ». C'est la faute la plus fréquente à tous les niveaux, et elle s'entend tout de suite.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BILAN DU BLOC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Poser sa question à la rencontre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 équipes de deux : une question avec « si », et sa réponse.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je ne suis pas choisie, est-ce que je peux me présenter l'an prochain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deux personnes se valent, qu'est-ce qui décide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ça ne me convient pas après un mois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89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253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personne à l'interne ne se présente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Poser sa question à la rencontre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je ne suis pas choisie, est-ce que je peux me présenter l'an prochain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au contraire, le comité garde une note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deux personnes se valent, qu'est-ce qui décide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l'ancienneté départage, article 4.3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ça ne me convient pas après un mois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droit de retour, aux mêmes conditions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89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253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personne à l'interne ne se présente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 poste sort à l'externe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question avec « si » que tu poserais à ton employeur.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 qu'il n'y a pas de futur juste après « si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poste affiché à l'interne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