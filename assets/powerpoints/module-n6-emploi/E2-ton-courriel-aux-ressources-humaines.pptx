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Elle porte la production écrite et le bilan. Prévoir vingt minutes pleines pour l'écriture, et garder l'autoévaluation pour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celui qui décide si le courriel est ouvert aujourd'hui ou vendredi. Ne pas le traiter comme un détail de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— l'objet — mène toute la séance. Écrire au tableau trois objets, dont « Bonjour » et « Urgent », et faire choisir.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 sans note : c'est le modèle complet, et il tient sur une seule diapositive. Le faire recopier avant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Beaucoup d'élèves écrivent trop sec par peur d'écrire trop long. Montrer que la politesse tient en un mot de plus, pas en trois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pourquoi chacun échoue. Le dernier est le plus instructif : il est poli, complet, et inutilisable — un objet n'est pas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Ajouter les trois autres interdits : les majuscules qui crient, « à qui de droit » quand on connaît le nom, et la signature sans service ni quart.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huit points sont ceux de la carte du module, mot pour mot. Les projeter pendant l'écriture. Vingt minutes d'écriture, puis correction par l'IA, puis dépôt.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lever la main sur chaque ligne avant d'ouvrir l'autoévaluation du module : le groupe voit alors le chemin parcouru, ce qui change la façon de remplir la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pour finir. Ramasser et garder : ces billets sont ce qui dit si le module a servi, et ils valent mieux qu'un 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Ton courriel aux ressources humaines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à un ami se lit en entier ; un courriel de travail se lit en diagonale, par quelqu'un qui en a trente autres. Toute sa forme vient de 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objet court, précis, sans phrase complète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découper le message en trois paragraphes, un par idée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formuler une demande au conditionnel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signer avec le nom, le service et le quart.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Tu reçois trente courriels. Lequel ouvres-tu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tu regardes avant d'ouvrir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laisses-tu pour plus tard, et pourquoi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te fait répondre tout de 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morceaux, et ce qu'on y 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L'objet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Candidature interne — poste de vérificatrice à la qualité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Madame Grenon,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Pourquoi j'écris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écris au sujet du poste affiché le 14 septembre.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que je joins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trouverez ci-joint mon formulaire RH-04.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que je demande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 me confirmer que vous l'avez bien reçu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salutation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Cordialement, Yaneth Mosquera, expédition, quart de jour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UNE DEMANDE SE POSE AU CONDITIONNEL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Pourriez-vous me confirmer… » plutôt que « Confirmez-moi la réception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conditionnel n'est pas de la faiblesse : c'est la forme normale d'une demande écrite au travail. Il laisse à l'autre la possibilité de dire non — et c'est justement ce qui fait qu'il dit oui. « Serait-il possible de… » et « je vous serais reconnaissante de… » font le même travail.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 le meilleur 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est utilisable. Dites pourquoi les autres ne le sont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URGENT !!!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Candidature interne — poste de vérificatrice à la qualité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33264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903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543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88712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poste que vous avez affiché la semaine dernière.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 le meilleur 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trop vague - ne dit rien du contenu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Question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trop vague - le lecteur ne peut pas classer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URGENT !!!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les majuscules crient, et rien n'est 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Candidature interne — poste de vérificatrice à la qualité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bon : court, précis, sans phrase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33264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903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543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88712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poste que vous avez affiché la semaine dernière.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une phrase, pas un objet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mettre deux sujets dans un courriel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écrire deux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destinataire répond au premier et oublie le second : c'est systématique, et ce n'est pas de la mauvaise volonté. Un courriel, un sujet, un objet. Deux questions différentes valent deux messages, même courts.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l'IA regardera dans ton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cette liste avant de demander la correction.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objet court et précis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formule d'appel qui nomme la personne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paragraphes séparés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date précise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au conditionnel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« il faut que » ou « je souhaite que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reprise sans répétition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signature complète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l'IA regardera dans ton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objet court et précis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phrase complète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formule d'appel qui nomme la personne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une salutation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paragraphes séparés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par idée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date précise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l'affichage ou la limite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au conditionnel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pourriez-vous, serait-il possible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« il faut que » ou « je souhaite que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suivi du subjonctif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reprise sans répétition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 formation, ce poste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signature complète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nom, service, quart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tu sais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4112"/>
          </a:xfrm>
          <a:prstGeom prst="roundRect">
            <a:avLst>
              <a:gd name="adj" fmla="val 370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TU L'AS APPRIS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Reconnaître les quatre écrits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découvre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Suivre une démarche en cinq étapes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Lire une note et une politique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Lire un compte rendu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9216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2018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Décrire la démarche à voix haute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2018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lance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0993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27320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Écrire un courriel professionnel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227320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lance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Une chose que tu feras différemment au travail à partir de maintenant.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la plus concrète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 « je vais mieux lire » : dis quoi, où,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