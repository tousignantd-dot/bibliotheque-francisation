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L'exercice du module est du type « texte » : la note reste affichée à côté des questions, et l'élève clique dans le document le passage qui répond. Prévoir les postes.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qui se mesure : « avant vendredi » n'est pas une réponse, « vendredi 25 septembre, 16 h » en est une.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date d'une note est la première chose à vérifier, et presque personne ne le fait. Un babillard garde des papiers périmés pendant des mois.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relire la note du module en suivant ce tableau ligne à ligne, avant d'ouvrir les postes.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chronométrer : trente secondes pour dire à qui la note s'adresse, de quoi elle parle et quelle est la date limite. La plupart y arrivent au deuxième essai.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exercice que celui du module, en version projetée. Exiger la citation, pas le résumé : c'est ce que l'exercice interactif demande aussi, puisqu'on y clique dans le texte.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c'est le même piège qu'en B1, et il reviendra en E1 quand l'élève décrira la démarche à voix haute.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quatrième carte est celle qui débloque les élèves timides : la personne à qui écrire est nommée sur le papier.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La seconde partie ouvre C3 : la politique dit ce qui arrive quand un délai est manqué, la note ne le dit pas.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une note de service en trente secondes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note se lit par en haut et par en bas, jamais du début à la fin. En haut, deux lignes disent si elle vous concerne ; en bas, l'encadré dit ce qu'il ne faut pas manquer.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poste affiché à l'interne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dans une note à qui elle s'adresse et de quoi elle parle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relever une date limite exacte, heure comprise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suivre les puces comme une suite de gestes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l'encadré de rappel avant de lire le corps du texte.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note affichée depuis trois semaines : est-elle encore valable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regarde-t-on pour le savoir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qu'un babillard garde trop longtemps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fait-on quand deux notes se contredisent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note du module, morceau par morceau</a:t>
            </a:r>
          </a:p>
        </p:txBody>
      </p:sp>
      <p:sp>
        <p:nvSpPr>
          <p:cNvPr id="7" name="Rounded Rectangle 6"/>
          <p:cNvSpPr/>
          <p:nvPr/>
        </p:nvSpPr>
        <p:spPr>
          <a:xfrm>
            <a:off x="566928" y="1810512"/>
            <a:ext cx="11057839" cy="4061460"/>
          </a:xfrm>
          <a:prstGeom prst="roundRect">
            <a:avLst>
              <a:gd name="adj" fmla="val 36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L'ENDROIT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APPREND</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À l'ensemble du personnel</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note vous concerne, vous aussi</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Objet : affichage du poste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 quoi il s'agit, en une ligne</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dix jours ouvrables</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combien de temps l'affichage reste au mur</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606552"/>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vendredi 25 septembre, 16 h</a:t>
            </a:r>
          </a:p>
        </p:txBody>
      </p:sp>
      <p:sp>
        <p:nvSpPr>
          <p:cNvPr id="20" name="TextBox 19"/>
          <p:cNvSpPr txBox="1"/>
          <p:nvPr/>
        </p:nvSpPr>
        <p:spPr>
          <a:xfrm>
            <a:off x="4443636" y="3963924"/>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le moment exact de la fin</a:t>
            </a:r>
          </a:p>
        </p:txBody>
      </p:sp>
      <p:sp>
        <p:nvSpPr>
          <p:cNvPr id="21" name="Rectangle 20"/>
          <p:cNvSpPr/>
          <p:nvPr/>
        </p:nvSpPr>
        <p:spPr>
          <a:xfrm>
            <a:off x="932688" y="464362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771644"/>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les trois puces</a:t>
            </a:r>
          </a:p>
        </p:txBody>
      </p:sp>
      <p:sp>
        <p:nvSpPr>
          <p:cNvPr id="23" name="TextBox 22"/>
          <p:cNvSpPr txBox="1"/>
          <p:nvPr/>
        </p:nvSpPr>
        <p:spPr>
          <a:xfrm>
            <a:off x="4443636" y="477164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 qu'il faut faire, et dans quel ordre</a:t>
            </a:r>
          </a:p>
        </p:txBody>
      </p:sp>
      <p:sp>
        <p:nvSpPr>
          <p:cNvPr id="24" name="Rectangle 23"/>
          <p:cNvSpPr/>
          <p:nvPr/>
        </p:nvSpPr>
        <p:spPr>
          <a:xfrm>
            <a:off x="932688" y="51663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294376"/>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l'encadré RAPPEL</a:t>
            </a:r>
          </a:p>
        </p:txBody>
      </p:sp>
      <p:sp>
        <p:nvSpPr>
          <p:cNvPr id="26" name="TextBox 25"/>
          <p:cNvSpPr txBox="1"/>
          <p:nvPr/>
        </p:nvSpPr>
        <p:spPr>
          <a:xfrm>
            <a:off x="4443636" y="529437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date limite et le numéro du bureau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PAR EN HAUT, PUIS PAR EN BAS</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milieu d'une note est la partie la moins urgente.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lignes lues en haut évitent parfois deux pages lues pour rien : c'est le meilleur rendement de toute la lecture professionnelle. Puis on descend jusqu'au bas de page, parce qu'un encadré est petit et que le regard le manque. Le corps du texte vient en dernier.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note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Nommez le passage exact. On ne résume pas : on cite.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qui cette note s'adresse-t-elle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quoi la note parle-t-elle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l'affichage reste-t-il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 moment exact sera-t-il retiré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faut-il avoir pour être admissible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n'est pas nécessaire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 la réponse dans la note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qui cette note s'adresse-t-elle ?   </a:t>
            </a:r>
            <a:r>
              <a:rPr sz="1400" b="1" i="0">
                <a:solidFill>
                  <a:srgbClr val="07734A"/>
                </a:solidFill>
                <a:latin typeface="Verdana"/>
              </a:rPr>
              <a:t>» à l'ensemble du personnel</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 quoi la note parle-t-elle ?   </a:t>
            </a:r>
            <a:r>
              <a:rPr sz="1400" b="1" i="0">
                <a:solidFill>
                  <a:srgbClr val="07734A"/>
                </a:solidFill>
                <a:latin typeface="Verdana"/>
              </a:rPr>
              <a:t>» objet : affichage du poste de vérificateur ou vérificatrice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l'affichage reste-t-il ?   </a:t>
            </a:r>
            <a:r>
              <a:rPr sz="1400" b="1" i="0">
                <a:solidFill>
                  <a:srgbClr val="07734A"/>
                </a:solidFill>
                <a:latin typeface="Verdana"/>
              </a:rPr>
              <a:t>» dix jours ouvrables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quel moment exact sera-t-il retiré ?   </a:t>
            </a:r>
            <a:r>
              <a:rPr sz="1400" b="1" i="0">
                <a:solidFill>
                  <a:srgbClr val="07734A"/>
                </a:solidFill>
                <a:latin typeface="Verdana"/>
              </a:rPr>
              <a:t>» le vendredi 25 septembre, à 16 h</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faut-il avoir pour être admissible ?   </a:t>
            </a:r>
            <a:r>
              <a:rPr sz="1400" b="1" i="0">
                <a:solidFill>
                  <a:srgbClr val="07734A"/>
                </a:solidFill>
                <a:latin typeface="Verdana"/>
              </a:rPr>
              <a:t>» six mois d'ancienneté et la formation sur les allergènes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qui n'est pas nécessaire ?   </a:t>
            </a:r>
            <a:r>
              <a:rPr sz="1400" b="1" i="0">
                <a:solidFill>
                  <a:srgbClr val="07734A"/>
                </a:solidFill>
                <a:latin typeface="Verdana"/>
              </a:rPr>
              <a:t>» la signature du chef d'équipe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répondre « avant vendredi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répondre « vendredi 25 septembre, 16 h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date limite se cite entière, heure comprise. « Avant vendredi » laisse croire qu'on a la journée ; la note dit seize heures, et le bureau ferme. Dans une démarche, l'imprécision d'un délai coûte la démarche entière.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la note ne fait pas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Elle ne crée aucune règle</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Elle explique une règle écrite ailleurs. « Veuillez consulter l'article 4 » n'est pas une formule de politesse : c'est un renvoi.</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Elle ne vaut pas éternellement</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Elle porte une date. Un babillard garde parfois des notes périmées, et la démarche a pu changer depuis.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Elle ne dit pas tout</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note tient sur une page. Les cas particuliers, les exceptions et les recours sont dans la politique.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Elle ne remplace pas une question</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Ce qui reste obscur après deux lectures se demande au service qui l'a écrite — le nom est sur la ligne « De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la date limite de la note, complète.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Jour, date, mois, heure.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Puis écris ce que tu ferais si tu la manquais.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Le poste affiché à l'interne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