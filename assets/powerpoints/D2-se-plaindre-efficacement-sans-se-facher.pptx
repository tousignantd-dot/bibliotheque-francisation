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utile du module dans la vie réelle. Prévoir beaucoup de production orale : la formule ne s'apprend pas en la lisant.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là-dessus, en reprenant les témoignages de la séance D1. Camille décrivait, Jean-Philippe demandait.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 à photographier. La faire copier dans le cahier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Argument fort pour des adultes. Le faire reformuler par le groupe avec leurs propres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vrai enseignement. Beaucoup d'élèves commencent trop haut par crainte de ne pas être pris au sérieux, et se retrouvent sans marge de manœuvre.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trois phrases à voix haute par la même personne, avec le ton correspondant. L'exercice est inconfortable et très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mot qui fait la différence dans chaque cas : tolérer, dérangeante, déçue. Une plainte contient toujours un mot qui dit « ça ne va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chacune avec un ton ferme mais calme. Le ton compte autant que les mots ; c'est le moment de le travailler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A1 : « je n'aime pas déranger les gens ». C'est la même difficulté, et le module se termine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Renvoyer au dialogue de la séance C1 : Samir n'a jamais dit à Jean-Philippe qu'il était désordonné, et il a obtenu ce qu'il voulait en une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collectivement trois demandes vagues du groupe en demandes précises avec délai.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individuellement, puis lire deux ou trois productions à voix haute. Corriger la structure, pas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cas justifie le degré 3 de l'échelle : cinq jours, une personne âgée. Faire remarquer que l'intensité se justifie par les faits, pas par l'humeur.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billets sont la matière première du jeu de rôle et du courriel de la séance E1 : les conserver soigneusement.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 plaindre efficacement, sans se fâcher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plainte qui n'aboutit pas est très souvent une plainte à laquelle il manquait simplement la demande finale. Décrire n'est pas encore se plaindre.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description d'une plainte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plainte en trois temps : le fait, l'effet sur moi, la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des mots dont l'intensité correspond au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rester ferme sans attaquer la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POINT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bac de recyclage déborde tous les mardis.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Je ne peux plus tolérer que le bac déborde ; pourriez-vous demander une collecte de plus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est une description : elle dit ce qui se passe, et l'autre personne peut très bien répondre « ah oui, en effet » sans rien faire. La seconde est une plainte : elle contient un jugement et une demande. Les deux sont polies ; une seule des deux fait bouger quelque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6265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· Le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musique joue jusqu'à deux heures.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informe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 · L'effet sur moi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Je commence à sept heures et je ne dors plus.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donne envie d'agir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 · 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Pourriez-vous leur en parler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dit ce qu'on attend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1091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26694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temps 2 est celui qu'on oublie le plus, et c'est pourtant celui qui compte : il transforme un détail en problème réel pour quelqu'un.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POURQUOI LE DEUXIÈME TEMPS EST DÉCISIF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 se discute. Un effet sur une personne ne se discute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corridor est encombré » peut se contester : encombré selon qui ? « Je ne peux plus passer avec ma poussette » ne se conteste pas — c'est votre expérience, et personne ne peut vous dire que vous avez tort de la vivre.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échelle d'intensité, du bas vers le haut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1 · La situation dérange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Cette situation est dérangeante. C'est très difficile de… C'est vraiment injuste. C'est décevant. Pour un premier contact.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2 · Je dis mon émotion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suis irritée par… Je suis fâché de… Je suis contrariée par… Je suis fatigué de… Je suis très déçue. Pour une deuxième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3 · Je suis au 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ne peux plus tolérer… Je ne peux plus accepter cette situation. Cette situation doit se terminer. C'est inacceptable. C'est inapproprié.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principe de l'échelle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commence par le bas. On garde « inacceptable » pour la deuxième ou la troisième fois, jamais pour le premier appel — sinon il ne reste plus rien à dire ensuite.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MONTER L'INTENSITÉ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problème, trois degrés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1488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DEGRÉ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 · doux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C'est un peu dérangeant, mais je préfère vous en parler.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1er 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· ferme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suis fatiguée de ne pas dormir la semaine.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2e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 · très ferme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ne peux plus tolérer ce bruit : c'est inacceptable.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l'écrit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09744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065776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Même au degré 3, on parle de la situation et jamais de la personne. C'est ce qui garde la conversation possible — et c'est ce qui permet de continuer à se croiser dans l'escalier.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plaindre ou décrire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si la personne se plaint ou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de recyclage déborde tous les mardis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plus tolérer le bruit après minuit, c'est inacceptable.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d'entrée reste ouverte quand il vente très 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situation est vraiment dérangeante et elle doit se terminer.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très déçue de la façon dont le corridor est laissé.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plaindre ou décrire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de recyclage déborde tous les mardis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plus tolérer le bruit après minuit, c'est inacceptable.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d'entrée reste ouverte quand il vente très fort.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situation est vraiment dérangeante et elle doit se terminer.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très déçue de la façon dont le corridor est laissé.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prêtes à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Je vous appelle parce que cette situation est vraiment dérangeante.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Ouvrir.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Ça fait cinq semaines que ça dure et je ne peux plus le tolérer.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778252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Durée et limite.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Je suis fatiguée de devoir laisser mon auto dans la 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435096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L'effet sur moi.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Ce n'est pas contre vous, mais il faut que ça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091939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Garder la relation.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J'aimerais savoir ce que vous comptez faire cette semaine.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748784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Demande claire.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Est-ce que vous pourriez faire installer une affiche à l'entrée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540562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Demande précise.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m'excuse de vous déranger, ce n'est peut-être rien…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appelle au sujet du bruit du vendredi soir.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Trop d'excuses annonce à l'autre que le problème n'est pas important — et c'est exactement ce qu'il retiendra. On peut être poli sans s'effacer. « Bonjour, je vous appelle au sujet de… » est déjà poli, et ça ne diminue rien.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êtes vraiment désordonné.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corridor est encombré depuis un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Attaquer la personne fait fermer la porte immédiatement, et transforme un problème réglable en conflit durable. On se plaint d'une situation, jamais de quelqu'un. Le vouvoiement et le conditionnel — pourriez-vous, j'aimerais — gardent la porte ouverte à une solution.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faudrait faire quelque chose.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faire installer une affiche avant vendredi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demande précise ni délai, l'autre personne ne sait pas ce qu'on attend d'elle — et rien ne bouge. Une bonne demande contient un verbe d'action et, quand c'est possible, une date. Ce n'est pas de l'impatience : c'est ce qui rend la demande exécutable.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votre plainte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 : le fait, l'effet sur vous, la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calorifère de votre salon ne chauffe plus depuis trois jours. Il fait quatorze degrés.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du logement voisin occupent votre case de stationnement.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votre plainte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calorifère de votre salon ne chauffe plus depuis trois jours. Il fait quatorze degrés.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…ma fille tousse et je ne dors plus. J'aimerais que vous fassiez venir un électricien cette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du logement voisin occupent votre case de stationnement.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…j'ai dû laisser mon auto dans la rue trois soirs. Pourriez-vous faire installer une affiche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 Deux situations plus difficiles.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est en panne depuis cinq jours et vous habitez au sixième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odeur de moisissure persiste dans votre salle de bain malgré vos nettoyages.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est en panne depuis cinq jours et vous habitez au sixième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monte six étages avec mon épicerie et ma mère de 78 ans ne sort plus. J'aimerais savoir quand la réparation est prévue.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odeur de moisissure persiste dans votre salle de bain malgré vos nettoyages.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suis inquiète pour la santé de mes enfants. Il faudrait faire installer un ventilateur.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plainte en trois temps, à partir de votre situation de la séance D1.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fait · l'effet sur vous · la demande, avec un verbe d'action et un délai.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suffisent. Pas d'excuses au début.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