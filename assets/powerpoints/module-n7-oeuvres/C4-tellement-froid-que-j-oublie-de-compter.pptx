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c'est en réalité la séance qui fabrique les arguments de D1. Le dire au groupe d'entrée : ce qu'on apprend ici servira jeudi.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objectifs sont une seule construction sous trois formes. Le quatrième est un savoir distinct, placé ici parce que l'exemple du programme est lui-même musical.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règle entière : « que » dit ce qui arrive, « pour que » dit ce qui est empêché. Le reste de la séance ne fait que l'installer.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Toute la séance tient dans la dernière ligne du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les sept d'affilée. Ils reviennent dans deux séances et dans les deux 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: demander qui fait quoi de chaque côté. Deux fois la même personne, un seul verbe conjugué.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fait le lien avec A4 : la différence de sens est aussi une différence d'honnêteté.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`t2int` du module. Le troisième et le sixième portent le subjonctif : les faire corriger à voix haute,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`t2gen` du module, qui en compte huit. Faire relever le signe à chaque fois : le « ça », ou le complément qui accroche.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C. Ces phrases sont exactement ce que Marilou dira en D1 : les garder, elles serviront de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Tellement froid que j'oublie de compter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film est lent » se répond par « moi je ne trouve pas ». « Le film est assez lent pour que la moitié de la salle décroche » ne se répond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exprimer un degré et sa conséquence avec « tellement...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trop » et « assez... pour que » avec le subjonctif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alléger en « pour » plus infinitif quand le sujet est le même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nom pris en général d'un nom pris en particulier.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dit-on jusqu'à quel point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fait froid » : comment dire que c'est vraiment beaucoup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dire ce que ce froid entraîne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une différence entre « si froid que » et « trop froid pour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laquelle des deux la chose arrive-t-elle vraiment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tournures, deux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TOURNURE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si ou tellement +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degré est fort, et la conséquence a lieu : indicatif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tellement de ou tant de + 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un nom, il faut le « de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trop ou assez + pour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conséquence est empêchée ou rendue possible : subjonctif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Retenez la paire : « que » indicatif, « pour que » subjonctif.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APRÈS « POUR QUE », JAMAIS L'INDICATIF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Trop cher pour qu'on puisse y aller », et non « pour qu'on peut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subjonctifs suffisent pour presque tous les cas : qu'il soit, qu'il ait, qu'il fasse, qu'il aille, qu'il puisse, qu'il sache, qu'il veuille. Ce sont les mêmes qui serviront à la concession en D2.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est trop fatiguée pour qu'elle sorte.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est trop fatiguée pour sortir.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c'est la même personne des deux côtés, on allège : « pour » plus infinitif. « Pour que » plus subjonctif ne sert que si les deux sujets diffèrent. La première phrase n'est pas seulement lourde, elle est fautive.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général, ou cette chose-là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 QUOI ON PARLE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musique, ça me calme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toute la musique : le « ça » est le signe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musique de ce film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celle-là, accrochée par un complément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y a un sketch qui parle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d'un seul, et c'est ainsi qu'on l'introduit à l'oral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Les films lents, ça m'endort » est un goût. « Ce film-là m'a endormie » est un avis.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 degré et sa conséquence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la tournure demandée.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vent est froid. Elle oublie de compter. (tellement... que)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monde. Nous restons debout. (tellement de... 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refrain monte haut. Elle le manque. (trop... pour que)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est lent. La salle décroche. (assez... pour que)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fatiguée. Elle ne monte pas. (même sujet)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coûte cher. Nous n'y allons pas. (trop... pour que)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 degré et sa conséquence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vent est froid. Elle oublie de compter. (tellement...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tellement froid qu'elle oublie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monde. Nous restons debout. (tellement de...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tellement de monde que nous restons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refrain monte haut. Elle le manque. (trop... pour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 haut pour qu'elle le réussisse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est lent. La salle décroche. (assez... pour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assez lent pour que la salle décroche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fatiguée. Elle ne monte pas. (même sujet)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 fatiguée pour monter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coûte cher. Nous n'y allons pas. (trop... pour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 cher pour que nous puissions y aller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général, ou cette chose-là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et classez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musique, ça me calme.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 de ce film intervient onze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bon sketch, ça se termine par une chute.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 sketch qui parle d'un comptoir de pièces.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général, ou cette chose-là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musique, ça me calme.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général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 de ce film intervient onze fois.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chose-là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bon sketch, ça se termine par une chute.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général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 sketch qui parle d'un comptoir de pièces.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chose-là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Transformez un de vos avis en argument, avec un degré et sa conséquence.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Assez... pour que, ou tellement... 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et vérifiez le mode du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