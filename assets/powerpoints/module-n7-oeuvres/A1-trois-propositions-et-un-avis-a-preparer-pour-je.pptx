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a déjà eu à choisir une sortie pour un groupe ? Les histoires sortent vite, et elles finissent presque toujours par « personne n'était content ». C'est la matière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cœur du module et il ne sera pas atteint aujourd'hui. Le poser quand même : les quinze séances y reviennent.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La quatrième piste est celle qui porte le module : presque personne ne dit pourquoi. Ne pas le reprocher,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faire le calcul au tableau. Trente-six dollars par personne, transport compris : c'est ce chiffre qui décidera de tout 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de départ du module, dit par un personnage. L'écrire au tableau et l'y laisser jusqu'à E2 : un avis seul ne se discute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consignes de tout le module tiennent ici : le pourquoi, le moment précis, la concession. Les écrire au tableau en trois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laisser le groupe choisir aujourd'hui : la classe n'a encore rien vu ni rien entendu.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Question fréquente : « mais mon goût compte, non ? » Oui, et il ne se discute pas. C'est exactement 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Concession » est le mot du module : le faire dire trois fois, il reviendra à chaque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deuxième surprend toujours : pourquoi une présidente refuserait-elle de dire son avis ? Parce qu'elle veut huit avis, pas huit fois le sien.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réponses servent de matière première tout le module : chaque élève arrive avec une œuvre à défendre, et c'est celle qu'il présentera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propositions, et un avis à préparer pour jeudi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comité doit choisir une sortie pour trente-huit personnes. Ce n'est pas le choix qui est difficile : c'est de dire pourquoi, devant quelqu'un qui pense autrement.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pièces d'une œuvre et d'une soirée de spectacle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goût d'un avis, et un avis d'un argument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registre de langue que la situation demande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premiers mots du dossier : une œuvre, une appréciation, une concession.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Où avez-vous rencontré une œuvre cette semaine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alle-vue-de-sce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film, une série, une chanson, un livre, un spectacle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Seul, ou avec quelqu'un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En avez-vous parlé à quelqu'un après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dit pourquoi vous aviez aimé, ou seulement que vous aviez aimé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mandat du comité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676" y="2322576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comité social se réunit jeudi et il faut choisir la sortie de fin d'année. On a trente-huit personnes et quatorze cents dollars.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676" y="3409696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 cents pour trente-huit ? Ça fait à peu près trente-six dollars par personne. C'est serré.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676" y="4496816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serré, oui. J'ai reçu trois propositions et je te les envoie ce soir.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676" y="5583936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toi, tu penses quoi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elle ne répond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676" y="1901952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dois surtout pas te le dire avant que tu les aies vus. Sinon tu vas voter comme moi et le comité ne sert plus à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676" y="2989072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avis, ce n'est pas difficile. J'aime ou je n'aime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676" y="3738371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là que tu te trompes. Un avis, ça ne sert à rien tout seul.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1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676" y="4487671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tu arrives avec « j'ai aimé ça », Gaétan va te répondre « moi j'ai pas aimé ça » et on ne sera pas plus avancés.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attend d'elle jeudi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676" y="1901952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 tu expliques pourquoi, et que tu l'appuies sur un moment précis.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676" y="2989072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« c'était drôle », mais « le passage du comptoir m'a fait rire, parce qu'il joue le gérant sans jamais l'imiter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8109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MARILOU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676" y="4076191"/>
            <a:ext cx="833245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Gaétan n'est pas d'accord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8109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GHYSLAINE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676" y="4825492"/>
            <a:ext cx="833245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commences par lui accorder quelque chose. Une personne à qui on a donné raison sur un point écoute le reste.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propositions sur la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PROPOSITION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SUPPOSE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spectacle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trente-quatre dollars, une grande salle, et il faut suivre l'ironie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tour de chant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vingt-deux dollars, cent vingt chaises, un sous-sol d'église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long métrage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quinze dollars, une heure cinquante, presque aucune parole au début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Aucune n'est meilleure : chacune coûte quelque chose au groupe.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AVIS N'EST PAS UN GOÛT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goût parle de vous. Un avis parle de l'œuvre, et on peut en discuter.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J'aime pas ça » est vrai et il n'y a rien à répondre. « Le début est lent parce qu'aucune parole n'est échangée avant la douzième minute » se vérifie, s'approuve ou se conteste. C'est la seule des deux phrases qui fait avancer une réunion.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pour commencer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748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œuvre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881" y="2121408"/>
            <a:ext cx="68771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 qu'une personne a écrit, filmé, composé ou joué, et qui existe maintenant tout seul.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1748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appréciation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881" y="2778252"/>
            <a:ext cx="68771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 qu'une personne pense d'une œuvre, une fois qu'elle l'a vue ou entendue.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1748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concession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881" y="3435096"/>
            <a:ext cx="68771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fait d'accorder un point à celui qui n'est pas d'accord, avant de lui répondre.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1748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long métrage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1881" y="4091939"/>
            <a:ext cx="68771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film de cinéma qui dure plus d'une heure.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1748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tour de chant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1881" y="4748784"/>
            <a:ext cx="68771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spectacle où une personne chante ses chansons, souvent avec peu de musiciens.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17487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salle de spectacle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1881" y="5405628"/>
            <a:ext cx="687712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lieu où l'on présente un spectacle devant un public assis.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quatorze cents dollars pour trente-huit personnes.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Ghyslaine dit tout de suite laquelle elle préfère.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Réjean Cadorette a travaillé trente ans dans un entrepôt.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 de chant a lieu dans une salle de mille places.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Ghyslaine, un avis vaut autant sans raison.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Marilou qui rédigera le compte rendu.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 quatorze cents dollars pour trente-huit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Ghyslaine dit tout de suite laquelle elle préfère.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refuse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Réjean Cadorette a travaillé trente ans dans un entrepôt.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 de chant a lieu dans une salle de mille places.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cent vingt chaises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Ghyslaine, un avis vaut autant sans raison.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ne sert à rien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Marilou qui rédigera le compte rendu.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œuvre que vous avez vue ou entendue cette semaine, et dites une chose que vous en pensez.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titre, et où vous l'avez vue.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qui commence par « j'ai trouvé que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