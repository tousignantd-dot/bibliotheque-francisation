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2. Faire entendre la chanson avant l'entrevue si l'on dispose du module ; sinon, lire les paroles à voix haute, lentement, sans commentaire.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difficile et le plus intéressant. Beaucoup d'élèves cherchent la bonne réponse ; ici, il n'y en a pas, et c'est voulu par l'auteure.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L'exercice de la séance en petit : d'abord ce qui se voit, ensuite ce qu'on met dessous. La quatrième piste est la vraie question du bloc, et la réponse honnête est « pas vraiment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réponse en quatre mots. C'est une réponse complète et honnête : la chanson parle bien d'un escalier.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réplique clé du bloc. La laisser au tableau : elle explique pourquoi aucun exercice du module ne demande « que veut dire la chanson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points pour la suite : le « ils » sans référent, travaillé en C3, et le défaut assumé, qui servira d'exemple de nuance en D2.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chercher au groupe d'autres objets de la chanson qui basculent dans la troisième catégorie.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phrase répond d'avance à la question « mais quelle est la bonne réponse ?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`t2vf` du module. Le deuxième déçoit toujours quelqu'un : profiter du moment pour dire qu'une œuvre n'a pas de corrigé.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qui marche très bien : chaque élève en a une, et les réponses font entendre à la classe des répertoires qu'elle ne connaît pas.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Elle parle d'un escalier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chanson dit deux choses en même temps : celle qu'on voit, et celle qu'elle ne nomme jamais. L'auteure refuse de nommer la seconde, et elle explique pourquoi.</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j'en pense, et pourquoi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entrevue de radio sur une œuvre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qu'une chanson montre de ce qu'elle veut dire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image : une chose nommée pour une autre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une auteure choisit de ne pas nommer.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cette photo raconte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scalier-en-colimacon.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voyez-vous exactement, sans interpréter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Maintenant : qu'est-ce que ça vous fait penser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vos deux réponses sont la même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peut se tromper sur la deuxième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ENTREVUE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quoi ça parle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LUDOVIC</a:t>
            </a:r>
          </a:p>
        </p:txBody>
      </p:sp>
      <p:sp>
        <p:nvSpPr>
          <p:cNvPr id="10" name="TextBox 9"/>
          <p:cNvSpPr txBox="1"/>
          <p:nvPr/>
        </p:nvSpPr>
        <p:spPr>
          <a:xfrm>
            <a:off x="2411730" y="2322576"/>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vient de faire entendre « Le troisième étage ». De quoi est-ce qu'elle parle, au juste ?</a:t>
            </a:r>
          </a:p>
        </p:txBody>
      </p:sp>
      <p:sp>
        <p:nvSpPr>
          <p:cNvPr id="11" name="Rounded Rectangle 10"/>
          <p:cNvSpPr/>
          <p:nvPr/>
        </p:nvSpPr>
        <p:spPr>
          <a:xfrm>
            <a:off x="566928" y="324510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47904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3" name="TextBox 12"/>
          <p:cNvSpPr txBox="1"/>
          <p:nvPr/>
        </p:nvSpPr>
        <p:spPr>
          <a:xfrm>
            <a:off x="2411730" y="3409696"/>
            <a:ext cx="866439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parle d'un escalier.</a:t>
            </a:r>
          </a:p>
        </p:txBody>
      </p:sp>
      <p:sp>
        <p:nvSpPr>
          <p:cNvPr id="14" name="Rounded Rectangle 13"/>
          <p:cNvSpPr/>
          <p:nvPr/>
        </p:nvSpPr>
        <p:spPr>
          <a:xfrm>
            <a:off x="566928" y="39944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6" name="TextBox 15"/>
          <p:cNvSpPr txBox="1"/>
          <p:nvPr/>
        </p:nvSpPr>
        <p:spPr>
          <a:xfrm>
            <a:off x="2411730" y="4158995"/>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D'un escalier extérieur en colimaçon, et d'une femme qui monte trois étages avec ses sacs d'épicerie. C'est tout ce qui se passe.</a:t>
            </a:r>
          </a:p>
        </p:txBody>
      </p:sp>
      <p:sp>
        <p:nvSpPr>
          <p:cNvPr id="17" name="Rounded Rectangle 16"/>
          <p:cNvSpPr/>
          <p:nvPr/>
        </p:nvSpPr>
        <p:spPr>
          <a:xfrm>
            <a:off x="566928" y="508152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246116"/>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LUDOVIC</a:t>
            </a:r>
          </a:p>
        </p:txBody>
      </p:sp>
      <p:sp>
        <p:nvSpPr>
          <p:cNvPr id="19" name="TextBox 18"/>
          <p:cNvSpPr txBox="1"/>
          <p:nvPr/>
        </p:nvSpPr>
        <p:spPr>
          <a:xfrm>
            <a:off x="2411730" y="5246116"/>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Pourtant, quand on l'écoute, on n'a pas l'impression que ça parle d'épicerie.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ENTREVUE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deuxième chose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9" name="TextBox 8"/>
          <p:cNvSpPr txBox="1"/>
          <p:nvPr/>
        </p:nvSpPr>
        <p:spPr>
          <a:xfrm>
            <a:off x="2411730" y="1901952"/>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chanson dit deux choses en même temps. La première, on la voit : les sacs, la neige sur la marche, la fenêtre allumée en haut.</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7904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411730" y="2989072"/>
            <a:ext cx="866439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deuxième, on ne la nomme jamais.</a:t>
            </a:r>
          </a:p>
        </p:txBody>
      </p:sp>
      <p:sp>
        <p:nvSpPr>
          <p:cNvPr id="13" name="Rounded Rectangle 12"/>
          <p:cNvSpPr/>
          <p:nvPr/>
        </p:nvSpPr>
        <p:spPr>
          <a:xfrm>
            <a:off x="566928" y="35737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47904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LUDOVIC</a:t>
            </a:r>
          </a:p>
        </p:txBody>
      </p:sp>
      <p:sp>
        <p:nvSpPr>
          <p:cNvPr id="15" name="TextBox 14"/>
          <p:cNvSpPr txBox="1"/>
          <p:nvPr/>
        </p:nvSpPr>
        <p:spPr>
          <a:xfrm>
            <a:off x="2411730" y="3738371"/>
            <a:ext cx="866439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la deuxième, c'est quoi ?</a:t>
            </a:r>
          </a:p>
        </p:txBody>
      </p:sp>
      <p:sp>
        <p:nvSpPr>
          <p:cNvPr id="16" name="Rounded Rectangle 15"/>
          <p:cNvSpPr/>
          <p:nvPr/>
        </p:nvSpPr>
        <p:spPr>
          <a:xfrm>
            <a:off x="566928" y="43230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47904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8" name="TextBox 17"/>
          <p:cNvSpPr txBox="1"/>
          <p:nvPr/>
        </p:nvSpPr>
        <p:spPr>
          <a:xfrm>
            <a:off x="2411730" y="4487671"/>
            <a:ext cx="866439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 je vous la dis, elle cesse d'être la deuxième.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ENTREVUE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Ils, et le refrain trop haut</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LUDOVIC</a:t>
            </a:r>
          </a:p>
        </p:txBody>
      </p:sp>
      <p:sp>
        <p:nvSpPr>
          <p:cNvPr id="9" name="TextBox 8"/>
          <p:cNvSpPr txBox="1"/>
          <p:nvPr/>
        </p:nvSpPr>
        <p:spPr>
          <a:xfrm>
            <a:off x="2411730" y="1901952"/>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ce passage : « ils ont refait la rampe, ils n'ont rien refait d'autre ». Ils, c'est qui ?</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411730" y="2989072"/>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Ceux qui décident et qu'on ne rencontre pas. Si j'avais écrit « le propriétaire », la chanson serait devenue une plainte.</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LUDOVIC</a:t>
            </a:r>
          </a:p>
        </p:txBody>
      </p:sp>
      <p:sp>
        <p:nvSpPr>
          <p:cNvPr id="15" name="TextBox 14"/>
          <p:cNvSpPr txBox="1"/>
          <p:nvPr/>
        </p:nvSpPr>
        <p:spPr>
          <a:xfrm>
            <a:off x="2411730" y="4076191"/>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refrain monte très haut à la fin. Trop haut, m'ont dit deux personnes.</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47904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8" name="TextBox 17"/>
          <p:cNvSpPr txBox="1"/>
          <p:nvPr/>
        </p:nvSpPr>
        <p:spPr>
          <a:xfrm>
            <a:off x="2411730" y="5163312"/>
            <a:ext cx="866439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monte tellement haut que je le manque une fois sur trois. Mais une femme qui monte trois étages avec ses sacs est essoufflée.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se voit, ce qui ne se voit pas</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LA CHANSON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DE QUEL CÔTÉ</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Les sacs, la glace, la fenêtre</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se filme : c'est le premier degré</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troisième étage a des idées</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ne se filme pas : un escalier ne pense pas</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boîte de carton depuis neuf ans</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se filme, et ça porte pourtant la seconde chose</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troisième ligne est la plus intéressante : un objet réel qui dit autre chose.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QU'ON NE NOMME PAS RESTE OUVERT</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Nommer le propriétaire aurait fait de la chanson une plainte, et une plainte se règle.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un choix d'écriture, pas une cachotterie. Une image ouverte laisse chacun mettre dessous ce qu'il connaît, et c'est pour cela qu'une même chanson touche des gens dont les vies n'ont rien en commun.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l'entrevue.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Nadia Ferron dit que sa chanson parle d'un escalier.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explique en ondes ce que la chanson veut dire en profondeur.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vécu neuf ans au troisième étage sans ascenseur.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chanson dit clairement qui a refait la rampe.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reconnaît manquer la note haute une fois sur trois.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sous-sol de l'église compte cent vingt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Nadia Ferron dit que sa chanson parle d'un escalier.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explique en ondes ce que la chanson veut dire en profondeur.   </a:t>
            </a:r>
            <a:r>
              <a:rPr sz="1400" b="1" i="0">
                <a:solidFill>
                  <a:srgbClr val="07734A"/>
                </a:solidFill>
                <a:latin typeface="Verdana"/>
              </a:rPr>
              <a:t>» faux - elle refuse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vécu neuf ans au troisième étage sans ascenseur.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chanson dit clairement qui a refait la rampe.   </a:t>
            </a:r>
            <a:r>
              <a:rPr sz="1400" b="1" i="0">
                <a:solidFill>
                  <a:srgbClr val="07734A"/>
                </a:solidFill>
                <a:latin typeface="Verdana"/>
              </a:rPr>
              <a:t>» faux - jamais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reconnaît manquer la note haute une fois sur trois.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sous-sol de l'église compte cent vingt places.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Nommez une chanson qui parle d'autre chose que de ce qu'elle raconte.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n'importe quelle langue.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Dites ce qu'elle raconte, puis ce qu'elle veut dire selon vous.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Ce que j'en pense, et pourquoi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