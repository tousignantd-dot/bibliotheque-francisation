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Faire écouter l'extrait en entier avant toute explication, diapositive masquée. La classe rira ou ne rira pas, et c'est déjà l'objet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prépare D1 : Marilou et Gaétan n'ont pas ri en même temps, et c'est devenu l'argument du comité.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touche presque tout le monde et elle est inconfortable : la nommer d'entrée enlève la honte. La quatrième ouvre le module : oui, on peut, et c'est ce que Marilou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Après l'écoute, une seule question : est-ce qu'il aime attendre ? Laisser le désaccord s'installer dans la classe avant de trancher.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première chute, et le seul moment où Marilou et Gaétan rient ensemble. Le faire remarquer : elle est courte, elle ne s'explique pas, et rien ne vient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procédés en quatre répliques : caricature du gérant, personnification de la pièce, absurde de la recherche. Ne pas les nommer aujourd'hui : c'est le travail de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tableau est le cœur de la séance : deux colonnes, et le rire vit entre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Prévenir : le français écrit ne marque l'ironie par aucun signe. Ni ponctuation, ni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`t1vf` du module. Le cinquième est le plus important : Marilou aime le spectacle et ne le propose pas. Un avis n'est pas un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compter : combien de moments différents dans la classe ? Le chiffre servira en D1, quand Marilou dira qu'ils n'ont pas ri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J'adore ça, attendre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humoriste dit qu'il adore attendre, et personne ne le croit. Comprendre un sketch, ce n'est pas comprendre les mots : c'est entendre l'écart entre le mot et la pensée.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sketch humoristique entendu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l'ironie à l'écart entre ce qui est dit et ce qui est vrai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fait rire au lieu de dire « c'était drôle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à quel moment on a ri, et pourquoi à ce moment-là.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qu'on rit des mêmes choses partout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cene-de-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fait rire dans votre langue première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ri en retard, parce qu'il fallait traduire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été le seul à ne pas rire dans une salle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trouver un spectacle bon sans en rire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EXTRAIT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Trente ans au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831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5800" y="2322576"/>
            <a:ext cx="88603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j'ai fait trente ans au comptoir des pièces. Trente 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831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5800" y="3071876"/>
            <a:ext cx="88603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savez-vous ce que j'aime le plus dans la vie ? Attendre. J'adore ça, attendre.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2831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5800" y="4158995"/>
            <a:ext cx="88603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monde arrive, ils prennent un petit numéro, ils s'assoient, puis ils me regardent. Moi je les regarde. On se regarde.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2831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5800" y="5246116"/>
            <a:ext cx="88603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beau, hein ? On appelle ça le service à la clientèle.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EXTRAIT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madame et la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831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5800" y="1901952"/>
            <a:ext cx="88603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madame, l'autre jour, elle attendait depuis quarante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831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5800" y="2989072"/>
            <a:ext cx="88603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se lève, elle vient me voir, puis elle me dit : « Monsieur, ça fait quarante minutes.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2831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5800" y="4076191"/>
            <a:ext cx="88603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lui réponds : « Madame, moi ça fait trente ans.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EXTRAIT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dans le système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831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5800" y="1901952"/>
            <a:ext cx="88603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Là, mon gérant arrive. Un jeune homme très bien, très propre, une chemise bleue.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831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5800" y="2989072"/>
            <a:ext cx="88603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regarde son écran, puis il dit la plus belle phrase de la langue française : « C'est dans le système.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2831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5800" y="4076191"/>
            <a:ext cx="88603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pièce n'est pas là, mais elle est dans le système. Elle est heureuse, dans le système.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2831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5800" y="5163312"/>
            <a:ext cx="88603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 ans, j'ai cherché le système. Je ne l'ai jamais trouvé.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dit, ce qui est pensé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PENSE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J'adore ça, attendre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ans d'attente lui ont coûté quelque chose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appelle ça le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un service, c'est une salle d'attente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est heureuse, dans le système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pièce n'existe que sur un écran, et le client repart sans rien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 de ces écarts n'est signalé : c'est au public de rétablir.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L'IRONIE N'EST PAS UN MENSONGE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dit le contraire de ce qu'elle pense, et elle compte sur vous pour rétablir.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ton, la lenteur et la situation disent tous les trois que c'est faux. Personne n'est trompé, et c'est ce qui distingue l'ironie d'un mensonge : le locuteur veut être compris à l'envers.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l'extrait et la 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Réjean dit qu'il adore attendre, et il le pense vraiment.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madame attendait depuis quarante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Réjean imite le gérant avec une voix pointue.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Gaétan et Marilou ont ri au même moment une seule fois.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Marilou trouve que le spectacle est mauvais.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risque du spectacle vient du groupe de trente-huit personnes.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Réjean dit qu'il adore attendre, et il le pense vraiment.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de l'ironie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madame attendait depuis quarante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Réjean imite le gérant avec une voix pointue.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le rapporte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Gaétan et Marilou ont ri au même moment une seule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Marilou trouve que le spectacle est mauvais.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le trouve bon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risque du spectacle vient du groupe de trente-huit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À quel moment de l'extrait avez-vous ri, et pourquoi à ce moment-là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n'avez pas ri, dites-le : c'est une réponse aussi.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la phrase exacte.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