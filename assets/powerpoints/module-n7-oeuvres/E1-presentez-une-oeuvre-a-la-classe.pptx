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Avant-dernière séance. Rendre les billets de A1 à D2 : chaque élève a déjà écrit les quatre morceaux, il ne reste qu'à les mettre bout à bout et à les 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se joue après l'exposé : prévoir une question du groupe à chaque présentateur, et exiger une concession dans la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piste amène le résumé : oui, à condition de le donner en premier. C'est exactement ce que Marilou a fait en D1.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photographier, et à laisser affichée pendant les présentations : elle sert de grille aux auditeurs autant qu'aux présentateurs.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amorces sont à afficher. Elles évitent le blanc du début, qui est ce qui fait renoncer les élèves les plus hésitants.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préparer le papier en classe : quatre lignes, pas davantage, et le vérifier avant de commencer.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Reprend la règle de A4, une dernière fois. C'est la faute qui revient le plus dans les exposés, même après quinze séances.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module porte le même jeu de rôle avec l'assistant, qui ne cède que devant un moment précis. Faire d'abord la version humaine : elle est plus rapide et plus drôle.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module permet de s'enregistrer, d'obtenir une rétroaction et de déposer l'enregistrement. En classe, faire passer six ou sept élèves ; les autres déposent depuis la maison.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Billet qui fait travailler l'écoute et qui vaut mieux qu'une note : les présentateurs apprennent ce qui a porté, et personne n'est jugé sur sa langue.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Présentez une œuvre à la classe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minutes debout : ce que l'œuvre raconte, ce que vous en pensez, le moment qui l'appuie, et le point que vous accordez à ceux qui pensent autrement.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que j'en pense, et pourquoi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présenter une œuvre en une minute trente, sans lire ses notes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résumer sans dévoiler la fin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appuyer son avis sur un moment précis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à une objection en accordant d'abord un point.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PRÉPARATION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qui rend un exposé écoutable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 longueur ? Son sujet ? Le fait qu'on sente une personne derrière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dure votre attention pour quelqu'un qui lit ses notes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vous fait relever la tête, quand quelqu'un parle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peut parler d'une œuvre que l'auditoire ne connaît pas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plan, en quatre temps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TEMPS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Y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Temps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 quoi il s'agit, en deux ou trois phrases, sans la fin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Temps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vous en pensez, annoncé comme un avis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Temps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moment précis qui l'appuie, raconté en une phrase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Temps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vous accordez, et ce que vous maintenez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minute trente. Au-delà, l'auditoire décroche avant le temps 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dit à chaque temps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Temps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10417759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vu un film qui s'appelle... Ça se passe...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919222"/>
            <a:ext cx="11057839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86968" y="319354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Temps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458209"/>
            <a:ext cx="10417759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trouvé que... Ce qui m'a convaincu, c'est...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1"/>
            <a:ext cx="11057839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Temps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566920"/>
            <a:ext cx="10417759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la quatrième nuit, il... En dix secondes, on comprend...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136642"/>
            <a:ext cx="11057839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5410962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Temps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5675630"/>
            <a:ext cx="10417759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Bien que le début soit lent, le film tient.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ON NE LIT PAS UN EXPOSÉ, ON LE DIT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amorces sur un papier suffisent. Le reste se raconte.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texte lu à voix haute perd son auditoire en trente secondes, parce que la voix cesse de s'adresser à quelqu'un. Quatre débuts de phrase notés au crayon donnent la sécurité sans le récitatif.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C'est un très bon film, il faut vraiment le voir.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J'ai trouvé la deuxième heure très forte : à la quatrième nuit...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première phrase est un goût déguisé en conseil : elle ne dit rien de l'œuvre et rien de vous. La seconde donne un jugement, puis la scène qui le justifie. C'est la différence entre une recommandation et un commentaire.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7181A"/>
                </a:solidFill>
                <a:latin typeface="Verdana"/>
              </a:rPr>
              <a:t>Deux minutes avec quelqu'un qui n'est pas d'accord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En dyades, puis avec l'assistant du module.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spectacle d'humour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tour de chant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long métrage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les trois cas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Votre présentation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minute trente, debout, quatre amorces sur un papier.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Avant de commencer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Pendant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la fin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Après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Quelle présentation vous a donné envie de voir une œuvre, et pourquoi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Nommez la personne et l'œuvre.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Dites quel moment de sa présentation a fonctionné.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Ce que j'en pense, et pourquoi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