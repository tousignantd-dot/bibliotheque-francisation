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langue, pas de contenu. Prévenir le groupe : on ne parlera d'aucune œuvre aujourd'hui, on travaille la façon de dire. Les trois registres reviendront à chaque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plus utile hors de la classe : la moitié de ce qui se dit au travail est du familier, et beaucoup d'élèves le prennent pour du français qu'ils n'ont pas appris.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piste ouvre la porte : tous les groupes répondent oui, et beaucoup ont dans leur langue des marques bien plus nettes qu'en français. Le phénomène n'est donc pas à apprendre, seulement à transposer.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: le soutenu n'est pas la récompense du bon élève. Employé à la pause, il fait 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signes se repèrent à l'oreille en une seconde. Faire chercher au groupe d'autres exemples entendus au travail cette semaine : la liste s'allonge toute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six à voix haute, dans l'ordre. Le passage du premier au troisième doit s'entendre dans la voix autant que dans les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phrase qui rassure : personne n'est obligé de renoncer à sa façon de parler, il faut seulement en avoir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très fréquente à l'écrit chez les élèves de niveau 7, qui connaissent maintenant assez de mots pour piocher dans les deux registres sans s'en rendre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`prReg` du module, à faire d'abord à l'oral en classe puis à l'écran. Douze phrases dans le module ; six suffisent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 le billet de A1, ce qui économise l'invention et montre que le registre se change sans changer l'idée.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même avis, trois façons de le dire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plate » et « le rythme m'a paru lent » disent la même chose. Ce qui change n'est pas l'avis : c'est à qui l'on parle, et où.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j'en pense, et pourquoi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familier, le standard et le soutenu à l'oreille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le même avis dans les trois registres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le registre que la situation demande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 familier même sans l'employer soi-même.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À qui parlez-vous autrement qu'à votre voisin de classe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votre patron, à votre médecin, à un fonctionnaire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changez de mots, ou seulement de ton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votre langue première, est-ce que ça existe aussi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vous a déjà repris sur la façon de dire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registres, trois situations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REGISTRE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IL VIT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Familier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la maison, à la pause, entre collègues du même rang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travail, au comptoir, dans une réunion ordinaire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Soutenu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dans un écrit, une critique, un exposé devant un auditoire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Aucun n'est meilleur : chacun est faux ailleurs qu'à sa place.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signes qui trahissent le familier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« ne » tombe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pas aimé, ça marche pas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« il y a » se coupe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y a des bouts où j'ai décroché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mot se raccourcit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ordi, une job, le cinéma du coin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Les mots d'ici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masse, capoter, c'est 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même avis, trois fois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Familier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C'était vraiment plate.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n'ai pas trouvé le temps long.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Soutenu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rythme m'a paru lent par moments.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Familier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monde a ri en masse.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Standard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salle a beaucoup ri.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Soutenu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L'auditoire a répondu avec chaleur.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REGISTRE SE CHOISIT, IL NE SE SUBIT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n'est pas de la politesse : c'est le registre que la situation demande, et l'avis reste exactement le même.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personne qui dit « c'est plate » dans le corridor et « le rythme m'a paru lent » au procès-verbal n'a pas changé d'idée. Elle a changé de destinataire.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REGISTRE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L'auditoire a répondu avec chaleur, c'était vraiment le fun.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L'auditoire a répondu avec chaleur. » ou « Le monde a triplé le fun.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deuxième moitié de la première phrase détruit la première. Un registre se tient du début à la fin de la phrase, et de préférence du début à la fin du texte. Le mélange s'entend plus que la faute.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Familier, standard ou soutenu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phrase et classez-la.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 des bouts où j'ai décroché.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perdu le fil deux ou trois fois.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attention a fléchi dans le premier quart d'heure.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Franchement, ça m'a fait capoter.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été très touchée par la dernière scène.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Cette dernière scène m'a profondément émue.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Familier, standard ou soutenu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 des bouts où j'ai décroché.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familier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perdu le fil deux ou trois fois.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standard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attention a fléchi dans le premier quart d'heure.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soutenu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Franchement, ça m'a fait capoter.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familier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été très touchée par la dernière scène.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standard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Cette dernière scène m'a profondément émue.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soutenu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phrase de votre billet d'hier dans un autre registre.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aviez écrit du standard, montez au soutenu.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aviez écrit du soutenu, descendez au familier.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Ce que j'en pense, et pourquoi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