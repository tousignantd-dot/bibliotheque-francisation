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 lexique de cette situation est presque entièrement abstrait : peu d'images, beaucoup de définitions. Prévoir plus d'oral et moins de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 savoir-faire, pas une liste : il servira en E2, quand il faudra écrire un compte rendu clair pour des gens qui n'étaient pas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amène le prix, la langue, l'horaire, la garde des enfants. Ce sont de vraies réponses et elles méritent deux minutes : le module suppose qu'on peut sortir, et ce n'est pas donné à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`prImg` du module. En classe, faire décrire chaque lieu à voix haute avant de montrer la photo : l'élève cherche ses mots, et c'est là que le vocabulaire se 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Une chute » et « un rappel » sont les deux mots que personne ne devine : ils n'ont rien à voir avec leur sens courant.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se ressemblent et l'élève écrira les deux : la critique se lit en D2, le compte rendu s'écrit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une stratégie de communication autant qu'un exercice : elle sert chaque fois qu'un mot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`prMots` du module. Faire faire à l'oral en équipes de deux avant l'écran : celui qui explique retient mieux que celui qui associe.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montrent tout de suite qui définit par l'exemple, qui définit par la famille du mot, et qui tourne en rond.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vocabulaire d'une soirée de spectacle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première partie, un rappel, une chute, un refrain : les mots du métier sont peu nombreux et ils reviennent tous les jours dans une conversation ordinaire.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où l'on rencontre une œuvre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d'une soirée de spectacle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critique d'un compte rendu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définir un mot abstrait sans le répéter dans sa définition.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ces lieux connaissez-vous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ous-sol-degl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salle de spectacle, un cinéma de quartier, une bibliothèque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sous-sol d'église transformé en salle, un bar avec une scène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êtes-vous déjà entré, ici, depuis votre arrivée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en a empêché, s'il y a lieu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lieux, six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salle de spectacle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des fauteuils, une scène, un balcon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cinéma de quartier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hall, un comptoir, un écran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sous-sol d'église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des chaises pliantes, une scène sur des palettes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scène de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tabouret, un micro sur pied, un rideau noir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bibliothèque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rayon de romans, un fauteuil, une lampe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guitare, un casque, une vitre au fond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de la soirée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275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première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4574" y="2121408"/>
            <a:ext cx="74244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court spectacle présenté avant le spectacle principal, par quelqu'un d'autre.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6275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rappel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4574" y="2778252"/>
            <a:ext cx="74244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ou deux chansons de plus, jouées quand le public applaudit après la fin.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6275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sketch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4574" y="3435096"/>
            <a:ext cx="74244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courte scène jouée ou racontée pour faire rire.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6275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4574" y="4091939"/>
            <a:ext cx="74244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dernière phrase d'une histoire drôle, celle qui déclenche le rire.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6275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refrain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4574" y="4748784"/>
            <a:ext cx="74244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Les quelques vers d'une chanson qui reviennent après chaque partie.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6275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couplet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4574" y="5405628"/>
            <a:ext cx="74244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partie d'une chanson qui change chaque fois et qui fait avancer l'histoire.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qu'on confond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EST EXACTEMENT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critique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texte publié, signé, qui présente une œuvre et la juge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compte rendu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écrit qui rapporte ce qui s'est dit et décidé dans une rencontre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critique juge une œuvre. Un compte rendu rapporte une discussion.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DÉFINITION NE CONTIENT JAMAIS LE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Définir « une appréciation » par « le fait d'apprécier » n'apprend rien à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règle vaut pour la classe et pour la vie : quand un mot vous manque, définissez-le sans lui. « La chose qu'on pense d'un film après l'avoir vu » se comprend tout de suite, et c'est ainsi qu'on se fait comprendre sans le mot exact.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mot à ce qu'il désigne exactement.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partie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rappel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tour de chant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long métrage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critique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partie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court spectacle avant celui qu'on est venu voir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rappel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chansons jouées en plus, après la fin annoncée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tour de chant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spectacle où une personne chante ses chansons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chute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dernière phrase d'une histoire drôle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long métrage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film de cinéma de plus d'une heure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critique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texte publié qui présente une œuvre et la juge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 mot abstrait de la liste et définissez-le sans l'employer.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appréciation, une concession, un argument, une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lignes, et vérifiez que le mot n'y est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