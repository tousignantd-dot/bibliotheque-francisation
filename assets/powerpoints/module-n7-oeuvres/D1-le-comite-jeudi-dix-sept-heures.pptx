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3, et la plus attendue : c'est la scène que le module prépare depuis A1. Faire écouter en entier, diapositive masquée, avant tout commentaire.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n'est pas de langue et il est pourtant le plus difficile. Marilou le fait deux fois dans le dialogue :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réponses convergent presque toujours vers la même chose : on cesse d'écouter quelqu'un qui commence par nous contredire. C'est la démonstration de la concession, faite par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 et tout le module y est : l'objection, la concession, l'ordre annoncé. Faire relever par la classe ce que Marilou n'a pas fait : elle n'a pas défendu son choix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résumé tient en deux phrases et ne donne pas la fin. Le moment précis tient en une. C'est le format exact demandé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en quatre répliques : reconnaître un bon argument, les connecteurs de Ghyslaine (D2), et l'hypothèse avec « si » (D2). Ne pas les expliquer aujourd'hui, seulement les faire entendre.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la plus importante du module. C'est le plan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du module qui porte sur l'honnêteté plutôt que sur la langue, et c'est la plus opérante.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`t3vf` du module. Le cinquième est le plus riche : faire dire au groupe ce que Marilou aurait perdu en ne le reconnaissant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Préparation directe de D2, où la concession se dira « bien que » et « malgré ». La version parlée d'abord, la version écrite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comité, jeudi, dix-sept heures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Marilou a tout écouté. Reste le plus difficile : le dire devant huit personnes, dont une qui n'est d'accord avec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discussion à trois où personne n'est d'accord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quatre morceaux d'un commentaire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une concession et voir ce qu'elle produit chez l'autre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admettre à voix haute qu'un adversaire a soulevé un bon argument.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fait qu'on écoute quelqu'un jusqu'au bout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all-de-cine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ton ? Le fait qu'il ait raison ? Le fait qu'il soit bref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cessé d'écouter quelqu'un dès sa première phrase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Qu'est-ce qu'il avait dit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vous, comment commencez-vous quand vous n'êtes pas d'accord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L'objection arrive tout de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5449" y="2322576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les trois. Je propose le film, « Onze heures moins quart 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5449" y="307187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film ? Deux heures dans le noir pour une sortie de fin d'année ? On peut faire ça chez nous.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5449" y="4158995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vrai qu'on peut regarder un film chez soi, et ton objection est bonne.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55449" y="5246116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Mais laisse-moi dire d'abord ce que le film raconte, et ensuite ce que j'en pense.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résumé, puis le moment précis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227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449" y="1901952"/>
            <a:ext cx="862067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boulangerie de nuit, à Gatineau. Un boulanger de cinquante-huit ans, une étudiante de dix-neuf ans, huit nuits de travail.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449" y="2989072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227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5449" y="3738371"/>
            <a:ext cx="862067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Puis c'est fini. Je ne dirai pas la dernière scène.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52276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5449" y="4487671"/>
            <a:ext cx="862067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quatrième nuit, il lui laisse pétrir seule et il sort fumer. On comprend en dix secondes qu'il lui fait confiance, et personne n'a eu besoin de le dire.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bon argument, et le budget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1098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676" y="1901952"/>
            <a:ext cx="833245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réponds que le monde rit quand le monde autour rit. C'est vrai dans une salle.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5336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17952"/>
            <a:ext cx="181098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676" y="2917952"/>
            <a:ext cx="833245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Ça, c'est un bon argument, et je ne l'avais pas. Si tu as raison, mon objection tombe en partie.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69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933951"/>
            <a:ext cx="1810988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676" y="3933951"/>
            <a:ext cx="8332450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ce qui concerne l'argent, le film est à quinze dollars, l'humour à trente-quatre. Autrement dit, avec l'humour, il ne reste rien pour le transport.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7619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52211"/>
            <a:ext cx="1810988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676" y="5252211"/>
            <a:ext cx="8332450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le budget était de deux mille dollars, je proposerais l'humour et l'autobus. Ce n'est pas le 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morceaux,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résumé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ou trois phrases, au présent, sans la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L'avis annoncé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propose, j'ai trouvé, il m'a semblé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moment précis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seul, court, que les autres peuvent retrouver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concession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avant sa position, et sur un point réellement vrai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minute trente en tout, et personne ne peut répondre « ah bon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ON ACCORDE SUR UN POINT VRAI, JAMAIS SUR UN FAUX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concession sur un point faux s'entend tout de suite et retourne la table contre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vrai qu'on peut regarder un film chez soi » est vrai, et Gaétan écoute la suite. « C'est vrai que c'est un mauvais film, mais... » aurait fait perdre à Marilou sa propre position en une phrase.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réunion.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commence par dire ce qu'elle pense.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se passe dans une boulangerie de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accorde à Gaétan qu'on peut regarder un film chez soi.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trouve le spectacle d'humour mauvais.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soulève un argument qu'elle n'avait pas prévu.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ne gardera que l'avis gagnant.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commence par dire ce qu'elle pense.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résume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se passe dans une boulangerie de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accorde à Gaétan qu'on peut regarder un film chez soi.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Marilou trouve le spectacle d'humour mauvais.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le trouve bon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Gaétan soulève un argument qu'elle n'avait pas prévu.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rendu ne gardera que l'avis gagnant.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les trois avis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Relisez votre argument de C4 : quel point pourriez-vous accorder à quelqu'un qui n'est pas d'accord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qui commence par « c'est vrai que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point doit être réellement vrai.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