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La mise en relief servira à toutes les productions du module : c'est la forme même du commentaire.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porte la faute la plus fréquente de la séance : « c'est moi qui a ». Elle s'entend, et elle se corrige en une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est la clé : à l'écrit, la voix ne sert plus. Le français a donc trois constructions, et c'est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test pour choisir entre les deux premières : si le mot fait quelque chose, c'est le sujet, donc « qui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six personnes à voix haute d'affilée. C'est un automatisme, pas un raisonnement.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six à voix haute. La troisième de chaque série crée une seconde d'attente : c'est celle qui fonctionne devant un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fréquente et facile à corriger avec le test. La faire appliquer sur cinq phrases au tableau avant l'exercice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`t1emph` du module. Le troisième et le quatrième portent l'accord : les faire corriger à voix haute, pas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Ramasser : ces quatre phrases sont un premier commentaire complet, et l'on voit immédiatement qui a mis la mise en relief sur une banalité plutôt que sur le cœur de son avis.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B. Le bloc C passe à la chanson, et la mise en relief y reviendra dans les exercices de reprise.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Mettre en avant ce qui vous a fait rire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français n'accentue pas un mot : il construit une phrase autour. C'est ce qui permet de dire ce qui compte le plus sans hausser le ton.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j'en pense, et pourquoi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c'est... qui » pour mettre le sujet en avant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c'est... que » pour tout le reste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avec « ce qui... c'est » devant un auditoire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verbe avec ce qu'on met en avant.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dit-on qu'un mot compte plus que les autres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parlant plus fort ? En ralentissant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marche à l'écrit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votre langue première, y a-t-il un mot pour cela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répété une phrase parce qu'on avait mal compris ce que vous visiez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façons, trois emplois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MET EN AVANT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C'est... 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sujet : c'est le ton qui fait rire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C'est...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le reste : c'est à la fin qu'il exagère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qui... c'est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idée entière, annoncée avant d'être livrée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seule par idée. Trois de suite, et plus rien n'est en avant.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VERBE S'ACCORDE AVEC CE QU'ON MET EN AVANT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C'est moi qui ai ri », et non « c'est moi qui a ri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pronom « qui » reprend « moi » : le verbe se met donc à la première personne. C'est vrai pour toutes les personnes : c'est nous qui avons choisi, c'est vous qui avez raison.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idée, trois formes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Ordinaire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ton fait rire.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Clivée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le ton qui fait rire.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Annoncée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fait rire, c'est le ton.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Ordinaire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aimé la quatrième nuit.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Clivée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la quatrième nuit que j'ai aimée.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Annoncée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j'ai aimé, c'est la quatrième nuit.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C'est le ton que fait rire.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C'est le ton qui fait rire.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ton fait quelque chose : il est sujet du verbe, donc « qui ». Le test tient en une question : est-ce que le mot mis en avant agit ? Si oui, « qui ». Sinon, « que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mot en avant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la construction demandée.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ton fait rire. (c'est... qui)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exagère à la fin. (c'est... que)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ri la première. (c'est... qui)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avons choisi le film. (c'est... qui)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silence me dérange. (ce qui... c'est)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Gaétan a le meilleur argument. (c'est... qui)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mot en avant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ton fait rire. (c'est... qui)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le ton qui fait rire.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exagère à la fin. (c'est... que)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à la fin qu'il exagère.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ri la première. (c'est... qui)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moi qui ai ri la première.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avons choisi le film. (c'est... qui)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nous qui avons choisi le film.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silence me dérange. (ce qui... c'est)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 me dérange, c'est le silence.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Gaétan a le meilleur argument. (c'est... qui)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Gaétan qui a le meilleur argument.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commentaire du sketch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phrases, dont une mise en relief.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Réécrivez une phrase de votre commentaire avec « ce qui... c'est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qui m'a surpris, c'est...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que je retiens, c'est...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j'en pense, et pourquoi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