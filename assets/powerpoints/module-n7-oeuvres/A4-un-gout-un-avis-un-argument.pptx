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C'est la séance la plus importante du module : tout ce qui suit en dépend. Prévoir du temps pour l'écriture, et ramasser les 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surprend souvent : dire « je trouve » n'est pas une faiblesse, c'est ce qui laisse à l'autre le droit d'avoir vu 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répliques pour de vrai, en dyades, trente secondes. La première conversation meurt au deuxième tour ; la seconde continue. La démonstration vaut mieux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tableau se lit de haut en bas : chaque niveau contient le précédent et ajoute une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au groupe combien de fois le troisième morceau apparaît dans leurs billets de A1. En général : une ou deux fois sur douze.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à répéter à chaque production orale du module, y compris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posture, pas de politesse. Beaucoup d'élèves croient que « je trouve » affaiblit. C'est le contraire : ça ouvre la discussion au lieu de la fermer.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`prAvis` du module. Après correction, faire transformer les trois goûts en arguments à l'oral : c'est l'exercice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 d'écriture. Ramasser : ce sont les phrases qui reviendront en E1 et en E2, et l'on voit tout de suite qui a compris que le pourquoi doit porter sur l'œuvre et non sur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Le bloc B commence avec un sketch, et l'argument demandé y portera sur ce qui fait 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goût, un avis, un argument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phrases de la même personne, sur la même œuvre. Une seule permet à la discussion de continuer.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goût, un avis et un argument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 goût en argument en ajoutant le pourquoi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appuyer un jugement sur un moment précis de l'œuvre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son avis comme un avis, et non comme un fait.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Qu'est-ce qu'on peut répondre à « c'est bon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Essayez : quelqu'un dit « c'est bon », vous répondez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à « le refrain revient quatre fois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phrases donne du travail à l'autre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avez-vous dite le plus souvent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niveaux, trois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L'AUTRE PEUT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goût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rien, sinon dire le sien : la conversation s'arrête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avis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d'accord ou non, et dire pourquoi à son tour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argument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 vérifier, puis approuver, nuancer ou contredire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troisième niveau coûte une phrase de plus, et il vaut la réunion.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morceaux d'un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Ce que l'œuvre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début ne contient aucune parole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Ce que vous en pensez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le début long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moment précis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parole avant la douzième minute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Ce qui manque presque toujours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troisième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ARGUMENT S'APPUIE SUR CE QUE LES AUTRES ONT VU AUSSI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moment précis se vérifie ; une impression générale ne se vérifie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plein de belles scènes » ne s'appuie sur rien : personne ne peut aller compter « plein ». « À la quatrième nuit, il la laisse pétrir seule et il sort fumer » est une scène que tout le monde peut retrouver.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Ce film est ennuyant.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trouvé le premier quart d'heure long.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se présente comme un fait et n'en est pas un : elle braque l'interlocuteur, qui doit choisir entre vous croire ou vous contredire. La seconde dit d'où vous parlez, et laisse à l'autre la place d'avoir vu autre chose.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goût, ou un avis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si l'on peut en discuter.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chanson-là, c'est ma préférée.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refrain revient quatre fois, et la quatrième il monte trop haut.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Moi, l'humour, j'embarque jamais.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ri deux fois en six minutes, jamais aux mêmes endroits.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bon.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ne dit jamais ce que les personnages pensent.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goût, ou un avis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chanson-là, c'est ma préférée.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goût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refrain revient quatre fois, et la quatrième il monte trop haut.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avis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Moi, l'humour, j'embarque jamais.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goût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ri deux fois en six minutes, jamais aux mêmes endroits.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bon.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goût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ne dit jamais ce que les personnages pensent.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avis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trois goûts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Ajoutez à chacun le pourquoi et un moment précis.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J'aime pas les films tranquilles.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spectacle est bon.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chanson est belle.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goût, tiré du billet d'hier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argument complet sur l'œuvre de votre billet d'hier.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morceaux : ce qu'elle fait, ce que vous en pensez, le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suffisent.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