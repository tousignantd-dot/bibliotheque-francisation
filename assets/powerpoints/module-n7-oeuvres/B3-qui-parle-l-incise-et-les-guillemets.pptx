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appliquée à l'écoute. Prévoir beaucoup d'oral : les incises se sentent à la voix avant de s'écrire.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de compréhension, les trois autres de production. C'est l'ordre du programme : on reconnaît avant d'employer.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vaut le détour : plusieurs langues n'inversent jamais le sujet, d'autres n'emploient pas de guillemets. Nommer l'écart aide plus que le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Trois lignes, et la leçon entière y est. Le t de liaison est le seul point qui demande de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: ce t n'a aucun sens à apprendre, il est là pour l'oreille. On l'appelle euphonique.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troisième cas est celui qu'on manque le plus souvent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triple déplacement est ce qui rend le discours rapporté difficile. C'est aussi pourquoi la citation exacte est plus sûre quand la formulation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systématique chez les élèves dont la langue première n'inverse jamais. Faire écrire dix incises d'affilée : l'automatisme vient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`t1inc` du module. Faire lire chaque réponse à voix haute : le t de liaison s'entend, et c'est le meilleur contrôle.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`t1guil` du module, qui en compte huit. Faire l'exercice à l'oreille d'abord : les guillemets ne s'entendent pas, mais le « que » et le changement de temps,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 et très révélateur : la version rapportée garde presque toujours le « je » de départ au premier essai.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 parle ? L'incise et les guillemets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sketch est fait de paroles rapportées. Sans les incises, on ne sait plus qui parle, et tout le comique vient justement du passage d'une voix à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sujet quand il suit le verbe dans une incise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incise avec le trait d'union et le t de liaison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parole citée d'une parole racontée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ponctuer un discours direct : deux-points, guillemets, majuscule.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sait-on qui parle, dans une histoire racontée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voix de celui qui raconte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Aux mots « il dit », « elle répond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fait-on à l'écrit, où il n'y a pas de voix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langue première, comment marque-t-on cela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L'incise, en trois 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Avec un pronom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dit-elle, répond-il, demandai-je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Voyelle plus il, elle,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ajoute-t-elle, demanda-t-il, pensa-t-on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Avec un nom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reprend le gérant, murmure Marilou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verbe passe toujours devant. Le trait d'union, seulement avec un pronom.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T DE LIAISON NE VEUT RIEN DIRE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sépare deux voyelles, et c'est tout ce qu'il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Ajoute-elle » est impossible à dire : la bouche bute. Le français glisse donc un t entre deux traits d'union, uniquement devant il, elle ou on, et uniquement quand le verbe finit par une voyelle.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Citer, ou raconter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PROMET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dit : « C'est dans le système.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mots exacts, et le lecteur a le droit d'y croire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dit que c'est dans le système.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contenu seulement, à votre façon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demande s'il en reste.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question rapportée passe par « si », jamais par « que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guillemets sont une promesse. Ne les mettez pas sur une phrase reconstruite.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Trois choses bougent en passant au rapporté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reviens » devient qu'elle revenait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922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temps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8209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présent devient l'imparfait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1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mot du temps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 devient le lendemain, hier devient la veille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664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Ce qui ne bouge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7563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sens, et lui seul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Ça fait quarante minutes », elle 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Ça fait quarante minutes », dit-elle.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L'ordre normal du français ne survit pas dans l'incise : le verbe passe devant, toujours, et le pronom s'y accroche par un trait d'union. C'est la seule inversion obligatoire du français ordinaire, avec la question.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incise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Placez l'incise après les paroles.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dit : « Ça fait quarante minutes.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ajoute : « C'est dans le système.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: « Est-ce qu'il en reste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gérant reprend : « Je vérifie.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pense : « Ça ne se peut pas.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Marilou murmure : « Écoute la fin.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incise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dit : « Ça fait quarante minutes.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Ça fait quarante minutes », dit-elle.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ajoute : « C'est dans le système.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C'est dans le système », ajoute-t-il.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: « Est-ce qu'il en reste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Est-ce qu'il en reste ? » demande-t-elle.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gérant reprend : « Je vérifie.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Je vérifie », reprend le gérant.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pense : « Ça ne se peut pas.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Ça ne se peut pas », pense-t-on.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Marilou murmure : « Écoute la fin.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Écoute la fin », murmure Marilou.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Mot pour mot, ou raconté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et dites si l'on cite ou si l'on rapporte.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me dit : « Monsieur, ça fait quarante minutes.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m'a dit que ça faisait quarante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lui réponds : « Madame, moi ça fait trente ans.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Ghyslaine m'a demandé si j'avais vu les trois œuvres.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Mot pour mot, ou raconté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me dit : « Monsieur, ça fait quarante minutes.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mot pour mot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m'a dit que ça faisait quarante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raconté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lui réponds : « Madame, moi ça fait trente ans.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mot pour mot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Ghyslaine m'a demandé si j'avais vu les trois œuvres.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raconté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Rapportez une phrase entendue cette semaine, des deux façons.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D'abord entre guillemets, avec une incise.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avec « que », en déplaçant le pronom et le temps.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