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Redistribuer les phrases de concession de D2 et les arguments de C4 : le compte rendu s'écrit avec les deux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 qui distingue ce texte d'un texte d'opinion : on rapporte l'avis de l'autre sans l'affaiblir en le rapportant.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la vraie règle du genre : celui qui ne se reconnaît pas dans le compte rendu ne revient pas à la réunion suivante. C'est une question pratique, pas morale.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structure vaut pour tout compte rendu de rencontre, quel qu'en soit l'objet.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exigences sont celles du module. Les faire cocher une à une avant l'envoi : c'est la grille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d'éthique de l'écrit, et point pratique : un compte rendu contesté est un compte rendu qu'il faut réécrire.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corrige le texte par l'assistant et permet de le déposer. En classe, faire relire par un pair avec la grille des huit exigences avant la correction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dernière du module. C'est la grille que l'élève emporte : six lignes, et elles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module. Les réponses valent d'être lues à voix haute à la fin : elles disent ce que seize séances ont réellement déposé.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compte rendu,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compte rendu qui ne garde que l'avis du gagnant n'est plus un compte rendu : c'est une affiche. Celui qui a perdu le vote doit s'y reconnaître.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compte rendu en trois paragraphes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honnêtement l'avis contraire, avec sa raison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concession, une mise en relief et deux connecteurs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maintenant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À qui écrit-on un compte rendu, et pourquoi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Aux gens qui étaient là, ou à ceux qui n'y étaient pas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qu'ils ont besoin de savoir en premier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quelqu'un ne se reconnaît pas dans le texte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écrit ce qu'on aurait aimé entendre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L'œuvre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quelle œuvre on a parlé, et ce qu'elle raconte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deux avis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vôtre et le contraire, chacun avec sa 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décision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décidé, et l'argument qui l'a emporté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Dix à quatorze phrases en tout. Un compte rendu long ne se lit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exigences, tirées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titre et le résumé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phrases, sans la fin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6486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63918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Votre avis annoncé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03854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trouvé, il m'a semblé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moment précis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quatrième nuit, il...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7357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374789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L'avis contraire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1256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rapporté avec sa raison, honnêtement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début soit lent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8228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485660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mise en relief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12127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m'a convaincue, c'est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connecteur qui annonce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quant à, en ce qui concerne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9099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" y="596531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connecteur qui ramasse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622998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somme, par conséquent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Gaétan n'était pas d'accord, mais il n'avait pas de raison.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Gaétan a fait valoir que le rire est contagieux dans une salle.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rapporte l'avis contraire en le vidant : personne ne se reconnaît là-dedans, et le compte rendu perd sa valeur de preuve. La seconde donne la raison telle qu'elle a été dite, et elle ne coûte rien à votre propre 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compte rendu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Dix à quatorze phrases, en trois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Paragraphe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d'envoyer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maintenant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EMPLOYEZ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sketch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l'ironie, la caricature, la chute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chanson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refrain, l'image, ce que reprend « ils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critique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fait, l'opinion, la nuance, la condition finale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désaccord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concession, puis votre position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refus poli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plus imparfait, puis le conditionnel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 écrit officiel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registre soutenu, et les connecteurs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direz autrement, la prochaine fois qu'on vous demandera votre avis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ce que vous ajouterez, pas seulement ce que vous éviterez.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