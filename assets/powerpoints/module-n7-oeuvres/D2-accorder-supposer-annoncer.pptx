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dense : trois points de langue et une lecture. Si le temps manque, sacrifier la lecture de la critique, qui se fait très bien à l'écran, et garder la concession et l'hypothèse.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sont ceux de la lettre de E2. Le deuxième est le plus technique : la nominalisation est la marque de la langue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clé : personne n'est contredit, et pourtant le refus est complet. C'est l'outil le plus courtois d'une réunion.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est la moitié de la leçon : la deuxième moitié de la phrase est celle qu'on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transformations à faire par écrit. La nominalisation revient dans toute lettre formelle : c'est un investissement, pas un caprice.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faute la plus reconnaissable du français, et elle se corrige en une leçon si on la nomme.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 sans note, c'est la limite : les libellés de gauche restent courts pour que rien ne se replie.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sortie de secours est aussi utile que la règle : un élève qui hésite doit avoir une phrase de rechange, pas un blanc.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Exercices `t3conc` et `t3si` du module, qui en comptent huit chacun. Les six d'ici couvrent les six formes ; le reste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`t3crit` du module, qui compte onze questions. Faire remarquer que la condition finale est la partie la plus utile de toute la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phrases entrent telles quelles dans l'exposé de E1 et dans le compte rendu de E2 : les faire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Accorder, supposer, annoncer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outils, et une réunion tient debout : la concession pour accorder, l'hypothèse pour déplacer sans attaquer, les connecteurs pour dire où l'on en 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j'en pense, et pourquoi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bien que » avec le subjonctif et « même si » avec l'indicatif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 adjectif en nom après « malgré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hypothèse avec « si » plus imparfait, puis conditionnel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quant à, autrement dit, en somme, par conséquent.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dit-on non sans dire non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Si le budget était plus grand, je proposerais l'humour. » Est-ce un non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 contredit dans cette phrase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est-ce plus facile à entendre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employé cette tournure sans le savoir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marqueurs, trois constructions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MARQUEUR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bien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subjonctif : bien que le film soit lent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même 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l'indicatif : même si le film est lent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malgré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: malgré sa lenteur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concession se place avant votre position, jamais après.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Transformer l'adjectif en nom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lenteur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longueur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prix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petit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petite taille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court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brièveté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difficile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difficulté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SI », L'IMPARFAIT. JAMAIS LE CONDITIONNEL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Si j'avais le temps, je viendrais » — et non « si j'aurais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conditionnel se tient de l'autre côté de la virgule. Il se fabrique avec le radical du futur et les terminaisons de l'imparfait : il y a toujours un r avant la terminaison. Le même temps sert à demander poliment : pourriez-vous, je voudrais, il faudrait.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qui tiennent une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ANNONCE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quant 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passe au point suivant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ce qui concerne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cadre l'aspect dont je vais parler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autrement 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redis la même chose plus simplement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somme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ramasse tout avant de conclure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 conséquent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tire la suite logique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cela 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nuance ce que je viens d'affirmer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Bien que le film est lent, il tient.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Bien que le film soit lent, il tient.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« bien que », l'indicatif n'existe pas. Si le subjonctif ne vient pas au moment de parler, changez de marqueur : « même s'il est lent » dit exactement la même chose et ne fait jamais de faute de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Accordez, puis maintenez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le marqueur demandé et la bonne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(bien que + être) ___ le début ___ lent, la deuxième heure tient.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(même si + coûter) ___ le billet ___ trente-quatre dollars, il entre au budget.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(malgré + nom) ___ sa ___, le film ne m'a jamais perdue.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(bien que + pouvoir) ___ on ___ regarder un film chez soi, une salle change l'écoute.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(si + imparfait) Si le budget ___ plus grand, je ___ l'humour.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(politesse) ___ -vous nous réserver dix places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Accordez, puis maintenez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(bien que + être) ___ le début ___ lent, la deuxième heure tient.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que le début soit lent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(même si + coûter) ___ le billet ___ trente-quatre dollars, il entre au budget.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Même si le billet coûte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(malgré + nom) ___ sa ___, le film ne m'a jamais perdue.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Malgré sa lenteur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(bien que + pouvoir) ___ on ___ regarder un film chez soi, une salle change l'écoute.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Bien qu'on puisse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(si + imparfait) Si le budget ___ plus grand, je ___ l'humour.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était, proposerais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(politesse) ___ -vous nous réserver dix places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critique du Courrier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Fait, opinion, ou nuance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dure une heure cinquante.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quart d'heure m'a paru interminable.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parole n'est échangée avant la douzième minute.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rythme demeure lent, la deuxième heure tient.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plus belle scène du film.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voir, mais pas un soir de fatigue.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critique du Courrier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dure une heure cinquante.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 : on peut vérifier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premier quart d'heure m'a paru interminable.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opinion, sans appui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parole n'est échangée avant la douzième minute.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fait, qui appuie l'opinion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le rythme demeure lent, la deuxième heure tient.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nuance : concession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plus belle scène du film.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opinion, la plus forte du texte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voir, mais pas un soir de fatigue.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recommandation, et sa condition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phrase de concession que vous emploierez jeudi.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Avec « bien que » et un subjonctif, ou « malgré » et un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Suivie de votre position, dans la même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Ce que j'en pense, et pourquoi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