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Distribuer les paroles sur papier. Les élèves doivent pouvoir souligner le refrain et entourer les répétitions : c'est un travail de crayon avant d'être un travail d'écran.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la compétence de lecture du niveau : trouver l'endroit exact, et non résumer l'impression générale.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classe trouve six ou sept objets. C'est peu, et c'est le point : une chanson dit beaucoup avec très peu de choses.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 refrain ne change pas d'un mot : c'est la définition d'un refrain, et c'est ce qui le rend repérable en dix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`t2img` du module. Les six objets sont concrets, et pourtant trois d'entre eux portent autre chose. Demander lesquels.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compter les répétitions avant de chercher le sens : la méthode y mène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deux premiers passages annoncent C3 et C4 ; le troisième reste ouvert et doit le rester.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`t2paroles` du module, qui compte onze questions. Six ici ; les cinq autres à l'écran. Exiger le passage exact, pas un résumé.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C'est le meilleur exercice du bloc : chaque élève est expert de sa langue, et la classe découvre que l'image existe partout, avec des objets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Aucune bonne réponse. Lire trois billets à voix haute au début de C3 : trois lectures différentes du même objet, et personne n'a tort.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paroles du « Troisième étage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chanson se lit comme un texte : d'abord sa structure, puis ce qui s'y filme, puis ce qui s'y répète.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la structure d'une chanson : couplet, refrain,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séparer ce qui se filme de ce qui ne se filme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les mots qui reviennent et se demander pourquoi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dans le texte le passage qui répond à une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voit-on dans cette chanson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cs-sur-la-mar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Faites la liste des choses qu'on pourrait filmer.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y en a-t-il en tout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beaucoup, pour une chanson de vingt lignes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n'est pas filmable, dans le refrain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structure, en cinq morceaux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Premier couplet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l'heure, la glace, les sacs, la rampe neuve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Refrain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l'escalier a des idées, et elle n'arrive jamais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Deuxième couplet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fenêtre, la boîte, les neuf promesses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Refrain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même, mot pour mot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seul vers de 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soir le sac est moins lourd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choses que la chanson nomme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l'escalier en colimaçon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couvert de glace, monté depuis le trottoir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deux sacs d'épicerie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sur une marche de béton enneigée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rampe neuve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boulonnée sur un escalier vieux et rouillé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fenêtre allumée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 troisième, vue d'en bas, un soir d'hiver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boîte de carton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fermée, seule dans le corridor, depuis neuf 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ruelle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étroite, la neige qui tourne dans le vent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RÉPÉTITION N'EST JAMAIS UN HASARD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une chanson de vingt lignes, un mot répété trois fois est le sujet réel.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Ici, le verbe « monter » revient trois fois dans le refrain seul, et le nombre « neuf » revient deux fois : neuf ans, neuf fois. Un mouvement qui recommence, une promesse qui se répète. Le titre lui-même est un étage.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passages, trois lectures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APPORTE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Ils ont refait la rampe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pronom sans référent : ceux qui décident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Tellement froid que j'oublie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degré et sa conséquence, travaillés en C4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sac est moins lourd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quelque chose a changé, et ce n'est pas le sac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dernier vers ne s'explique pas. Il déplace, et il s'arrête là.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Retrouvez le passage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Quel passage du texte répond à la question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donne l'heure et l'état de la rue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seule chose qui a été réparée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un pronom désigne-t-il des gens jamais nommés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vers donne une pensée à l'escalier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objet n'a pas bougé depuis neuf ans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vers final change quelque chose sans dire quoi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Retrouvez le passage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passage donne l'heure et l'état de la rue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est six heures moins dix, la rue est en glace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seule chose qui a été réparée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rampe est neuve, refaite en septembre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un pronom désigne-t-il des gens jamais nommés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ils ont refait la rampe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vers donne une pensée à l'escalier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troisième étage a des idées sur moi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objet n'a pas bougé depuis neuf ans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boîte de carton dans le corridor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vers final change quelque chose sans dire quoi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soir le sac est moins lourd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image de votre langue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une image de votre langue première et expliquez-la.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phrase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qu'elle montre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qu'elle veut dire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qu'elle marche en français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 objet de la chanson porte le plus de choses, selon vous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L'escalier, la rampe neuve, la boîte de carton, la fenêtre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pour dire pourquoi.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