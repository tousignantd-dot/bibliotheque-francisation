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lecture. Distribuer la transcription sur papier : les élèves doivent pouvoir souligner. L'exercice à l'écran vient après, pas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évite un malentendu fréquent : un spectacle entier peut être ironique sans un seul sarcasme, et c'est le cas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est la réponse : pour dire « le passage où il dit que la pièce est heureuse », il faut pouvoir y revenir. C'est ce que l'élève fera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repères valent pour tout texte humoristique, pas seulement pour celui-ci.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`t1proc` du module. Faire chercher dans l'extrait un exemple de chacun : cinq s'y trouvent, le sarcasme non. C'est la découverte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mot « sarcasme » est souvent employé par les élèves pour toute moquerie : la distinction se fait à la cible, pas au 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quatrième est le plus difficile à faire sentir : rien n'est impossible dans la phrase prise isolément, c'est le sérieux du ton qui la rend absurde.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compréhension, pas de grammaire. Rassurer : ce n'est pas un manque de vocabulaire, c'est une habitude de lecture qui s'acquiert.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`t1trans` du module, qui compte dix questions. Six suffisent en classe ; les quatre autres se font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regardent des émissions québécoises sans en saisir l'humour. Les réponses disent lesquelles, et ce sont de bonnes recommandations à faire circuler.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Cinq façons de faire rire, et leurs noms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Écrit, un sketch ne fait plus rire. C'est exactement ce qu'on cherche : sans le ton ni la salle, on voit enfin où le procédé se trouve.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la transcription d'un sketch et y repérer les procédés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l'ironie, le sarcasme, la caricature, le burlesque, l'absurde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ironie d'un sarcasme par sa cible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paroles rapportées dans un texte suivi.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écrire une chose qui se dit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perd en transcrivant un sketch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gagne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Peut-on citer un passage précis sans transcription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texte drôle se relit plusieurs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repères pour lire un sketch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ÇA SE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qui ne peut pas être vrai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presque toujours le lieu du procédé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changements de voix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deux-points, guillemets, il dit, je lui réponds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chute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dernière phrase, courte, jamais expliquée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Chercher dans cet ordre : le faux, les voix, puis la fin.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procédés, six définitions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l'ironie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le contraire de ce qu'on pense, et être compris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sarcasme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ironie qui vise quelqu'un et qui veut faire 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caricature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garder deux ou trois traits, et exagérer ceux-là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burlesque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rire par le corps, la chute, le geste maladroit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l'absurde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pousser une idée jusqu'où plus rien ne tient debout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l'autodérision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rire de soi avant que les autres n'en aient l'idée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L'IRONIE VISE UNE SITUATION, LE SARCASME VISE UNE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disent le contraire de ce qu'ils pensent. Seul le second cherche à blesser.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Réjean Cadorette est ironique d'un bout à l'autre et il n'est sarcastique nulle part : il ne s'en prend ni à la cliente, ni au gérant, ni à lui-même. Confondre les deux fait dire d'un humoriste doux qu'il est méchant.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passages, quatre procédés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J'adore ça, attendre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dit le contraire de ce qu'il pense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chemise bleue, un écran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garde trois traits du gérant et jette le reste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est heureuse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 une vie à une pièce d'entrepôt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Derrière la porte barrée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pousse l'idée jusqu'à l'impossible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vient de le dire, donc il le pense.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vient de le dire, et rien ne peut être vrai là-dedans.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l'erreur de Gaétan dans le dialogue, et elle est très commune chez qui apprend une langue : on s'accroche aux mots, parce que les mots sont ce qu'on a mis le plus d'efforts à comprendre. Le français écrit ne signale l'ironie par aucun signe.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le procédé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dans la transcription le passage qui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phrase dit le contraire de ce qu'il pense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donne-t-il le nom officiel d'une situation pénible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caricature le gérant en trois traits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fait-il d'une pièce une personne heureuse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exagération termine l'extrait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chute de la première histoire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le procédé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phrase dit le contraire de ce qu'il pense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j'adore ça, attendre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donne-t-il le nom officiel d'une situation pénible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appelle ça le service à la clientèle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caricature le gérant en trois traits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jeune homme très bien, très propre, une chemise bleue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fait-il d'une pièce une personne heureuse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est heureuse, dans le système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exagération termine l'extrait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au deuxième, derrière la porte barrée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chute de la première histoire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Madame, moi ça fait trente ans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 procédé que vous avez déjà vu dans une émission d'ici.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procédé, et l'émission ou le spectacle.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si vous vous en souvenez.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