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de vraies annonces : celles du babillard du centre, de l'épicerie du coin, de la bibliothèque de quartier. Le module marche beaucoup mieux avec du papier réel dans les 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piste porte la séance : personne ne lit une annonce en entier. On y cherche quatre choses, et le reste ne sert à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questions en six répliques : c'est quoi, ça commence quand, c'est à quelle heure. Faire compter par le groupe — c'est le plan de leur propre prise de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texte de compréhension écrite du défi : le laisser affiché pendant tout l'exercice suivant.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tableau a été coupé en deux : six rangées ne tiennent pas sur une diapositive projetée. La coupure sert aussi le sens — le cours d'un côté, la démarche de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Écrire la ligne d'horaire de l'annonce au tableau et l'entourer mot à mot : elle contient les trois emplois d'un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énoncé est celui qui fait tomber tout le monde la première fois. Le garder pour la fin et le faire relever dans le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L'étape 4 est la plus utile : beaucoup d'annonces réelles ne disent pas tout, et c'est précisément ce qui oblige à téléphoner — la séance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Corriger surtout les trois prépositions : c'est le seul point de langue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L'annonce sur le babillard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Trouver dans une petite annonce ce qu'on cherche vraiment : quoi, quand, à quelle heure, où.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m'inscris au cours de français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la date, l'heure et le lieu dans une annonce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à, de… à, du… au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horaire de cours à voix haute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question quand l'annonce ne dit pas tout.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voyez cette annonce. Qu'est-ce que vous cherchez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lisez tout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regardez d'abord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manque le plus souvent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faites si le papier ne le dit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Marco montre le papier à Yara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comptez les questions de Yara.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248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MARCO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7507" y="2322576"/>
            <a:ext cx="89186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Yara, regarde ce papier. C'est pour toi.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2248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7507" y="2982976"/>
            <a:ext cx="89186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quoi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2248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MARCO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7507" y="3643376"/>
            <a:ext cx="89186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annonce. Un cours de français, au Centre Delorme.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2248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7507" y="4303775"/>
            <a:ext cx="89186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commence quand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2248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MARCO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7507" y="4964176"/>
            <a:ext cx="89186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7 septembre. Et ça finit le 11 décembre.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2248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57507" y="5624576"/>
            <a:ext cx="891861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c'est à quelle heure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L'annonce du Centre Delorme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Cours de français, niveau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groupe du matin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Du 7 septembre au 11 décembre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trois mois de cours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Du lundi au vendredi, 8 h 30 à 12 h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cinq matins par semaine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Local 214, deuxième étage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où on va le premier jour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Quatre lignes. Tout le reste de l'annonce est du décor.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 ·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l'inscription, elle, se passe ailleurs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Inscription du 24 au 28 août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 le début du cours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De 9 h à 15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heures d'ouverture du bureau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Local 005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secrétariat, au rez-de-chaussée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Apporter une pièce d'identité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sans elle, on repart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Deux locaux, deux dates : celles du cours et celles de l'inscription.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À, DE… À, DU… AU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petits mots portent toute la ligne d'horaire.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&lt;b&gt;À&lt;/b&gt; pour une seule heure : le cours commence &lt;b&gt;à&lt;/b&gt; 8 h 30. &lt;b&gt;De… à&lt;/b&gt; pour une durée : &lt;b&gt;de&lt;/b&gt; 8 h 30 &lt;b&gt;à&lt;/b&gt; 12 h 30. &lt;b&gt;Du… au&lt;/b&gt; pour deux jours ou deux dates : &lt;b&gt;du&lt;/b&gt; lundi &lt;b&gt;au&lt;/b&gt; vendredi, &lt;b&gt;du&lt;/b&gt; 24 &lt;b&gt;au&lt;/b&gt; 28 août.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faux, d'après l'annonce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le tableau,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finit le 11 décembre.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est le samedi.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dure quatre heures par jour.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s'inscrit dans le local du cours.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apporter une pièce d'identité.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faux, d'après l'annonce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finit le 11 décembre.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est le samedi.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du lundi au vendredi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dure quatre heures par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 - de 8 h 30 à 12 h 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s'inscrit dans le local du cours.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au local 005, pas au 214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apporter une pièce d'identité.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AVEC DE VRAIES ANNONCES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choses, pas une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minutes, avec les annonces apportées en classe.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l'horaire de votre propre cours, en une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cours est du lundi au vendredi.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commence à 8 h 30.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est de 8 h 30 à 12 h 30.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Je m'inscris au cours de français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