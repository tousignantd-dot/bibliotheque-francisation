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papier. Photocopier un vrai formulaire vierge pour chacun — inscription, bibliothèque, carte de la ville. Rien ne remplace une feuille qu'on remplit pour de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est la vraie : beaucoup laissent une case vide plutôt que de demander, et le dossier s'arrête là. C'est ce que la séance vient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mot, un mot, cinq mots. Faire compter par le groupe : au comptoir, une réponse courte est une réponse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répliques, et le mot le plus difficile du module se règle. Faire remarquer que Yara vérifie avant d'écrire, pas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remplir les quatre premières cases du vrai formulaire pendant que la diapositive est affichée.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tableau a été coupé en deux : sept rangées ne tiennent pas sur une diapositive projetée.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par chaque élève. Elle vaut pour toute la vie administrative, pas seulement pour ce formulaire.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énoncés, faits à l'oral d'abord, puis écrits sur le vrai formulaire.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de la séance. Passer dans les rangées : les cases entourées disent exactement quels mots manquent au groupe, et elles ne sont jamais les mêmes d'une classe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Ceux qui l'ont écrit une fois le refont ensuite de mémoire, et c'est tout l'enjeu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Case par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Comprendre chaque case d'un formulaire et écrire dedans la bonne réponse.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sept cases du formulaire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la bonne réponse dans chaque case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mot « scolarité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« c'est quoi, cette case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Regardez ce formulaire. Quelle case vous fait hésiter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cases est-ce que vous comprenez tout de suite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la plus difficile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faites quand vous ne comprenez pas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laissez la case vide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nom, le prénom, la naissance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comptez les mots de chaque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2338" y="23225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nom de famille, s'il vous plaît.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2338" y="29829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Haddad.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2338" y="36433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votre prénom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2338" y="4303775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2338" y="49641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date de naissance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2338" y="56245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7 mars 1994.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case qu'on ne comprend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2338" y="1901952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d'années d'école, dans votre pays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2338" y="2651252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Onze ans. Je mets onze dans la case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2338" y="3400551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onze. C'est la case « scolarité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cases,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 DEDANS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Nom de famille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HADDAD — en lettres majuscules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Prénom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Yara — une majuscule, puis des petites lettres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Date de naissance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1994-03-07 — année, mois, jour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Adresse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3420, rue Papineau, Montréal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case, une réponse. Jamais deux choses dans la même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les trois dernières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 DEDANS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Téléphone et courriel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dix chiffres, puis son adresse de messages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Scolarité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11 — le nombre d'années d'école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Signature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nom écrit à la main, au bas de la page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formulaire sans signature n'est pas accepté.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C'EST QUOI, CETTE CASE ?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qui débloquent tout le formulaire.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case vide arrête le dossier entier. Une question de quatre mots le débloque. La personne au comptoir répond à celle-là dix fois par jour : elle ne se fâche jamais, et elle a l'habitude d'expliquer avec d'autres mots.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quelle case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le nom de la case pour chaque renseignement.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HADDAD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1994-03-07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3420, rue Papineau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nom écrit à la main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quelle case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HADDAD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nom de famille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1994-03-07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date de naissance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3420, rue Papineau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adresse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scolarité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nom écrit à la main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signature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AVEC UN VRAI FORMULAIRE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Remplissez le vôtre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Vingt-cinq minutes. Chacun remplit sa propre feuille.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mettez dans les sept cases de votre formulaire.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 de famille :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Date de naissance :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Scolarité : … années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