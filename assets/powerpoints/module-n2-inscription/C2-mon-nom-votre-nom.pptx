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langue et de vérification. Reprendre les formulaires remplis en C1 : c'est sur eux qu'on travaille aujourd'hui, pas sur des feuilles neuves.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deuxième piste porte toute la séance. La troisième fait rire, et la quatrième donne la raison : deux voyelles collées se disent mal, c'est tout.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jouer les quatre lignes à deux, en changeant de rôle à mi-chemin : le passage de votre à mon s'entend tout seul.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Insister sur le dernier point : c'est la seule bonne nouvelle de la leçon, et elle enlève la moitié du travail.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les deux versions à voix haute. La fausse est physiquement désagréable à prononcer, et c'est le meilleur argument.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Cinq énoncés. Les faire lire à deux voix, la secrétaire et l'élève : la réponse vient presque toute seule quand le rôle est clair.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Ici, c'est la secrétaire qui demande la vérification — mais l'élève doit savoir la demander lui-même quand elle ne le fait pas. Le dire explicitement au groupe.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Dernière règle du défi 2, et la plus concrète : elle vaut pour le bail, la banque et la clinique.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L'étape 3 est à préparer discrètement avec les B. C'est le seul moyen de faire vraiment employer la correction, et le groupe s'en souvient.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court. C'est aussi le brouillon de la production écrite de la séance E1 : le dire au groupe pour que le travail serve deux fois.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C2  ·  MODULE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Mon nom, votre nom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Répondre au comptoir avec le bon petit mot, puis vérifier avant de signer.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Je m'inscris au cours de français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Je m'inscris au cours de français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votre et vos quand on demande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mon, ma et mes quand on répond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mon adresse, jamais « ma adresse »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vérifier ce qui est écrit avant de signer.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Je m'inscris au cours de français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RENVERSEMENT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La secrétaire dit « votre nom ». Vous répondez comment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vous répétez le mot « votre »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change quand c'est vous qui parlez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qu'on dit « ma adresse »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Pourquoi est-ce que ça se dit mal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Je m'inscris au cours de français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personnes, deux séries de mots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SECRÉTAIRE DEMANDE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VOUS RÉPONDEZ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Votre nom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Mon nom, c'est Haddad.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Votre adresse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Mon adresse, c'est rue Papineau.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Votre rue 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Ma rue, c'est Papineau.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Vos papiers 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Voici mes papiers.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renseignement ne change pas. Seul le petit mot devant change.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Je m'inscris au cours de français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MON, MA, MES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formes seulement, et c'est le mot qui suit qui décide.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&lt;b&gt;Mon&lt;/b&gt; devant un mot masculin : mon nom, mon prénom, mon courriel. &lt;b&gt;Ma&lt;/b&gt; devant un mot féminin : ma rue, ma signature. &lt;b&gt;Mes&lt;/b&gt; devant plusieurs choses : mes papiers. Et &lt;b&gt;votre&lt;/b&gt; ne change jamais au singulier, masculin ou féminin.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Je m'inscris au cours de français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PIÈGE DU JOUR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ma adresse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mon adresse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Adresse est un mot féminin, mais il commence par une voyelle. Devant &lt;b&gt;a, e, i, o, u&lt;/b&gt;, le féminin prend &lt;b&gt;mon&lt;/b&gt; : mon adresse, mon école, mon inscription. La raison est simple — deux voyelles collées se disent mal, et le français les évite partout.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Je m'inscris au cours de français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Mon, ma, mes, votre ou vos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chaque réplique du comptoir.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___ nom de famille, s'il vous plaît. 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___ nom de famille, c'est Haddad.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___ date de naissance ? 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Voici ___ papiers, madame. 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___ adresse, c'est 3420, rue Papineau. »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Je m'inscris au cours de français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Mon, ma, mes, votre ou vos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___ nom de famille, s'il vous plaît.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votre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___ nom de famille, c'est Haddad.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mon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___ date de naissance ?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votre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Voici ___ papiers, madame.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mes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___ adresse, c'est 3420, rue Papineau.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mon - devant une voyelle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Je m'inscris au cours de français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DIALOGUE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C'est bien écrit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Écoutez, puis dites qui vérifie.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253965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B45309"/>
                </a:solidFill>
                <a:latin typeface="Verdana"/>
              </a:rPr>
              <a:t>MME BOURGEOIS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2338" y="2322576"/>
            <a:ext cx="760378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Merci. Et votre rue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072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071876"/>
            <a:ext cx="253965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B45309"/>
                </a:solidFill>
                <a:latin typeface="Verdana"/>
              </a:rPr>
              <a:t>YARA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2338" y="3071876"/>
            <a:ext cx="760378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Papineau. P, A, P, I, N, E, A, U.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6565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821175"/>
            <a:ext cx="253965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B45309"/>
                </a:solidFill>
                <a:latin typeface="Verdana"/>
              </a:rPr>
              <a:t>MME BOURGEOIS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2338" y="3821175"/>
            <a:ext cx="760378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Papineau. C'est bien écrit 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4058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4570475"/>
            <a:ext cx="253965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B45309"/>
                </a:solidFill>
                <a:latin typeface="Verdana"/>
              </a:rPr>
              <a:t>YARA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2338" y="4570475"/>
            <a:ext cx="760378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Oui, c'est ça. Merci, madame.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Je m'inscris au cours de français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AVANT DE SIGNER, ON REGARDE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secondes maintenant, ou une semaine plus tard.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On relit son nom, sa date de naissance et son adresse. Une lettre de travers dans un dossier se corrige par une demande écrite, et ça prend des semaines. « C'est bien écrit ? » et « Vous pouvez me le montrer ? » sont les deux phrases à retenir.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Je m'inscris au cours de français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À DEUX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comptoir en entier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Vingt minutes. On joue l'inscription du début à la fin.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Je m'inscris au cours de français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cinq phrases avec mon, ma ou mes, en pensant à votre formulaire.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Mon nom de famille, c'est…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Ma date de naissance, c'est le…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429504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5584952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Mon adresse, c'est…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Je m'inscris au cours de français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