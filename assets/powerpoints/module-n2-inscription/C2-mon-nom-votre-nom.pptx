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et de vérification. Reprendre les formulaires remplis en C1 : c'est sur eux qu'on travaille aujourd'hui, pas sur des feuilles neuves.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porte toute la séance. La troisième fait rire, et la quatrième donne la raison : deux voyelles collées se disent mal, c'est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en changeant de rôle à mi-chemin : le passage de votre à mon s'entend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le dernier point : c'est la seule bonne nouvelle de la leçon, et elle enlève la moitié du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versions à voix haute. La fausse est physiquement désagréable à prononcer, et c'est le meilleur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énoncés. Les faire lire à deux voix, la secrétaire et l'élève : la réponse vient presque toute seule quand le rôle est clair.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Ici, c'est la secrétaire qui demande la vérification — mais l'élève doit savoir la demander lui-même quand elle ne le fait pas. Le dire explicitement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Dernière règle du défi 2, et la plus concrète : elle vaut pour le bail, la banque et la clinique.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L'étape 3 est à préparer discrètement avec les B. C'est le seul moyen de faire vraiment employer la correction, et le groupe s'en souvient.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C'est aussi le brouillon de la production écrite de la séance E1 : le dire au groupe pour que le travail serve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Mon nom, votre nom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Répondre au comptoir avec le bon petit mot, puis vérifier avant de signer.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votre et vos quand on demande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 et mes quand on répond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mon adresse, jamais « ma adresse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ce qui est écrit avant de signer.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RENVERSEMENT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La secrétaire dit « votre nom ». Vous répondez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répétez le mot « votre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quand c'est vous qui parlez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dit « ma adresse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est-ce que ça se dit mal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personnes, deux séries de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SECRÉTAIRE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RÉPONDEZ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nom, c'est Haddad.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adresse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adresse, c'est rue Papineau.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rue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 rue, c'est Papineau.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papiers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Voici mes papiers.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renseignement ne change pas. Seul le petit mot devant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MON, MA,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formes seulement, et c'est le mot qui suit qui décide.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Mon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un mot masculin : mon nom, mon prénom, mon courriel.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un mot féminin : ma rue, ma signature.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plusieurs choses : mes papiers.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votre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ne change jamais au singulier, masculin ou féminin.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ma adresse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mon adresse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Adresse est un mot féminin, mais il commence par une voyelle. Devant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a, e, i, o, 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le féminin prend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mon adresse, mon école, mon inscription. La raison est simple — deux voyelles collées se disent mal, et le français les évite partout.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réplique du comptoir.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s'il vous plaît.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c'est Haddad.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date de naissance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Voici ___ papiers, madame.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adresse, c'est 3420, rue Papineau.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s'il vous plaît.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nom de famille, c'est Haddad.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date de naissance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Voici ___ papiers, madame.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___ adresse, c'est 3420, rue Papineau.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 - devant une voyelle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bien 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qui vérifie.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2338" y="23225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votre rue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338" y="30718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Papineau. P, A, P, I, N, E, A, 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2338" y="38211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Papineau. C'est bien écrit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2338" y="45704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c'est ça. Merci, madame.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AVANT DE SIGNER, ON REGARDE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secondes maintenant, ou une semaine plus tard.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relit son nom, sa date de naissance et son adresse. Une lettre de travers dans un dossier se corrige par une demande écrite, et ça prend des semaines. « C'est bien écrit ? » et « Vous pouvez me le montrer ? » sont les deux phrases à retenir.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comptoir en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On joue l'inscription du début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avec mon, ma ou mes, en pensant à votre formulaire.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nom de famille, c'est…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 date de naissance, c'est le…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adresse, c'est…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