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Poser les six questions au groupe avant d'ouvrir la moindre diapositive, et voir lesquelles sont déjà comprises. C'est souvent plus que ce qu'on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au tableau ce que le groupe donne. La liste ressemble presque toujours aux six questions du module : le savoir est là, il manque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en changeant de rôle à mi-chemin.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clairement au groupe : inutile de tendre l'oreille, il faut connaitre le genre du mot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au tableau les mots que le groupe apporte : la liste vaut plus quand elle est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énoncés, faits à l'oral d'abord. Rappeler à chaque erreur que c'est le mot qui suit qui décide, jamais la personne à qui on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élève. C'est un énoncé à mémoriser du programme, et il vaut pour toutes les situations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3 se prépare : demander à A d'aller vraiment vite une fois. C'est le seul moyen de faire employer « pouvez-vous répéter »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Ceux qui le font arrivent au défi 2 avec leurs réponses déjà prêtes, ce qui change complètement la séance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 est votre nom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Reconnaitre les six questions du comptoir et y répondre en trois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reconnaitre les six questions de l'inscription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en trois ou quatre mots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quel devant un mot masculin, quelle devant un féminin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au lieu de rester muet.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qu'on vous demande à un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question, toujours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questions en tout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difficile à comprendre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répond quand on n'a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six réponses courtes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VOUS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est votre nom de famille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Haddad.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est votre prénom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Yara.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7 mars 1994.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votre adresse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3420, rue Papineau.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ou quatre mots suffisent. Une phrase entière n'est pas plus juste.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QUEL OU QUELLE : LA DIFFÉRENCE NE S'ENTEND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se disent « kèl ». Seule l'écriture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&lt;b&gt;quel&lt;/b&gt; devant un mot masculin — nom, prénom, courriel, numéro — et &lt;b&gt;quelle&lt;/b&gt; devant un mot féminin — adresse, date, ville, scolarité. À l'oral, il n'y a rien à choisir : c'est un savoir d'écriture, pas d'oreille.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MOTS DU FORMULAIRE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d'un côté, féminin de l'autre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Masculin — quel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· le prénom · le courriel · le numéro · le 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Féminin — quelle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l'adresse · la date · la ville · la scolarité · la signature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nom de famille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prénom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date de naissance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numéro de téléphone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scolarité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nom de famille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adresse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prénom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date de naissance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numéro de téléphone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scolarité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POUVEZ-VOUS RÉPÉTER, S'IL VOUS PLAÎT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qui débloque tout le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mal entendue ne se devine pas. La faire répéter prend deux secondes ; la personne au comptoir répète toute la journée. Rester muet, au contraire, arrête la démarche.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deux par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On échange les rôles à mi-chemin.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questions de l'inscription, et votre réponse à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 est votre nom de famille ? —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Quelle est votre adresse ? —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Quelle est votre date de naissance ? —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