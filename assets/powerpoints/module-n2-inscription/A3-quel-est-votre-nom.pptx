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d'écoute. Poser les six questions au groupe avant d'ouvrir la moindre diapositive, et voir lesquelles sont déjà comprises. C'est souvent plus que ce qu'on croit.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Noter au tableau ce que le groupe donne. La liste ressemble presque toujours aux six questions du module : le savoir est là, il manque les mots.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jouer les quatre lignes à deux, en changeant de rôle à mi-chemin.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dire clairement au groupe : inutile de tendre l'oreille, il faut connaitre le genre du mot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ajouter au tableau les mots que le groupe apporte : la liste vaut plus quand elle est la sienne.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énoncés, faits à l'oral d'abord. Rappeler à chaque erreur que c'est le mot qui suit qui décide, jamais la personne à qui on parle.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la phrase par chaque élève. C'est un énoncé à mémoriser du programme, et il vaut pour toutes les situations du niveau.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L'étape 3 se prépare : demander à A d'aller vraiment vite une fois. C'est le seul moyen de faire employer « pouvez-vous répéter » pour de bon.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Ceux qui le font arrivent au défi 2 avec leurs réponses déjà prêtes, ce qui change complètement la séance C1.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Quel est votre nom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026668"/>
          </a:xfrm>
          <a:prstGeom prst="roundRect">
            <a:avLst>
              <a:gd name="adj" fmla="val 1425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4140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Reconnaitre les six questions du comptoir et y répondre en trois mots.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Je m'inscris au cours de français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reconnaitre les six questions de l'inscription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répondre en trois ou quatre mots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quel devant un mot masculin, quelle devant un féminin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au lieu de rester muet.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Qu'est-ce qu'on vous demande à un comptoir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est la première question, toujours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questions en tout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difficile à comprendre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répond quand on n'a pas compris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questions, six réponses courtes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932176"/>
          </a:xfrm>
          <a:prstGeom prst="roundRect">
            <a:avLst>
              <a:gd name="adj" fmla="val 498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VOUS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VOUS RÉPONDEZ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est votre nom de famille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Haddad.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7368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0169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 est votre prénom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0169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Yara.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27964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07664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est votre date de naissance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07664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Le 7 mars 1994.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Quelle est votre adresse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0D7A6F"/>
                </a:solidFill>
                <a:latin typeface="Verdana"/>
              </a:rPr>
              <a:t>3420, rue Papineau.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0432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236464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ou quatre mots suffisent. Une phrase entière n'est pas plus juste.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QUEL OU QUELLE : LA DIFFÉRENCE NE S'ENTEND PAS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se disent « kèl ». Seule l'écriture 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On écrit &lt;b&gt;quel&lt;/b&gt; devant un mot masculin — nom, prénom, courriel, numéro — et &lt;b&gt;quelle&lt;/b&gt; devant un mot féminin — adresse, date, ville, scolarité. À l'oral, il n'y a rien à choisir : c'est un savoir d'écriture, pas d'oreille.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LES MOTS DU FORMULAIRE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Masculin d'un côté, féminin de l'autre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Masculin — quel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nom · le prénom · le courriel · le numéro · le cours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Féminin — quelle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l'adresse · la date · la ville · la scolarité · la signature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ou quelle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question.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nom de famille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adresse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prénom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date de naissance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numéro de téléphone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scolarité 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ou quelle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nom de famille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adresse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prénom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date de naissance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numéro de téléphone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est votre scolarité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« POUVEZ-VOUS RÉPÉTER, S'IL VOUS PLAÎT ?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phrase qui débloque tout le reste.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question mal entendue ne se devine pas. La faire répéter prend deux secondes ; la personne au comptoir répète toute la journée. Rester muet, au contraire, arrête la démarche.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AU COMPTOIR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questions, deux par deux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Vingt minutes. On échange les rôles à mi-chemin.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six questions de l'inscription, et votre réponse à chacune.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 est votre nom de famille ? — 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Quelle est votre adresse ? —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Quelle est votre date de naissance ? — 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m'inscris au cours de français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