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ouvre la séance : noter au tableau ce que le groupe dit — c'est le plan de la production orale, et il vient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Elle ne définit pas : elle pose une question. C'est la meilleure façon d'expliquer un mot à un débutant, et elle est à portée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le vouvoiement : c'est ce que la correction en ligne regarde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tient madame Bourgeois : une case à la fois, et elle répète sans s'impatienter quand on le lui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vouvoiement doit tenir du début à la fin.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cadre reprend le billet de sortie de C2 : ceux qui l'ont fait n'ont qu'à le recopier et l'améliorer.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au cours suivant qui l'a fait et ce qu'on lui a répondu : c'est la seule évaluation qui compte vraiment pour cette situation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S'inscrire au comptoir de vive voix, puis écrire pour demander une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pourquoi on vient, en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épeler son nom lentement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ses renseignements case par case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 trois à cinq phrases pour demander une place.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personne s'inscrit pour la première fois. Qu'est-ce qui l'arrête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n'avez pas compris, votre première fois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case vous a arrêté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a aidé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diriez à quelqu'un qui arrive demain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Yara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comment Yara explique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HAMID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6742" y="2322576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Yara, je ne comprends pas cette case.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6742" y="2982976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? Montre-moi.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HAMID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6742" y="3643376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Ici. « Scolarité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6742" y="4303775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nombre d'années d'école. Toi, tu as fait combien d'années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HAMID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6742" y="4964176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Neuf ans.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1940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6742" y="5624576"/>
            <a:ext cx="8949385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tu écris neuf. Dans la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m'inscrire.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A1 - la phrase qui ouvre la porte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H, A, deux D, A, 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A2 - épeler son nom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7 septembre au 11 décembre.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B2 - lire et noter une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nom, c'est Haddad.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C2 - mon, ma, 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de neuf dans cette colonne : le module entier tient en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RÉPONDRE, C'EST DIRE UNE CHOSE À LA FOIS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case, et le formulaire se remplit.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Haddad. » « Yara. » « Le 7 mars 1994. » « 3420, rue Papineau. » Quatre réponses, quatre cases, et personne n'a besoin d'une phrase complète. Ce qui compte, c'est de s'arrêter et d'attendre la question suivante.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téléphone au sujet de l'annonce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ne dit ni la date, ni l'heure, ni le local. Vous appelez.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remplis mon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 au comptoir, avec une feuille vide et un stylo.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Comment ça s'écrit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secrétaire ne sait pas écrire votre nom. Vous l'épelez.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Inscrivez-vous au comptoir du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Écrivez au secrétariat pour demander une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une personne que vous ne connaissez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demandez au secrétariat de votre centre un renseignement,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Bonjour. Le cours finit quand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quoi, cette case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bien écrit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