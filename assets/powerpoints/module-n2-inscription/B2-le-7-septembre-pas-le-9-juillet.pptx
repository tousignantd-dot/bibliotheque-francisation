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d'écriture. Prévoir du papier et un crayon pour chacun dès le début : la moitié de la séance se passe à écrire, pas à écouter.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groupe se sépare toujours en deux sur la première piste, et c'est exactement le but. La quatrième ouvre une discussion utile : plusieurs pays écrivent le mois en premier.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écrire la date du jour dans les trois formes, sur une seule ligne du cahier.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lectures au tableau, l'une sous l'autre, et laisser le groupe trancher avant de donner la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Les faire réciter en chœur trois fois dans la séance : la liste doit être automatique.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dates. Faire dire la date à voix haute avant de l'écrire : l'erreur s'entend avant de se voir.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stratégie centrale du défi 1, et elle vaut pour toutes les situations écrites du niveau.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deuxième réplique de Yara : elle redit la date avant de poser sa question suivante. C'est ce qui l'empêche de se tromper.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la fiche en regardant l'annonce projetée, puis relire une fois. Ramasser les fiches : les erreurs de chiffre se voient d'un coup d'œil et se corrigent en trente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court, et le plus utile du module : c'est exactement ce qu'on leur demandera d'écrire dans une case, à la séance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7 septembre, pas le 9 juillet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Lire une date écrite en chiffres, puis prendre une annonce en note en quatre lignes.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Je m'inscris au cours de français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une date écrite avec des barres ou des traits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douze mois dans l'ordre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sa date de naissance dans la forme des formulaires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prendre une annonce en note en quatre lignes.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07/09/2026 — c'est quel jour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c'est en juillet ou en septembre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on fait pour être sûr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nombre ne dépasse jamais 12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dans votre pays, on écrit comment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écritures, un seul jour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COMMENT C'EST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COMMENT ÇA SE LIT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7 septembre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en toutes lettres — la plus claire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07/09/2026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jour, mois, année — les reçus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2026-09-07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année, mois, jour — les formulaires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nombre du milieu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c'est toujours le mois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mois ne dépasse jamais 12. C'est le seul repère nécessaire.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JOUR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07/09, c'est le 9 juillet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le 7 septembre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cette écriture, au Québec, le premier nombre est le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jour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et le deuxième est le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mois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. C'est l'inverse de l'habitude américaine, et l'erreur coûte deux mois : on se présente le mauvais jour, à la mauvaise saison.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douze mois et leur numéro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01 À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07 À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janvier, février, mars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juillet, août, septembre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avril, mai, juin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octobre, novembre, décembre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pas de majuscule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pas de majuscule non plus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On écrit le 7 septembre, jamais « le 7 Septembre ».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mois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Lisez la date, puis écrivez le mois en lettres.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07/09/2026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2026-12-11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24/08/2026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1994-03-07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05/01/2027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2026-10-02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mois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07/09/2026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7 septembre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2026-12-11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11 décembre 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24/08/2026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24 août 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1994-03-07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7 mars 1994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05/01/2027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5 janvier 2027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2026-10-02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2 octobre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PRENDRE EN NOTE, C'EST ÉCRIRE QUATRE CHOSES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Quoi, quand, à quelle heure, où. Rien d'autre.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ne recopie jamais une annonce : personne ne relit un paragraphe. Quatre lignes se relisent en dix secondes, dans l'autobus. Et les chiffres se copient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en regardant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l'annonce, jamais de mémoire.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l'annonce ne disait pas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dites ce que Yara écrit pendant l'appel.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539650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YARA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2338" y="2322576"/>
            <a:ext cx="7603788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L'inscription, c'est quel jour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18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2982976"/>
            <a:ext cx="2539650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MME BOURGEOIS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2338" y="2982976"/>
            <a:ext cx="7603788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Du 24 au 28 août, de 9 h à 15 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78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643376"/>
            <a:ext cx="2539650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YARA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2338" y="3643376"/>
            <a:ext cx="7603788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Du 24 au 28 août. Et c'est où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139183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303775"/>
            <a:ext cx="2539650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MME BOURGEOIS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2338" y="4303775"/>
            <a:ext cx="7603788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 local 005, au rez-de-chaussée.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995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4964176"/>
            <a:ext cx="2539650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YARA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2338" y="4964176"/>
            <a:ext cx="7603788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J'apporte quelque chose 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59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" y="5624576"/>
            <a:ext cx="2539650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MME BOURGEOIS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2338" y="5624576"/>
            <a:ext cx="7603788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pièce d'identité. C'est tout.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Ma fiche de notes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Quinze minutes. Quatre lignes, pas une de plus.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Heure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votre date de naissance dans les trois formes, sur une seule ligne.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7 mars 1994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07/03/1994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1994-03-07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m'inscris au cours de français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