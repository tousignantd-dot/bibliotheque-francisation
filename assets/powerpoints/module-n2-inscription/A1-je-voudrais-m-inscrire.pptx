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diapositive : demander à chacun s'il se souvient du jour de sa propre inscription, et qui l'accompagnait. Presque personne n'y est allé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le mot « secrétariat » avant de le donner. La quatrième piste ouvre toujours le groupe : chacun raconte le papier qui lui a manqué.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La première réplique est la phrase la plus utile du module : la faire répéter par chacun, debout,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une démarche qui devient possible. Faire remarquer que Yara dit qu'elle ne comprend pas — elle ne fait pas semblant.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à deux, debout, avant de passer au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élève, un par un, à voix haute. C'est la phrase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de vraies feuilles : un formulaire vierge du centre, ou une photocopie. Le papier dans la main change complètement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l'article avec le mot : c'est là qu'il s'apprend, et le corriger plus tard coûte trois fois plus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 m'inscrire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ce qu'il y a sur un comptoir de secrétariat et dire pourquoi on vient.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cinq choses du secrétariat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pourquoi on vient, en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mot « case » et le mot « formulaire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quand ça va trop vite.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cette photo a été prise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secretari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le comptoir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vient faire ici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Vous, qu'est-ce que vous avez apporté le premier jour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Yara pousse la porte du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2338" y="2322576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m'inscrire au cours de français.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338" y="3071876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êtes au bon endroit. C'est ici, le secrétariat.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338" y="3821175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possible aujourd'hui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2338" y="4570475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Voici le formulaire d'inscription.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 beaucoup de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2338" y="1901952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beaucoup de cases…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2338" y="2651252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les remplit ensemble. Une case à la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2338" y="3400551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Merci beaucoup, madame.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2338" y="4149851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Asseyez-vous. On commence par votre nom.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Yara, ce que répond la secrétaire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YARA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MADAME BOURGEOIS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m'inscrire.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Vous êtes au bon endroit.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possible aujourd'hui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Oui. Voici le formulaire.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beaucoup de cases…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case à la fois.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beaucoup, madame.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commence par votre nom.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Yara dit une chose à la fois. La secrétaire répond une chose à la fois.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secrétariat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017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8711" y="2121408"/>
            <a:ext cx="78502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fait pour entrer dans un cours.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2017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8711" y="3106674"/>
            <a:ext cx="78502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feuille avec des cases vides à remplir.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2017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711" y="4091939"/>
            <a:ext cx="78502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espace vide où on écrit une seule réponse.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2017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711" y="5077205"/>
            <a:ext cx="78502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 du centre où on donne ses papiers.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JE VOUDRAIS M'INSCRIRE AU COURS DE FRANÇAIS.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seule phrase, et la porte s'ouvre.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d'abord &lt;b&gt;bonjour&lt;/b&gt;, puis ce qu'on veut, puis on attend. Personne n'a besoin de plus. « Je voudrais » est plus poli que « je veux », et c'est la forme qu'on entend partout au comptoir.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Yara veut s'inscrire au cours de français.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Bourgeois dit que c'est le mauvais endroit.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formulaire a beaucoup de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Yara remplit le formulaire toute seule.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Yara veut s'inscrire au cours de français.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Bourgeois dit que c'est le mauvais endroit.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 est au bon endroit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formulaire a beaucoup de cases.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Yara remplit le formulaire toute seule.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elles le remplissent ensemble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AU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minutes. Un élève au comptoir, l'autre derrière.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direz au comptoir, et le nom de trois choses du secrétariat.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voudrais m'inscrire au cours de français.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formulaire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secrétariat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