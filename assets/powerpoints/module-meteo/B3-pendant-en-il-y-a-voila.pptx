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au tableau et demander la différence. Personne ne la trouvera tout de suite : c'est une des distinctions les plus fines du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Voilà » est du français parlé courant au Québec. Le signaler : les élèves l'entendront et ne le trouveront pas dans leur méthode.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de la séance. Faire produire deux phrases sur la même tâche, avec chacune des deux prépositions.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donne le cas simple. Commencer par lui : il couvre la moitié des emplois.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Tracer une ligne du temps au tableau avec « aujourd'hui » au milieu. Placer « il y a » à gauche et « dans » à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accepte les deux : « en deux heures » dit qu'il a fini, « pendant deux heures » dit combien de temps il y a travaillé.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est le seul au futur. Le faire repérer avant de corriger : c'est le contraste qui enseigne.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 le plus fréquent et le plus facile à corriger. Faire mémoriser la combinaison « pendant toute la…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le temps du verbe avant de choisir. C'est un test mécanique et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phrase correcte. Vérifier une seule chose : la préposition demandée est-elle employée juste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choix. Les six items couvrent les quatre prépositions et leurs pièges.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cours. Cette distinction demande une rétroaction individuelle.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Pendant, en, il y a, voilà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 dix minutes » ou « pendant dix minutes » ? Les deux existent, et ils ne disent pas la même chose : l'un mesure le travail fait, l'autre le temps passé.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pendant » pour marquer une durée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en » pour un moment ou un temps de réalisation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y a » et « voilà » pour compter vers le passé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bonne préposition selon ce qu'on veut dire.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prépositions de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PRÉPOSITION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004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2373" y="1975104"/>
            <a:ext cx="47371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pendant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1004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durée d'une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2373" y="2395728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venté pendant toute la nuit.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2588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+ mois, saison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1004" y="2935224"/>
            <a:ext cx="26719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moment de l'année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2373" y="2935224"/>
            <a:ext cx="47371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L'atelier ferme en juillet.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y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1004" y="3776472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point dans le passé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2373" y="3776472"/>
            <a:ext cx="473717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verglas a frappé il y a trois jours.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22588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voilà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1004" y="4315968"/>
            <a:ext cx="26719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chose, à l'oral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2373" y="4315968"/>
            <a:ext cx="47371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Diego a commencé voilà deux 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PENDANT OU 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Pendant mesure le temps passé. En mesure le temps qu'il a fallu.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travaillé pendant dix minutes » : voilà combien de temps j'ai travaillé. « J'ai rempli le rapport en dix minutes » : voilà combien de temps il m'a fallu pour le finir.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choisir entre pendant et 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tâche est-elle finie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En dix minutes » suppose qu'elle est finie. « Pendant dix minutes » ne dit rien de la fin : peut-être qu'elle continue.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Y a-t-il un résultat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J'ai fait le rapport en dix minutes » — le rapport existe. « J'ai travaillé pendant dix minutes » — on ne sait pas ce qui a été fait.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test du verbe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verbes de production (faire, écrire, remplir, préparer) vont souvent avec « en ». Les verbes d'activité (travailler, venter, attendre) avec « pendant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cas facile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Devant « toute la nuit », « toute la journée », « des heures » : c'est toujours « pendant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IL Y A ET VOILÀ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comptent depuis aujourd'hui vers le passé.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trois jours » et « voilà trois jours » disent la même chose. « Il y a » s'écrit et se dit ; « voilà » appartient surtout à l'oral. Attention : « dans trois jours » regarde vers le futur.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Pendant ou 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tâche est-elle finie, avec un résultat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Josée remplit son rapport de chantier ___ dix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rafales souffleront ___ toute la 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Diego a préparé le bardeau ___ deux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venté ___ trois jours sans arrêt.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Prisca a fait le trajet ___ une heure et demie.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Pendant ou 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Josée remplit son rapport de chantier ___ dix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— le rapport est fini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rafales souffleront ___ toute la nuit.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— une durée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Diego a préparé le bardeau ___ deux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ou pendant, selon le sens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venté ___ trois jours sans arrêt.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— une durée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Prisca a fait le trajet ___ une heure et demie.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— le trajet est fini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y a, voilà, ou dans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Vers le passé, ou vers le futur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verglas a coupé le courant ___ trois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Prisca a obtenu sa carte de compétence ___ six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Diego est arrivé au Québec ___ deux hivers.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L'avertissement sera levé ___ deux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chantier a commencé ___ un mois.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y a, voilà, ou dans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verglas a coupé le courant ___ trois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y a — vers le passé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Prisca a obtenu sa carte de compétence ___ six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voilà ou il y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Diego est arrivé au Québec ___ deux hivers.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y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L'avertissement sera levé ___ deux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dans — vers le futur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chantier a commencé ___ un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y 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« EN » À LA PLACE DE « PENDANT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rafales souffleront en toute la nuit.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rafales souffleront pendant toute la nuit.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« toute la nuit », « toute la journée », « des heures », c'est toujours « pendant ». Ces expressions marquent une durée, pas un temps de réalisation — et « toute la nuit » ne peut pas être un résultat.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« IL Y A » ET « DANS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verglas a coupé le courant dans trois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verglas a coupé le courant il y a trois jours.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» compte vers le passé, « dans » vers le futur. Les deux sont très courts et faciles à confondre. Le verbe aide : « a coupé » est au passé, donc c'est « il y a 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préposition par phrase, celle qui est demandée.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pendant » — une durée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voilà » — un événement passé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en » — un mois ou une saison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il y a » — un point dans le passé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pendant » — une durée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a venté pendant toute la nuit.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voilà » — un événement passé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Diego a commencé son apprentissage voilà deux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en » — un mois ou une saison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couvreurs travaillent peu en janvier.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il y a » — un point dans le passé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chantier a été interrompu il y a une semaine.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bonne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seule des deux est correcte.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verglas a coupé le courant… (il y a trois jours / en trois jours)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Josée remplit son rapport… (pendant dix minutes / en dix minutes)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Prisca a obtenu sa carte… (voilà six mois / pendant six mois)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rafales souffleront… (en toute la nuit / pendant toute la nuit)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refait rarement une toiture… (en février / pendant février)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Diego est arrivé au Québec… (il y a deux hivers / pendant deux hivers)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bonne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verglas a coupé le courant… (il y a trois jours / en trois jours)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 trois jours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Josée remplit son rapport… (pendant dix minutes / en dix minutes)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dix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Prisca a obtenu sa carte… (voilà six mois / pendant six mois)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voilà six mois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rafales souffleront… (en toute la nuit / pendant toute la nuit)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pendant toute la nuit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refait rarement une toiture… (en février / pendant février)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février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Diego est arrivé au Québec… (il y a deux hivers / pendant deux hivers)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 deux hivers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phrases, une avec chaque préposition.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Pendant · en · il y a · voilà.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Toutes doivent parler de travail ou de météo.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