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pourquoi le pronom n'est pas au même endroit. Personne ne trouvera :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en deux lignes au tableau. C'est la seule chose à retenir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ce qui rend « à » particulier. Le dire ainsi : « à » fait monter le pronom devant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: croire que « lui » est masculin et « elle » féminin. Devant le verbe, c'est « lui » dans les deux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au module 2, séance C2. Le signaler à ceux qui l'ont fait : « y » pour une chose, « lui » pour une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personnes avant de choisir. C'est le seul critère : singulier ou pluriel.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piège : « se fier à » emploie « à » mais garde le pronom après. Quelques verbes font ainsi ; les signaler sans en faire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d'écriture très fréquente. Le repère « nom après ou verbe après » 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cinq phrases à voix haute, pronom devant. L'oreille finit par accepter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préposition à voix haute avant chaque réponse. C'est elle qui décide, jamais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trois phrases en vérifiant la place du pronom. C'est le seul point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du pronom avant le choix. La préposition soulignée montre si la méthode est acquise, même quand la réponse est fausse.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Lui, leur, eux, 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leur envoie un message. » « Je compte sur elle. » Deux pronoms, deux places différentes — et c'est la préposition qui décide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« à » par lui ou leur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une autre préposition par lui, elle, eux,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au bon endroit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à », c'est lui ou leur, devant le verbe. Après une autre préposition, c'est lui, elle, eux ou elles, après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parle à Josée » devient « je lui parle ». « Je compte sur Josée » devient « je compte sur elle ». La préposition décide du pronom ET de sa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familles de pronoms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+ une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verbe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sur, avec, de, chez…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elle, eux, 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la préposition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préposition change de comportement : « à ». Toutes les autres gardent le pronom après elles.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et leur : singulier et pluriel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Josée (une personne)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parle.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Diego (une personne)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téléphone.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apprentis (plusieurs)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souris.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fournisseurs (plusieurs)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écris.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« Lui » ne dit rien du genre : il vaut pour un homme comme pour une femme. Seul le nombre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Leur » sans s devant 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leur écris » — jamais de s. Le « leurs » avec s est un déterminant : « leurs outils ». Devant un verbe,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Au passé composé, devant l'auxiliaire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lui ai parlé. » Le pronom se place devant « ai », comme tous les pronoms compléments.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entre ne et le verbe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lui parle pas. » « Je ne compte pas sur elle. » Les deux familles gardent leur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Après « à » pour une chose, c'est « y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pense à mon travail » devient « j'y pense ». « Lui » et « leur » ne valent que pour des personnes.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personne, ou plusieurs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téléphone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Diego lui demande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Josée leur offrira une prime.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leur écris un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allons lui demander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leur répond avec patience.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une préposition autre que « à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Diego compte sur 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Prisca part avec 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me fie à eux — « se fier à » garde la préposition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Te souviens-tu d'eux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Mado discute avec elle.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LEURS » AVEC UN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leurs ai envoyé un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 ai envoyé un message.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verbe, « leur » est un pronom et ne prend jamais de s. Le « leurs » avec s est un déterminant, et il est suivi d'un nom : « leurs outils », « leurs feuilles de temps ». Regardez ce qui suit.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lui.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lui parle.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à », le pronom passe devant le verbe. C'est l'inverse de l'ordre habituel, et l'inverse de beaucoup de langues. Il n'y a pas d'exception : lui et leur sont toujours devant le verbe conjugué.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parle — devant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compte sur elle —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écris — devant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—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téléphone — devant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un pronom, sans répéter les 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envoie un message dès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demande de vérifier l'état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vers huit heures.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deux avec lui ou leur, deux avec eux ou 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d'une équipe de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préposition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