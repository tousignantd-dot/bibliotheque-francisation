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du chapeau au tableau et demander pourquoi le pronom n'est pas au même endroit. Personne ne trouvera : c'est le sujet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en deux lignes au tableau. C'est la seule chose à retenir de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ce qui rend « à » particulier. Le dire ainsi : « à » fait monter le pronom devant le verbe.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 : croire que « lui » est masculin et « elle » féminin. Devant le verbe, c'est « lui » dans les deux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relie au module 2, séance C2. Le signaler à ceux qui l'ont fait : « y » pour une chose, « lui » pour une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personnes avant de choisir. C'est le seul critère : singulier ou pluriel.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est le piège : « se fier à » emploie « à » mais garde le pronom après. Quelques verbes font ainsi ; les signaler sans en faire une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d'écriture très fréquente. Le repère « nom après ou verbe après » est mécanique et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cinq phrases à voix haute, pronom devant. L'oreille finit par accepter ce que la règle 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la préposition à voix haute avant chaque réponse. C'est elle qui décide, jamais le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trois phrases en vérifiant la place du pronom. C'est le seul point à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place du pronom avant le choix. La préposition soulignée montre si la méthode est acquise, même quand la réponse est fausse.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Lui, leur, eux, elles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leur envoie un message. » « Je compte sur elle. » Deux pronoms, deux places différentes — et c'est la préposition qui décide de tout.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complément avec « à » par lui ou leur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complément avec une autre préposition par lui, elle, eux, elles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pronom au bon endroit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éviter la répétition d'un nom dans un message.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3021583"/>
          </a:xfrm>
          <a:prstGeom prst="roundRect">
            <a:avLst>
              <a:gd name="adj" fmla="val 484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198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« à », c'est lui ou leur, devant le verbe. Après une autre préposition, c'est lui, elle, eux ou elles, après le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521199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795519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parle à Josée » devient « je lui parle ». « Je compte sur Josée » devient « je compte sur elle ». La préposition décide du pronom ET de sa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familles de pronoms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PRÉPOSITION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+ une personne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lui, leur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 le verbe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sur, avec, de, chez…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lui, elle, eux, elles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après la préposition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67328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02336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seule préposition change de comportement : « à ». Toutes les autres gardent le pronom après elles.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Lui et leur : singulier et pluriel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COMPLÉMENT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Josée (une personne)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lui parle.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Diego (une personne)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lui téléphone.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aux apprentis (plusieurs)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leur souris.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aux fournisseurs (plusieurs)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leur écris.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788289"/>
          </a:xfrm>
          <a:prstGeom prst="roundRect">
            <a:avLst>
              <a:gd name="adj" fmla="val 18559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310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« Lui » ne dit rien du genre : il vaut pour un homme comme pour une femme. Seul le nombre change.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Leur » sans s devant un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leur écris » — jamais de s. Le « leurs » avec s est un déterminant : « leurs outils ». Devant un verbe, jamais.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Au passé composé, devant l'auxiliaire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lui ai parlé. » Le pronom se place devant « ai », comme tous les pronoms compléments.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À la négative, entre ne et le verbe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ne lui parle pas. » « Je ne compte pas sur elle. » Les deux familles gardent leur place.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Après « à » pour une chose, c'est « y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pense à mon travail » devient « j'y pense ». « Lui » et « leur » ne valent que pour des personnes.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Lui ou leur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personne, ou plusieurs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téléphone à Josée avant six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Diego demande à Mado de vérifier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Josée offrira une prime aux apprentis.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J'écris un courriel aux fournisseurs.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allons demander au client de patienter.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répond aux automobilistes avec patience.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Lui ou leur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téléphone à Josée avant six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lui téléphone avant six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Diego demande à Mado de vérifier la route.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Diego lui demande de vérifier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Josée offrira une prime aux apprentis.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Josée leur offrira une prime.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J'écris un courriel aux fournisseurs.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leur écris un courriel.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allons demander au client de patienter.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Nous allons lui demander de patienter.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répond aux automobilistes avec patience.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leur répond avec patience.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Lui, elle, eux ou elles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Après une préposition autre que « à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Diego compte sur Josée pour la sécurité.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Prisca part avec ses deux collègues.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me fie à mes coéquipiers pour les échafaudages.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Te souviens-tu des couvreurs de l'an dernier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Mado discute avec la répartitrice de nuit.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Lui, elle, eux ou elles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Diego compte sur Josée pour la sécurité.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Diego compte sur 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Prisca part avec ses deux collègues.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Prisca part avec eux.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me fie à mes coéquipiers pour les échafaudages.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Je me fie à eux — « se fier à » garde la préposition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Te souviens-tu des couvreurs de l'an dernier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Te souviens-tu d'eux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Mado discute avec la répartitrice de nuit.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Mado discute avec elle.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LEURS » AVEC UN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leurs ai envoyé un message.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leur ai envoyé un message.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 verbe, « leur » est un pronom et ne prend jamais de s. Le « leurs » avec s est un déterminant, et il est suivi d'un nom : « leurs outils », « leurs feuilles de temps ». Regardez ce qui suit.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parle lui.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lui parle.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« à », le pronom passe devant le verbe. C'est l'inverse de l'ordre habituel, et l'inverse de beaucoup de langues. Il n'y a pas d'exception : lui et leur sont toujours devant le verbe conjugué.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ou après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la préposition.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parle ___ (à Josée).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compte ___ (sur Josée).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J'écris ___ (aux fournisseurs).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pars ___ (avec les apprentis).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téléphone ___ (au client).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ou après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parle ___ (à Josée).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lui parle — devant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compte ___ (sur Josée).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compte sur elle — après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J'écris ___ (aux fournisseurs).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leur écris — devant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pars ___ (avec les apprentis).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pars avec eux —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téléphone ___ (au client).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lui téléphone — devant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 avec un pronom, sans répéter les noms.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prévenez l'équipe que l'avertissement est levé.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à Mado de vérifier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avec vos deux collègues.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prévenez l'équipe que l'avertissement est levé.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leur envoie un message dès que l'avertissement est levé.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à Mado de vérifier la route.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lui demande de vérifier l'état de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avec vos deux collègues.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pars avec eux vers huit heures.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phrases, deux avec lui ou leur, deux avec eux ou elles.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Toutes doivent parler d'une équipe de travail.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préposition dans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