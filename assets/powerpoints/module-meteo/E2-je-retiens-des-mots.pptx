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Ton différent des autres : on ne présente rien de nouveau. Laisser beaucoup de place aux questions restées en suspens.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Cacher la colonne de droite et faire donner les définitions. La distinction neige et poudrerie doit être acquise en sortant.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dernières sont des expressions de bulletin. Elles se retiennent en bloc, comme des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Praticable » est le mot du défi 2. Faire refaire la distinction avec « ouverte » : c'est le savoir de sécurité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règle avant d'afficher la colonne du milieu. Ce qui ne revient pas est ce qu'il faut retravailler.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dernière colonne. Le module reste ouvert dans le portail : chacun peut y revenir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à chacun lequel des quatre lui paraît le plus solide, et lequel le moins. Personne ne doit répondre « tous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individuel, cahier fermé, cinq minutes. Corriger ensemble sans compter les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colonne de droite n'est pas une correction : c'est l'adresse où retourner. Le dire clairement au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module. Ces billets disent ce qui est vraiment passé de la classe à la vie — c'est le seul bilan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Dernière séance du module. On rassemble le vocabulaire, on revoit les savoirs, et chacun fait le point sur ce qu'il est maintenant capable de faire.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revoir les mots essentiels du module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les savoirs travaillés et savoir où chacun sert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capable de faire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où retourner chercher ce qui n'est pas encore acquis.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précipitations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poudrerie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746" y="212140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la neige déjà tombée que le vent soulève.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pluie verglaçante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7746" y="2778252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pluie qui gèle dès qu'elle touche une surface.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grésil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7746" y="3435096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petits grains de glace qui tombent du ciel.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verglas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7746" y="4091939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couche de glace qui reste sur les surfaces.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redoux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7746" y="4748784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réchauffement court au milieu de l'hiver.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860738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éclaircie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7746" y="5405628"/>
            <a:ext cx="719126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moment où les nuages s'ouvrent.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vent et la température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rafale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7026" y="2121408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hausse brusque du vent, qui dure quelques secondes.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facteur éolien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7026" y="2909620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L'effet du vent, qui fait ressentir un froid plus intense.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mercure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7026" y="3697833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autre façon de nommer la température.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vent tombe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7026" y="4486046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vent diminue, il s'apaise.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43001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ciel se dégage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7026" y="5274259"/>
            <a:ext cx="762198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nuages partent, le soleil revient.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route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chaussée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1992" y="2121408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partie de la route où roulent les véhicules.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visibilité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1992" y="2909620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distance à laquelle on distingue ce qui nous entoure.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avertissement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51992" y="3697833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message officiel qui signale un danger à venir.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praticable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51992" y="4486046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Où l'on peut rouler en sécurité.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54498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chasse-neige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51992" y="5274259"/>
            <a:ext cx="7507014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camion qui pousse la neige hors de la route.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Les consonnes finales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elles tombent à l'oral, jamais à l'écrit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Décider selon la météo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condition, la règle, la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16992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160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Les chiffres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toujours avec leur unité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944112"/>
            <a:ext cx="322265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3220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Pendant, en, il y 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durée, réalisation, point dans le passé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450080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" y="50962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32688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A5335F"/>
                </a:solidFill>
                <a:latin typeface="Verdana"/>
              </a:rPr>
              <a:t>Le futur simple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74794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infinitif plus la terminaison, le r s'entend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6900" y="5224272"/>
            <a:ext cx="3222650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RÉVISION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savoirs du module,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SAVOIR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546001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RÈGLE 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0059" y="1975104"/>
            <a:ext cx="132949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SÉANCE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Lire un avertissement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30583" y="2395728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où, quoi, jusqu'à quand, quelle consigne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0059" y="2395728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Lui, leur, 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0583" y="2935224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après « à », devant le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0059" y="2935224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La condition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3474720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jamais de futur après « si 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0059" y="3474720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Futur ou conditionnel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30583" y="4014215"/>
            <a:ext cx="546001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 dit la condition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10059" y="4014215"/>
            <a:ext cx="132949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Neuf savoirs pour un module. Chacun renvoie à une séance : c'est là qu'il faut retourner.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QUATRE GESTES DU MODULE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Écouter un bulletin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cherchant les moments et les chiffres, pas en essayant de tout comprendre. Maintenant, avant-midi, après-midi, demain.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Lire un avertissement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Où, quoi, jusqu'à quand, quelle consigne. Et surtout : quel tronçon de route.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Décider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condition, une règle chiffrée, une solution de rechange. Ouverte ne veut pas dire praticable.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Expliquer sa décision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Quatre phrases : la décision, la raison, la règle, ce qu'on fait à la place.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Donnez le mot qui correspond à la définition.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déjà tombée que le vent soulève.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pluie qui gèle en touchant une surface.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L'effet du vent sur le froid ressenti.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autre façon de nommer la température.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l'on peut rouler en sécurité.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réchauffement court au milieu de l'hiver.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vocabulaire, sans regarder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neige déjà tombée que le vent soulève.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poudrerie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pluie qui gèle en touchant une surface.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pluie verglaçante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L'effet du vent sur le froid ressenti.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facteur éolien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autre façon de nommer la température.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mercure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l'on peut rouler en sécurité.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praticable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réchauffement court au milieu de l'hiver.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redoux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énoncé : je sais faire, presque, ou pas encore.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 bulletin météo à la radio.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 avertissement routier.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dire si une route est praticable.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prévision au futur simple.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phrase avec une condition.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une décision à un collègue.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Autoévaluation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comprends un bulletin météo à la radio.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B1, B2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lire un avertissement routier.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C2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sais dire si une route est praticable.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C1, C2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prévision au futur simple.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 B4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écrire une phrase avec une condition.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C4, C5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peux expliquer une décision à un collègue.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séances B5, E1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une décision que vous avez prise cette semaine à cause de la météo.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pour un déplacement, pour vos enfants.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phrase pour la condition, une pour la décision.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