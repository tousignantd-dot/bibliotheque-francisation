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La distinction neige et poudrerie doit être acquise en sortant.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sont des expressions de bulletin. Elles se retiennent en bloc, comme des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Praticable » est le mot du défi 2. Faire refaire la distinction avec « ouverte » : c'est le savoir de sécurité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précipitations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poudrerie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7746" y="2121408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la neige déjà tombée que le vent soulève.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pluie verglaçante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7746" y="2778252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pluie qui gèle dès qu'elle touche une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grésil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7746" y="3435096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petits grains de glace qui tombent du ciel.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verglas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7746" y="4091939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couche de glace qui reste sur les surfaces.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redoux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46" y="4748784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réchauffement court au milieu de l'hiver.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éclaircie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46" y="5405628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moment où les nuages s'ouvrent.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vent et la température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300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rafale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7026" y="2121408"/>
            <a:ext cx="762198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hausse brusque du vent, qui dure quelques secondes.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4300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facteur éolien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026" y="2909620"/>
            <a:ext cx="762198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L'effet du vent, qui fait ressentir un froid plus intense.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4300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mercure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3697833"/>
            <a:ext cx="762198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autre façon de nommer la température.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4300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vent tombe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026" y="4486046"/>
            <a:ext cx="762198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vent diminue, il s'apaise.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43001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ciel se dégage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7026" y="5274259"/>
            <a:ext cx="762198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nuages partent, le soleil revient.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449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chaussée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1992" y="2121408"/>
            <a:ext cx="75070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de la route où roulent les véhicules.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5449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visibilité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1992" y="2909620"/>
            <a:ext cx="75070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distance à laquelle on distingue ce qui nous entoure.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5449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avertissement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992" y="3697833"/>
            <a:ext cx="75070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message officiel qui signale un danger à venir.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5449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praticable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1992" y="4486046"/>
            <a:ext cx="75070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Où l'on peut rouler en sécurité.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54498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chasse-neige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992" y="5274259"/>
            <a:ext cx="750701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camion qui pousse la neige hors de la route.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Les consonnes finales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elles tombent à l'oral, jamais à l'écrit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Décider selon la météo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condition, la règle, la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Les chiffres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toujours avec leur unité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Pendant, en, il 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durée, réalisation, point dans le passé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45008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futur simple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infinitif plus la terminaison, le r s'entend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 un avertissement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0583" y="239572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où, quoi, jusqu'à quand, quelle consigne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Lui, leur, eux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0583" y="2935224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« à », devant le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3474720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 de futur après « si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474720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Futur ou conditionnel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0583" y="4014215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 dit la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014215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Écouter un bulletin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cherchant les moments et les chiffres, pas en essayant de tout comprendre. Maintenant, avant-midi, après-midi, demain.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Lire un avertissement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Où, quoi, jusqu'à quand, quelle consigne. Et surtout : quel tronçon de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Décider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condition, une règle chiffrée, une solution de rechange. Ouverte ne veut pas dire praticable.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Expliquer sa décision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Quatre phrases : la décision, la raison, la règle, ce qu'on fait à la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neige déjà tombée que le vent soulève.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pluie qui gèle en touchant une surface.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L'effet du vent sur le froid ressenti.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autre façon de nommer la température.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l'on peut rouler en sécurité.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réchauffement court au milieu de l'hiver.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neige déjà tombée que le vent soulève.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poudrerie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pluie qui gèle en touchant une surface.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pluie verglaçante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L'effet du vent sur le froid ressenti.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facteur éolien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autre façon de nommer la température.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mercure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l'on peut rouler en sécurité.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praticable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réchauffement court au milieu de l'hiver.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redoux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un bulletin météo à la radio.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 avertissement routier.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dire si une route est praticable.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prévision au futur simple.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phrase avec une condition.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une décision à un collègue.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un bulletin météo à la radio.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B1, B2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 avertissement routier.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dire si une route est praticable.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C1, C2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prévision au futur simple.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phrase avec une condition.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C4, C5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expliquer une décision à un collègue.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B5,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décision que vous avez prise cette semaine à cause de la météo.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pour un déplacement, pour vos enfants.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la condition, une pour la décision.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