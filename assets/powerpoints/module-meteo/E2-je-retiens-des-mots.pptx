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bilan. Ton différent des autres : on ne présente rien de nouveau. Laisser beaucoup de place aux questions restées en suspens.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Cacher la colonne de droite et faire donner les définitions. La distinction neige et poudrerie doit être acquise en sortant.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deux dernières sont des expressions de bulletin. Elles se retiennent en bloc, comme des mots.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Praticable » est le mot du défi 2. Faire refaire la distinction avec « ouverte » : c'est le savoir de sécurité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retrouver la règle avant d'afficher la colonne du milieu. Ce qui ne revient pas est ce qu'il faut retravailler.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la dernière colonne. Le module reste ouvert dans le portail : chacun peut y revenir seul.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à chacun lequel des quatre lui paraît le plus solide, et lequel le moins. Personne ne doit répondre « tous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individuel, cahier fermé, cinq minutes. Corriger ensemble sans compter les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colonne de droite n'est pas une correction : c'est l'adresse où retourner. Le dire clairement au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 du module. Ces billets disent ce qui est vraiment passé de la classe à la vie — c'est le seul bilan qui compte.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SÉANCE E2  ·  MODULE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retiens des mots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Dernière séance du module. On rassemble le vocabulaire, on revoit les savoirs, et chacun fait le point sur ce qu'il est maintenant capable de faire.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Quelles sont les prévisions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revoir les mots essentiels du module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retrouver les savoirs travaillés et savoir où chacun sert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évaluer honnêtement ce que je suis capable de faire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où retourner chercher ce qui n'est pas encore acquis.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VOCABULAIRE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précipitations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86073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poudrerie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7746" y="2121408"/>
            <a:ext cx="719126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De la neige déjà tombée que le vent soulève.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286073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pluie verglaçante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67746" y="2778252"/>
            <a:ext cx="719126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pluie qui gèle dès qu'elle touche une surface.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286073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grésil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67746" y="3435096"/>
            <a:ext cx="719126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De petits grains de glace qui tombent du ciel.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286073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verglas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67746" y="4091939"/>
            <a:ext cx="719126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couche de glace qui reste sur les surfaces.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286073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redoux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67746" y="4748784"/>
            <a:ext cx="719126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réchauffement court au milieu de l'hiver.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286073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éclaircie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67746" y="5405628"/>
            <a:ext cx="719126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moment où les nuages s'ouvrent.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VOCABULAIRE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vent et la température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43001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rafale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37026" y="2121408"/>
            <a:ext cx="762198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hausse brusque du vent, qui dure quelques secondes.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243001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facteur éolien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37026" y="2909620"/>
            <a:ext cx="762198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L'effet du vent, qui fait ressentir un froid plus intense.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243001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mercure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7026" y="3697833"/>
            <a:ext cx="762198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autre façon de nommer la température.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243001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vent tombe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37026" y="4486046"/>
            <a:ext cx="762198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vent diminue, il s'apaise.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243001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ciel se dégage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37026" y="5274259"/>
            <a:ext cx="762198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nuages partent, le soleil revient.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VOCABULAIRE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route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54498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chaussée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51992" y="2121408"/>
            <a:ext cx="750701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partie de la route où roulent les véhicules.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254498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visibilité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51992" y="2909620"/>
            <a:ext cx="750701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distance à laquelle on distingue ce qui nous entoure.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254498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avertissement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51992" y="3697833"/>
            <a:ext cx="750701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message officiel qui signale un danger à venir.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254498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praticable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51992" y="4486046"/>
            <a:ext cx="750701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Où l'on peut rouler en sécurité.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254498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chasse-neige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51992" y="5274259"/>
            <a:ext cx="750701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camion qui pousse la neige hors de la route.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RÉVISION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savoirs du module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42816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SAVOIR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RÈGLE 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SÉANCE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66534"/>
                </a:solidFill>
                <a:latin typeface="Verdana"/>
              </a:rPr>
              <a:t>Les consonnes finales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elles tombent à l'oral, jamais à l'écrit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30419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169920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66534"/>
                </a:solidFill>
                <a:latin typeface="Verdana"/>
              </a:rPr>
              <a:t>Décider selon la météo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3169920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la condition, la règle, la solution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3169920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160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44112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66534"/>
                </a:solidFill>
                <a:latin typeface="Verdana"/>
              </a:rPr>
              <a:t>Les chiffres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944112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toujours avec leur unité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944112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B2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432206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450080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66534"/>
                </a:solidFill>
                <a:latin typeface="Verdana"/>
              </a:rPr>
              <a:t>Pendant, en, il y 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450080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durée, réalisation, point dans le passé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450080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B3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2688" y="50962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32688" y="5224272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66534"/>
                </a:solidFill>
                <a:latin typeface="Verdana"/>
              </a:rPr>
              <a:t>Le futur simple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74794" y="5224272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infinitif plus la terminaison, le r s'entend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6900" y="5224272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B4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RÉVISION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savoirs du module, suite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28784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SAVOIR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30583" y="1975104"/>
            <a:ext cx="546001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RÈGLE 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0059" y="1975104"/>
            <a:ext cx="132949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SÉANCE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287843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Lire un avertissement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30583" y="2395728"/>
            <a:ext cx="546001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où, quoi, jusqu'à quand, quelle consigne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10059" y="2395728"/>
            <a:ext cx="132949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287843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Lui, leur, eux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30583" y="2935224"/>
            <a:ext cx="546001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après « à », devant le verbe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10059" y="2935224"/>
            <a:ext cx="132949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287843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La condition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30583" y="3474720"/>
            <a:ext cx="546001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jamais de futur après « si 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10059" y="3474720"/>
            <a:ext cx="132949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014215"/>
            <a:ext cx="287843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Futur ou conditionnel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30583" y="4014215"/>
            <a:ext cx="546001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s dit la condition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10059" y="4014215"/>
            <a:ext cx="132949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4846320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9264" y="5102352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Neuf savoirs pour un module. Chacun renvoie à une séance : c'est là qu'il faut retourner.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LES QUATRE GESTES DU MODULE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sait faire maintenant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66534"/>
                </a:solidFill>
                <a:latin typeface="Verdana"/>
              </a:rPr>
              <a:t>Écouter un bulletin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En cherchant les moments et les chiffres, pas en essayant de tout comprendre. Maintenant, avant-midi, après-midi, demain.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66534"/>
                </a:solidFill>
                <a:latin typeface="Verdana"/>
              </a:rPr>
              <a:t>Lire un avertissement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Où, quoi, jusqu'à quand, quelle consigne. Et surtout : quel tronçon de route.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66534"/>
                </a:solidFill>
                <a:latin typeface="Verdana"/>
              </a:rPr>
              <a:t>Décider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Une condition, une règle chiffrée, une solution de rechange. Ouverte ne veut pas dire praticable.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66534"/>
                </a:solidFill>
                <a:latin typeface="Verdana"/>
              </a:rPr>
              <a:t>Expliquer sa décision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Quatre phrases : la décision, la raison, la règle, ce qu'on fait à la place.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BILAN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vocabulaire, sans regarder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Donnez le mot qui correspond à la définition.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 la neige déjà tombée que le vent soulève.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pluie qui gèle en touchant une surface.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L'effet du vent sur le froid ressenti.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autre façon de nommer la température.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Où l'on peut rouler en sécurité.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réchauffement court au milieu de l'hiver.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vocabulaire, sans regarder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 la neige déjà tombée que le vent soulève.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poudrerie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pluie qui gèle en touchant une surface.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pluie verglaçante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L'effet du vent sur le froid ressenti.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facteur éolien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autre façon de nommer la température.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mercure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Où l'on peut rouler en sécurité.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praticable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réchauffement court au milieu de l'hiver.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redoux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BILAN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Autoévaluation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Pour chaque énoncé : je sais faire, presque, ou pas encore.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comprends un bulletin météo à la radio.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lire un avertissement routier.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sais dire si une route est praticable.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écrire une prévision au futur simple.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écrire une phrase avec une condition.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expliquer une décision à un collègue.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Autoévaluation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comprends un bulletin météo à la radio.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séances B1, B2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lire un avertissement routier.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 C2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sais dire si une route est praticable.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séances C1, C2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écrire une prévision au futur simple.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 B4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écrire une phrase avec une condition.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séances C4, C5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expliquer une décision à un collègue.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séances B5, E1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Nommez une décision que vous avez prise cette semaine à cause de la météo.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Au travail, pour un déplacement, pour vos enfants.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phrase pour la condition, une pour la décision.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Quelles sont les prévisions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