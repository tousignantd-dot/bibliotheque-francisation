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Rendre les billets de A1 et A4 : ils contiennent des règles de sécurité et des décisions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tableau. C'est exactement ce que fait Josée, et c'est le modèle des jeux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gestes sont ceux de Josée. Les faire retrouver dans le dialogue de A1 avant de les pratiquer.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ajouter deux ou trois apportées par le groupe. Les élèves qui travaillent en connaissent souvent d'autres.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celle du bulletin, vue en B1. Le faire remarquer : c'est la même expression, dans deux registres.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phrases d'un seul trait, debout. Chronométrer : vingt secondes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donner les deux versions au groupe et demander laquelle on accepterait le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concret : une journée à l'atelier est une journée payée. C'est ce qui rend la quatrième phrase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une seule chose : est-ce que la règle chiffrée est citée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Les règles apportées par le groupe sont plus variées que celles du chantier : entretien ménager, cuisine, transport, garderie.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quatre phrases seront reprises à l'écrit en E1, dans un message à l'équipe.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B5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Expliquer une décision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Annoncer qu'on annule, à quelqu'un qui n'est pas d'accord. C'est ce que Josée fait avec Diego — et c'est la situation la plus délicate du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une décision et la justifier par une règle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quelqu'un qui n'est pas d'accord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de rechange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expressions québécoises de la météo.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QUATRE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décision · la raison · la règle · la solution de rechange.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J'annule la journée. On annonce du verglas. Notre règle est claire : personne ne monte au-dessus de quarante. On rentre préparer le bardeau. » Quatre phrases, et il n'y a plus rien à discuter.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répondre à quelqu'un qui insiste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Reconnaître son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sais qu'on a du retard. » Nier le problème de l'autre ferme la conversation ; le reconnaître l'ouvre.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Revenir à la règle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Mais la règle est à quarante. » Pas à une opinion, pas à une préférence : à un chiffre écrit d'avance.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Donner la raison de la règle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y a deux ans, un couvreur s'est fracturé le poignet. » Un fait vaut mieux qu'un argument.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Refermer sur la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On rentre à l'atelier, il y a du bardeau à préparer. » La conversation se termine sur une action, pas sur un refus.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expressions québécoises de la météo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mouille à boire debout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pleut très 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fait frette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très froid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ça va poudrer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va y avoir de la poudrerie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expressions ne sont pas dans les bulletins officiels, mais elles sont partout sur un chantier.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l'expression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Français courant du Québec.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mouille à boire debout.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fait frette à matin.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va poudrer sur la 10.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vent est tombé.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l'expression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mouille à boire debout.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pleut très 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fait frette à matin.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fait très froid ce matin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va poudrer sur la 10.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va y avoir de la poudrerie sur l'autoroute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vent est tombé.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vent a diminué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Annoncez la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 : décision, raison, règle,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Rafales à 60 km/h annoncées demain.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9024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9664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Pluie verglaçante en cours ce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06620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518591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524992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862068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Poudrerie sur la route du chantier.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Annoncez la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Rafales à 60 km/h annoncées demain.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J'annule la journée sur le toit. Des rafales à 60 sont annoncées. Notre règle est à 40. On rentre préparer le matériel.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9024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9664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Pluie verglaçante en cours ce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ne monte pas ce matin. Il tombe de la pluie verglaçante. La membrane sera glacée. On commence par l'atelier.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06620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518591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524992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862068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Poudrerie sur la route du chantier.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part plus tard. Il y a un avertissement de poudrerie. La visibilité tombe sous 200 mètres. On attend que le vent faiblisse.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DÉCISION SANS 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ne monte pas aujourd'hui. C'est comme 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ne monte pas : les rafales dépassent quarante.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décision sans raison paraît arbitraire et se discute. Une décision justifiée par un chiffre ne se discute pas — et celui qui la reçoit peut l'expliquer à son tour aux autres.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L'ANNULATION SANS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ne travaille pas aujourd'hui.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ne monte pas, mais on rentre préparer le bardeau.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Annuler sans proposer autre chose, c'est annoncer une journée perdue — pour l'entreprise et pour la paie de chacun. La solution de rechange transforme une annulation en changement de programme.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le collègue qui insiste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annonce l'annulation, l'autre insiste.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annoncez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collègue insiste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reconnaissez son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revenez à la règle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refermez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propre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la règle de sécurité de votre billet de A1.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condition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décision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règle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phrases d'une annulation, pour votre propre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décision, la raison, la règle, la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travaillez pas, choisissez une sortie annulée à cause de la météo.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