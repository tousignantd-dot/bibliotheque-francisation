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formes au tableau — commencerai, commencerais — et les dire à voix haute. Beaucoup n'entendront aucune différence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formes l'une sous l'autre. La différence tient au s final, invisible et presque inaudible.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repère le plus fiable : y a-t-il un « si » dans la phrase, ou une condition sous-entendue ? Si oui, conditionnel.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conditionnel n'est pas seulement un temps de la condition. Ces quatre emplois expliquent pourquoi on l'entend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items avec « si » prennent le conditionnel. Faire chercher le « si » avant d'écrire : c'est le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sont irréguliers au radical, mais les terminaisons ne changent pas. Le faire remarquer : c'est ce qui rend les deux temps faciles une fois le radical connu.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formes en alternance. Certains élèves entendront la différence, d'autres non : les deux cas sont normaux.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explicitement à C4. Les deux séances se répondent : la condition d'un côté, la conséquence de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n'a pas de condition : c'est le futur. Le contraste avec les trois autres est ce qui enseigne.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À ta place, je… » est la formule la plus utile du conditionnel entre collègues.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cours. Le s final demande une rétroaction individuelle : c'est une lettre, et elle change le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C5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Futur ou conditionnel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commencerai la toiture lundi » ou « je partirais plus tôt si la poudrerie le permet » ? Une lettre de différence à l'écrit, et deux degrés de certitude complètement différents.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conditionnel présent à la première personne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futur simple du conditionnel présent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conditionnel avec une condition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la terminaison qu'on n'entend presque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: infinitif + ai. Conditionnel : infinitif + 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Je commencerai — le futur. Je commencerais — le conditionnel. Une seule lettre les sépare à l'écrit, et le son est très proche : c'est ce qui rend la distinction difficile.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ou conditionnel : le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futur simple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va arriver, c'est certain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Lundi, je commencerai la toiture.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conditionnel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arrivera peut-être, sous condition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partirais plus tôt si la poudrerie le permet.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conditionnel va presque toujours avec une condition, exprimée ou sous-entendue.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emplois du conditionnel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Une action sous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Je prendrais l'autoroute 10 si la visibilité s'améliorait. » C'est l'emploi principal, et le plus fréquent.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Une demande polie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Pourriez-vous vérifier la route ? » C'est le conditionnel du module 2. Même forme, autre usage.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Une information non confirmée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Un nid-de-poule serait à l'origine de l'accident. » C'est le conditionnel des nouvelles, vu au module 5.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 conseil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À votre place, je partirais plus tard. » Plus doux qu'un ordre, et très employé entre collègues.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ou conditionnel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la condition, exprimée ou sous-entendue.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Lundi, je ___ (commencer) la toiture du garage.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(partir) plus tôt si la poudrerie le permet.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(finir) le rapport avant midi, c'est certain.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(prendre) l'autoroute 10 si la visibilité s'améliorait.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ou conditionnel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Lundi, je ___ (commencer) la toiture du garage.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commencerai — c'est certain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(partir) plus tôt si la poudrerie le permet.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partirais — sous condition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(finir) le rapport avant midi, c'est certain.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finirai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(prendre) l'autoroute 10 si la visibilité s'améliorait.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prendrais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les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futur, puis le conditionnel, à la première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commencer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partir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finir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prendre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être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avoir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les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commencer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commencerai · je commencerais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partir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partirai · je partirais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finir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finirai · je finirais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prendre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prendrai · je prendrais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être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serai · je serais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avoir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j'aurai · j'aurais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S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partirai plus tôt si la poudrerie le permet.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partirais plus tôt si la poudrerie le permet.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une condition, il faut le conditionnel : un s à la fin. Le son est presque identique et personne ne vous corrigera à l'oral. À l'écrit, l'erreur est visible et elle change le sens : le futur affirme, le conditionnel suppose.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FUTUR APRÈS « SI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la visibilité s'améliorera, je prendrai la 10.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la visibilité s'améliore, je prendrais la 10.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si », jamais de futur ni de conditionnel : le présent ou l'imparfait. Le conditionnel va dans l'autre moitié de la phrase. C'est la règle de la séance C4, et elle vaut ici aussi.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Conditionnel dans la conséquence, présent après « si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 vent ___ (tomber), je ___ (monter) sur le toit.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___ (être) levé, je ___ (partir) tout de suite.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chaussée ___ (rester) glacée, je ___ (attendre) à l'atelier.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 matin, je ___ (commencer) le chantier — c'est prévu.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 vent ___ (tomber), je ___ (monter) sur le toit.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tombe · monterais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___ (être) levé, je ___ (partir) tout de suite.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· partirais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chaussée ___ (rester) glacée, je ___ (attendre) à l'atelier.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reste · attendrais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 matin, je ___ (commencer) le chantier — c'est prévu.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commencerai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 un conseil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Au conditionnel, à la première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collègue veut partir malgré la poudrerie.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veut monter sur un toit glacé.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hésite à prévenir le superviseur.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veut prendre l'autoroute avec 200 mètres de visibilité.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 un conseil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collègue veut partir malgré la poudrerie.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ta place, j'attendrais que le vent faiblisse.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veut monter sur un toit glacé.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Moi, je ne monterais pas aujourd'hui.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hésite à prévenir le superviseur.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l'appellerais tout de suite.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veut prendre l'autoroute avec 200 mètres de visibilité.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prendrais plutôt la route secondaire.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: une au futur simple, une au conditionnel.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futur pour quelque chose de certain, le conditionnel avec une condition.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terminaison de chaque verbe.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