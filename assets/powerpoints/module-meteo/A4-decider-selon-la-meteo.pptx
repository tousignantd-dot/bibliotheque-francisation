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mise en application. Demander d'entrée qui prend une décision à cause de la météo, dans son travail ou sa vie. Presque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conditions couvrent la grande majorité des annulations. Les faire copier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exactement la structure du dialogue de A1. Le faire remarquer : Josée fait les trois en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celle que les élèves emploient déjà. La valoriser : ce n'est pas moins sérieux que les trois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est le plus intéressant : la réponse dépend de la tâche.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les conditions avant de donner les réponses. Le groupe en trouvera souvent plus de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lien avec le dialogue de A1 : Josée décide la veille, mais elle prévoit de remonter si les conditions changent.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des solutions dans les métiers réels du groupe. C'est plus utile que les exemples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est personnelle : la laisser ouverte et faire circuler les réponses. Elles varient beaucoup selon les métiers.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récits serviront en B5, où l'on expliquera une décision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Décider selon la météo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Écouter le bulletin ne sert à rien si on ne sait pas quoi en faire. Cette séance transforme une prévision en décision : on y va, on attend, ou on fait autre chose.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traduire une prévision en décision concrète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conditions qui rendent un travail dangereux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vérifier avant de partir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solution de rechange.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conditions et leur effet sur le travail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9110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63215" y="1975104"/>
            <a:ext cx="59763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EMPÊCHE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rafales de plus de 40 km/h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3215" y="2395728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travail en hauteur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surface glacée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3215" y="2935224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monter sur un toit ou une échelle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visibilité réduite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3215" y="3474720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conduire et manœuvrer de la machinerie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froid ressenti sous moins 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3215" y="4014215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rester dehors plus de trente minutes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LA DÉCISION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regarde la condition, on cite la règle, on propose autre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Les rafales dépassent quarante » — la condition. « Personne ne monte » — la règle. « On rentre préparer le bardeau » — la solution. Trois phrases, et la journée est réglée.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vérifier avant de partir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Le bulletin météo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la radio à l'heure juste, ou sur une application. Il donne les conditions générales de la région.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Les avertissements routiers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site du ministère des Transports donne l'état de chaque autoroute. C'est plus précis que la météo pour la conduite.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La caméra routière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Beaucoup de routes ont des caméras en direct. On voit la chaussée telle qu'elle est, pas telle qu'elle est prévue.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Le collègue déjà sur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appel de trente secondes vaut mieux que trois sites : quelqu'un qui est dehors sait ce qu'il en 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Peut-on travailler dehors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oui ou non, et donnez la raison.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Rafales de 60 km/h, ciel dégagé.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dix degrés, vent faible, pas de précipitations.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Pluie verglaçante en cours, mercure autour de zéro.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Poudrerie, visibilité à 200 mètres.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vingt-cinq, facteur éolien à moins trente-huit.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Peut-on travailler dehors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Rafales de 60 km/h, ciel dégagé.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 — au-dessus de 40, pas de travail en hauteur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dix degrés, vent faible, pas de précipitations.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oui — conditions normales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Pluie verglaçante en cours, mercure autour de zéro.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 — surfaces glacées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Poudrerie, visibilité à 200 mètres.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 pour conduire, oui pour l'atelier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vingt-cinq, facteur éolien à moins trente-huit.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 — froid ressenti trop bas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Nommez la condition dangereuse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conditions par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 sur un toit en janvier.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déplacement en camionnette sur l'autoroute.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 au sol toute la journée en février.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déchargement de camion à l'extérieur.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Nommez la condition dangereuse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 sur un toit en janvier.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rafales et la surface glacée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déplacement en camionnette sur l'autoroute.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visibilité et la chaussée glissante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 au sol toute la journée en février.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froid ressenti et le temps d'exposition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déchargement de camion à l'extérieur.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vent et la glace au sol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PRÉVISION DE LA VEILLE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écouté le bulletin hier soir, ça devrait aller.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vérifie le matin même, avant de partir.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prévision faite douze heures à l'avance change souvent. Le verglas arrive plus tôt ou plus tard, le vent tourne, la température reste au-dessus de zéro. Le bulletin du matin est le seul qui compte pour la journée.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Proposez une solution de rechange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journée dehors est annulée. Que fait-on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équipe de couvreurs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équipe de paysagement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livraison en camion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chantier de construction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Proposez une solution de rechange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équipe de couvreurs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préparer le matériel, entretenir les outils à l'atelier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équipe de paysagement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réparer l'équipement, planifier les chantiers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livraison en camion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reporter à l'après-midi, prévenir les clients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chantier de construction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travailler à l'intérieur du bâtiment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de planification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comme si vous planifiiez une journée avec un collègue.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Pourrait-on travailler dehors demain, selon les prévisions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490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130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Nommez deux conditions qui rendent un travail en hauteur dangereux.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savez-vous, le matin, si la route sera praticable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735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3760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feriez-vous si de la pluie verglaçante commençait en plein chantier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8886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6103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6743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4431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tâche à l'intérieur pourrait remplacer une journée annulée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632561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642264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648665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648106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 moment de l'année la météo dérange-t-elle le plus votre travail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de planification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Pourrait-on travailler dehors demain, selon les prévisions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réponse justifiée par une condition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490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130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Nommez deux conditions qui rendent un travail en hauteur dangereux.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rafales fortes et la glace sur les surfaces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savez-vous, le matin, si la route sera praticable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bulletin et les avertissements routiers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735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3760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feriez-vous si de la pluie verglaçante commençait en plein chantier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descendre tout de suite et attendre à l'intérieur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8886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6103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6743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4431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tâche à l'intérieur pourrait remplacer une journée annulée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préparer le matériel ou entretenir les outils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632561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642264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648665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648106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 moment de l'année la météo dérange-t-elle le plus votre travail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réponse personnelle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une journée où la météo a changé vos plans.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 : la condition, la décision, ce que vous avez fait à la 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à l'école, ou dans votre vie personnelle.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