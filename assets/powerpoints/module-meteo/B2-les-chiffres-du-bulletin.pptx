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cinq chiffres du bulletin sans prévenir, à vitesse normale. Le groupe verra tout de suite où est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du milieu à voix haute. C'est la forme entendue ; la colonne de droite est celle qu'on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chez les anglophones et les hispanophones. La corriger une fois,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donne une stratégie : le contexte corrige l'oreille. L'appliquer à trois exemples.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forme deux fois, à vitesse normale. C'est un exercice d'écoute, pas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forme par un élève différent, à voix haute. C'est l'exercice inverse du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notes prises en B1. Beaucoup contiendront des chiffres sans unité.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décisif du module. Faire répéter cinq températures négatives à voix haute, avec le mot « moins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lien entre le chiffre et la décision. Le faire formuler par le groupe avant d'afficher les réponses.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phrase deux fois, à vitesse normale. Corriger uniquement les chiffres et les unités.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se corrige en trente secondes et il révèle exactement qui entend les chiffres et qui ne les entend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B2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chiffres du bulletin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six », « soixante kilomètres à l'heure », « deux à quatre centimètres ». Un bulletin est fait de chiffres — et un chiffre mal entendu change une décision.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et écrire les nombres d'un bulletin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chiffre à son unité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température négative correctement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l'heure comme le fait un bulletin.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unités, quatre façons de les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L'UNITÉ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7530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4374" y="1975104"/>
            <a:ext cx="2775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7530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moins six degrés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4374" y="2395728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-6 °C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7530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soixante kilomètres à l'heure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374" y="2935224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60 km/h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neige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7530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deux à quatre centimètres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4374" y="3474720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à 4 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visibilité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7530" y="4014215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moins de deux cents mètres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4374" y="4014215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de 200 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 DES TEMPÉRATURES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moins six », jamais « négatif six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Moins un, moins dix, moins vingt-cinq. Et pour zéro : « autour de zéro », « le point de congélation ». Le mot « moins » se place toujours devant le nombre.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des chiffres à l'oral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Soixante et soixante-dix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Québec comme en France, on dit « soixante-dix », pas « septante ». Mais « soixante » et « soixante-dix » se ressemblent : écoutez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Deux et douze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degrés » et « douze degrés » se confondent vite à la radio. Le contexte aide : en janvier, douze est peu probable.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Les fourchettes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donne une fourchette, pas un chiffre. Notez les deux : c'est l'écart qui compte.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« Une trentaine », « une dizaine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sont des approximations : environ trente, environ dix. On les entend souvent dans les bulletins.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entendez la forme parlée.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-6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60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 à 4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de 200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40 km/h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0 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lisez la forme écrite. Comment la dit-on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quinze degrés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quarante-cinq kilomètres à l'heure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neuf heures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vingt-sept ressenti, avec le facteur éolien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CHIFFRE SANS UNITÉ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notez « 60 » et vous ne savez plus de quoi il s'agit.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Notez toujours l'unité avec le chiffre : 60 km/h.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Soixante degrés, soixante kilomètres à l'heure et soixante centimètres n'ont rien à voir. Un chiffre noté seul est inutilisable une heure plus tard, et c'est l'erreur de prise de notes la plus fréquente.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« MOINS » ENTENDU COMME UN MOT ORDINAIRE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mercure descendra à moins six » — vous notez « 6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Moins six » veut dire -6, sous zéro.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hiver, le mot « moins » change tout : six degrés et moins six degrés sont douze degrés d'écart. C'est la différence entre de la pluie et du verglas — donc entre travailler et rester à l'atelier.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chiffre a une conséquence pratique.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monte pas — la règle est à 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gèle en touchant les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devient de la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conduit pas, ou très lentement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limite l'exposition à trente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bulletin entendu. Chiffres et unités.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mercure descendra à moins huit degrés cette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rafales de cinquante kilomètres à l'heure sont attendues.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 de neige tomberont d'ici demain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visibilité pourrait tomber sous les cinq cents mètres.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cinq chiffres du bulletin de demain, avec leur unité.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température, le vent, les précipitations, une heure, la visibilité.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forme parlée à côté de la forme écrite.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