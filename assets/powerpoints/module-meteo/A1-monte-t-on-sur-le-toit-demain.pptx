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module 6. Écrire au tableau : QUARANTE KILOMÈTRES À L'HEURE. C'est le chiffre qui décide, et c'est le sujet du module : une règle chiffrée vaut mieux qu'une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La troisième question est importante : au Québec, un travailleur a le droit de refuser un travail dangereux. Le dire, sans développer — on y revient en B5.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importante : une règle de sécurité n'est presque jamais arbitraire. Elle a une histoire.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de « Je découvre ». Faire remarquer que Josée ne discute pas : elle cite la règle. C'est ce qui met fin à la négociation.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 propose une solution partielle : c'est une réaction très humaine. Josée répond par un fait, pas par une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relever : l'atelier remplace le toit, et Diego pense à prévenir la collègue qui part de loin. C'est le réflexe du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tout le module. C'est elle qui explique pourquoi on apprend à lire un bulletin météo.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gestes, dans cet ordre. C'est ce qu'on attend d'une personne qui annule un travail — au chantier comme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n'existent dans aucune méthode de français général : ils sont propres à l'hiver québécois. Prendre le temps de les faire prononcer.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 mercure » revient dans tous les bulletins. Le signaler : ce n'est pas le métal, c'est la température.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énoncé est le piège : annuler le toit ne veut pas dire annuler la journée. C'est une distinction utile au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réponse contient un « si » : c'est la condition, sujet de la séance C4. La signaler sans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utile avec un groupe d'adultes qui travaillent. Beaucoup ont déjà été dans la position de Diego.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règles apportées par le groupe serviront en B5, où l'on expliquera une décision prise à cause de la météo.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Monte-t-on sur le toit demain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Josée, contremaîtresse d'une équipe de couvreurs, annule la journée à cause du verglas annoncé. Diego voudrait quand même monter : le chantier a trois jours de retard.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décision prise à cause de la météo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conditions qui rendent un travail dangereux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règle de sécurité chiffrée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proposer quand une journée est annulée.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Il est annoncé du verglas. Faut-il aller travailler dehors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décide : l'employeur, l'employé, ou les deux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rend un toit dangereux,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refuser de monter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de la journée si on n'y va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de l'équipe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Qui décide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Josée, la contremaîtresse. C'est elle qui annule, et elle explique pourquoi.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est annoncé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Du verglas avant six heures. La membrane du toit sera glacée.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règle de l'équipe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Personne ne monte si les rafales dépassent quarante kilomètres à l'heure ou si la membrane est glacée. Une règle chiffrée, écrite d'avance.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Pourquoi cette règle existe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Voilà deux ans, un couvreur s'est fracturé le poignet sur une pente gelée. La règle vient d'un accident réel.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J'annule la journée de demain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4223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4926" y="2322576"/>
            <a:ext cx="90012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Diego, j'annule la journée de demain sur le toit de l'école. On annonce du verglas avant six heures.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14223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4926" y="3409696"/>
            <a:ext cx="90012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verglas ? Mais on a déjà trois jours de retard sur le chantier…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14223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4926" y="4158995"/>
            <a:ext cx="90012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Notre règle est claire : personne ne monte si les rafales dépassent quarante kilomètres à l'heure ou si la membrane est glacée.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J'ai des crampons dans mon coffre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4223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4926" y="1901952"/>
            <a:ext cx="90012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des crampons dans mon coffre. Je pourrais essayer, au moins sur la pente sud.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14223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4926" y="2989072"/>
            <a:ext cx="90012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Voilà deux ans, un couvreur de l'équipe s'est fracturé le poignet sur une pente gelée. Je ne recommencerai pas 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fait, alors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4223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4926" y="1901952"/>
            <a:ext cx="90012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Qu'est-ce qu'on fait, alors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4223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JOSÉE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4926" y="2651252"/>
            <a:ext cx="900120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rentre à l'atelier : il y a du bardeau à préparer pendant toute la matinée. Si la pluie verglaçante cesse en après-midi, on remonte.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14223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DIEGO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4926" y="3738371"/>
            <a:ext cx="900120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préviens Prisca ? Elle part de Longueuil vers cinq heures, d'habitude.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règle de sécurité se dit en chiffres, pas en impressions.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vente trop » se discute. « Les rafales dépassent quarante kilomètres à l'heure » ne se discute pas. Le chiffre protège celui qui décide comme celui qui exécute.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Josée fait, en quatre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0849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7110" y="1975104"/>
            <a:ext cx="68024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0849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annonce la décision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7110" y="2395728"/>
            <a:ext cx="680244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J'annule la journée de demain.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donne la 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7110" y="3236976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annonce du verglas avant six heures.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08496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cite la règle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7110" y="3776472"/>
            <a:ext cx="680244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monte si les rafales dépassent 40 km/h.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08496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propose autre chose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7110" y="4315968"/>
            <a:ext cx="680244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rentre à l'atelier préparer du bardeau.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mauvais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pluie verglaçante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7746" y="2121408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pluie qui gèle dès qu'elle touche une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poudrerie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7746" y="2778252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la neige déjà tombée que le vent soulève.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grésil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7746" y="3435096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petits grains de glace qui tombent du ciel.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rafale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7746" y="4091939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hausse brusque du vent, qui dure quelques secondes.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facteur éolien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746" y="4748784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L'effet du vent, qui fait ressentir un froid plus intense.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86073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redoux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7746" y="5405628"/>
            <a:ext cx="719126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réchauffement court au milieu de l'hiver.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route et le bulletin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chaussée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1992" y="2121408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de la route où roulent les véhicules.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visibilité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1992" y="2778252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distance à laquelle on distingue ce qui nous entoure.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avertissement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992" y="3435096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message officiel qui signale un danger à venir.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mercure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1992" y="4091939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autre façon de nommer la température.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éclaircie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1992" y="4748784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moment où les nuages s'ouvrent et laissent passer le soleil.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54498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chasse-neige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1992" y="5405628"/>
            <a:ext cx="7507014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camion qui pousse la neige hors de la route.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travaillera sur le toit de l'école demain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chantier a du retard.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a des crampons dans son coffre.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accepte que Diego monte avec ses crampons.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couvreur de l'équipe s'est déjà blessé sur une pente gelée.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ne travaillera pas du tout demain.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travaillera sur le toit de l'école demain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annulé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chantier a du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trois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Diego a des crampons dans son coffre.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Josée accepte que Diego monte avec ses crampons.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couvreur de l'équipe s'est déjà blessé sur une pente gelée.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ne travaillera pas du tout 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l'atelier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par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Josée annule-t-elle la journée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la règle de l'équipe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fera l'équipe pendant la matinée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quelle condition pourrait-elle remonter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Josée annule-t-elle la journée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Parce qu'on annonce du verglas avant six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la règle de l'équipe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Personne ne monte si les rafales dépassent 40 km/h ou si la membrane est glacée.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fera l'équipe pendant la matinée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Elle préparera du bardeau à l'atelier.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quelle condition pourrait-elle remonter ?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Si la pluie verglaçante cesse en après-midi.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« JE PEUX QUAND MÊME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des crampons, je peux essayer.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règle ne dépend pas de l'équipement de chacun.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règle de sécurité vaut pour tout le monde, quel que soit l'équipement ou l'expérience. Faire une exception pour une personne, c'est la faire pour toutes — et c'est ainsi que les accidents arrivent.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règle de sécurité de votre travail, avec son chiffre s'il y en a 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règle,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travaillez pas, nommez une règle de la vie quotidienne : la vitesse, la température d'un réfrigérateur, un délai.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