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Relire la dernière réplique de Josée, en A1. Elle contient un « si » : c'est ce qui laisse la porte ouverte à une reprise du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ordres au tableau. La virgule est le seul détail d'écriture à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Jamais de futur après « si » : c'est la règle la plus importante de la séance. L'écrire en gros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Beaucoup d'élèves écrivent le futur des deux côtés : c'est logique, mais c'est faux.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utile et rarement enseignée : c'est la différence entre une éventualité et une certitude.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suite logique. Vérifier une seule chose : pas de futur après « si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quatre phrases de l'exercice précédent en vérifiant uniquement le temps après « si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rapide. Faire écrire les cinq formes au tableau et passer.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items, deux élisions. Le contraste rend la règle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conditions sont celles du module. Les faire relier aux règles de sécurité vues en A1 et A4.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est libre. Les règles apportées par le groupe valent souvent mieux que les trois premières.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 temps après « si » avant tout. C'est le savoir de la séance ; le reste viendra plus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condition avec « si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On remonte si la pluie verglaçante cesse. » Toute la logique d'une journée de chantier tient dans ce petit mot : rien n'est décidé d'avance, tout dépend d'une condition.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construire une phrase avec une condition introduite par « si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« s' » devant « il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la condition avant ou après la conséquence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bon temps de chaque côté.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 + la condition, puis la conséquence — ou l'inverse.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Si le vent tombe, nous poserons la membrane. » ou « Nous poserons la membrane si le vent tombe. » Les deux ordres sont corrects. Quand « si » ouvre la phrase, une virgule sépare les deux moitiés.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temps de chaque côté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62072"/>
          </a:xfrm>
          <a:prstGeom prst="roundRect">
            <a:avLst>
              <a:gd name="adj" fmla="val 511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APRÈS « SI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7951" y="1975104"/>
            <a:ext cx="236212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DANS LA CONSÉQUENCE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9531" y="1975104"/>
            <a:ext cx="54600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184580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présent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7951" y="2395728"/>
            <a:ext cx="23621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futur simple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9531" y="2395728"/>
            <a:ext cx="546001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le vent tombe, nous poserons la membrane.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184580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présent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7951" y="3236976"/>
            <a:ext cx="23621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impératif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9531" y="3236976"/>
            <a:ext cx="546001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S'il commence à grésiller, descends de l'échelle.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78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présent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7951" y="4078224"/>
            <a:ext cx="236212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présent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9531" y="4078224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la route est fermée, on reste à l'atelier.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QU'ON OUBLIE TOUJOURS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Jamais de futur après « si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écrit « si le vent tombe », jamais « si le vent tombera ». Le futur va dans l'autre moitié de la phrase : « nous poserons la membrane ». C'est une des rares règles du français sans exception.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Si » devient « s' » devant 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S'il pleut », « s'il commence à venter ». Mais on écrit « si elle », « si on » : l'élision ne se fait que devant « il » et « ils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La condition peut ouvrir ou fermer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Si le vent tombe, on monte » et « on monte si le vent tombe » disent la même chose. Le premier ordre insiste sur la condition.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Si » n'est pas toujours une condition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ne sais pas s'il viendra » est une question rapportée, pas une condition. Là, le futur est possible.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Quand » remplace « si » quand c'est certain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Quand le vent tombera, on montera » — on est sûr que le vent tombera. Avec « si », on ne l'est pas.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condition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Après « si », le présent.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poserons la membrane du toit…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S'il tombe du verglas cette nuit,…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Prisca prendra la route…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l'avertissement est levé avant midi,…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condition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poserons la membrane du toit…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 le vent tombe.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S'il tombe du verglas cette nuit,…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l'équipe restera à l'atelier.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Prisca prendra la route…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 la visibilité s'améliore.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l'avertissement est levé avant midi,…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nous partirons pour Granby.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FUTUR APRÈS « SI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 le vent tombera, nous poserons la membrane.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 le vent tombe, nous poserons la membrane.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« si », on emploie le présent, même quand on parle du futur. Le futur va dans l'autre moitié de la phrase. C'est une règle sans exception, et c'est l'erreur la plus fréquente à ce niveau.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L'ÉLISION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 il commence à grésiller, descends.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S'il commence à grésiller, descends.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Si » perd son i devant « il » et « ils » : s'il, s'ils. Devant « elle », « on », « un », il ne change pas : si elle, si on, si un. C'est la seule élision de ce mot.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 ou s'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L'élision ne se fait que devant « il » et « ils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il commence à venter, on descend.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elle arrive avant huit heures, on part ensemble.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on annule, il faut prévenir le client.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ils ne peuvent pas monter, ils restent à l'atelier.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un avertissement est publié, Mado nous écrit.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 ou s'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il commence à venter, on descend.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S'il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elle arrive avant huit heures, on part ensemble.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on annule, il faut prévenir le client.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ils ne peuvent pas monter, ils restent à l'atelier.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S'ils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un avertissement est publié, Mado nous écrit.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conséquence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condition est donnée. Que se passe-t-il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les rafales dépassent quarante kilomètres à l'heure,…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la visibilité tombe sous deux cents mètres,…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l'avertissement est levé,…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la pluie verglaçante cesse en après-midi,…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conséquence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les rafales dépassent quarante kilomètres à l'heure,…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…personne ne monte sur le toit.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la visibilité tombe sous deux cents mètres,…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…on ne prend pas la route.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l'avertissement est levé,…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…Mado enverra un message à l'équipe.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la pluie verglaçante cesse en après-midi,…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…on remonte sur le toit.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règle de votre travail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avec « si », une condition chiffrée.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règle de sécurité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règle de route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règle de température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propre règle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règle de votre travail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règle de sécurité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 les rafales dépassent 40 km/h, personne ne monte.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règle de route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 la visibilité tombe sous 200 mètres, on n'y va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règle de température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S'il fait moins vingt-sept ressenti, on limite les pauses dehors.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propre règle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réponse personnelle, avec un chiffre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avec « si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s'il », une avec la condition au début, une avec la condition à la fin.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: aucun futur après « si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