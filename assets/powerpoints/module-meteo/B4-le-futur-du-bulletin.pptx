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Relire le bulletin de B1 et faire souligner tous les verbes. Presque tous sont au futur simple : c'est le point de départ.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la méthode au tableau : infinitif + terminaison. C'est le temps le plus régulier du français.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troisième et la sixième forme sont celles du bulletin : on y parle du vent, du mercure, des rafales. Faire remarquer qu'un bulletin n'emploie presque que la troisième personne. C'est ce qui le rend prévisible.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 verbes irréguliers, tous fréquents dans un bulletin. Les faire copier : ils s'apprennent par cœur, il n'y a pas de règle.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première carte donne le repère d'écoute : le son r. C'est ce qui distingue « il tombe » de « il tombera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six verbes sont ceux du bulletin. Faire remarquer que tous sont réguliers : le futur est un temps facile.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cinq formes suffisent pour comprendre n'importe quel bulletin. Les faire répéter à voix haute.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les deux formes en alternance, dix fois. C'est un exercice d'oreille, pas de grammaire.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écrire trois verbes en -re au futur, au tableau. Le motif apparaît immédiatement.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l'exercice d'écoute le plus utile du module. Le faire à l'oral d'abord, sans montrer le texte.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quatre phrases sont le squelette d'un bulletin. Elles serviront directement en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uniquement les verbes. Rendre avant E1, où ces phrases deviendront un bulletin complet.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B4  ·  MODULE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 futur du bulletin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Le mercure se maintiendra », « les rafales balaieront », « le vent tombera ». Un bulletin météo est écrit presque entièrement au futur simple — c'est le temps de la prévision.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Quelles sont les prévisions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former le futur simple d'un verbe régulier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connaître les futurs irréguliers les plus fréquents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le futur simple à l'écoute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une prévision au futur simple.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FORMATION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L'infinitif, puis les terminaisons -ai, -as, -a, -ons, -ez, -ont.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Tomber donne il tombera. Descendre perd son e : il descendra. Les terminaisons sont celles du verbe avoir au présent, et elles ne changent jamais, quel que soit le verbe.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futur simple de tomber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877056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PERSONNE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FORME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je tomberai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tu tomberas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il, elle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le vent tombera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nous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nous tomberons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4256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553712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553712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vous tomberez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32688" y="49651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32688" y="5093207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ils, elles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43636" y="5093207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les rafales tomberont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Six futurs irréguliers du bulletin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877056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VERBE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AU FUTUR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être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il sera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avoir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il y aura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faire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il fera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venir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le vent viendra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4256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553712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se maintenir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553712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le mercure se maintiendra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32688" y="49651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32688" y="5093207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pouvoir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43636" y="5093207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on pourra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EN APPRENDRE PLUS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choses à savoir en plus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271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 i="0">
                <a:solidFill>
                  <a:srgbClr val="B45309"/>
                </a:solidFill>
                <a:latin typeface="Verdana"/>
              </a:rPr>
              <a:t>Le r est toujours là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39415"/>
            <a:ext cx="4806543" cy="11496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Tomber-a, descendr-a, ser-a, fer-a. Le son r avant la terminaison est la marque du futur : c'est ce qu'on entend.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271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 i="0">
                <a:solidFill>
                  <a:srgbClr val="B45309"/>
                </a:solidFill>
                <a:latin typeface="Verdana"/>
              </a:rPr>
              <a:t>Les verbes en -re perdent leur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39415"/>
            <a:ext cx="4806543" cy="11496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Descendre donne descendra, prendre donne prendra, mettre donne mettra. Un seul changement, toujours le même.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271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 i="0">
                <a:solidFill>
                  <a:srgbClr val="B45309"/>
                </a:solidFill>
                <a:latin typeface="Verdana"/>
              </a:rPr>
              <a:t>Le futur proche existe aussi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656836"/>
            <a:ext cx="4806543" cy="11496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Il va neiger » et « il neigera » disent la même chose. Le bulletin écrit emploie le futur simple ; à l'oral, on entend souvent « va ».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271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 i="0">
                <a:solidFill>
                  <a:srgbClr val="B45309"/>
                </a:solidFill>
                <a:latin typeface="Verdana"/>
              </a:rPr>
              <a:t>Le futur pour une consigne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656836"/>
            <a:ext cx="4806543" cy="11496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Vous descendrez avant midi » est un ordre poli. C'est fréquent sur un chantier, et ce n'est pas une prévision.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Mettez au futur simple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Troisième personne, comme dans un bulletin.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vent (tomber)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mercure (descendre)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rafales (balayer)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ciel (se dégager)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neige (s'accumuler)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visibilité (diminuer)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Mettez au futur simple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vent (tomber)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vent tombera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mercure (descendre)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mercure descendra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rafales (balayer)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les rafales balaieront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ciel (se dégager)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ciel se dégagera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neige (s'accumuler)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neige s'accumulera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visibilité (diminuer)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visibilité diminuera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irréguliers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Six verbes à connaître par cœur.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(être) beau demain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y (avoir) des éclaircies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(faire) moins six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vent (venir) du nord-est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 (pouvoir) monter samedi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irréguliers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(être) beau demain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 sera beau demain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y (avoir) des éclaircies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 y aura des éclaircies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(faire) moins six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 fera moins six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vent (venir) du nord-est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vent viendra du nord-est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 (pouvoir) monter samedi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on pourra monter samedi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DU PRÉSENT ENTENDU POUR DU FUTUR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Le vent tombe » et « le vent tombera » se ressemblent.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Cherchez le son r : c'est la marque du futur.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Il tombe » et « il tombera » ne diffèrent que par une syllabe. Dans un bulletin, la différence est décisive : l'un dit ce qui se passe maintenant, l'autre ce qui est prévu. Le son r avant la terminaison est le repère.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DES VERBES EN -RE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 mercure descendera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 mercure descendra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Les verbes en -re perdent leur e final avant les terminaisons du futur : descendre donne descendra, prendre donne prendra, mettre donne mettra. C'est le seul changement, et il vaut pour tous les verbes de ce groupe.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Présent ou futur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Cherchez le son 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pluie verglaçante recouvre les routes.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pluie verglaçante se changera en neige.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mercure se maintient autour de zéro.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mercure descendra à moins six.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chasse-neige circulent depuis minuit.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Présent ou futur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pluie verglaçante recouvre les routes.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présent — c'est en cours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pluie verglaçante se changera en neige.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futur — c'est prévu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mercure se maintient autour de zéro.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présent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mercure descendra à moins six.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futur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chasse-neige circulent depuis minuit.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présent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la prévision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Quatre phrases au futur simple, comme un bulletin.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ciel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vent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température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précipitations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la prévision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ciel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ciel se dégagera en fin de journée.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vent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vent viendra du nord-est, avec des pointes à 45 km/h.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température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mercure descendra à moins quinze degrés.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précipitations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Cinq à dix centimètres de neige tomberont d'ici demain.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la prévision de demain en quatre phrases, au futur simple.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Le ciel, le vent, la température, les précipitations.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Soulignez le r de chaque verbe au futur.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Quelles sont les prévisions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