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Relire le bulletin de B1 et faire souligner tous les verbes. Presque tous sont au futur simple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méthode au tableau : infinitif + terminaison. C'est le temps le plus régulier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et la sixième forme sont celles du bulletin : on y parle du vent, du mercure, des rafales. Faire remarquer qu'un bulletin n'emploie presque que la troisième personne. C'est ce qui le rend prévisible.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verbes irréguliers, tous fréquents dans un bulletin. Les faire copier : ils s'apprennent par cœur, il n'y a pas de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donne le repère d'écoute : le son r. C'est ce qui distingue « il tombe » de « il tombera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verbes sont ceux du bulletin. Faire remarquer que tous sont réguliers : le futur est un temps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formes suffisent pour comprendre n'importe quel bulletin. Les faire répéter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formes en alternance, dix fois. C'est un exercice d'oreille, pas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trois verbes en -re au futur, au tableau. Le motif apparaît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d'écoute le plus utile du module. Le faire à l'oral d'abord, sans montrer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sont le squelette d'un bulletin. Elles serviront directement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uniquement les verbes. Rendre avant E1, où ces phrases deviendront un bulletin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futur du bulletin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mercure se maintiendra », « les rafales balaieront », « le vent tombera ». Un bulletin météo est écrit presque entièrement au futur simple — c'est le temps de la prévision.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d'un verbe régulier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futurs irréguliers les plus fréquents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futur simple à l'écoute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prévision au futur simple.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L'infinitif, puis les terminaisons -ai, -as, -a, -ons, -ez, -ont.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Tomber donne il tombera. Descendre perd son e : il descendra. Les terminaisons sont celles du verbe avoir au présent, et elles ne changent jamais, quel que soit le verbe.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simple de tomber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tomberai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tomberas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vent tombera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tomberons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tomberez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ils, 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rafales tomberont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futurs irréguliers du bulletin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FUTUR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sera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vent viendra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maintenir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mercure se maintiendra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pourra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 r est toujours là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Tomber-a, descendr-a, ser-a, fer-a. Le son r avant la terminaison est la marque du futur : c'est ce qu'on entend.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Les verbes en -re perdent leur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Descendre donne descendra, prendre donne prendra, mettre donne mettra. Un seul changement, toujours le même.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 futur proche existe aussi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Il va neiger » et « il neigera » disent la même chose. Le bulletin écrit emploie le futur simple ; à l'oral, on entend souvent « va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B45309"/>
                </a:solidFill>
                <a:latin typeface="Verdana"/>
              </a:rPr>
              <a:t>Le futur pour une consigne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Vous descendrez avant midi » est un ordre poli. C'est fréquent sur un chantier, et ce n'est pas une prévision.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personne, comme dans un bulletin.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vent (tomber)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mercure (descendre)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rafales (balayer)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ciel (se dégager)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neige (s'accumuler)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visibilité (diminuer)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vent (tomber)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vent tombera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mercure (descendre)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mercure descendra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rafales (balayer)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rafales balaieront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ciel (se dégager)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ciel se dégagera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neige (s'accumuler)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neige s'accumulera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visibilité (diminuer)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visibilité diminuera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irréguliers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verbes à connaître par cœur.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(être) beau demain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(avoir) des éclaircies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(faire) moins six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 (venir) du nord-est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(pouvoir) monter samedi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irréguliers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(être) beau demain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sera beau demain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(avoir) des éclaircies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aura des éclaircies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(faire) moins six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fera moins six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 (venir) du nord-est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vent viendra du nord-est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(pouvoir) monter samedi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pourra monter samedi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PRÉSENT ENTENDU POUR DU FUTUR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vent tombe » et « le vent tombera » se ressemblent.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Cherchez le son r : c'est la marque du futur.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tombe » et « il tombera » ne diffèrent que par une syllabe. Dans un bulletin, la différence est décisive : l'un dit ce qui se passe maintenant, l'autre ce qui est prévu. Le son r avant la terminaison est le repère.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DES VERBES EN -RE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mercure descendera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mercure descendra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verbes en -re perdent leur e final avant les terminaisons du futur : descendre donne descendra, prendre donne prendra, mettre donne mettra. C'est le seul changement, et il vaut pour tous les verbes de ce groupe.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le son 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pluie verglaçante recouvre les routes.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pluie verglaçante se changera en neige.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mercure se maintient autour de zéro.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mercure descendra à moins six.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chasse-neige circulent depuis minuit.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 ou futur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pluie verglaçante recouvre les routes.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 — c'est en 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pluie verglaçante se changera en neige.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 — c'est prévu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mercure se maintient autour de zéro.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mercure descendra à moins six.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chasse-neige circulent depuis minuit.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prévision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au futur simple, comme un bulletin.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température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précipitations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prévision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ciel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ciel se dégagera en fin de journée.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vent viendra du nord-est, avec des pointes à 45 km/h.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température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mercure descendra à moins quinze degrés.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précipitations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 à dix centimètres de neige tomberont d'ici demain.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prévision de demain en quatre phrases, au futur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ciel, le vent, la température, les précipitations.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r de chaque verbe au futur.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