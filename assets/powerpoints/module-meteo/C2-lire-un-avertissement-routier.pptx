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Distribuer le texte de l'avertissement et laisser cinq minutes de lecture silencieuse avant toute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blocs, toujours les mêmes dans un avertissement : où, quoi, consigne, services. Les faire noter.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tracer le trajet au tableau, avec les deux villes. La notion de tronçon devient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4, séance B3 : la politesse administrative atténue les consignes. Il faut lire la conséquence.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et le troisième énoncés généralisent : c'est le piège habituel des textes officiels. Faire chercher les mots qui limitent.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cette grille sur un vrai avertissement, s'il y en a un le jour du cours. L'actualité vaut mieux que l'exemple.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B1 : c'est la même structure que le bulletin radio, en plus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prévisions à voix haute deux fois avant d'afficher les énoncés : « Demain, ciel couvert en matinée avec de faibles chutes de neige. Le vent du nord-est se lèvera vers midi, avec des pointes à 45 km/h. En fin de journée, le ciel s'éclaircira et le mercure descendra à moins quinze degrés. » Les six énoncés se corrigent vite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L'erreur inverse est plus grave, mais celle-ci coûte des journées de travail. Les deux méritent d'être nommées.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sécurité routière important. Le dire clairement : les carambolages arrivent dans les baisses soudaines de visibilité.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: ces avertissements montrent si les quatre blocs sont acquis.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et concret. Il installe l'habitude de consulter avant de partir, qui est le vrai objectif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avertissement routier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officiel de six lignes, lu sur un téléphone à six heures du matin. Il dit où, quoi, jusqu'à quand, et ce qu'on doit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avertissement routier et en tirer les quatre informations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 tronçon de route concerné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interdiction d'une recommandation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des prévisions présentées par moments de la journée.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Avertissement de poudrerie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ministère des Transports diffuse un avertissement de poudrerie pour l'autoroute 10, entre Sainte-Julie et Marieville.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Quoi et jusqu'à quand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Des rafales du nord-est réduiront la visibilité par moments jusqu'à demain matin.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doit 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route demeure ouverte, mais les camions et les véhicules légers sont invités à ralentir.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chasse-neige circulent en continu et un poste de secours est ouvert à la halte routière du kilomètre 37.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d'abord le tronçon : entre quoi et 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avertissement ne vise jamais tout le réseau. « Entre Sainte-Julie et Marieville » : si votre trajet ne passe pas là, l'avertissement ne vous concerne pas. C'est la première information à chercher.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Interdiction ou recommandation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4273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DEGRÉ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route est fermée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9531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interdiction — on ne passe pas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sont invités à ralentir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9531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recommandation forte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est conseillé de reporter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9531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recommandation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42738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circulation est interdite aux camions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9531" y="4014215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interdiction, pour certains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06704"/>
          </a:xfrm>
          <a:prstGeom prst="roundRect">
            <a:avLst>
              <a:gd name="adj" fmla="val 181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49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« Invités à » est une formule polie qui cache une recommandation forte : c'est le langage officiel.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l'avertissement.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L'avertissement vise tout le réseau routier du Québec.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rafales viennent du nord-est.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circulation est interdite sur l'autoroute 10.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chasse-neige sont déjà à l'œuvre.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poste de secours est ouvert au kilomètre 37.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L'avertissement vise tout le réseau routier du Québec.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l'autoroute 10, entre deux villes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rafales viennent du nord-est.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circulation est interdite sur l'autoroute 10.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FAUX — la route reste ouverte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chasse-neige sont déjà à l'œuvre.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 — en continu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poste de secours est ouvert au kilomètre 37.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informations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Où, quoi, jusqu'à quand, quelle consigne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Jusqu'à quand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consigne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services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informations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l'autoroute 10, entre Sainte-Julie et Marieville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la poudrerie, avec des rafales du nord-est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Jusqu'à 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jusqu'à demain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consigne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ralentir — la route reste ouverte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services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chasse-neige en continu, poste de secours au km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LIRE DES PRÉVISIONS PAR MOMENTS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Matinée · midi · fin de journée. Chaque moment a ses conditions.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Ciel couvert en matinée, vent qui se lève vers midi, ciel qui s'éclaircit en fin de journée. » Une prévision n'est jamais valable pour toute la journée : il faut chercher le moment qui nous concerne.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annoncé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les prévisions de demain, lues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en matinée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pluie verglaçante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vents forts à partir de midi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ciel dégagé toute la matinée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éclaircies en fin de journée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soirée douce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annoncé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en matinée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pluie verglaçante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vents forts à partir de midi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ciel dégagé toute la matinée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couvert en matinée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éclaircies en fin de journée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soirée douce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moins quinze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TRONÇON IGNORÉ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un avertissement sur la 10, je ne pars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L'avertissement vise le tronçon Sainte-Julie–Marieville.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avertissement sur une autoroute ne vise presque jamais toute sa longueur. Si votre trajet ne passe pas par le tronçon nommé, il ne vous concerne pas — et vous perdriez une journée pour rien.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PAR MOMENTS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visibilité sera mauvaise tout le trajet.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Par moments » veut dire : à certains endroits, à certaines heures.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Par moments » est une expression clé des avertissements. Elle veut dire que la visibilité tombera brusquement puis reviendra. C'est plus dangereux qu'une mauvaise visibilité constante : on ne s'y attend pas.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l'avertissement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lignes : où, quoi, jusqu'à quand, quelle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consigne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services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Consultez un avertissement routier réel et notez ses quatre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Où, quoi, jusqu'à quand, quelle consigne.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 aujourd'hui, notez l'état d'une route de votre trajet.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