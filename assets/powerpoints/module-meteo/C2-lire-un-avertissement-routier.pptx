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Distribuer le texte de l'avertissement et laisser cinq minutes de lecture silencieuse avant toute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blocs, toujours les mêmes dans un avertissement : où, quoi, consigne, services. Les faire noter.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tracer le trajet au tableau, avec les deux villes. La notion de tronçon devient concrète.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Lier au module 4, séance B3 : la politesse administrative atténue les consignes. Il faut lire la conséquence.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et le troisième énoncés généralisent : c'est le piège habituel des textes officiels. Faire chercher les mots qui limitent.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remplir cette grille sur un vrai avertissement, s'il y en a un le jour du cours. L'actualité vaut mieux que l'exemple.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B1 : c'est la même structure que le bulletin radio, en plus court.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prévisions à voix haute deux fois avant d'afficher les énoncés : « Demain, ciel couvert en matinée avec de faibles chutes de neige. Le vent du nord-est se lèvera vers midi, avec des pointes à 45 km/h. En fin de journée, le ciel s'éclaircira et le mercure descendra à moins quinze degrés. » Les six énoncés se corrigent vite ensuite.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L'erreur inverse est plus grave, mais celle-ci coûte des journées de travail. Les deux méritent d'être nommées.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sécurité routière important. Le dire clairement : les carambolages arrivent dans les baisses soudaines de visibilité.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minutes. Ramasser : ces avertissements montrent si les quatre blocs sont acquis.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 et concret. Il installe l'habitude de consulter avant de partir, qui est le vrai objectif du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 avertissement routier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texte officiel de six lignes, lu sur un téléphone à six heures du matin. Il dit où, quoi, jusqu'à quand, et ce qu'on doit faire.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Quelles sont les prévisions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avertissement routier et en tirer les quatre informations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 tronçon de route concerné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une interdiction d'une recommandation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des prévisions présentées par moments de la journée.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TEXTE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Avertissement de poudrerie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Où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ministère des Transports diffuse un avertissement de poudrerie pour l'autoroute 10, entre Sainte-Julie et Marieville.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Quoi et jusqu'à quand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Des rafales du nord-est réduiront la visibilité par moments jusqu'à demain matin.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qu'on doit faire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route demeure ouverte, mais les camions et les véhicules légers sont invités à ralentir.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chasse-neige circulent en continu et un poste de secours est ouvert à la halte routière du kilomètre 37.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RÈGLE DE LECTURE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Cherchez d'abord le tronçon : entre quoi et quoi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avertissement ne vise jamais tout le réseau. « Entre Sainte-Julie et Marieville » : si votre trajet ne passe pas là, l'avertissement ne vous concerne pas. C'est la première information à chercher.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Interdiction ou recommandation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442738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9531" y="1975104"/>
            <a:ext cx="54600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DEGRÉ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route est fermée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9531" y="2395728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interdiction — on ne passe pas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sont invités à ralentir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9531" y="2935224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recommandation forte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4427387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il est conseillé de reporter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9531" y="3474720"/>
            <a:ext cx="54600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recommandation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442738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la circulation est interdite aux camions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9531" y="4014215"/>
            <a:ext cx="546001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interdiction, pour certains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06704"/>
          </a:xfrm>
          <a:prstGeom prst="roundRect">
            <a:avLst>
              <a:gd name="adj" fmla="val 181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49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4B4F52"/>
                </a:solidFill>
                <a:latin typeface="Verdana"/>
              </a:rPr>
              <a:t>« Invités à » est une formule polie qui cache une recommandation forte : c'est le langage officiel.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l'avertissement.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L'avertissement vise tout le réseau routier du Québec.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rafales viennent du nord-est.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circulation est interdite sur l'autoroute 10.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chasse-neige sont déjà à l'œuvre.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poste de secours est ouvert au kilomètre 37.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15416"/>
          </a:xfrm>
          <a:prstGeom prst="roundRect">
            <a:avLst>
              <a:gd name="adj" fmla="val 1598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145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7853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4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L'avertissement vise tout le réseau routier du Québec.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FAUX — l'autoroute 10, entre deux villes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83127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068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3708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38575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rafales viennent du nord-est.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24299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4799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11200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079747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circulation est interdite sur l'autoroute 10.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FAUX — la route reste ouverte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65472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7891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8531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820920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Les chasse-neige sont déjà à l'œuvre.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VRAI — en continu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406644"/>
            <a:ext cx="11057839" cy="613156"/>
          </a:xfrm>
          <a:prstGeom prst="roundRect">
            <a:avLst>
              <a:gd name="adj" fmla="val 2386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53034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59435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562092"/>
            <a:ext cx="10097719" cy="3388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 poste de secours est ouvert au kilomètre 37.   </a:t>
            </a:r>
            <a:r>
              <a:rPr sz="17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informations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Où, quoi, jusqu'à quand, quelle consigne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Jusqu'à quand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consigne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services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quatre informations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l'autoroute 10, entre Sainte-Julie et Marieville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Quoi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 la poudrerie, avec des rafales du nord-est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Jusqu'à quand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jusqu'à demain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consigne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ralentir — la route reste ouverte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Quels services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chasse-neige en continu, poste de secours au km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LIRE DES PRÉVISIONS PAR MOMENTS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Matinée · midi · fin de journée. Chaque moment a ses conditions.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Ciel couvert en matinée, vent qui se lève vers midi, ciel qui s'éclaircit en fin de journée. » Une prévision n'est jamais valable pour toute la journée : il faut chercher le moment qui nous concerne.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annoncé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D'après les prévisions de demain, lues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neige en matinée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pluie verglaçante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vents forts à partir de midi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ciel dégagé toute la matinée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éclaircies en fin de journée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soirée douce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Est-ce annoncé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neige en matinée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 la pluie verglaçante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vents forts à partir de midi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ciel dégagé toute la matinée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 — couvert en matinée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Des éclaircies en fin de journée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Une soirée douce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NON — moins quinze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TRONÇON IGNORÉ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y a un avertissement sur la 10, je ne pars pas.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L'avertissement vise le tronçon Sainte-Julie–Marieville.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avertissement sur une autoroute ne vise presque jamais toute sa longueur. Si votre trajet ne passe pas par le tronçon nommé, il ne vous concerne pas — et vous perdriez une journée pour rien.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« PAR MOMENTS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La visibilité sera mauvaise tout le trajet.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Par moments » veut dire : à certains endroits, à certaines heures.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Par moments » est une expression clé des avertissements. Elle veut dire que la visibilité tombera brusquement puis reviendra. C'est plus dangereux qu'une mauvaise visibilité constante : on ne s'y attend pas.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l'avertissement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lignes : où, quoi, jusqu'à quand, quelle consigne.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situation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39572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5973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consigne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services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Consultez un avertissement routier réel et notez ses quatre informations.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Où, quoi, jusqu'à quand, quelle consigne.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S'il n'y en a aucun aujourd'hui, notez l'état d'une route de votre trajet.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Quelles sont les prévisions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