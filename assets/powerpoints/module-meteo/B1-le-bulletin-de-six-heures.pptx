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1. Prévenir : on écoutera trois fois, avec une consigne différente chaque fois. C'est la seule façon de tenir cette densité.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cinq moments au tableau. C'est la grille d'écoute des trois passages.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Passer l'audio du défi 1. Le mot « déjà » est la clé : il dit que le phénomène est en cours, pas prévu.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chiffres dans ces deux phrases : soixante, neuf heures, moins six. Faire noter chacun avec son unité.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phrase donne la décision : samedi, on monte. C'est ce que l'équipe attendait.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moments, six annonces. Faire remplir ce tableau par les élèves pendant la troisième écoute, avant de l'afficher.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question demande une cause : c'est la plus difficile. Faire chercher le mot « ce qui » dans le texte.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chiffre sans unité ne veut rien dire. C'est l'erreur de prise de notes la plus fréquente : le signaler.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énoncé inverse le sens : « le vent tombera » veut dire qu'il diminue. C'est une expression, pas une chute.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d'autres expressions du bulletin : « le mercure descend », « le ciel se dégage », « la neige s'accumule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but de tout le module : transformer un bulletin en décision. Faire justifier chaque réponse par une phrase du bulletin.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à la séance suivante. C'est un devoir court et il ancre l'habitude d'écouter le bulletin.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bulletin de six heures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Six phrases, douze informations, et toute la journée décidée. Un bulletin météo est le texte le plus dense qu'on écoute chaque matin.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Quelles sont les prévisions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suivre un bulletin météo dans l'ordre du temps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relever les chiffres : degrés, kilomètres à l'heure, centimètres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qui se passe maintenant de ce qui est prévu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 tirer une décision de travail.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COMMENT UN BULLETIN EST CONSTRUIT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Maintenant · l'avant-midi · l'après-midi · le soir · demain.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Toujours dans cet ordre. Sachant cela, on peut écouter en cherchant seulement le moment qui nous intéresse : celui où l'on doit sortir.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BULLETIN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est six heures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Première écoute : cherchez seulement ce qui se passe MAINTENANT.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819781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 MÉTÉOROLOGUE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52469" y="2322576"/>
            <a:ext cx="7323658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est six heures. Voici le bulletin spécial pour la Montérégie : une pluie verglaçante recouvre déjà les routes de la Rive-Sud.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582923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747515"/>
            <a:ext cx="2819781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 MÉTÉOROLOGUE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2469" y="3747515"/>
            <a:ext cx="7323658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mercure se maintiendra autour de zéro degré jusqu'au milieu de l'avant-midi, ce qui gardera la chaussée glissante.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BULLETIN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Des rafales dès neuf heures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Deuxième écoute : relevez tous les CHIFFRES.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819781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 MÉTÉOROLOGUE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52469" y="2322576"/>
            <a:ext cx="7323658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rafales de soixante kilomètres à l'heure balaieront la région dès neuf heures, et la poudrerie réduira la visibilité par moments.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582923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747515"/>
            <a:ext cx="2819781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 MÉTÉOROLOGUE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2469" y="3747515"/>
            <a:ext cx="7323658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après-midi, le vent tombera et le mercure descendra à moins six degrés : la pluie verglaçante se changera alors en neige.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BULLETIN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Demain samedi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Troisième écoute : cherchez ce qui est prévu pour DEMAIN.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81978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 MÉTÉOROLOGUE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52469" y="2322576"/>
            <a:ext cx="732365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à quatre centimètres d'accumulation sont attendus avant la fin de la soirée.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281978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 MÉTÉOROLOGUE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2469" y="3409696"/>
            <a:ext cx="732365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Demain samedi, le ciel se dégagera et le vent sera faible : une journée idéale pour les travaux en hauteur.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bulletin, heure par heure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178808"/>
          </a:xfrm>
          <a:prstGeom prst="roundRect">
            <a:avLst>
              <a:gd name="adj" fmla="val 350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3947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6899" y="1975104"/>
            <a:ext cx="64926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EST ANNONCÉ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maintenant, 6 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6899" y="2395728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pluie verglaçante sur les routes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3947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jusqu'au milieu de l'avant-midi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6899" y="2935224"/>
            <a:ext cx="649265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mercure autour de zéro, chaussée glissante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dès 9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6899" y="3776472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rafales de 60 km/h, poudrerie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en après-midi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6899" y="4315968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vent tombe, moins six, la pluie devient neige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7274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855464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avant la fin de la soirée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6899" y="4855464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 à 4 cm d'accumulation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52669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394959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demain samedi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46899" y="5394959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ciel dégagé, vent faible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questions sur le bulletin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vos notes.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 région ce bulletin concerne-t-il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qui recouvre déjà les routes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368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085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Pourquoi la chaussée restera-t-elle glissante en avant-midi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5211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0756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partir de quelle heure les rafales, et à quelle vitesse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369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009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qui réduira la visibilité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2777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9248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9888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98322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Pourquoi samedi convient-il aux travaux en hauteur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questions sur le bulletin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 région ce bulletin concerne-t-il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Montérégie, sur la Rive-Sud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qui recouvre déjà les routes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 la pluie verglaçante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368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085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Pourquoi la chaussée restera-t-elle glissante en avant-midi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parce que le mercure se maintiendra autour de zéro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5211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0756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partir de quelle heure les rafales, et à quelle vitesse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dès neuf heures, à 60 km/h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369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009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qui réduira la visibilité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poudrerie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2777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9248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9888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98322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Pourquoi samedi convient-il aux travaux en hauteur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ciel se dégagera et le vent sera faible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chiffres et leurs unités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Chaque chiffre a une unité. Laquelle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60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moins 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2 à 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chiffres et leurs unités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60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kilomètres à l'heure — la vitesse du vent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moins 6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degrés — la température de l'après-midi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2 à 4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centimètres — l'accumulation de neige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9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heures — le début des rafales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0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degré — la température de l'avant-midi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D'après le bulletin.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pluie verglaçante tombe déjà au moment du bulletin.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556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197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vent soufflera plus fort en après-midi qu'en avant-midi.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4799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1200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poudrerie nuira à la visibilité.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tombera plus de dix centimètres de neige.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Samedi sera une journée favorable au travail sur les toits.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pluie verglaçante tombe déjà au moment du bulletin.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556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197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vent soufflera plus fort en après-midi qu'en avant-midi.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FAUX — le vent tombera en après-midi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4799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1200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poudrerie nuira à la visibilité.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tombera plus de dix centimètres de neige.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FAUX — deux à quatre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Samedi sera une journée favorable au travail sur les toits.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DU « LE VENT TOMBE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Le vent tombera » veut dire qu'il va y avoir plus de vent.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Tomber » veut dire ici diminuer, s'apaiser.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un bulletin météo, « le vent tombe » signifie qu'il faiblit. C'est une expression figée, et elle dit exactement le contraire de ce que le verbe laisse croire. Elle décide pourtant de la reprise du travail.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Prenez la décision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D'après le bulletin, que fait l'équipe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matin, sur le toit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matin, à l'atelier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Cet après-midi, sur le toit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Demain samedi, sur le toit 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Prenez la décision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matin, sur le toit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 — pluie verglaçante et rafales à 60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matin, à l'atelier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oui — travail intérieur possible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Cet après-midi, sur le toit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 — la neige commence et il fait moins six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Demain samedi, sur le toit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oui — ciel dégagé, vent faible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Écoutez le bulletin de demain matin et notez-en cinq informations.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moment, le phénomène, le chiffre et son unité.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une phrase : que feriez-vous de votre journée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Quelles sont les prévisions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