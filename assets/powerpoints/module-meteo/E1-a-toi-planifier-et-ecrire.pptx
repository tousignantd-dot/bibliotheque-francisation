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Un tiers d'oral, un tiers d'écrit, un tiers de relecture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 avant de lancer les dyades.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une seule chose : la règle chiffrée est-elle citée ? C'est le critère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squelette du bulletin de B1. Le faire retrouver dans le texte avant de rédiger.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ce qui distingue un bon bulletin : il traduit les chiffres en conséquences.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 individuelle. Choisir la vraie météo du jour plutôt qu'une situation inventée.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« si » de la deuxième phrase et le « vous » de la troisième : c'est C4 et C3 réunis.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Ramasser : ces messages sont l'évaluation écrite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une conséquence à chaque phrase des bulletins écrits. La différence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relecture croisée trouve deux fois plus d'erreurs qu'une relecture par l'auteur. Ramasser les versions corrigées.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planifier et écrire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Expliquer une décision à un collègue, puis rédiger le bulletin qu'on voudrait entendre : celui qui dit quoi faire, pas seulement quel temps il fera.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décision prise à cause de la météo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rédiger un bulletin météo au futur simple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d'équipe avec une condition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 texte en vérifiant les temps et les pronoms.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L'ORAL · LES QUATRE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décision · la raison · la règle · la solution de rechange.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structure de B5, et elle vaut pour toute annulation. La quatrième phrase est celle qui distingue une annulation d'une journée perdue.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annoncer et convaincre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annonce, l'autre insiste.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annoncez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insiste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reconnaissez son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refermez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bulletin, en cinq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4795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649265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se passe maintenant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795" y="2395728"/>
            <a:ext cx="339475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présent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649265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est prévu en avant-midi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795" y="2918460"/>
            <a:ext cx="339475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futur simple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649265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est prévu en après-midi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795" y="3441192"/>
            <a:ext cx="339475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futur simple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649265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accumulations attendues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795" y="3963924"/>
            <a:ext cx="339475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futur simple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649265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est prévu demain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795" y="4486656"/>
            <a:ext cx="339475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futur simple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phrase au présent : celle qui décrit maintenant. Tout le reste est au futur.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mettre dans un bulletin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Les chiffres avec leurs unités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Degrés, kilomètres à l'heure, centimètres. Un bulletin sans chiffres ne sert à rien : personne ne peut décider.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Les moments de la journée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Avant-midi, après-midi, en soirée, demain. Une prévision sans moment est inutilisable.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Ce que ça change concrètement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chaussée restera glissante », « une journée idéale pour les travaux en hauteur ». C'est ce qu'on retient.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La zone visée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Pour la Montérégie », « sur la Rive-Sud ». La météo n'est jamais la même partout.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Rédigez le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phrases, au futur simple sauf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se passe maintenant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L'avant-midi et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accumulations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MESSAGE À L'ÉQUIPE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décision · la condition · ce qu'on fait en attendant.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On ne monte pas ce matin. Si l'avertissement est levé avant midi, je vous envoie un message. En attendant, on prépare le bardeau à l'atelier. » Trois phrases, et toute l'équipe sait quoi faire.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 d'équipe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phrases. Une condition, un pronom complément.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décision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attendant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BULLETIN SANS CONSÉQUENCE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Rafales de 60 km/h, mercure à moins six.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Rafales de 60 km/h : aucun travail en hauteur aujourd'hui.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Des chiffres seuls obligent chacun à faire le calcul. Un bulletin qui dit ce que ça change — la chaussée restera glissante, la journée conviendra aux toitures — est celui qu'on écoute vraiment.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Échangez les textes. Six vérifications.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chiffres ont-ils tous une unité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moments de la journée sont-ils nommés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verbes de prévision sont-ils au futur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 futur après « si »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pronoms sont-ils bien placés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quoi faire de sa journée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chiffres ont-ils tous une unité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degrés, km/h,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moments de la journée sont-ils nommés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avant-midi, après-midi, demain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verbes de prévision sont-ils au futur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cherchez le son 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 futur après « si »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s'il y en a un, le corriger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pronoms sont-ils bien placés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 et leur devant le verbe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quoi faire de sa journée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ajouter une conséquence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comprenez mieux dans un bulletin qu'au début du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sais maintenant que le vent qui tombe, c'est bon signe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