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d'application. Aucun contenu nouveau. Un tiers d'oral, un tiers d'écrit, un tiers de relecture croisée.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au tableau avant de lancer les dyades.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 et vérifier une seule chose : la règle chiffrée est-elle citée ? C'est le critère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squelette du bulletin de B1. Le faire retrouver dans le texte avant de rédiger.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ce qui distingue un bon bulletin : il traduit les chiffres en conséquences.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 d'écriture individuelle. Choisir la vraie météo du jour plutôt qu'une situation inventée.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le « si » de la deuxième phrase et le « vous » de la troisième : c'est C4 et C3 réunis.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Ramasser : ces messages sont l'évaluation écrite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ajouter une conséquence à chaque phrase des bulletins écrits. La différence est immédiate.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relecture croisée trouve deux fois plus d'erreurs qu'une relecture par l'auteur. Ramasser les versions corrigées.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quelques billets à voix haute, sans nommer les auteurs. C'est la meilleure préparation à la séance de bilan.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toi : planifier et écrire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module en une séance. Expliquer une décision à un collègue, puis rédiger le bulletin qu'on voudrait entendre : celui qui dit quoi faire, pas seulement quel temps il fera.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une décision prise à cause de la météo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rédiger un bulletin météo au futur simple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message d'équipe avec une condition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relire un texte en vérifiant les temps et les pronoms.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À L'ORAL · LES QUATRE PHRASES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décision · la raison · la règle · la solution de rechange.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structure de B5, et elle vaut pour toute annulation. La quatrième phrase est celle qui distingue une annulation d'une journée perdue.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de rôle · annoncer et convaincre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L'un annonce, l'autre insiste.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annoncez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collègue insiste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reconnaissez son point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refermez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bulletin, en cinq phrases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64926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44795" y="1975104"/>
            <a:ext cx="33947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6492651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qui se passe maintenant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4795" y="2395728"/>
            <a:ext cx="3394755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présent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6492651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qui est prévu en avant-midi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44795" y="2918460"/>
            <a:ext cx="3394755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futur simple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6492651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qui est prévu en après-midi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44795" y="3441192"/>
            <a:ext cx="3394755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futur simple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6492651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accumulations attendues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4795" y="3963924"/>
            <a:ext cx="3394755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futur simple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6492651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qui est prévu demain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44795" y="4486656"/>
            <a:ext cx="3394755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futur simple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Une seule phrase au présent : celle qui décrit maintenant. Tout le reste est au futur.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mettre dans un bulletin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0D7A6F"/>
                </a:solidFill>
                <a:latin typeface="Verdana"/>
              </a:rPr>
              <a:t>Les chiffres avec leurs unités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Degrés, kilomètres à l'heure, centimètres. Un bulletin sans chiffres ne sert à rien : personne ne peut décider.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0D7A6F"/>
                </a:solidFill>
                <a:latin typeface="Verdana"/>
              </a:rPr>
              <a:t>Les moments de la journée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Avant-midi, après-midi, en soirée, demain. Une prévision sans moment est inutilisable.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0D7A6F"/>
                </a:solidFill>
                <a:latin typeface="Verdana"/>
              </a:rPr>
              <a:t>Ce que ça change concrètement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La chaussée restera glissante », « une journée idéale pour les travaux en hauteur ». C'est ce qu'on retient.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0D7A6F"/>
                </a:solidFill>
                <a:latin typeface="Verdana"/>
              </a:rPr>
              <a:t>La zone visée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Pour la Montérégie », « sur la Rive-Sud ». La météo n'est jamais la même partout.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Rédigez le bulletin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phrases, au futur simple sauf la première.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se passe maintenant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L'avant-midi et l'après-midi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accumulations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MESSAGE À L'ÉQUIPE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décision · la condition · ce qu'on fait en attendant.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On ne monte pas ce matin. Si l'avertissement est levé avant midi, je vous envoie un message. En attendant, on prépare le bardeau à l'atelier. » Trois phrases, et toute l'équipe sait quoi faire.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message d'équipe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phrases. Une condition, un pronom complément.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décision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condition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attendant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BULLETIN SANS CONSÉQUENCE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Rafales de 60 km/h, mercure à moins six.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Rafales de 60 km/h : aucun travail en hauteur aujourd'hui.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Des chiffres seuls obligent chacun à faire le calcul. Un bulletin qui dit ce que ça change — la chaussée restera glissante, la journée conviendra aux toitures — est celui qu'on écoute vraiment.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Relecture croisée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Échangez les textes. Six vérifications.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chiffres ont-ils tous une unité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moments de la journée sont-ils nommés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verbes de prévision sont-ils au futur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un futur après « si »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pronoms sont-ils bien placés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qu'on sait quoi faire de sa journée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Relecture croisée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chiffres ont-ils tous une unité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degrés, km/h, cm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moments de la journée sont-ils nommés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avant-midi, après-midi, demain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verbes de prévision sont-ils au futur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cherchez le son 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un futur après « si »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s'il y en a un, le corriger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pronoms sont-ils bien placés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lui et leur devant le verbe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qu'on sait quoi faire de sa journée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sinon, ajouter une conséquence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 une phrase : qu'est-ce que vous comprenez mieux dans un bulletin qu'au début du module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précise.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je sais maintenant que le vent qui tombe, c'est bon signe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