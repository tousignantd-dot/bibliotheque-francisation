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« c'est pas possib' » et « c'est pas possible » à voix haute. Demander au groupe s'il entend la même chose. La leçon commence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ce n'est pas du mauvais français. Beaucoup d'élèves croient qu'on leur parle mal, alors qu'on leur parle normalement.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colonnes. La différence s'entend surtout dans les mots de deux syllabes ou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clé : c'est ce qui suit qui décide. Le faire vérifier sur quatre exemples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le plus utile du module pour la compréhension orale : reconstruire le mot écrit à partir de ce qu'on 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groupe à voix haute, vite. Le groupe entendra lui-même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 de méthode qui débloque beaucoup d'élèves. Le donner explicitement comme une stratégie d'écoute.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six mots de l'exercice 1 dans le cahier, en entier. C'est la forme écrite qu'on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première phrase : « c'est pas » au lieu de « ce n'est pas ». Le « ne » tombe aussi à l'oral — c'est le module 1, séance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vite. Lentement, la consonne revient toujours : c'est la vitesse qui la fait tomber.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forme écrite avant tout. C'est elle qui compte dans un cahier ; la forme orale n'est là que pour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SÉANCE A2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consonnes qui tombent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Possible », « quatre », « exact ». À l'écrit, la consonne finale est là. À l'oral, au Québec, elle disparaît souvent — et c'est pour ça qu'on ne reconnaît pas le 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mot dont la consonne finale n'est pas prononcée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quelles consonnes tombent le plus souvent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débit rapide sur un chantier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un mot qu'on entend sans sa consonne finale.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parlant vite, la consonne finale après une autre consonne tombe souvent.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Possible se dit « possib' ». Quatre se dit « quat' ». Autre se dit « aut' ». Ce n'est pas une faute : c'est le français parlé ordinaire, au Québec comme en France.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l'écrit et à l'oral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L'ÉCRIT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L'ORAL, SOUVENT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possible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possib'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autre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aut'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quatre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quat'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membrane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membrane — la consonne reste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exact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exac'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quatrième ligne montre la limite : quand la consonne est suivie d'une voyelle, elle reste.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Quand la consonne tombe, et quand elle reste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Elle tombe · devant une consonne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Quatre couvreurs » se dit « quat' couvreurs ». La consonne finale tombe parce que le mot suivant commence par une consonne.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Elle reste · devant une voyelle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Quatre échelles » se dit « quatr' échelles ». Le r se rattache à la voyelle qui suit.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Elle tombe · à la fin d'une phrase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C'est pas possible. » se dit souvent « c'est pas possib' ». Il n'y a rien après pour retenir la consonne.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Le t final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Exact », « strict », « correct » perdent souvent leur t. « Exactement », lui, garde tout : la suite du mot le retient.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mot entier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entendez la forme courte. Comment l'écrit-on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acceptab'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chapit'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exac'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tab'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théât'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memb'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mot entier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acceptab'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chapit'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chapitre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exac'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exact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tab'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théât'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théâtre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memb'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membre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consonne tombe-t-elle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ce qui suit le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couvreurs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échelles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possible aujourd'hui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possible demain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autre toit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consonne tombe-t-elle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couvreurs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tombe — consonne après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échelles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reste — voyelle après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possible aujourd'hui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reste — voyelle après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possible demain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tombe — consonne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autre toit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tombe — consonne après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DU MOT NON RECONNU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entendez « quat' » et vous cherchez un mot nouveau.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« quatre », prononcé vite.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plupart des mots qu'on ne reconnaît pas à l'oral ne sont pas des mots inconnus : ce sont des mots connus, prononcés autrement. Avant de chercher un mot nouveau, essayez d'ajouter la consonne finale.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 L'ÉCRITURE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écrivez « quat » parce que vous l'entendez ainsi.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À l'écrit, la consonne finale est toujours 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qui tombe à l'oral ne tombe jamais à l'écrit. « Possible », « quatre », « autre » s'écrivent toujours en entier. C'est une des différences les plus marquées entre le français parlé et le français écrit.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et 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tous les mots en entier.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pas possib' de monter aujourd'hui.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a quat' jours de retard.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La memb' est glacée.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exac', il vente trop.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et 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pas possib' de monter aujourd'hui.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n'est pas possible de monter aujourd'hui.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a quat' jours de retard.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a quatre jours de retard.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La memb' est glacée.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membrane est glacée.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exac', il vente trop.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exact, il vente trop.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haute, vite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groupe dit si la consonne finale tombe ou non.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couvreurs montent sur le toit.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échelles sont appuyées au mur.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possible demain.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membrane est glacée.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haute, vite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couvreurs montent sur le toit.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quat' couvreurs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échelles sont appuyées au mur.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quatr' échelles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possible demain.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possib' demain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membrane est glacée.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membrane — la consonne reste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mots dont la consonne finale tombe souvent à l'oral.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forme entière, puis la forme entendue à côté.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quatre » — on entend « quat'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