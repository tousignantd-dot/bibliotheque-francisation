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« c'est pas possib' » et « c'est pas possible » à voix haute. Demander au groupe s'il entend la même chose. La leçon commence 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clairement : ce n'est pas du mauvais français. Beaucoup d'élèves croient qu'on leur parle mal, alors qu'on leur parle normalement.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deux colonnes. La différence s'entend surtout dans les mots de deux syllabes ou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carte est la clé : c'est ce qui suit qui décide. Le faire vérifier sur quatre exemples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le plus utile du module pour la compréhension orale : reconstruire le mot écrit à partir de ce qu'on entend.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groupe à voix haute, vite. Le groupe entendra lui-même la différence.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 de méthode qui débloque beaucoup d'élèves. Le donner explicitement comme une stratégie d'écoute.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les six mots de l'exercice 1 dans le cahier, en entier. C'est la forme écrite qu'on retient.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première phrase : « c'est pas » au lieu de « ce n'est pas ». Le « ne » tombe aussi à l'oral — c'est le module 1, séance C3.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vite. Lentement, la consonne revient toujours : c'est la vitesse qui la fait tomber.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Enchaîner « météo, mètres, météo, mètres » lentement. La mâchoire descend sur « è », elle reste haute sur « é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finale -er des verbes est le cas le plus rentable de la séance : elle vaut pour des centaines de verbes.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les deux consonnes qui suivent le e dans verglas, personne et averse. La règle devient visuelle.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huit mots de l'exercice de sons du module en ligne, dans le même ordre. Ne pas montrer l'orthographe avant la correction : l'accent écrit donnerait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lentement : à vitesse normale, la différence s'efface et l'exercice perd son intérêt.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forme écrite avant tout. C'est elle qui compte dans un cahier ; la forme orale n'est là que pour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consonnes qui tombent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Possible », « quatre », « exact ». À l'écrit, la consonne finale est là. À l'oral, au Québec, elle disparaît souvent — et c'est pour ça qu'on ne reconnaît pas le mot.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mot dont la consonne finale n'est pas prononcée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quelles consonnes tombent le plus souvent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débit rapide sur un chantier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un mot qu'on entend sans sa consonne finale ;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08600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804672" y="5486400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672" y="55686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08176" y="5509768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son « é » du son « è » dans le vocabulaire du bulletin.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En parlant vite, la consonne finale après une autre consonne tombe souvent.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Possible se dit « possib' ». Quatre se dit « quat' ». Autre se dit « aut' ». Ce n'est pas une faute : c'est le français parlé ordinaire, au Québec comme en France.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l'écrit et à l'oral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L'ORAL, SOUVENT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possible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possib'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autre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aut'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quatre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quat'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membrane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membrane — la consonne reste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3B49A0"/>
                </a:solidFill>
                <a:latin typeface="Verdana"/>
              </a:rPr>
              <a:t>exact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exac'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quatrième ligne montre la limite : quand la consonne est suivie d'une voyelle, elle reste.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Quand la consonne tombe, et quand elle reste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Elle tombe · devant une consonne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Quatre couvreurs » se dit « quat' couvreurs ». La consonne finale tombe parce que le mot suivant commence par une consonne.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Elle reste · devant une voyelle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Quatre échelles » se dit « quatr' échelles ». Le r se rattache à la voyelle qui suit.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Elle tombe · à la fin d'une phrase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C'est pas possible. » se dit souvent « c'est pas possib' ». Il n'y a rien après pour retenir la consonne.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3B49A0"/>
                </a:solidFill>
                <a:latin typeface="Verdana"/>
              </a:rPr>
              <a:t>Le t final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Exact », « strict », « correct » perdent souvent leur t. « Exactement », lui, garde tout : la suite du mot le retient.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1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Vous entendez la forme courte. Comment l'écrit-on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acceptab'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chapit'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exac'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tab'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théât'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memb' 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mot entier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acceptab'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acceptable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chapit'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chapitre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exac'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exact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tab'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théât'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théâtre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memb'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membre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2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tombe-t-elle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Regardez ce qui suit le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aujourd'hui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demain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autre toit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consonne tombe-t-elle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reste — voyelle après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aujourd'hui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reste — voyelle après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possible demain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autre toit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tombe — consonne après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DU MOT NON RECONNU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entendez « quat' » et vous cherchez un mot nouveau.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« quatre », prononcé vite.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plupart des mots qu'on ne reconnaît pas à l'oral ne sont pas des mots inconnus : ce sont des mots connus, prononcés autrement. Avant de chercher un mot nouveau, essayez d'ajouter la consonne finale.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L'ÉCRITURE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écrivez « quat » parce que vous l'entendez ainsi.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À l'écrit, la consonne finale est toujours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qui tombe à l'oral ne tombe jamais à l'écrit. « Possible », « quatre », « autre » s'écrivent toujours en entier. C'est une des différences les plus marquées entre le français parlé et le français écrit.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3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tous les mots en entier.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pas possib' de monter aujourd'hui.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a quat' jours de retard.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memb' est glacée.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exac', il vente trop.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Écoutez et écrivez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pas possib' de monter aujourd'hui.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n'est pas possible de monter aujourd'hui.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 a quat' jours de retard.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a quatre jours de retard.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La memb' est glacée.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membrane est glacée.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C'est exac', il vente trop.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C'est exact, il vente trop.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4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groupe dit si la consonne finale tombe ou non.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montent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sont appuyées au mur.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possible demain.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membrane est glacée.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vite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couvreurs montent sur le toit.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quat' couvreurs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échelles sont appuyées au mur.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quatr' échelles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n'est pas possible demain.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possib' demain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membrane est glacée.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membrane — la consonne reste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L'AUTRE DIFFICULTÉ DU BULLETIN : É OU 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L'accent change le son : « é » ferme la bouche, « è » l'ouvre.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Météo » et « mètres » se suivent dans le même bulletin. Le premier a deux fois le son « é », le second le son « è ». L'écart est petit à l'oreille et net à l'écrit.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sons dans les mots de la météo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S'ÉCRIT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MOTS DU MODULE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é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é, et les finales -er, -ez, -ée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météo, degrés, préparer, journée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son « è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è, ê, ai, ei, e suivi de deux consonnes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mètres, neige, après, verglas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verbe qui finit par -er se dit toujours avec le son « é » : préparer, annuler, tomber. La règle n'a pas d'exception.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 PIÈGE DE « VERGLAS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vé-glas, avec le son « é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ver-glas — le son « è », parce que le e est suivi de deux consonnes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accent écrit, on croit lire un « é ». Mais un e suivi de deux consonnes se dit « è » : verglas, personne, averse. C'est une règle qui se voit à l'œil, sans avoir à connaître le mot.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5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écrivez « é » ou « è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météo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mètres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degrés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neige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préparer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verglas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journée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météo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é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mètres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è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degrés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é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neige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è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préparer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é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verglas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è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journée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é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son « è »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6 DE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bulletin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lit une phrase. Le groupe ne corrige que les é et les è.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météo annonce dix degrés sous zéro.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neige tombe et la visibilité est de cent mètres.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préparer les crampons après le dîner.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de bulletin à lire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météo annonce dix degrés sous zéro.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· é · 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neige tombe et la visibilité est de cent mètres.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è · 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faut préparer les crampons après le dîner.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 · 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mots dont la consonne finale tombe souvent à l'oral.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 la forme entière, puis la forme entendue à côté.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quatre » — on entend « quat'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