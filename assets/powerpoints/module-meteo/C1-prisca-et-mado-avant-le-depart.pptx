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Ouverture du défi 2. Demander : est-ce qu'une route ouverte est forcément praticable ? Beaucoup répondront oui. C'est la leçon.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Passer l'audio du défi 2. Faire remarquer le mot « praticable » : Prisca ne demande pas si la route est ouverte, mais si on peut y rouler.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réponse de Mado contient un « mais » : la route est ouverte ET dangereuse. Les deux à la fois. C'est le cœur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Deux choses : Mado emploie « leur » (séance C3) et Prisca propose une tâche de remplacement (séance B5). Le module se referme sur lui-même.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la règle au tableau. C'est un savoir de sécurité routière autant que de langue.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produire trois phrases avec les trois mots. La distinction devient claire tout de suite.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quatrième carte est un réflexe de sécurité au travail : prévenir avant de prendre la route en conditions difficiles.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premier énoncé est le piège : « ouverte » et « fermée » sont dits dans la même réplique. Faire réécouter.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cinquième réponse reprend l'idée de la solution de rechange, vue en B5. Le faire remarquer.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de sécurité important. Beaucoup d'élèves croient qu'une route dangereuse serait fermée.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dire simplement, sans dramatiser. C'est une pratique courante dans les métiers du transport et de la construction.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justifier chaque décision par un chiffre ou un mot de l'avertissement. Ne jamais accepter « parce que ça a l'air correct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quatrième cas est celui qu'on oublie : que faire quand on est déjà parti ? S'arrêter et prévenir, jamais continuer par entêtement.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Situation délicate et réaliste. Lire quelques billets : les formulations varient beaucoup et méritent d'être comparées.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C1  ·  MODULE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Prisca et Mado avant le départ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La route est ouverte, mais la visibilité tombe sous deux cents mètres. Ouverte ne veut pas dire sûre — et c'est toute la différence entre partir et attendre.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Quelles sont les prévisions 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un échange sur l'état d'une route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« ouverte » de « praticable »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à qui demander avant de partir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proposer une solution en attendant.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Est-ce que l'autoroute 10 est praticable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d'abord l'enregistrement, diapo masquée. Lisez ensuite.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271778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PRISCA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04466" y="2322576"/>
            <a:ext cx="8871661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Mado, je pars pour le chantier de Granby. Est-ce que l'autoroute 10 est praticable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245103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409696"/>
            <a:ext cx="1271778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04466" y="3409696"/>
            <a:ext cx="8871661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Attends, je regarde le site du ministère des Transports… Il y a un avertissement de poudrerie entre Sainte-Julie et Marieville.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Est-ce qu'on ferme la route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271778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PRISCA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04466" y="1901952"/>
            <a:ext cx="887166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qu'on ferme la route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271778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04466" y="2651252"/>
            <a:ext cx="8871661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Non, elle reste ouverte, mais la visibilité tombe à moins de deux cents mètres.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57378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738371"/>
            <a:ext cx="1271778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PRISCA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04466" y="3738371"/>
            <a:ext cx="887166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devrais peut-être attendre que le vent faiblisse.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Je leur envoie un message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271778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04466" y="1901952"/>
            <a:ext cx="8871661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ce que je conseille à tout le monde ce matin. Je leur envoie un message dès que l'avertissement sera levé.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82447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89072"/>
            <a:ext cx="1271778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PRISCA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04466" y="2989072"/>
            <a:ext cx="887166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Parfait. Je vais préparer les feuilles de temps pendant ce temps-là.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LA RÈGLE DU DÉFI 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Ouverte ne veut pas dire praticable.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route reste ouverte tant qu'elle n'est pas physiquement bloquée. La visibilité, la glace et le vent peuvent la rendre dangereuse sans qu'elle soit fermée. La décision revient au conducteur.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mots à ne pas confondre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MOT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QU'IL 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fermée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on ne peut pas y aller, c'est bloqué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ouverte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on peut y aller, rien ne bloque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praticable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on peut y rouler en sécurité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06824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562856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route peut être ouverte sans être praticable. L'inverse n'existe pas.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choses à vérifier avant de partir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L'avertissement routier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Le site du ministère des Transports le publie par tronçon d'autoroute. C'est plus précis que le bulletin météo général.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La visibilité annoncée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Sous cinq cents mètres, on ralentit. Sous deux cents mètres, on ne devrait pas partir.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L'état de la chaussée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Sèche, mouillée, enneigée, glacée. Les sites d'information routière emploient ces quatre mots.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Qui prévenir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Le répartiteur ou le superviseur, avant de partir et en cas de changement. Personne ne devrait rouler sans que quelqu'un le sache.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D'après le dialogue.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L'autoroute 10 est fermée à la circulation.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avertissement de poudrerie touche le secteur de Marieville.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Mado consulte le site du ministère des Transports.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visibilité reste excellente sur tout le trajet.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Prisca part tout de suite, malgré l'avertissement.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Mado préviendra l'équipe quand l'avertissement sera levé.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L'autoroute 10 est fermée à la circulation.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elle reste ouverte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avertissement de poudrerie touche le secteur de Marieville.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Mado consulte le site du ministère des Transports.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visibilité reste excellente sur tout le trajet.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moins de deux cents mètres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Prisca part tout de suite, malgré l'avertissement.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elle attend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Mado préviendra l'équipe quand l'avertissement sera levé.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Cinq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par une phrase complète.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77596"/>
          </a:xfrm>
          <a:prstGeom prst="roundRect">
            <a:avLst>
              <a:gd name="adj" fmla="val 2532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4561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962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032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Pourquoi Prisca parle-t-elle à Mado avant de partir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45307"/>
            <a:ext cx="11057839" cy="577596"/>
          </a:xfrm>
          <a:prstGeom prst="roundRect">
            <a:avLst>
              <a:gd name="adj" fmla="val 2532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5122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1523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00755"/>
            <a:ext cx="10097719" cy="3032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Que signifie le mot « poudrerie »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50920"/>
            <a:ext cx="11057839" cy="844296"/>
          </a:xfrm>
          <a:prstGeom prst="roundRect">
            <a:avLst>
              <a:gd name="adj" fmla="val 173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79018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54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706368"/>
            <a:ext cx="10097719" cy="5699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Pourquoi une route ouverte peut-elle rester dangereuse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523232"/>
            <a:ext cx="11057839" cy="577596"/>
          </a:xfrm>
          <a:prstGeom prst="roundRect">
            <a:avLst>
              <a:gd name="adj" fmla="val 2532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2915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9315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78680"/>
            <a:ext cx="10097719" cy="3032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Que fera Mado dès que l'avertissement sera levé 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28844"/>
            <a:ext cx="11057839" cy="577596"/>
          </a:xfrm>
          <a:prstGeom prst="roundRect">
            <a:avLst>
              <a:gd name="adj" fmla="val 2532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3476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39877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384292"/>
            <a:ext cx="10097719" cy="3032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Que fera Prisca en attendant 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Cinq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77596"/>
          </a:xfrm>
          <a:prstGeom prst="roundRect">
            <a:avLst>
              <a:gd name="adj" fmla="val 25329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4561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962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032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Pourquoi Prisca parle-t-elle à Mado avant de partir ?   </a:t>
            </a:r>
            <a:r>
              <a:rPr sz="1500" b="1" i="0">
                <a:solidFill>
                  <a:srgbClr val="07734A"/>
                </a:solidFill>
                <a:latin typeface="Verdana"/>
              </a:rPr>
              <a:t>» Pour savoir si l'autoroute 10 est praticable.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45307"/>
            <a:ext cx="11057839" cy="577596"/>
          </a:xfrm>
          <a:prstGeom prst="roundRect">
            <a:avLst>
              <a:gd name="adj" fmla="val 25329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5122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1523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00755"/>
            <a:ext cx="10097719" cy="3032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Que signifie le mot « poudrerie » ?   </a:t>
            </a:r>
            <a:r>
              <a:rPr sz="1500" b="1" i="0">
                <a:solidFill>
                  <a:srgbClr val="07734A"/>
                </a:solidFill>
                <a:latin typeface="Verdana"/>
              </a:rPr>
              <a:t>» De la neige déjà tombée que le vent soulève.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50920"/>
            <a:ext cx="11057839" cy="844296"/>
          </a:xfrm>
          <a:prstGeom prst="roundRect">
            <a:avLst>
              <a:gd name="adj" fmla="val 173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79018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54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706368"/>
            <a:ext cx="10097719" cy="5699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Pourquoi une route ouverte peut-elle rester dangereuse ?   </a:t>
            </a:r>
            <a:r>
              <a:rPr sz="1500" b="1" i="0">
                <a:solidFill>
                  <a:srgbClr val="07734A"/>
                </a:solidFill>
                <a:latin typeface="Verdana"/>
              </a:rPr>
              <a:t>» Parce que la visibilité peut tomber sous deux cents mètres.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523232"/>
            <a:ext cx="11057839" cy="577596"/>
          </a:xfrm>
          <a:prstGeom prst="roundRect">
            <a:avLst>
              <a:gd name="adj" fmla="val 25329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2915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9315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78680"/>
            <a:ext cx="10097719" cy="3032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Que fera Mado dès que l'avertissement sera levé ?   </a:t>
            </a:r>
            <a:r>
              <a:rPr sz="1500" b="1" i="0">
                <a:solidFill>
                  <a:srgbClr val="07734A"/>
                </a:solidFill>
                <a:latin typeface="Verdana"/>
              </a:rPr>
              <a:t>» Elle enverra un message à toute l'équipe.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28844"/>
            <a:ext cx="11057839" cy="577596"/>
          </a:xfrm>
          <a:prstGeom prst="roundRect">
            <a:avLst>
              <a:gd name="adj" fmla="val 25329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3476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39877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384292"/>
            <a:ext cx="10097719" cy="3032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Que fera Prisca en attendant ?   </a:t>
            </a:r>
            <a:r>
              <a:rPr sz="1500" b="1" i="0">
                <a:solidFill>
                  <a:srgbClr val="07734A"/>
                </a:solidFill>
                <a:latin typeface="Verdana"/>
              </a:rPr>
              <a:t>» Elle préparera les feuilles de temps.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LE PIÈGE DE LA ROUTE OUVERTE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La route est ouverte, donc je peux partir.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La route est ouverte, mais la visibilité est à deux cents mètres.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ministère ferme rarement une autoroute : il avertit. C'est au conducteur de décider, et l'avertissement existe précisément pour qu'il décide en connaissance de cause.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LE PIÈGE DU DÉPART SANS PRÉVENIR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pars, ils le sauront bien.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préviens le répartiteur avant de partir.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En conditions difficiles, quelqu'un doit savoir que vous êtes sur la route et à quelle heure vous devriez arriver. Si vous n'arrivez pas, c'est cette information qui déclenche les recherches.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Partir ou attendre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Donnez la décision et la raison.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6339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2740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Route ouverte, visibilité à 800 mètres, chaussée sèche.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80868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0456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6857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36316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Route ouverte, visibilité à 200 mètres, poudrerie.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22040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7457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097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777488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Route ouverte, chaussée glacée, pas de vent.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363212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48691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55091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518660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Route fermée entre deux sorties.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04384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22808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29209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259832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Avertissement levé, chaussée enneigée.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Partir ou attendre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6339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2740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Route ouverte, visibilité à 800 mètres, chaussée sèche.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partir — conditions normales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80868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0456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6857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36316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Route ouverte, visibilité à 200 mètres, poudrerie.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attendre — visibilité trop faible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22040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7457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097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777488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Route ouverte, chaussée glacée, pas de vent.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attendre ou rouler très lentement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363212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48691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55091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518660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Route fermée entre deux sorties.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attendre — pas le choix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04384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22808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29209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259832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Avertissement levé, chaussée enneigée.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partir, en prévoyant plus de temps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 faites-vous en attendant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Une tâche utile par situation.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êtes au bureau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êtes à la maison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êtes à l'atelier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êtes déjà en route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 faites-vous en attendant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êtes au bureau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préparer les documents, les feuilles de temps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êtes à la maison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prévenir le client, replanifier la journée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êtes à l'atelier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entretenir les outils, préparer le matériel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êtes déjà en route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vous arrêter à une halte et prévenir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19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ce que vous diriez à un collègue qui veut partir malgré l'avertissement.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Trois phrases : le fait, le risque, la proposition.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Sans lui donner d'ordre — vous n'êtes pas son superviseur.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Quelles sont les prévisions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