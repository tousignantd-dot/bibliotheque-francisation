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Demander : est-ce qu'une route ouverte est forcément praticable ? Beaucoup répondront oui. C'est la 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du défi 2. Faire remarquer le mot « praticable » : Prisca ne demande pas si la route est ouverte, mais si on peut y rouler.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réponse de Mado contient un « mais » : la route est ouverte ET dangereuse. Les deux à la fois. C'est le cœur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choses : Mado emploie « leur » (séance C3) et Prisca propose une tâche de remplacement (séance B5). Le module se referme sur lui-même.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règle au tableau. C'est un savoir de sécurité routière autant que de langue.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trois phrases avec les trois mots. La distinction devient claire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un réflexe de sécurité au travail : prévenir avant de prendre la route en conditions difficiles.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énoncé est le piège : « ouverte » et « fermée » sont dits dans la même réplique. Faire réécouter.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cinquième réponse reprend l'idée de la solution de rechange, vue en B5.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sécurité important. Beaucoup d'élèves croient qu'une route dangereuse serait fermée.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simplement, sans dramatiser. C'est une pratique courante dans les métiers du transport et de la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décision par un chiffre ou un mot de l'avertissement. Ne jamais accepter « parce que ça a l'air correct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cas est celui qu'on oublie : que faire quand on est déjà parti ? S'arrêter et prévenir, jamais continuer par entêtement.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Situation délicate et réaliste. Lire quelques billets : les formulations varient beaucoup et méritent d'être comparées.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Prisca et Mado avant le départ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route est ouverte, mais la visibilité tombe sous deux cents mètres. Ouverte ne veut pas dire sûre — et c'est toute la différence entre partir et attendre.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Quelles sont les prévisions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échange sur l'état d'une route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ouverte » de « praticable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à qui demander avant de partir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proposer une solution en attendant.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l'autoroute 10 est praticable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 l'enregistrement, diapo masquée. Lisez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7177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PRISCA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4466" y="2322576"/>
            <a:ext cx="88716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Mado, je pars pour le chantier de Granby. Est-ce que l'autoroute 10 est praticable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27177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4466" y="3409696"/>
            <a:ext cx="88716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Attends, je regarde le site du ministère des Transports… Il y a un avertissement de poudrerie entre Sainte-Julie et Marieville.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qu'on ferme la route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717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PRISCA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4466" y="1901952"/>
            <a:ext cx="88716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ferme la route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7177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4466" y="2651252"/>
            <a:ext cx="88716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elle reste ouverte, mais la visibilité tombe à moins de deux cents mètres.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2717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PRISCA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4466" y="3738371"/>
            <a:ext cx="88716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devrais peut-être attendre que le vent faiblisse.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leur envoie un message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7177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4466" y="1901952"/>
            <a:ext cx="887166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ce que je conseille à tout le monde ce matin. Je leur envoie un message dès que l'avertissement sera levé.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27177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PRISCA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4466" y="2989072"/>
            <a:ext cx="887166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Parfait. Je vais préparer les feuilles de temps pendant ce temps-là.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DU DÉFI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Ouverte ne veut pas dire praticable.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route reste ouverte tant qu'elle n'est pas physiquement bloquée. La visibilité, la glace et le vent peuvent la rendre dangereuse sans qu'elle soit fermée. La décision revient au conducteur.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mots à ne pas confondre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fermée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ne peut pas y aller, c'est bloqué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ouverte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peut y aller, rien ne bloque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praticable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peut y rouler en sécurité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route peut être ouverte sans être praticable. L'inverse n'existe pas.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vérifier avant de partir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L'avertissement routier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site du ministère des Transports le publie par tronçon d'autoroute. C'est plus précis que le bulletin météo général.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visibilité annoncée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Sous cinq cents mètres, on ralentit. Sous deux cents mètres, on ne devrait pas partir.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L'état de la chaussée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Sèche, mouillée, enneigée, glacée. Les sites d'information routière emploient ces quatre mots.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Qui prévenir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répartiteur ou le superviseur, avant de partir et en cas de changement. Personne ne devrait rouler sans que quelqu'un le sache.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L'autoroute 10 est fermée à la circulation.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avertissement de poudrerie touche le secteur de Marieville.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Mado consulte le site du ministère des Transports.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visibilité reste excellente sur tout le trajet.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Prisca part tout de suite, malgré l'avertissement.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Mado préviendra l'équipe quand l'avertissement sera levé.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L'autoroute 10 est fermée à la circulation.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reste ouverte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avertissement de poudrerie touche le secteur de Marieville.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Mado consulte le site du ministère des Transports.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visibilité reste excellente sur tout le trajet.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moins de deux cents mètres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Prisca part tout de suite, malgré l'avertissement.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attend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Mado préviendra l'équipe quand l'avertissement sera levé.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par une phrase complète.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4561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962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Pourquoi Prisca parle-t-elle à Mado avant de partir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45307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512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152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00755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Que signifie le mot « poudrerie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0920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06368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Pourquoi une route ouverte peut-elle rester dangereuse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23232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2915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9315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78680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Que fera Mado dès que l'avertissement sera levé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28844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3476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9877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84292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Que fera Prisca en attendant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4561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962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Pourquoi Prisca parle-t-elle à Mado avant de partir ?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Pour savoir si l'autoroute 10 est praticable.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45307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512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152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00755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Que signifie le mot « poudrerie » ?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De la neige déjà tombée que le vent soulève.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0920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06368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Pourquoi une route ouverte peut-elle rester dangereuse ?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Parce que la visibilité peut tomber sous deux cents mètres.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23232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2915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9315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78680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Que fera Mado dès que l'avertissement sera levé ?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Elle enverra un message à toute l'équipe.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28844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3476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9877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84292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Que fera Prisca en attendant ?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Elle préparera les feuilles de temps.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DE LA ROUTE OUVERTE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route est ouverte, donc je peux partir.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route est ouverte, mais la visibilité est à deux cents mètres.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ministère ferme rarement une autoroute : il avertit. C'est au conducteur de décider, et l'avertissement existe précisément pour qu'il décide en connaissance de cause.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DU DÉPART SANS PRÉVENIR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pars, ils le sauront bien.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préviens le répartiteur avant de partir.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 conditions difficiles, quelqu'un doit savoir que vous êtes sur la route et à quelle heure vous devriez arriver. Si vous n'arrivez pas, c'est cette information qui déclenche les recherches.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Partir ou attendre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Donnez la décision et la raison.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Route ouverte, visibilité à 800 mètres, chaussée sèche.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Route ouverte, visibilité à 200 mètres, poudrerie.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Route ouverte, chaussée glacée, pas de vent.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Route fermée entre deux sorties.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Avertissement levé, chaussée enneigée.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Partir ou attendre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Route ouverte, visibilité à 800 mètres, chaussée sèche.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partir — conditions normales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Route ouverte, visibilité à 200 mètres, poudrerie.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attendre — visibilité trop faible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Route ouverte, chaussée glacée, pas de vent.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attendre ou rouler très lentement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Route fermée entre deux sorties.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attendre — pas le choix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Avertissement levé, chaussée enneigée.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partir, en prévoyant plus de temps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faites-vous en attendant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tâche utile par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au bureau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à la maison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à l'atelier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déjà en route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faites-vous en attendant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au bureau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préparer les documents, les feuilles de temps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à la maison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prévenir le client, replanifier la journée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à l'atelier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entretenir les outils, préparer le matériel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déjà en route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 arrêter à une halte et prévenir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ce que vous diriez à un collègue qui veut partir malgré l'avertissement.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phrases : le fait, le risque, la proposition.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Sans lui donner d'ordre — vous n'êtes pas son superviseur.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Quelles sont les prévisions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