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Avant-dernière séance. Deux temps : le jeu de rôle avec l'assistant, environ quarante minutes, puis l'enregistrement de la production orale. Prévoir des écouteurs, sinon la salle devient inaudible.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objectif est le critère de réussite du jeu de rôle, et il est mesurable : l'agente relit à voix haute ce qu'elle inscrit.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 avant de commencer. Le dire clairement évite la déception du milieu de l'exercice : l'assistant ne cédera pas, et ce n'est pas un défaut.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Chaque élève choisit sa situation. Les plus à l'aise prennent la troisième, qui exige de tenir plusieurs faits à la fois. On peut aussi jouer l'agente : c'est plus difficile qu'il n'y paraît.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laisser affichée pendant tout le jeu de rôle. Les huit sujets sont aussi dans le module, cochables un par 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le lien explicitement avec l'intonation travaillée en A2. C'est la seule séance où les deux se rencontrent, et les élèves ne font pas le lien seuls.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temps 2 réemploie le plus-que-parfait de A4 et le temps 3 l'hypothèse irréelle de C4. Le dire : ils reconnaîtront ce qu'ils savent déjà faire.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 de préparation écrite, montre en main. Sans elles, l'enregistrement part dans tous les sens et dure quatre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module garde l'enregistrement et permet de l'envoyer à l'enseignante. Rappeler que rien ne part sans un geste de l'élève : la rétroaction de l'IA reste privée.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Vous menez l'appel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L'assistant joue l'agente au règlement des sinistres. Elle est polie, elle connaît le dossier, et elle ne décide rien. Tout ce qu'elle peut faire, c'est inscrire une note.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Faire renverser une décision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mener un appel de contestation du début à la fin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obtenir qu'une phrase précise soit inscrite au dossier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raconter à voix haute une décision qu'on a subie, en trois temps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réemployer la concession et l'hypothèse irréelle sans y penser.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CE QUE VOUS POUVEZ OBTENIR, ET CE QUE VOUS NE POUVEZ PAS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711704"/>
          </a:xfrm>
          <a:prstGeom prst="roundRect">
            <a:avLst>
              <a:gd name="adj" fmla="val 5395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888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2900" b="1" i="0">
                <a:solidFill>
                  <a:srgbClr val="17181A"/>
                </a:solidFill>
                <a:latin typeface="Verdana"/>
              </a:rPr>
              <a:t>Vous n'obtiendrez pas que le dossier soit rouvert : cette personne n'en a pas le pouvoir. Vous pouvez obtenir qu'une phrase soit inscrite, et qu'une pièce soit demandée.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211320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485639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Pour cela, il faut que ce soit inscriptible : un fait, une date, une pièce, une demande précise. « C'est injuste » ne s'inscrit nulle part et n'atteint personne.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JEU DE RÔLE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7181A"/>
                </a:solidFill>
                <a:latin typeface="Verdana"/>
              </a:rPr>
              <a:t>Trois situations, la même personne au bout du fil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42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Le refus, et son motif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54402"/>
            <a:ext cx="4806543" cy="11346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Réclamation refusée : « défaut d'entretien du drain de plancher », exclusion 7.3. Dommages de 19 400 $, franchise de 1 000 $. Vous appelez pour la première fois depuis la lettre.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42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Deux documents, deux tuyaux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54402"/>
            <a:ext cx="4806543" cy="11346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La lettre parle du drain de plancher, le rapport du drain de fondation. Personne chez l'assureur ne l'avait remarqué avant vous.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42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La contre-expertise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71822"/>
            <a:ext cx="4806543" cy="11346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Onze pages, vingt-deux photographies datées, une caméra passée le 19 octobre : aucune racine, écoulement libre. Et la facture acquittée du 3 mai.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CONSIGNES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huit sujets à couvrir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703320"/>
          </a:xfrm>
          <a:prstGeom prst="roundRect">
            <a:avLst>
              <a:gd name="adj" fmla="val 395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AU DÉBUT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ENSUITE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Nom, numéro de dossier, 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fait daté, avec sa pièce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« Trois points, ce sera court 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concession : certes…, mais…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950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078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motif cité dans ses mots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4078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hypothèse irréelle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791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919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919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Trois demandes, puis le délai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REGISTRE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Hausser le ton parce qu'on n'obtient rien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Descendre la voix et redemander précisément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8872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L'agente ne cédera pas davantage si vous vous fâchez — elle n'en a pas le pouvoir. Ce qui la fait avancer, c'est une phrase qu'elle peut recopier au dossier. Et souvenez-vous de la séance A2 : une demande dite avec une mélodie montante devient une demande de permission. Descendez, et appuyez.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PRODUCTION ORALE : TROIS TEMPS, DEUX MINUTES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897632"/>
          </a:xfrm>
          <a:prstGeom prst="roundRect">
            <a:avLst>
              <a:gd name="adj" fmla="val 5049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2074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Racontez une décision que vous avez trouvée injuste — un refus, un montant, un délai, un dossier fermé. Ici ou dans votre pays.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39724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67156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Temps 1 : annoncez de quoi vous allez parler, avec une date. Temps 2 : ce qui s'était passé avant, ce qui s'est passé, le motif — avec un chiffre. Temps 3 : ce que vous auriez fait autrement, puis la démarche entreprise.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PRÉPARATION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Avant d'enregistrer, notez cinq choses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Cinq mots-clés, pas des phrases : vous ne devez pas lire.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date de la décision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motif, dans les mots de l'autre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fait qui la contredit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chiffre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que vous avez fait ensuite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Écoutez votre enregistrement une fois, et notez une seule chose à améliorer.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seule. Pas trois.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Puis réenregistrez-vous en ne changeant que celle-là.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Faire renverser une décision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