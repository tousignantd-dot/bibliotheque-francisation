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dernière du bloc A. Le lien avec le module n'est pas décoratif : le dossier de Teodora se gagne parce que le nettoyage du drain a eu lieu AVANT le sinistre. Sans le plus-que-parfait, cette phrase-là ne se dit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emploi est le moins connu et le plus fréquent dans les documents : « le drain avait été refait en 2019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questions suffisent à faire apparaître les deux étages. Noter au tableau, en deux colonnes, les verbes que le groupe emploie : la règle se lira dedans.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phrase deux fois, en insistant sur « avait duré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celui qui dit « je suis descendue » dit « j'étais descendue ». L'auxiliaire ne change jamais d'un temps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Comparer à voix haute : « le drain a été refait en 2019 » rattache le fait à aujourd'hui ; « avait été refait » le range dans une autre époque. La nuance est réelle et les élèves l'entendent.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et le sixième portent l'accord avec être. Les faire justifier : « les boîtes » est féminin pluriel, « l'eau » est féminin singulier.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tableau, l'une sous l'autre, et faire trouver la différence par le groupe avant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phrases, pas plus. C'est le premier brouillon du récit qu'ils referont à l'oral en E1 et par écrit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plus-que-parfait, ou l'étage du dessous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contestation est un récit ordonné. Celui qui mélange les étages du passé perd son lecteur en trois lignes — et l'ordre des faits est précisément son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le bon auxiliaire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au plus-que-parfait ce qui précède un fait déjà passé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plus-que-parfait de passé lointain, seul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dans les deux 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Racontez la dernière fois qu'un appareil est tombé en panne chez 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s'est passé, ce jour-là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qu'est-ce qui s'était passé avant, qu'on ne voyait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Aviez-vous remarqué quelque chose les semaines précédentes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était déjà venu le réparer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ÉTAGES, ET IL FAUT LES 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 passé composé raconte ce qui s'est passé. Le plus-que-parfait descend d'un étage : ce qui s'était déjà passé 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L'eau est montée par le drain, parce que l'orage avait duré trois heures. » Le premier verbe est l'événement, le second est sa cause, et elle est antérieure. Deux passés composés n'auraient rien dit de cet ordre.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L'auxiliaire à l'imparfait, plus le participe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AUXILIAIRE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 DU DOSSIER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j'avais nettoyé · nous avions gardé · ils avaient conclu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était descendue · l'eau était montée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pronominaux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m'étais absentée · ils s'étaient plaints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Mêmes auxiliaires qu'au passé composé, mêmes accords. Rien de neuf, tout est décalé d'un cran.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emplois, pas 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L'antériorité dans un récit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faits passés, l'un précède l'autre. Le fait principal au passé composé, celui d'avant au plus-que-parfait. Les mots qui le déclenchent : parce que, quand, après que, puisque. « Il a fermé le dossier sans savoir qu'une entreprise avait nettoyé le drain en mai.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793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30225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passé lointain, seul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678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Aucun autre passé après lui : le plus-que-parfait dit simplement que c'est ancien, et rangé. C'est la forme des rapports d'expertise quand ils parlent de l'histoire d'un immeuble. « Le drain de fondation avait été refait en 2019, par l'ancien propriétaire.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raconte un fait antérieur à celui qui précède.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est montée par le drain, parce que l'orage ___ (durer) trois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réclamé le 15 septembre ; elle ___ (prendre) vingt photographies la veille.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fondation ___ (être) refait en 2019 par l'ancien propriétaire.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l'expert est arrivé, les boîtes ___ (rester) deux jours dans l'eau.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fermé le dossier sans savoir qu'une entreprise ___ (nettoyer) le drain en mai.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sept ans, l'eau ne ___ (jamais remonter) par ce drain.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est montée par le drain, parce que l'orage ___ (durer) trois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duré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réclamé le 15 septembre ; elle ___ (prendre) vingt photographies la veille.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pris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fondation ___ (être) refait en 2019 par l'ancien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été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l'expert est arrivé, les boîtes ___ (rester) deux jours dans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étaient restées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fermé le dossier sans savoir qu'une entreprise ___ (nettoyer) le drain en mai.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nettoyé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sept ans, l'eau ne ___ (jamais remonter) par ce drain.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n'était jamais remontée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facture que j'avais gardé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facture que j'avais gardée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l'auxiliaire avoir, le participe s'accorde avec le complément direct placé AVANT. Ici « que » remplace « la facture », qui est placée avant : gardée. Mais dans « j'avais gardé la facture », le complément est après, et il n'y a aucun accord. C'est la même règle qu'au passé composé — on la sur-corrige souvent en ajoutant un e partout.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trois phrases ce qui est arrivé à Teodora, avec les deux étages.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passé composé : ce qui s'est passé le 14 septembre.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au plus-que-parfait : ce qui s'était passé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au présent : où en est le dossier aujourd'hui.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