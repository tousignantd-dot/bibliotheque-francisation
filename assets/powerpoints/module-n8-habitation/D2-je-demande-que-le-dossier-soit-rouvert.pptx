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les productions. Commencer par défaire l'explication habituelle : « le subjonctif exprime le doute » est faux, et cette phrase-là a fait perdre du temps à beaucoup de 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demandes de la lettre du bloc E sont au subjonctif. C'est la séance qui les rend possibles.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buter, puis donner la réponse : c'est le verbe introducteur qui commande le mode, jamais la probabilité de ce qui suit. Une fois ceci posé, la suite de la séance est mécanique.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seul point théorique de la séance ; tout le reste est une liste à connaître.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exceptions ont un point commun qu'il vaut la peine de nommer : elles RAPPORTENT quelque chose plutôt que de le vouloir. La règle générale les 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derniers sont les exceptions, et ils sont volontairement groupés à la fin. Faire nommer l'exception à chaque fois plutôt que de seulement corriger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Cinq verbes suffisent pour écrire la lettre du bloc E. Les faire réciter une fois, pas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dramatiser : signaler que la faute est en train de gagner, et que l'écrit d'affaires reste en retard sur l'oral. C'est un fait de langue, pas une faute morale.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trois au tableau, numérotées. Elles se recopient telles quelles dans la lettre du bloc E, avec le dossier de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dernier paragraphe de la lettre du bloc E, écrit deux séances à l'avance. À la fin du bloc D, il ne reste plus à écrire que l'objet et la citation du motif.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demande que le dossier soit rouvert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subjonctif ne dit pas le doute. Il dit que la phrase ne se contente pas de rapporter un fait — et une demande de révision en est pleine.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renverser une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un verbe de volonté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deux expressions impersonnelles qui font exception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un verbe d'opinion nié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conjonctions qui l'exigent de celles qui le refusent.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Je veux qu'il vienne. » Y a-t-il un doute dans cette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doute de sa venue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pourquoi le subjonctif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Comparez : « je sais qu'il vient » et « je veux qu'il vienne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change, dans le premier verbe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N'EST PAS LE DOUTE, C'EST LE VERBE QUI PRÉCÈDE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une volonté, une nécessité, une émotion ou certaines conjonctions, le français change de mode — que le fait se réalise ou non.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qu'il vienne » n'exprime aucun doute sur sa venue. « Je sais qu'il vient » est certain, et c'est le verbe « savoir » qui l'impose, pas le monde.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DÉCLENCHEURS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familles, et leurs exceptions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Volonté, demande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demande que · je souhaite que · je tiens à ce 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Impersonnelles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· il est important que — sauf il paraît que, il me semble 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Adjectif +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surprise que — sauf les adjectifs de certitude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Conjonctions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afin que · bien que · avant que · jusqu'à ce que — mais après que veut l'indicatif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indicatif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au mode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que le dossier ___ (être) rouvert et réexaminé.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qu'une autre personne l'___ (examiner).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la réponse me ___ (parvenir) par écrit.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Afin que le dossier ___ (être) complet, je joins la facture.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crois pas que cette conclusion ___ (être) fondée.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semble que le rapport ___ (parler) d'un autre drain.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certaine que la facture ___ (se trouver) au dossier.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que la réponse ___ (arriver), je déciderai de la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indicatif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que le dossier ___ (être) rouvert et réexaminé.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qu'une autre personne l'___ (examiner).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examine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la réponse me ___ (parvenir)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parvienne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Afin que le dossier ___ (être) complet, je joins la facture.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crois pas que cette conclusion ___ (être) fondée.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semble que le rapport ___ (parler) d'un autre drain.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certaine que la facture ___ (se trouver) au dossier.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trouve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que la réponse ___ (arriver), je déciderai de la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 arrivée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subjonctifs qui reviennent dans la lettre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INFINITIF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« QUE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sois · qu'il soit · qu'ils soient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j'aie · qu'il ait · qu'ils aient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fasse · qu'il fasse · qu'ils fassent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parvenir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parvienne · qu'il parvienne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recevoir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reçoive · qu'il reçoive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après que le dossier soit rouvert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après que le dossier sera rouvert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Après que » veut l'indicatif : ce qui suit est présenté comme réalisé. « Avant que », lui, veut le subjonctif — ce qui n'est pas encore arrivé. La faute avec « après que » est si répandue qu'on l'entend partout, y compris à la radio ; à l'écrit soutenu, l'indicatif reste la forme attendue.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MODÈLES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demandes d'une lettre de révision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première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demande que le dossier soit rouvert. » Verbe de volonté, « que », subjonctif. Rien d'autre dans la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8879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56311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deuxième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827780"/>
            <a:ext cx="10417759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… que la contre-expertise jointe soit examinée par une personne n'ayant pas participé à la première décision. » On ne répète pas « je demande » : le « que » suffit.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6707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504139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troisième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306060"/>
            <a:ext cx="10417759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… et qu'une réponse finale écrite et motivée me soit transmise dans le délai de soixante jours. » Le délai est rappelé ici, et nulle part ailleurs.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vos trois demandes, au subjonctif, sur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« Je demande en conséquence que…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« que… » et « et que… », sans répéter le verbe.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renverser une décision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