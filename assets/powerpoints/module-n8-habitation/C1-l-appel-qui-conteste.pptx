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C, et cœur du module : c'est la seule intention que le programme donne à cette situation au niveau 8. Le dire au groupe : ce qu'on fait ce matin est exactement ce que le cours demande de savoir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le plus utile de tout le module, et le moins évident : annoncer « trois points, ce sera court » oblige les deux personnes à tenir la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racontent avoir dû tout reprendre depuis le début à chaque transfert. C'est exactement ce que le numéro de dossier évite, et c'est pourquoi Teodora le donne dans sa première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répliques, et tout le cadre de l'appel est posé. Faire compter les mots de la troisième : elle annonce l'intention, le nombre et la durée. C'est la phrase à copier.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« je le note » et « vous pouvez me l'envoyer » : ce sont les deux seules choses que l'agente peut faire, et Teodora les obtient toutes les deux. C'est ça, réussir l'appel.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réplique de Teodora est le modèle de la concession, et elle sera reprise telle quelle en C3. « C'est juste » est le signe qu'elle a fonctionné : l'agente cesse de se défendre.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qui change le plus de choses dans la vie réelle des élèves, bien au-delà de l'assurance.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Chaque ligne de gauche est une phrase à réutiliser telle quelle. Faire recopier la colonne de gauche dans le cahier.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est celui qui compte : faire relire la réplique de concession et demander au groupe ce qu'elle coûte à Teodora.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phrases seulement. Elles seront dites à voix haute au début de E1, avant le jeu de rôle : chacun ouvre son propre appel.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L'appel qui conteste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ne cherchez pas à avoir raison. Vous cherchez à faire écrire quelque chose à quelqu'un — et cette personne-là ne décide rien.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renverser une décision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ouvrir un appel avec son nom, son numéro de dossier et une date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le nombre de points, puis s'y tenir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appuyer chaque argument sur une pièce qu'on peut envoyer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trois choses précises et un délai.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Comment commencez-vous un appel à une grande entreprise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dites-vous dans votre première phrase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vos papiers devant vous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fois avez-vous dû répéter votre histoire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 fini par marcher, la dernière fois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Annoncer, puis tenir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0004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TEODORA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3128" y="2322576"/>
            <a:ext cx="81429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Teodora Vlaicu, dossier 2026-41837. Je vous avais dit que je rappellerais après avoir lu le rapport.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200044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MARJOLAINE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3128" y="3409696"/>
            <a:ext cx="814299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vous écoute.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20004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TEODORA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3128" y="4158995"/>
            <a:ext cx="81429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conteste le refus, et je voudrais vous dire sur quoi. Trois points, ce sera court.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200044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MARJOLAINE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3128" y="5246116"/>
            <a:ext cx="814299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Allez-y.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fait, une date, une pièce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235964"/>
          </a:xfrm>
          <a:prstGeom prst="roundRect">
            <a:avLst>
              <a:gd name="adj" fmla="val 1183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000440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TEODORA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33128" y="1901952"/>
            <a:ext cx="8142998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Premièrement, votre lettre invoque le drain de plancher. Le rapport de votre expert décrit le drain de fondation. Ce ne sont pas les mêmes tuyaux.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55620"/>
            <a:ext cx="11057839" cy="631443"/>
          </a:xfrm>
          <a:prstGeom prst="roundRect">
            <a:avLst>
              <a:gd name="adj" fmla="val 231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220212"/>
            <a:ext cx="2000440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MARJOLAINE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3128" y="3220212"/>
            <a:ext cx="8142998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instant… Effectivement, la lettre dit « drain de plancher ». Je le note.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69359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933951"/>
            <a:ext cx="2000440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TEODORA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3128" y="3933951"/>
            <a:ext cx="8142998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Deuxièmement, le drain de plancher a été nettoyé le 3 mai par Plomberie Chartier. J'ai la facture acquittée.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85359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949951"/>
            <a:ext cx="2000440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MARJOLAINE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3128" y="4949951"/>
            <a:ext cx="8142998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Cette pièce ne figure pas au dossier. Vous pouvez me l'envoyer aujourd'hui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Concéder, sans lâcher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000440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MARJOLAINE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33128" y="1901952"/>
            <a:ext cx="8142998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Madame Vlaicu, je dois vous dire une chose : ce n'est pas moi qui décide. Je transmets.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53360"/>
            <a:ext cx="11057839" cy="1235964"/>
          </a:xfrm>
          <a:prstGeom prst="roundRect">
            <a:avLst>
              <a:gd name="adj" fmla="val 1183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17952"/>
            <a:ext cx="2000440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TEODORA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3128" y="2917952"/>
            <a:ext cx="8142998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le sais, et je ne vous en tiens pas rigueur. Certes, ce n'est pas vous qui avez fermé le dossier — il n'en reste pas moins que c'est à vous que je peux parler aujourd'hui.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71619"/>
            <a:ext cx="11057839" cy="631443"/>
          </a:xfrm>
          <a:prstGeom prst="roundRect">
            <a:avLst>
              <a:gd name="adj" fmla="val 231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236211"/>
            <a:ext cx="2000440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MARJOLAINE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3128" y="4236211"/>
            <a:ext cx="8142998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juste.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85359"/>
            <a:ext cx="11057839" cy="1235964"/>
          </a:xfrm>
          <a:prstGeom prst="roundRect">
            <a:avLst>
              <a:gd name="adj" fmla="val 1183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949951"/>
            <a:ext cx="2000440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TEODORA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3128" y="4949951"/>
            <a:ext cx="8142998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 le dossier soit rouvert, que la contre-expertise soit examinée par quelqu'un d'autre, et que la réponse me soit donnée par écrit, avec ses motifs.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PERSONNE AU BOUT DU FIL NE DÉCIDE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note, elle transmet, elle explique. Se fâcher contre elle n'ouvre aucune porte et ferme la seule qui l'était.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qu'on lui demande, c'est d'inscrire quelque chose au dossier — et pour cela il faut que ce soit inscriptible : un fait, une date, une pièce, une demande précise. « C'est injuste » ne s'inscrit nulle part.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l'appel obtient, point par 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4281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DIT TEODORA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PRODUIT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Nom, numéro,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dossier est ouvert à l'écran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« Trois points, ce sera court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l'écoute jusqu'au bout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contradiction des deux 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note au dossier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617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facture du 3 mai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617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pièce demandée, donc versée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029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15721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« Dans combien de temps ? 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15721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date qui existe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l'appel.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Teodora annonce d'avance combien de points elle va présenter.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facture du nettoyage figurait déjà au dossier.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contre-expertise a relevé des racines dans le drain de fondation.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Teodora reproche à madame Pelchat d'avoir fermé le dossier.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demande que la révision soit faite par quelqu'un d'autre.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réponse finale écrite est annoncée dans les soixante jours.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Teodora annonce d'avance combien de points elle va présenter.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facture du nettoyage figurait déjà au dossier.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n'y est pas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contre-expertise a relevé des racines dans le drain de fondation.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aucune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Teodora reproche à madame Pelchat d'avoir fermé le dossier.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la dédouane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demande que la révision soit faite par quelqu'un d'autre.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réponse finale écrite est annoncée dans les soixante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première phrase d'appel, celle qui ouvre le dossier.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Votre nom, un numéro de dossier, une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la phrase qui annonce combien de points vous allez présenter.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renverser une décision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