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 de compréhension écrite du module. Prévoir la lettre projetée et une copie papier par équipe. Comme en B2 : crayon en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qui a le plus d'effet hors de la classe : toute lettre de refus contient sa propre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questions donnent la même réponse, et c'est tout l'intérêt de la séance. Laisser le groupe le découvrir.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souligner « article 7.3 » dans la copie papier, puis aller lire ce que l'article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Exiger la citation exacte, pas la reformulation. C'est l'entraînement direct à la lettre du bloc E, où le motif se cite entre guillemets.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piège le plus coûteux du module et il ne se voit pas : la réaction est naturelle et parfaitement inutile. Demander au groupe qui aurait fait ça — beaucoup de mains se lèvent.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dernier paragraphe est le seul utile, et il est toujours en bas, en petit. Le dire aux élèves vaut pour toutes les lettres de leur vie, pas seulement celle-ci.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Petit geste, grande conséquence : sans cette date, on plaide sur sa parole.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mots, tous dans la lettre. Les faire retrouver dans la copie papier plutôt que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qui sort du module. Plusieurs élèves reviennent en disant qu'ils ne l'avaient jamais lu — c'est le 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Une page pour un dossier de quatre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lettre de refus est un résumé. Tout ce qu'elle affirme s'appuie sur des documents qu'elle ne joint pas — et elle contient, en petit, la seule partie qui vous soit utile.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renverser une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la disposition invoquée dans une lettre de refus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le mot qui décide, au milieu d'un paragraphe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 paragraphe des recours, celui que personne ne lit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l'absence de protection de l'application d'une exclusion.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Lisez la lettre en entier. Quel paragraphe vous est utile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annonce la décision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donne le motif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vous dit quoi faire maintenant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est écrit le plus petit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CHERCHEZ D'ABORD LA DISPOSITION INVOQUÉE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Un numéro d'article, un titre de clause. C'est ce qui transforme un refus en décision motivée, et ce qui vous dit quel texte aller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lettre qui dit seulement « votre demande est refusée » n'est pas une décision motivée, et vous pouvez exiger par écrit qu'elle le devienne. C'est un premier gain, et il ne coûte qu'un courriel.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écrit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question, citez le passage exact de la lettre.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numéro et quelle date faut-il rappeler dans toute réponse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734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374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motif retenu, et sur quel tuyau porte-t-il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disposition du contrat est invoquée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735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3760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quand l'avenant est-il en vigueur, et avec quelle franchise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8886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6103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6743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4431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demander que la décision soit réexaminée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32561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42264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4866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48106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quel délai la réponse finale doit-elle arriver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écrit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numéro et quelle date faut-il rappeler dans toute réponse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réclamation 2026-41837, sinistre du 14 septembre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734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374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motif retenu, et sur quel tuyau porte-t-il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défaut d'entretien du drain de plancher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disposition du contrat est invoquée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l'exclusion prévue à l'article 7.3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735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3760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quand l'avenant est-il en vigueur, et avec quelle franchise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 le 1er juin 2023, franchise de 1 000 $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8886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6103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6743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4431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demander que la décision soit réexaminée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demande de révision écrite au service du traitement des plaintes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32561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42264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4866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48106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quel délai la réponse finale doit-elle arriver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soixante jours suivant la réception de la demande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Envoyer ses papiers pour prouver qu'on est bien assuré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Discuter l'exclusion, et elle seule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lettre reconnaît elle-même que l'avenant est au contrat : « ce n'est pas l'absence de protection qui fonde la présente décision ». Répondre là-dessus, c'est défendre un point que personne n'attaque, et perdre trois semaines. Le sujet est l'exclusion, et rien d'autre.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chaque paragraphe 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74592"/>
          </a:xfrm>
          <a:prstGeom prst="roundRect">
            <a:avLst>
              <a:gd name="adj" fmla="val 368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SON TRAVAIL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Objet : réclamation, sinistre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rattacher la lettre à un dossier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Nous ne pouvons donner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annoncer, sans motif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L'expertise conclut que…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donner le motif — le mot qui décide est ici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Visée par l'exclusion de l'article 7.3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motiver la décision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8280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95604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Vous pouvez adresser une demande…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95604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ouvrir la suite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NOTEZ LA DATE DE RÉCEPTION, PAS CELLE DE LA LETTRE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délais se comptent à partir du jour où la lettre vous parvient — et c'est vous qui devrez en faire la preuve.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geste tient en trois secondes : écrire au crayon, sur la lettre elle-même, le jour où on l'a sortie de la boîte. Gardez aussi l'enveloppe.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la lettre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exact.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cas nommé au contrat pour lequel on ne paie pas : une ___.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reproche de ne pas avoir entretenu : le ___ d'entretien.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dernière position écrite de l'entreprise : une ___ finale.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décision qui dit sur quoi elle s'appuie est une décision ___.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demande qu'on adresse pour faire réexaminer : une demande de ___.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la lettre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cas nommé au contrat pour lequel on ne paie pas : une ___.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exclusion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reproche de ne pas avoir entretenu : le ___ d'entretien.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défaut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dernière position écrite de l'entreprise : une ___ finale.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réponse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décision qui dit sur quoi elle s'appuie est une décision ___.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motivée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demande qu'on adresse pour faire réexaminer : une demande de ___.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révision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Relisez une lettre officielle que vous avez chez vous. Trouvez son paragraphe des recours.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Assurance, immigration, banque, école, employeur : n'importe laquelle.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n'y en a pas, écrivez-le : c'est un renseignement aussi.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Faire renverser une décision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