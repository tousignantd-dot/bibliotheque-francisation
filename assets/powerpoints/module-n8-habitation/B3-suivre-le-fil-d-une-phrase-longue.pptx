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Rassurer d'entrée : ces phrases sont fatigantes pour tout le monde, y compris pour ceux dont c'est la langue maternelle. Le problème n'est pas le niveau de l'élève, c'est le genre du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n'enseigne presque jamais et qui vaut de l'argent dans un contrat.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chercher. La phrase est celle de l'article 7.3 du module, et c'est elle qui fonde le refus : la comprendre n'est pas un exercice de grammaire, c'est le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méthode entière de la séance, et elle marche à tous les coups.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Une seule irrégularité à retenir : « à laquelle » et « de laquelle » ne se contractent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 test sur les trois exemples, à voix haute. Il est fiable et les élèves le gardent.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verbe et sa préposition avant chaque réponse. Celui qui dit « renvoyer à » trouve « auquel » sans hésiter.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trois phrases justes sur ce modèle avant de passer à la suite. La règle ne se retient qu'à l'usage.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les deux versions au tableau et faire dire au groupe laquelle est dans le contrat de Teodora — c'est la première.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préposition du verbe plutôt que la forme du relatif : c'est là qu'est l'erreur,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Suivre le fil d'une phrase longue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contrat, un rapport, une décision : trois genres qui empilent les précisions dans une seule phrase. Le pronom relatif est ce qui permet cet empilement.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à quoi renvoie « dont » dans une phrase longue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auquel, à laquelle, duquel, sur lequel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à qui » pour une personne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la différence que fait une virgule dans une relative.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À quoi renvoie « dont » dans cette phrase du contrat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… les dommages résultant du manque d'entretien d'un élément dont l'assuré a la charge.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7992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316280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quoi l'assuré a-t-il la charge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580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94868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le mot « de » dans cette phrase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5168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73456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ne peut-on pas écrire « que » ici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VERBE COMMANDE, JAMAIS LE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verbe qui suit le relatif, demandez-vous quelle préposition ce verbe exige, et vous avez la 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renvoyer à, donc auquel · s'appuyer sur, donc sur lequel · avoir la charge de, donc dont · discuter de, donc dont. L'erreur la plus fréquente vient d'un verbe traduit de sa langue maternelle : en français, on discute DE quelque chose.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savoir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PRÉPOSITION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auquel · à laquelle · auxquels · auxquelles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 (après un groupe)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duquel · de laquelle · desquels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sur, dans, par…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lequel · dans laquelle · par lesquels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personne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qui · avec qui · pour qui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Trouver le « de » caché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Entre deux noms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drain, dont la grille est bouchée » = la grille DE ce drain. Le lien entre les deux noms porte le « de », et on ne le voit pas tant qu'on ne le cherche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8879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56311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Dans le verbe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827780"/>
            <a:ext cx="10417759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élément dont l'assuré a la charge » = il a la charge DE cet élément. « La clause dont nous discutons » = discuter DE la clause.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6707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504139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test en une seconde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306060"/>
            <a:ext cx="10417759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Remplacez « dont » par « de lui », « d'elle », « de cela ». Si la phrase tient, c'est bien « dont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relatif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: dont, duquel, auquel, à laquelle, sur laquelle, sur lesquelles, à qui.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L'article 7.3, ___ la lettre de refus renvoie, porte sur le défaut d'entretien.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drain, ___ la grille présente un dépôt, se trouve au centre de la dalle.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exclusion ___ l'assureur s'appuie pour refuser.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élément ___ l'assuré a la charge doit être entretenu.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facture, au bas ___ figure la date du 3 mai.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L'expert ___ j'ai parlé mardi est venu deux jours après l'orage.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les photographies ___ nous appuyons notre contestation.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___ la demande est adressée n'a pas rendu la décision.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relatif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L'article 7.3, ___ la lettre de refus renvoie, porte sur le défaut d'entretien.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auquel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drain, ___ la grille présente un dépôt, se trouve au centre de la dalle.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exclusion ___ l'assureur s'appuie pour refuser.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 laquelle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élément ___ l'assuré a la charge doit être entretenu.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la facture, au bas ___ figure la date du 3 mai.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laquelle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L'expert ___ j'ai parlé mardi est venu deux jours après l'orage.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qui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les photographies ___ nous appuyons notre contestation.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 lesquelles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___ la demande est adressée n'a pas rendu la décision.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auquel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RELATIFS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l'article que la lettre renvoie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l'article auquel la lettre renvoie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Renvoyer » exige la préposition « à ». Le simple « que » ne peut pas porter une préposition : il ne remplace qu'un complément direct. C'est l'erreur la plus répandue de tout le niveau, et elle vient de ce que « que » marche partout dans beaucoup de langues.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VIRGULE CHANGE CE QU'UN CONTRAT COUVRE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51150"/>
          </a:xfrm>
          <a:prstGeom prst="roundRect">
            <a:avLst>
              <a:gd name="adj" fmla="val 513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28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Sans virgule, la relative distingue : « les dommages qui résultent d'un défaut d'entretien » n'exclut qu'une partie des dommages. Avec des virgules, elle ajoute : « les dommages, qui résultent d'un défaut d'entretien, » les exclurait tous.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50765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25085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contrat d'assurance, cette différence-là vaut de l'argent. Quand une virgule change ce qui est couvert, elle se lit deux fois.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votre logement, chacune avec un relatif différent.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dont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auquel » ou « à laquelle 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à qui », pour une personne.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