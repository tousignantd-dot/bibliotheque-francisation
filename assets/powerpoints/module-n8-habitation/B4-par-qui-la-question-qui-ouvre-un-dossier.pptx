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bloc B. Elle boucle le défi : on a appris à trier les phrases d'un rapport, on apprend maintenant à voir ce que leur forme même leur permet de 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sépare une contestation qui pèse d'une contestation qui imite l'administration sans en avoir les moyens.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buter sur la deuxième question. C'est le moment de la séance : la phrase accuse sans nommer, et personne ne l'avait vu en la lisant la première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exactement là que se gagne une révision : en rétablissant le nom manquant et en montrant qu'il ne convient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pronominal passif est le plus difficile à repérer parce qu'il ressemble à un verbe ordinaire. Faire chercher « qui forme ? » sur chaque exemple.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remarquer, à chaque ligne, que la version active est plus courte. Ce n'est pas un hasard : le passif coûte des mots pour cacher un 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réflexe d'imiter la langue administrative pour se donner du sérieux est très répandu et toujours contre-productif : le nommer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après les accords du plus-que-parfait vus en A4, celui-ci est le plus simple des trois. Il n'y a rien à chercher.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est le plus intéressant : un impersonnel suivi d'une affirmation forte est le point faible d'un rapport. Demander la source, elle est parfois absente du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consigne est la plus formatrice : découvrir qu'on ne peut pas rétablir l'agent, c'est découvrir l'argument.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Par qui ? » — la question qui ouvre un dossier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drain n'a pas été entretenu. » La phrase affirme quelque chose de grave et ne dit pas qui. C'est tout le travail du passif, et il est partout dans ces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Faire renverser une décision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passif, le pronominal passif et l'impersonnel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rétablir l'agent effacé par une tournure passive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au passif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soi-même à la voix active, en nommant, datant et chiffrant.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Le drain n'a pas été entretenu. » Par qui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aurait dû l'entretenir, selon cette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phrase le dit-elle quelque part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elle ne le dit pas, à qui l'exclusion s'appliquera-t-elle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écririez-vous la même idée en nommant quelqu'un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PASSIF N'EST PAS MALHONNÊTE, IL EST PRUDENT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L'expert ne veut pas écrire « madame Vlaicu n'a pas entretenu son drain », parce qu'il ne l'a pas vérifié. Le passif lui permet d'affirmer sans accuser.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geste de lecture est donc toujours le même : devant tout passif d'un document officiel, demandez « par qui ? » à voix haute. Si la phrase ne peut pas répondre, elle affirme beaucoup moins qu'elle n'en a l'air.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façons de ne nommer personne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passif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drain n'a pas été entretenu. » · « Le dossier a été fermé la semaine dernière. » Le sujet subit l'action ; celui qui la fait disparaît.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8879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356311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Le pronominal à sens passif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827780"/>
            <a:ext cx="10417759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Une obstruction se forme lentement. » · « La demande s'adresse par écrit. » Ils ont l'air actifs et ne le sont pas : personne ne forme, personne n'adresse.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767072"/>
            <a:ext cx="11057839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504139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L'impersonnel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306060"/>
            <a:ext cx="10417759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Il appert que… » · « Il nous a été demandé de… » Le sujet « il » ne désigne rien du tout. C'est la forme la plus effacée des trois, et celle des mandats et des conclusions.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son sujet à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à la voix active, en commençant par le sujet donné.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 n'a pas été entretenu. (Plomberie Chartier)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nous a été demandé de déterminer la cause. (La Mutuelle)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inspection par caméra n'a pas été effectuée. (L'expert)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2251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86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dossier a été fermé la semaine dernière. (Le service des sinistres)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778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73481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79881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79323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facture n'a jamais été demandée. (Personne)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32561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42264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4866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48106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type d'obstruction se constate à la caméra. (On)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son sujet à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drain n'a pas été entretenu. (Plomberie Chartier)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Plomberie Chartier ne l'a pas entretenu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490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130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nous a été demandé de déterminer la cause. (La Mutuelle)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Mutuelle nous a demandé de déterminer la cause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64279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8576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4977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19727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inspection par caméra n'a pas été effectuée. (L'expert)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L'expert n'a pas effectué d'inspection par caméra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1031"/>
            <a:ext cx="11057839" cy="808735"/>
          </a:xfrm>
          <a:prstGeom prst="roundRect">
            <a:avLst>
              <a:gd name="adj" fmla="val 1809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2251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986527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56479"/>
            <a:ext cx="10097719" cy="534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dossier a été fermé la semaine dernière. (Le service des sinistres)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service des sinistres a fermé le dossier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3778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73481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79881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79323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facture n'a jamais été demandée. (Personne)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Personne ne m'a jamais demandé la facture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632561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642264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648665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648106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type d'obstruction se constate à la caméra. (On)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ne le constate qu'à la caméra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QUAND VOUS ÉCRIVEZ, FAITES EXACTEMENT L'INVERSE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Une contestation nomme les agents. « Plomberie Chartier a nettoyé le drain le 3 mai. » Un sujet, un verbe, une date : c'est ce qui se vérifie, donc ce qui pèse.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seule exception, et elle est utile : la concession. « Un dépôt a bien été observé » est plus habile que « votre expert a observé un dépôt » — on concède le fait sans concéder l'autorité de celui qui l'a vu.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ACCORD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facture a été transmis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facture a été transmise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Au passif, le participe s'accorde TOUJOURS avec le sujet, sans aucune exception — c'est même le seul cas où la règle n'a pas de piège. « Les photographies ont été prises », « les deux drains ont été inspectés », « la contre-expertise a été jointe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REPÉRAGE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Passif, pronominal passif ou impersonnel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la tournure, puis rétablissez l'agent quand c'est possible.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été constaté que le drain était bouché.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obstruction se forme lentement.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dossier a été fermé la semaine dernière.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demande s'adresse par écrit.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nous a été demandé d'évaluer les dommages.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inspection n'a été effectuée.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Passif, pronominal passif ou impersonnel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été constaté que le drain était bouché.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impersonnel - qui l'a constaté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obstruction se forme lentement.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pronominal passif - personne ne forme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dossier a été fermé la semaine dernière.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passif - le service l'a fermé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demande s'adresse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pronominal passif - vous devez l'écrire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nous a été demandé d'évaluer les dommages.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impersonnel - la Mutuelle l'a demandé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Aucune inspection n'a été effectuée.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passif - l'expert ne l'a pas faite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Récrivez trois phrases du rapport à la voix active, avec un nom et une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Choisissez trois passifs dans le rapport du module.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Pour chacun, écrivez qui a fait quoi, et quand.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la phrase ne permet pas de le savoir, écrivez-le aussi.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Faire renverser une décision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