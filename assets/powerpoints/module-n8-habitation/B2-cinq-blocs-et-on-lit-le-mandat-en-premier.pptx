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écrite. Prévoir le rapport projeté et une copie papier par équipe de deux, avec un crayon : la lecture se fait crayon en main, pas des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rentable : ce que le rapport avoue est ce qui se conteste le mieux.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est encourageante et il faut la dire : le rapport n'a pas été écrit pour convaincre Teodora. Il a été écrit pour être exact — et l'exactitude, ça se vérifie.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marquer les cinq blocs au crayon dans la copie papier, avant tout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vingt-cinq minutes : le rapport les écrit lui-même. Personne n'a besoin de les contester, il suffit de les citer.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est celui qui gagne le dossier, et personne ne le trouve du premier coup : c'est une phrase négative au milieu du bloc d'analyse. Laisser chercher trois bonnes minutes avant d'aider.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réellement, en équipes : combien de phrases « vu », combien de phrases « déduit ». Le résultat frappe plus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conditionnel de « le drain n'aurait pas été entretenu » veut dire : je le rapporte, je ne l'ai pas vérifié.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sont bonnes : les vingt-cinq minutes, l'absence d'inspection par caméra, le drain de fondation nommé à la place du drain de plancher. Les trois se retrouveront dans la lettre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Cinq blocs, et on lit le mandat en premier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rapport d'expertise a toujours la même structure. La repérer avant de lire une ligne change tout : la conclusion se comprend mal si l'on ne sait pas d'où chaque fait vient.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cinq blocs d'un rapport d'expertise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prélever un fait mesuré et le distinguer d'une opinion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un rapport ce qu'il avoue ne pas avoir vérifié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le rapport à la lettre de refus.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Lisez la première ligne du rapport. À qui s'adresse-t-il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l'a demandé ? Qui l'a payé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s'adresse à Teodora quelque part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répond à une seule de ses questions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est-ce important de le savoir avant de le lire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CINQ BLOCS, TOUJOURS LES MÊMES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Mandat, constatations, renseignements obtenus, analyse, conclusion. Repérez-les avant de lire une seule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mandat est le bloc que personne ne lit, et c'est souvent le plus utile : un expert à qui l'on n'a pas demandé d'inspecter le drain n'a pas inspecté le drain.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chaque bloc vaut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Mandat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qu'on a demandé à l'expert, et donc ce qu'il n'a pas eu à faire. Ici : déterminer la cause et évaluer les dommages. Rien sur l'entretien passé, rien sur l'historique du drain.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Constatations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qu'il a vu et mesuré, avec une heure d'arrivée et de départ. Vingt-cinq minutes sur les lieux : c'est un fait, il est écrit, et il se retourne.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Renseignements obtenus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qu'on lui a dit — par l'assurée, par la ville. Non vérifié, et le rapport le signale en le rangeant ici.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Analyse et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qu'il en déduit. C'est le bloc qui fonde le refus, et c'est celui qui n'engage rien : « la cause probable est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trouve-t-on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question, nommez le bloc et citez le passage.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l'expert avait-il reçu comme mandat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est-il resté sur les lieux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mesure a-t-il prise avec un instrument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rapporte une parole plutôt qu'une observation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une déduction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le rapport avoue ne pas avoir fait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trouve-t-on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l'expert avait-il reçu comme mandat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mandat - déterminer la cause et évaluer les dommages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est-il resté sur les lieux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constatations - de 10 h 15 à 10 h 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mesure a-t-il prise avec un instrument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constatations - une pente de 2 cm sur 3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rapporte une parole plutôt qu'une observation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renseignements - « selon l'assurée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est une déduction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analyse - « il appert que l'obstruction s'est formée progressivement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le rapport avoue ne pas avoir fait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analyse - aucune inspection par caméra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rapport fait quatre pages, il est donc solide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Comptez les constats, puis comptez les déductions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pages peuvent contenir six constats et douze déductions. La longueur ne prouve rien ; la proportion, oui. Et ici, la vérification décisive — passer une caméra dans le tuyau — n'a jamais été faite : le rapport l'écrit lui-même, en une ligne, au milieu de l'analyse.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phrases, trois poids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61488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DU RAPPORT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J'ai mesuré une pente de deux centimètres sur trois mètres.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constat mesuré — solide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Selon l'assurée, aucun refoulement depuis 2019.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rapporté — non vérifié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80999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Il appert que l'obstruction s'est formée progressivement.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80999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déduction — c'est ici qu'on conteste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0974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06577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conditionnel d'un rapport n'est pas une politesse : c'est un aveu.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dans le rapport une phrase qui aide Teodora, et dites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Recopiez-la telle quelle, avec ses mots exacts.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une phrase : pourquoi elle l'aide.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