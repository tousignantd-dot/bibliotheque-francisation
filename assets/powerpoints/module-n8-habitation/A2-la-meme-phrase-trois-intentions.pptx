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graphie-phonie, mais sans aucun son nouveau. Prévenir le groupe dès le début : aujourd'hui, on ne travaille pas la prononciation des mots, on travaille ce que la voix ajoute par-dessus.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celui qui sert directement au bloc C : c'est la voix d'une contestation au téléphone.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faire l'exercice à deux, à voix haute, avant toute explication. Presque tout le monde y arrive dans sa langue maternelle : le problème n'est pas l'oreille, c'est l'oser en français.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Insister : ce n'est pas jouer la comédie. Trois phrases sur dix minutes d'appel suffisent.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chaque exemple dans le module, puis faire répéter en exagérant. L'exagération est ce qui fait entrer une mélodie dans l'oreille ; on la réduira ensuite.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deux versions par la même personne, l'une après l'autre. La différence s'entend immédiatement, et elle ne s'explique pas mieux qu'elle ne s'entend.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Passer deux fois chaque extrait. Après la correction, faire répéter les trois de volonté : ce sont celles du bloc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Presque les mêmes mots cinq fois : ce n'est pas le texte qui change. Faire lire chaque ligne par une personne différente, c'est plus efficace que de commenter.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téléphone de l'élève suffit. Ceux qui n'osent pas s'enregistrer peuvent le faire à deux, l'autre disant ce qu'il entend.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même phrase, trois intentions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niveau 8, le programme ne demande plus qu'une chose à la voix : produire l'intonation expressive. Pas un son de plus — une mélodie.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Faire renverser une décision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Faire renverser une décision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à l'oreille la surprise, l'incompréhension et la volonté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décrire la mélodie de chacune : monte, freine, descend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8922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9745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produire une phrase de volonté sans qu'elle devienne une demande de permission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chez l'autre la déception qu'il ne dira pas.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Faire renverser une décision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Dites « ce n'est pas au dossier » de trois façons différentes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fois comme si vous l'appreniez à l'instant.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fois comme si vous n'aviez pas compris.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fois comme si vous refusiez de l'accepter.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mots changent-ils ? Qu'est-ce qui change, alors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Faire renverser une décision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IL N'Y A PLUS DE SON À APPRENDRE, IL Y A UNE MÉLODIE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928619"/>
          </a:xfrm>
          <a:prstGeom prst="roundRect">
            <a:avLst>
              <a:gd name="adj" fmla="val 4995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2105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2600" b="1" i="0">
                <a:solidFill>
                  <a:srgbClr val="17181A"/>
                </a:solidFill>
                <a:latin typeface="Verdana"/>
              </a:rPr>
              <a:t>À ce stade, vous prononcez assez bien pour être compris. Ce qui vous reste à gagner, c'est ce que la voix ajoute par-dessus les mots — et c'est souvent la seule chose que votre interlocuteur retiendra.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428235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702555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intonation plate se lit comme de l'indifférence, alors qu'elle n'est le plus souvent que de la prudence. C'est le malentendu le plus coûteux de tout le niveau.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Faire renverser une décision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courbes, quatre repères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La surprise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premiers mots sont plats, puis les deux ou trois dernières syllabes montent d'un coup, comme une marche. « Vous me dites que le drain n'a pas été entretenu ?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L'incompréhension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Rien ne monte : le débit traîne exactement là où vous avez décroché, avec un blanc juste avant le mot en cause. « Excusez-moi, le mot exclusion… vous l'employez comment ?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La volonté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courbe va vers le bas, les syllabes se séparent, et on marque une pause avant le dernier groupe. C'est la voix d'une décision déjà prise. « Je veux une réponse écrite, et je l'aurai.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La déception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quatrième, celle qu'on entend chez l'autre : ça descend dès la première syllabe et ça ne se relève jamais. « Ah. Je pensais que la facture était au dossier. 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Faire renverser une décision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INTONATION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veux une réponse écrite ? — la voix monte à la fin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veux une réponse écrite. — la voix descend et appuie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phrase de volonté dite avec une mélodie montante devient une demande de permission. C'est exactement l'inverse de ce qu'on voulait, et c'est la faute la plus fréquente au téléphone : on n'ose pas conclure, alors on monte, et l'autre entend qu'on négocie déjà à zéro.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Faire renverser une décision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intention la voix porte-t-elle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chaque réplique. Surprise, incompréhension ou volonté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me dites que le drain n'a pas été entretenu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Attendez, je ne vous suis plus du tout.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veux une réponse écrite, et je l'aurai.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Comment ça, la facture n'est pas au dossier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Excusez-moi, le mot « exclusion », vous l'employez comment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dossier-là, je le fais rouvrir.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Quatre pages ? On ne m'en avait jamais parlé !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tiens à ce que ce soit écrit dans la lettre.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Faire renverser une décision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intention la voix porte-t-elle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me dites que le drain n'a pas été entretenu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surprise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Attendez, je ne vous suis plus du tout.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incompréhension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veux une réponse écrite, et je l'aurai.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volonté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Comment ça, la facture n'est pas au dossier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surprise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Excusez-moi, le mot « exclusion », vous l'employez comment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incompréhension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dossier-là, je le fais rouvrir.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volonté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Quatre pages ? On ne m'en avait jamais parlé !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surprise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tiens à ce que ce soit écrit dans la lettre.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volonté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Faire renverser une décision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même phrase, cinq intentions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42816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MÉLODIE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ENTEND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3B49A0"/>
                </a:solidFill>
                <a:latin typeface="Verdana"/>
              </a:rPr>
              <a:t>Surprise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La facture n'est pas au dossier ? » — elle monte sur « dossier 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6992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3B49A0"/>
                </a:solidFill>
                <a:latin typeface="Verdana"/>
              </a:rPr>
              <a:t>Constat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6992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La facture n'est pas au dossier. » — elle reste plate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478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675887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3B49A0"/>
                </a:solidFill>
                <a:latin typeface="Verdana"/>
              </a:rPr>
              <a:t>Incompréhension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675887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La facture n'est pas au dossier… » — elle freine, et laisse ouvert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3220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450080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3B49A0"/>
                </a:solidFill>
                <a:latin typeface="Verdana"/>
              </a:rPr>
              <a:t>Volonté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450080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Je veux une réponse écrite. » — elle descend, les mots pèsent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50962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224272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3B49A0"/>
                </a:solidFill>
                <a:latin typeface="Verdana"/>
              </a:rPr>
              <a:t>Résignation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5224272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Bon. Je veux une réponse écrite. » — le « bon » tombe avant le reste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Faire renverser une décision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Enregistrez-vous en disant : « Je veux une réponse écrite, et je l'aurai.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Réécoutez-vous. Est-ce que la voix monte ou descend à la fin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Recommencez jusqu'à ce qu'elle descende.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Faire renverser une décision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