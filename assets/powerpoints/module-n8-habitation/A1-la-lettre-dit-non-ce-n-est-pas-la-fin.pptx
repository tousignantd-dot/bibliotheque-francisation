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qui a déjà reçu une lettre qui disait non ? Presque toutes les mains se lèvent — assurance, immigration, banque, employeur. C'est exactement le sujet, et il dépasse l'assurance.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celui qui surprend, et c'est aussi celui qui fait perdre le plus de dossiers : on répond à côté pendant des semaines. Le poser dès 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Laisser venir « l'assurance paie » : c'est justement ce que le module va compliquer. Ne pas corriger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première phrase de Teodora : son nom, son numéro de dossier, la date. Trois données en une phrase. C'est ce qui fait qu'on lui répond, et le module y reviendra à chaque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diapositive la plus importante de la séance. La reformulation de Teodora — « couverte, mais on refuse de payer » — est ce que la plupart des gens mettent des semaines à comprendre. L'écrire au tableau et l'y laisser tout le bloc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choses à faire remarquer. Un : la facture existait, et elle n'est pas au dossier — personne ne l'a demandée. Deux : l'agente ne décide rien, et se fâcher contre elle ne servirait à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au groupe de la reformuler à voix haute avant de passer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« Avenant » et « exclusion » sont les deux qui font le sens du module : l'un ajoute, l'autre retranche, et un contrat porte les deux en même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cinquième est celui qui compte : le dossier ne se remplit pas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Les deux phrases servent de matière première au bloc C, où chacun aura un motif à contester — le sien ou celui de Teodora.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lettre dit non. Ce n'est pas la fin.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modules du programme parlent déjà de problèmes de logement. Celui-ci commence là où ils s'arrêtent : le problème a été examiné, jugé, et refusé par écrit.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renverser une décision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être couvert et être indemnisé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pièces d'un dossier de réclamation refusée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qu'une exclusion de contrat veut dire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premiers mots du dossier : un sinistre, une réclamation, un avenant.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s'est passé dans ce sous-sol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ous-sol-inon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D'où vient l'eau, à votre avis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perdu, sur cette photo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paie, normalement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vu un dégât d'eau, ici ou ailleurs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motif tient en trois mots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0004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TEODORA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3128" y="2322576"/>
            <a:ext cx="81429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madame. Teodora Vlaicu, dossier 2026-41837. J'ai reçu une lettre hier.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20004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MARJOLAINE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3128" y="3409696"/>
            <a:ext cx="81429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Refoulement d'égout, rue Sainte-Julie, Trois-Rivières, sinistre du 14 septembre. C'est bien ça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20004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TEODORA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3128" y="4496816"/>
            <a:ext cx="81429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ça. La lettre dit que la réclamation est refusée. Je voudrais comprendre pourquoi.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83936"/>
            <a:ext cx="200044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MARJOLAINE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3128" y="5583936"/>
            <a:ext cx="814299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motif retenu est le défaut d'entretien du drain de plancher.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Couverte, et refusée quand même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0004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TEODORA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3128" y="1901952"/>
            <a:ext cx="81429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 lettre parle d'un avenant « eau du sol et égout ». Je l'ai, cet avenant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200044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MARJOLAINE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3128" y="2989072"/>
            <a:ext cx="814299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l'avez depuis 2023, avec une franchise de mille dollars. Ce n'est pas la protection qui manque. C'est l'exclusion qui a été appliquée.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494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14012"/>
            <a:ext cx="200044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TEODORA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3128" y="4414012"/>
            <a:ext cx="814299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je suis couverte, mais on refuse de payer.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20004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MARJOLAINE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3128" y="5163312"/>
            <a:ext cx="81429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Formulé comme ça, oui. Le contrat couvre le refoulement ; il ne couvre pas un refoulement causé par un défaut d'entretien.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Ce que l'assureur n'a pas, il ne l'a pas cherché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0004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TEODORA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3128" y="1901952"/>
            <a:ext cx="81429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drain a été nettoyé au mois de mai. Par une entreprise. J'ai la facture.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20004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MARJOLAINE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3128" y="2989072"/>
            <a:ext cx="81429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information n'apparaît pas au dossier. Vous l'aviez transmise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20004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TEODORA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3128" y="4076191"/>
            <a:ext cx="81429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Personne ne me l'a demandée. L'expert est venu, il a regardé vingt minutes, et je ne l'ai jamais revu.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20004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MARJOLAINE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3128" y="5163312"/>
            <a:ext cx="81429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je peux faire aujourd'hui, c'est noter votre appel au dossier. Je ne peux pas rouvrir une décision moi-même.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ÊTRE COUVERT ET ÊTRE INDEMNISÉ SONT DEUX CHOSES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587752"/>
          </a:xfrm>
          <a:prstGeom prst="roundRect">
            <a:avLst>
              <a:gd name="adj" fmla="val 5653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76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 i="0">
                <a:solidFill>
                  <a:srgbClr val="17181A"/>
                </a:solidFill>
                <a:latin typeface="Verdana"/>
              </a:rPr>
              <a:t>Un contrat peut couvrir un événement et refuser de payer celui-là, parce qu'une exclusion s'applique. Ne discutez donc jamais de votre protection quand on vous parle de l'exclusion.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087368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361688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façon la plus fréquente de perdre un mois : on envoie ses papiers d'assurance pour prouver qu'on est assuré, et personne ne l'avait contesté. L'exclusion, elle, tient toujours.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pour commencer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902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refoulement d'égout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241" y="2121408"/>
            <a:ext cx="66617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remontée des eaux usées par les drains d'un bâtiment, souvent pendant une grosse pluie.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3902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sinistre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241" y="2778252"/>
            <a:ext cx="66617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L'événement qui cause les dommages et qui déclenche une réclamation.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3902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réclamation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41" y="3435096"/>
            <a:ext cx="66617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demande d'indemnité qu'un assuré adresse à son assureur après un sinistre.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3902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avenant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7241" y="4091939"/>
            <a:ext cx="66617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protection ajoutée à un contrat d'assurance, en plus de celles qui y sont déjà.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3902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franchise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7241" y="4748784"/>
            <a:ext cx="66617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part des dommages qui reste à la charge de l'assuré à chaque réclamation.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39023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exclusion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7241" y="5405628"/>
            <a:ext cx="666176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Un cas nommé dans le contrat pour lequel l'assureur ne paie 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réclamation porte sur un refoulement d'égout du 14 septembre.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motif du refus est le défaut d'entretien du drain de plancher.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Teodora n'a pas d'avenant « eau du sol et égout 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franchise prévue au contrat est de mille dollars.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facture du nettoyage figure déjà au dossier de l'assureur.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Pelchat peut rouvrir elle-même la décision.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réclamation porte sur un refoulement d'égout du 14 septembre.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motif du refus est le défaut d'entretien du drain de plancher.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Teodora n'a pas d'avenant « eau du sol et égout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l'a depuis 2023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franchise prévue au contrat est de mille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facture du nettoyage figure déjà au dossier de l'assureur.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personne ne l'a demandée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Pelchat peut rouvrir elle-même la décision.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ne fait que noter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Pensez à une décision qu'on vous a annoncée par lettre. Que disait-elle exactement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le motif en une phrase, dans les mots de la lettre.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écrivez ce que vous auriez voulu répondre.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Faire renverser une décision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