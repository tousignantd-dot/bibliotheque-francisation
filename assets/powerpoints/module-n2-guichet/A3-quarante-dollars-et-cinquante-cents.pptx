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À la fin, chaque élève doit pouvoir dire les six étapes du retrait dans l'ordre, sans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« pour cacher les chiffres » vient vite. Enchaîner : oui, et on le fait aussi sur la petite machine du dépanneur.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redire les six étapes debout, en mimant : la mémoire du geste tient mieux que celle du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l'inverse de ce que beaucoup ont vu écrit en anglais ; le dire explicitement évite dix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ligne surprend toujours : la faire entendre trois fois, à vitesse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Corriger surtout la virgule : beaucoup écrivent 45.50, ce qui est la façon anglaise.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Réutiliser la vérification chiffre par chiffre vue en A2 : c'est la même compétence, appliquée à de l'argent.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prix réels marquent mieux que les prix inventés, et ouvrent la séance suivante sur une matière que le groupe apporte.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Quarante dollars et cinquante cents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Nommer les six étapes d'un retrait, et dire un montant d'argent dans le bon ordre.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retire de l'argent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six étapes d'un retrait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montant en dollars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montant avec des cents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montant à la façon d'ici : 45,50 $.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cette main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tape-n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la main du dessous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la main du dessus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cache-t-elle le clavier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fait la même chose au magasin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SIX ÉTAPES D'UN RETRAIT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1 · la carte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mets ma carte dans le guichet.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2 · le NIP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tape mon NIP. Je cache le clavier.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3 · le choix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J'appuie sur « retrait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4 · le montant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choisis quarante dollars.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5 · l'argent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prends ma carte, puis mon argent.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6 · le relevé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prends mon relevé.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NOMBRE D'ABORD, LE MOT APRÈS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quarante dollars, jamais dollars quarante.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cents suivent la même règle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vingt-cinq cents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Et le signe $ ne se dit pas — il s'écrit après le nombre, avec une espace : 40 $.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montant complet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20 $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vingt dollars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0,25 $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vingt-cinq cents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45,50 $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quarante-cinq dollars et cinquante cents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Ça fait quarante-cinq et cinquante.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entend à la caisse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À la caisse, les mots « dollars » et « cents » tombent souvent. Le prix, lui, ne change pas.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montant en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dit ; vous écrivez à la façon d'ici.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montant en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1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vingt dollars · quarante dollars · soixante dollars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vingt-cinq cents · dix cents · cinq cents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3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quarante-cinq dollars et cinquante cents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ça coûte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L'un dit un prix, l'autre l'écrit,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prix que vous avez payés cette semaine, en chiffres et en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12,75 $ — douze dollars et soixante-quinze cents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40,00 $ — quarante dollars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3,50 $ — trois dollars et cinquante cents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retire de l'argent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