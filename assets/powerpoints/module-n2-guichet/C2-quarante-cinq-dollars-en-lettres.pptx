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Rendre les chèques commencés en C1 au début de la séance : le travail d'aujourd'hui les termine. Séance d'écriture, donc beaucoup de temps au crayon et peu de diapositives.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deux fois, diapositive masquée. Demander au groupe de répondre à la dernière question avant d'écouter la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traits différents dans la même réplique : le petit, entre les deux mots, et le long, au bout de la ligne. Les dessiner tous les deux au tableau, l'un sous l'autre.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concrètement : écrire « quarante-cinq dollars » au tableau, laisser la ligne vide après, et ajouter « et cinquante » devant le groupe. Le silence qui suit vaut toutes les explications.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écrire trois montants au tableau par trois élèves, et laisser le groupe placer le trait.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Elle reprend les deux familles de nombres de la séance A2 : ce qui s'entendait s'écrit maintenant.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 au groupe ce qu'on pourrait ajouter sur une ligne laissée vide. Les réponses viennent vite, et elles sont justes.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six mêmes phrases sont dans le module en ligne, exercice `t2lettres`, avec sa mini-leçon.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cinq mêmes énoncés sont dans le module en ligne, exercice `t2b`.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Vingt-cinq minutes. La vérification à deux vaut plus que la correction de l'enseignante : c'est en cherchant l'erreur d'un autre qu'on retient la liste des six lignes.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dire chaque mot avec son article. Demander pour chacun : « Où est-ce que vous avez déjà vu ça ?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Une seule chose est regardée : le trait d'union. Le reste s'installera tout seul.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C2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Quarante-cinq dollars, en lettres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Écrire un montant en lettres sur la longue ligne du chèque, avec le trait d'union et le trait de fin qui protègent.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Je retire de l'argent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 montant en lettres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mettre le trait d'union au bon endroit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tirer un trait jusqu'au bout de la ligne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vérifier un chèque avant de le donner.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manque une chose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 avant de lire.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56324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MONIQUE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95931" y="2322576"/>
            <a:ext cx="858019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Attendez. Il manque une chose sur votre chèque.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56324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AMADOU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95931" y="3071876"/>
            <a:ext cx="858019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Ah bon ? J'ai écrit la date et le nom.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56324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MONIQUE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95931" y="3821175"/>
            <a:ext cx="858019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mais le montant en lettres n'est pas là.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156324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AMADOU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95931" y="4570475"/>
            <a:ext cx="858019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Quarante-cinq… ça s'écrit comment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Avec un trait entre les deux mots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56324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MONIQUE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95931" y="1901952"/>
            <a:ext cx="858019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Quarante-cinq dollars. Avec un trait entre les deux mots.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56324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AMADOU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95931" y="2651252"/>
            <a:ext cx="858019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D'accord. Et après le mot, je fais un trait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56324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MONIQUE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95931" y="3400551"/>
            <a:ext cx="858019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un trait jusqu'au bout de la ligne.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56324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AMADOU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95931" y="4149851"/>
            <a:ext cx="858019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Pour que personne n'ajoute rien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56324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MONIQUE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95931" y="1901952"/>
            <a:ext cx="858019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 que personne n'ajoute un mot après.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56324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B45309"/>
                </a:solidFill>
                <a:latin typeface="Verdana"/>
              </a:rPr>
              <a:t>AMADOU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95931" y="2651252"/>
            <a:ext cx="858019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Ah ! Je comprends. Voilà, c'est fini.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UN TRAIT ENTRE LES DEUX MORCEAUX DU NOMBRE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45 devient quarante-cinq. 72 devient soixante-douze.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mot « dollars » vient après, écrit en lettres lui aussi — jamais le signe de dollar sur cette ligne. Et s'il y a des cents : quarante-cinq dollars et cinquante cents.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nombres qu'on écrit le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EN CHIFFRES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EN LETTRES, SUR LE CHÈQUE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13 $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treize dollars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30 $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trente dollars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45 $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quarante-cinq dollars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60 $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soixante dollars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80 $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quatre-vingts dollars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Après soixante : soixante-dix, quatre-vingts, quatre-vingt-dix.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TRAIT OUBLIÉ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quarante cinq dollars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quarante-cinq dollars, puis un trait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fautes coûtent un chèque refusé : le trait d'union oublié entre les deux morceaux du nombre, et la ligne laissée vide après le mot « dollars ». Le long trait n'est pas une décoration : il empêche d'ajouter un mot.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montant en lettres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chaque montant comme sur la longue ligne du chèque.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45 $ : ___ dollars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13 $ : ___ dollars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30 $ : ___ dollars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60 $ : ___ dollars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80 $ : ___ dollars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Après le dernier mot, je fais un ___ jusqu'au bout.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montant en lettres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45 $ : ___ dollars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quarante-cinq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13 $ : ___ dollars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treize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30 $ : ___ dollars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trente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60 $ : ___ dollars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soixante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80 $ : ___ dollars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quatre-vingts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Après le dernier mot, je fais un ___ jusqu'au bout.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trait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manque le montant en lettres.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Quarante-cinq » s'écrit avec un trait entre les deux mots.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Après le mot, on laisse la ligne vide.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trait empêche d'ajouter un mot après.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Amadou repart sans finir son chèque.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manque le montant en lettres.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Quarante-cinq » s'écrit avec un trait entre les deux mots.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Après le mot, on laisse la ligne vide.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on tire un trait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trait empêche d'ajouter un mot après.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Amadou repart sans finir son chèque.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il le termine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SEUL PUIS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Terminez votre chèque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Reprenez le chèque de la séance C1 et finissez-le.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cinq mots du chèque et du paiement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64699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chèque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54005" y="2121408"/>
            <a:ext cx="740500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papier signé qui paie à la place de l'argent.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64699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montant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54005" y="2909620"/>
            <a:ext cx="740500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nombre de dollars qu'on paie ou qu'on retire.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64699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signature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54005" y="3697833"/>
            <a:ext cx="740500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Ton nom écrit de ta main, en bas du papier.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64699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paiement direct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4005" y="4486046"/>
            <a:ext cx="740500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Payer avec sa carte, sur la petite machine du magasin.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64699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comptant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54005" y="5274259"/>
            <a:ext cx="740500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Payer avec des billets et des pièces, pas avec une carte.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retire de l'argent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montants en lettres, avec le mot dollars.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quinze dollars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quarante-cinq dollars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quatre-vingts dollars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Je retire de l'argent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