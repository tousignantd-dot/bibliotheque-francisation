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Annoncer le contrat : à la fin de la séance, chacun sait ce que l'écran demande, dans l'ordre, et n'a plus besoin de deviner.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de guichets d'ici ont des boutons de chaque côté de l'écran, pas un écran tactile. Le dire : ça évite une hésitation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L'écran a une voix, dans le module en ligne : la faire entendre avant de montrer le texte. Les élèves reconnaissent la situation aussitôt.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l'ordre : la carte sort AVANT l'argent. C'est ce qui fait qu'on l'oublie, parce qu'on regarde déjà les billets.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page la plus utile du module : faire recopier à la main dans le cahier. Six phrases suffisent pour tout un retrait, et elles ne changent pas d'un guichet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Chercher avec le groupe deux ordres vus dans l'école même : « Poussez » sur une porte, par 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les deux changements : le verbe, et « votre » qui devient « mon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énoncés. Les faire à l'oral en groupe, puis à l'écrit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Faire jouer debout, en mimant la machine. Exiger que la carte soit « reprise » avant l'argent : le geste ancre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C'est aussi le brouillon de la production orale de la séance E1 : le dire à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L'écran parle, on répond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les six phrases d'un guichet automatique, comprendre l'ordre qu'elles donnent, et faire un retrait complet.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six phrases de l'écran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ordre : un verbe sans sujet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chaque ordre avec « je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un retrait du début à la fin.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quoi appuie ce doigt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ape-cho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les boutons sur un guichet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touche l'écran, ou un bouton à côté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si on se trompe de bouton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« annuler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Entrez votre NIP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ÉCRAN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1248" y="23225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Entrez votre NIP.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1248" y="3071876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chiffres… non, je ne dis rien.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ÉCRAN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1248" y="38211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Choisissez une opération : retrait, dépôt, solde.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3856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1248" y="4570475"/>
            <a:ext cx="87048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Retrait. J'appuie sur retrait.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Prenez votre argent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856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ÉCRAN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1248" y="1901952"/>
            <a:ext cx="870487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Choisissez un montant : vingt, quarante, soixante dollars.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43856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248" y="2633472"/>
            <a:ext cx="870487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Quarante dollars.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143856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ÉCRAN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1248" y="3364991"/>
            <a:ext cx="870487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Prenez votre carte. Prenez votre argent.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6511"/>
            <a:ext cx="143856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1248" y="4096511"/>
            <a:ext cx="870487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carte. Mon argent. Deux billets de vingt.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28031"/>
            <a:ext cx="143856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ÉCRAN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1248" y="4828031"/>
            <a:ext cx="870487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Voulez-vous un relevé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94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559551"/>
            <a:ext cx="143856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1248" y="5559551"/>
            <a:ext cx="870487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Oui. Je prends le relevé.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phrases de l'écran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L'ÉCRAN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VEUT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Entrez votre NIP.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quatre chiffres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Choisissez une opération.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935224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retrait, dépôt ou solde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Choisissez un montant.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3474720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20, 40, 60 ou 100 dollars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Prenez votre carte.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014215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d'abord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Prenez votre argent.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553712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billets ensuite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Voulez-vous un relevé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5093207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 ou non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ORDRE, C'EST UN VERBE SANS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Entrez. Choisissez. Appuyez. Prenez.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n'y a ni « tu » ni « vous » devant le verbe. C'est la même forme que sur les affiches et dans les recettes : &lt;b&gt;Poussez&lt;/b&gt;, &lt;b&gt;Tirez&lt;/b&gt;, &lt;b&gt;Mélangez&lt;/b&gt;.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L'ÉCRAN DIT, VOUS RÉPONDEZ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avec « je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Entrez votre NIP.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J'entre mon NIP.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Choisissez une opération.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choisis le retrait.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Prenez votre argent.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prends mon argent.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guichet demande le NIP en premier.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 dit son NIP à voix haute.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choisit « retrait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retire soixante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prend un relevé avant de partir.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guichet demande le NIP en premier.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 dit son NIP à voix haute.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ne dit rien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choisit « retrait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retire soixante dollars.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quarante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prend un relevé avant de partir.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Faites le retrait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joue l'écran, l'autre répond.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L'écran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L'écran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étapes de votre retrait, avec « je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mets ma carte.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tape mon NIP.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choisis le retrait.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