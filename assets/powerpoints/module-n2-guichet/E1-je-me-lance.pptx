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module. Rendre les chèques de la séance C2 au début : les élèves voient ce qu'ils ne savaient pas faire il y a deux semaines. La moitié du temps se passe en production réelle ; les diapositives ne sont qu'un cadre.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questions, quatre séances. Laisser répondre sans reprendre : le but est que le groupe s'entende savoir tout cela.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le renversement : à la séance A1, c'est Amadou qui disait « c'est ma première fois ». Le dire au groupe en toutes lettres — c'est le moment de la séance qui reste.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Trois billets de vingt » : faire calculer à voix haute par le groupe. Le calcul dit en français vaut autant que le mot.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du module est celle qui évite la perte la plus fréquente : la carte oubliée dans la machine. La faire répéter par tout le groupe avant la production orale.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Elle sert de révision de tout le module en une page ; la laisser affichée pendant la production orale. Rien de neuf : le module entier tient dans ces cinq lignes.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rappeler une dernière fois : personne ne s'impatiente devant quelqu'un qui vérifie.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les trois situations du jeu de rôle en ligne. L'assistant y joue l'employé du hall : il répond lentement, une information à la fois. Il ne demande jamais le NIP, et il ne faut jamais le donner.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Laisser recommencer autant de fois qu'il le faut : c'est l'écoute de soi qui fait progresser, pas la première prise. Les sept sujets à couvrir sont listés dans le module en ligne.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Rappeler les deux choses qui seront regardées : le montant écrit à la façon d'ici, et le verbe entier après « je peux » et « je dois ». Le reste se corrige plus tard.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révision du module. Les seize mots complets sont dans les cartes mémoire en ligne, section « Je retiens des mots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Dernier devoir du module. Demander de raconter à la séance suivante ce qui s'est passé — ce qui a marché, et ce qui a été trop vite. C'est le retour qui compte, pas la réussite.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me 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Expliquer un retrait de vive voix, une étape à la fois, puis écrire un court message sur ce qu'on a fait à la caisse.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Je retire de l'argent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expliquer un retrait à quelqu'un, étape par étape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de l'aide au guichet sans gêne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s'enregistrer et s'écouter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 court message sur ce qu'on a fait à la caisse.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100" b="1" i="0">
                <a:solidFill>
                  <a:srgbClr val="17181A"/>
                </a:solidFill>
                <a:latin typeface="Verdana"/>
              </a:rPr>
              <a:t>Sauriez-vous expliquer le guichet à quelqu'un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etape-relev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met dans la machine, et dans quel ordre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reprend avant de partir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dire quand l'écran écrit « des frais »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faire si la carte reste dans la machine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Cette fois, c'est Amadou qui explique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Écoutez, puis dites qui explique et qui demande.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3856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LEÏLA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1248" y="2322576"/>
            <a:ext cx="870487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Amadou, tu m'aides ? Je n'ai jamais fait de retrait.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43856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AMADOU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1248" y="3071876"/>
            <a:ext cx="870487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Oui. Regarde : tu mets ta carte ici.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43856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LEÏLA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1248" y="3821175"/>
            <a:ext cx="870487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Après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43856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AMADOU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1248" y="4570475"/>
            <a:ext cx="870487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tapes ton NIP. Quatre chiffres. Tu ne dis rien.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Tu choisis le montant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3856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LEÏLA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1248" y="1901952"/>
            <a:ext cx="870487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pour l'argent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3856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AMADOU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1248" y="2651252"/>
            <a:ext cx="870487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choisis « retrait », puis un montant. Vingt, quarante, soixante.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43856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LEÏLA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1248" y="3400551"/>
            <a:ext cx="870487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Moi, je veux soixante dollars.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43856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AMADOU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1248" y="4149851"/>
            <a:ext cx="870487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 tu appuies sur soixante. Trois billets de vingt.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Non ! Il reste trois choses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3856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LEÏLA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1248" y="1901952"/>
            <a:ext cx="870487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c'est fini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3856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AMADOU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1248" y="2651252"/>
            <a:ext cx="870487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 ! Tu prends ta carte, ton argent et ton relevé.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revient de tout le 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42816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VU 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Bonjour. C'est ma première fois.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A1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Quarante dollars. C'est ça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A2 et A3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J'entre mon NIP. Je choisis le retrait.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B1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489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617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peux dire non aux frais.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617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B2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5029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515721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Quarante-cinq dollars, et je signe en bas.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515721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C1 et C2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DEMANDER DE L'AIDE N'EST PAS UNE FAIBLESSE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Plus lentement, s'il vous plaît. Sur quel bouton est-ce que j'appuie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 sont les deux phrases qui servent le plus longtemps, bien au-delà du hall des guichets. Une seule chose ne se demande jamais et ne se dit jamais : le NIP.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TROIS SITUATIONS POUR LE JEU DE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Choisissez la vôtre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Devant le guichet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voulez retirer quarante dollars. C'est votre première fois et vous n'êtes pas sûr de l'ordre des étapes.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L'écran parle de frais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L'écran écrit « des frais de 3 $ ». Vous ne comprenez pas pourquoi, et vous voulez savoir si vous pouvez dire non.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La carte ne sort pas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avez votre argent, mais votre carte est restée dans la machine. Vous demandez de l'aide à l'employé du hall.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Expliquez votre retrait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Trois temps. Enregistrez-vous, écoutez-vous, recommencez.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957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597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ÉCRITE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ce que vous avez fait à la caisse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court message à un ami, de quatre à six phrases.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JE RETIENS DES MOTS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cinq mots du guichet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145361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NIP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60618" y="2121408"/>
            <a:ext cx="859838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quatre chiffres secrets de ta carte.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145361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retrait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60618" y="2909620"/>
            <a:ext cx="859838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Quand tu prends de l'argent dans ton compte.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145361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dépôt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60618" y="3697833"/>
            <a:ext cx="859838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Quand tu mets de l'argent dans ton compte.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145361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relevé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60618" y="4486046"/>
            <a:ext cx="859838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petit papier qui dit ce qui reste dans ton compte.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145361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des frais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60618" y="5274259"/>
            <a:ext cx="859838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L'argent en plus qu'on paie pour une opération.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Allez au guichet cette semaine, et expliquez une étape en français à quelqu'un.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mets ma carte, et je tape mon NIP.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choisis le retrait.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prends ma carte avant mon argent.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retire de l'argent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