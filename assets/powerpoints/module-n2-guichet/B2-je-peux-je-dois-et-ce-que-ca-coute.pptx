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séance du Défi 1. Commencer par faire redire les six phrases de l'écran, vues en B1 : elles doivent revenir sans lire. La séance d'aujourd'hui ajoute ce qui entoure le retrait, pas le retrait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question surprend presque toujours : beaucoup pensent que retirer son propre argent est gratuit partout. Ne pas répondre tout de suite — le dialogue le fera.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au groupe deux choses qu'on doit faire à l'école, et deux qu'on peut faire. La règle s'installe par les exemples des élèves, pas par la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colonnes seulement, et beaucoup d'exemples dans chacune. Faire ajouter au groupe une ligne dans chaque colonne, à partir de leur propre caisse.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diapositive masquée. Le mot « frais » ne se devine pas : l'écrire au tableau avant de passer à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Je peux dire non » : c'est la phrase de la séance. La faire répéter par tout le groupe,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répliques, et c'est la conclusion du module entier. La laisser affichée pendant que le groupe recopie.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qui a déjà payé des frais sans le savoir : il y en a toujours, et ça vaut la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l'écran d'un guichet de dépanneur si quelqu'un en a une photo. Sinon, décrire : la ligne des frais est écrite en petit, mais elle y 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mêmes phrases sont dans le module en ligne, exercice `t1peux`, avec sa mini-leçon.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mêmes énoncés sont dans le module en ligne, exercice `t1b`.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Distribuer un vrai carnet de poche si l'école en a : les élèves qui notent leurs retraits ne se font pas surprendre à la fin du mois. C'est l'exercice `t1notes` du module en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Vérifier une seule chose à la correction : le verbe entier après « je peux » et « je dois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peux, je dois, et ce que ça coûte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Dire ce qui est permis et ce qui est obligé au guichet, comprendre ce que sont des frais, et noter son retrait dans un carnet.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retire de l'argent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« je peux » quand c'est permis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« je dois » quand c'est obligé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sont des frais de guichet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retrait en quatre lignes dans un carnet.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d'argent est sorti de la machine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tape-bille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billets voyez-vous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guichet donne toujours le montant exact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retirer de l'argent coûte quelque chose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avez-vous déjà vu un guichet, à part à votre caisse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JE PEUX, C'EST PERMIS. JE DOIS, C'EST OBLIGÉ.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peux choisir le montant. Je dois entrer mon NIP.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« je peux », j'ai le choix : je le fais ou je ne le fais pas. Avec « je dois », rien ne marche si je ne le fais pas. Après les deux, le verbe ne change jamais : je peux prendre, je dois prendre.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AU GUICHET, CE QUI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choix et l'obligation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Je dois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entrer mon NIP · prendre ma carte · appuyer sur un bouton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Je peux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choisir 20, 40 ou 60 $ · demander un relevé · appuyer sur annuler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L'écran écrit « des frais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AMADOU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1248" y="2322576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Fontaine, l'écran écrit « des frais ». C'est quoi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CLAUDE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1248" y="3071876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de l'argent en plus. Vous payez pour le retrait.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AMADOU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1248" y="3821175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? Ici, c'est ma caisse.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1248" y="4570475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Ici, non. Mais dans un magasin, oui : ce guichet n'est pas à nous.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je paie deux fois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AMADOU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1248" y="1901952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je paie deux fois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1248" y="2651252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peu, oui. L'écran écrit le montant avant.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AMADOU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1248" y="3400551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je peux dire non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1248" y="4149851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Vous appuyez sur « annuler » et vous reprenez la carte.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Toujours lire avant d'appuyer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AMADOU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1248" y="1901952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Je lis l'écran avant.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1248" y="2651252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ça. Toujours lire avant d'appuyer.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frais de guichet, ici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RÉPONSE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Où on en paie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dans les guichets d'un magasin, d'un bar, d'un dépanneur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754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0344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Où on n'en paie 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0344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au guichet de sa propre caisse ou de sa banque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2618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que l'écran fait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2618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il écrit le montant des frais et il attend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qu'on peut faire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appuyer sur « annuler » et aller à sa caisse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Trois dollars de frais sur un retrait de vingt dollars, c'est beaucoup. La machine du dépanneur est pratique, jamais gratuite.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MOT QUI TROMPE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guichet est gratuit.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guichet-ci demande des frais.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guichet automatique n'est pas gratuit partout. Celui de votre caisse l'est pour un retrait ordinaire ; celui du dépanneur ne l'est jamais. L'écran le dit toujours avant — il suffit de le lire.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peux ou je dois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« je peux » ou « je dois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entrer mon NIP : c'est obligé.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choisir vingt, quarante ou soixante dollars.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prendre ma carte avant de partir.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demander un relevé, ou non. C'est mon choix.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___ retirer de l'argent ici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___ pas payer comptant au centre sportif.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peux ou je dois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entrer mon NIP : c'est obligé.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dois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choisir vingt, quarante ou soixante dollars.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peux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prendre ma carte avant de partir.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dois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demander un relevé, ou non. C'est mon choix.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peux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___ retirer de l'argent ici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peux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___ pas payer comptant au centre sportif.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peux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frais, c'est de l'argent en plus.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des frais à tous les guichets.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L'écran écrit le montant des frais avant.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ne peut pas dire non aux frais.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Fontaine dit de lire l'écran avant d'appuyer.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frais, c'est de l'argent en plus.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des frais à tous les guichets.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pas à sa propre caisse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L'écran écrit le montant des frais avant.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ne peut pas dire non aux frais.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on appuie sur annuler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Fontaine dit de lire l'écran avant d'appuyer.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 retrait dans mon carnet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lignes, à remplir d'après le retrait d'Amadou.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Opération 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Montant 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Nombre de billets 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Papier pris à la fin 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 retrait dans mon carnet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Opération :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retrait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Montant :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40 dollars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Nombre de billets :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deux billets de 20 dollars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Papier pris à la fin :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relevé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choses que vous devez faire au guichet, et une que vous pouvez faire.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dois entrer mon NIP.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dois prendre ma carte.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demander un relevé.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retire de l'argent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