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par une question au groupe, dans la langue qu'on peut : « Qui a déjà utilisé un guichet automatique ici ? » Beaucoup lèveront la main ; certains diront qu'ils demandent toujours à quelqu'un de le faire. C'est exactement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répondre dans la langue qu'on peut. Amener les mots « la carte » et « le guichet » sans les forcer : ils reviendront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Puis afficher et faire répéter réplique par réplique, en chœur. Insister sur « C'est ma première fois » : c'est la phrase qui autorise à être 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consigne de sécurité vient d'un personnage, pas de l'enseignante : c'est voulu. Demander ensuite au groupe : « Est-ce que quelqu'un peut demander votre NIP ? » La réponse est non, jamais, même un employé.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chaque mot avec son article : au niveau 2, le nom sans article ne s'installe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quatre phrases par chaque élève, une fois, sans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deux fois plutôt qu'une : c'est la seule chose du module qui protège de l'argent perdu.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Circuler, écouter, ne corriger que ce qui empêche de comprendre. Le montant exact n'a aucune importance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d'écrire ce qu'ils ont vraiment : c'est ce qui fait retenir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C'est ma première fois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l'argent et les objets du guichet, et dire ce qu'on veut faire avant d'appuyer sur quoi que ce soit.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l'argent : un billet, une pièce, un montant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objets du guichet : la carte, le NIP, le relevé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veut faire au guichet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qu'on ne dit jamais son NIP à voix haute.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fait sur cette photo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ape-ca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voit-on sur cette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main tient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est-ce qu'elle la met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après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Bonjour, c'est ma première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1248" y="23225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monsieur. C'est ma première fois.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1248" y="30718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Vous voulez retirer de l'argent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1248" y="38211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Quarante dollars.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1248" y="45704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votre carte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dites jamais votre NIP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1248" y="19019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elle est là. Et j'ai mon NIP.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248" y="26512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Ne dites jamais votre NIP à voix haute.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1248" y="3400551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! D'accord. Merci.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1248" y="4149851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guichet est libre. Je reste ici.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mots de l'argent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323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l'argent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9341" y="2121408"/>
            <a:ext cx="66196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donne pour payer : des billets et des pièces.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4323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341" y="2778252"/>
            <a:ext cx="66196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de vingt dollars ou de cinquante dollars.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4323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9341" y="3435096"/>
            <a:ext cx="66196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rond de métal qui vaut vingt-cinq cents.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4323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carte de débit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9341" y="4091939"/>
            <a:ext cx="66196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carte qui ouvre le guichet et qui paie dans les magasins.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4323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9341" y="4748784"/>
            <a:ext cx="66196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la caisse garde ton argent.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4323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guichet automatique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9341" y="5405628"/>
            <a:ext cx="66196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machine qui donne de l'argent, jour et nuit.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 en arrivant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QUOI ÇA 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monsieur.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ouvre poliment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ma première fois.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demande d'être patient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retirer quarante dollars.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dit ce qu'on veut faire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ma carte.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montre qu'on est prêt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phrases, et personne n'a encore touché la machine. C'est le bon ordre.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ON NE DIT JAMAIS SON NIP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chiffres, et personne d'autre que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Aucun employé de caisse ou de banque ne demande un NIP — ni au comptoir, ni au téléphone, ni par courriel. Au clavier, on cache le clavier avec l'autre 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première fois qu'Amadou vient au guichet.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veut retirer quarante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oublié sa carte à la maison.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attendre : le guichet est occupé.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première fois qu'Amadou vient au guichet.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veut retirer quarante dollars.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oublié sa carte à la maison.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est là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attendre : le guichet est occupé.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est libre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arrivez au guichet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trois fois, en changeant de partenaire.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choses que vous avez dans votre portefeuille.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J'ai une carte de débit.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J'ai deux billets de vingt dollars.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J'ai des pièces.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