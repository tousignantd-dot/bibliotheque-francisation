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Photocopier deux chèques vierges par élève — un modèle inventé, jamais un vrai chèque de quelqu'un. Un pour l'essai, un pour la bonne copie. Annoncer le contrat : à la fin de la séance, chacun a rempli un chèque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de centres et de propriétaires refusent le comptant : ce n'est pas une méfiance, c'est une trace écrite. Le dire simplement.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Insister sur la dernière réplique : dire « je ne sais pas » est exactement ce qu'il faut faire, et madame Lachance aide aussitôt.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suivre du doigt sur le chèque photocopié pendant l'écoute : en haut à droite pour la date, la longue ligne du milieu pour le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montant écrit deux fois étonne toujours. Ne pas expliquer encore pourquoi : c'est la séance C2 qui le fera, avec le trait au bout de la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page la plus utile du Défi 2 : la faire recopier à la main, sous forme de dessin de chèque. Six lignes, et le chèque est complet ; il en manque une, et le comptoir le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la date d'aujourd'hui au tableau par trois élèves différents. Corriger seulement le mois en lettres et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deux fois plutôt qu'une : avec le NIP de la séance A1, c'est la seconde consigne du module qui protège de l'argent perdu.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énoncés sont dans le module en ligne, exercice `t2vf`.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le module en ligne, exercice `t2ordre`, avec sa mini-leçon.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Ne pas faire écrire le montant en lettres aujourd'hui : c'est la séance C2. Ramasser les chèques et les redonner en C2 — ils serviront à finir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deux choses : le mois en lettres, et le « er » du premier du mois — nulle part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parties du chèque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chaque ligne d'un chèque, écrire la date et le nom de qui reçoit l'argent, et savoir où va la signature.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cinq parties d'un chèque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la date au long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 nom de qui reçoit l'argent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et quand signer.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Comment payer quand le comptant est refusé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ape-comp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entendu « nous ne prenons pas le comptant »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est-ce que ça arrive : à l'école, au sport, chez le propriétaire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des chèques à la maison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déjà rempli un chèque en français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Nous ne prenons pas le comptant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5931" y="2322576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Le cours de natation, c'est quarante-cinq dollars.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931" y="3071876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J'ai l'argent comptant.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5931" y="3821175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ne prenons pas le comptant. Un chèque ou la carte.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5931" y="4570475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des chèques. Mais je ne sais pas écrire un chèque.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date d'abord, en haut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5931" y="19019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facile. La date d'abord, en haut.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5931" y="26512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14 mars 2026.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931" y="3400551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Après, le nom : Centre sportif Sainte-Cécile.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5931" y="4149851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montant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fois le montant, puis la signature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5931" y="19019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fois : 45,00 en chiffres, et en lettres en dessous.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AMADOU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5931" y="2651252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je signe en bas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5632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MONIQUE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931" y="3400551"/>
            <a:ext cx="858019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Vous signez en bas, à droite.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ligne, et ce qu'on y met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haut, à droite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date : le 14 mars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Payez à l'ordre de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nom de la personne ou du commerce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petite case, à droite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montant en chiffres : 45,00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longue ligne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montant en lettres : quarante-cinq dollars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bas, à droite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votre signature, écrite de votre main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mémo, en bas à gauche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pourquoi vous payez : cours de natation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DATE AU LONG, ET LE NOM AU COMPLET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14 mars 2026 — Centre sportif Sainte-Cécile.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jour, puis le mois écrit en lettres, puis l'année. Seul le premier jour du mois prend « er » : le 1er mars, mais le 2, le 3, le 14 ne prennent rien. Et le nom s'écrit au complet : pas « le centre », pas « eux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NE SIGNEZ JAMAIS UN CHÈQUE D'AVANCE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chèque signé, sans nom et sans montant, se remplit par n'importe qui.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signature est la dernière chose qu'on écrit, jamais la première. Un carnet de chèques se range comme de l'argent : c'en 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de natation coûte quarante-cinq dollars.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centre accepte l'argent comptant.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Amadou a des chèques.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écrit le montant une seule fois.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signature se met en bas, à droite.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cours de natation coûte quarante-cinq dollars.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centre accepte l'argent comptant.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chèque ou carte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Amadou a des chèques.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écrit le montant une seule fois.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deux fois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signature se met en bas, à droite.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chèque d'Amadou, ligne par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le chèque du centre sportif.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Date : le 14 ___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Payez à l'___ de : Centre sportif Sainte-Cécile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Montant en chiffres : ___ ,00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Montant en lettres : quarante-cinq 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Mémo : cours de 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bas à droite, je mets ma ___.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chèque d'Amadou, ligne par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Date : le 14 ___ 2026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Payez à l'___ de : Centre sportif Sainte-Cécile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ordre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Montant en chiffres : ___ ,00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Montant en lettres : quarante-cinq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dollars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Mémo : cours de ___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natation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bas à droite, je mets ma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signature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premier chèque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Sur le chèque photocopié, quatre choses seulement.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date d'aujourd'hui et celle de votre anniversaire, au long.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22 août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1er mars 1991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14 novembre 2003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