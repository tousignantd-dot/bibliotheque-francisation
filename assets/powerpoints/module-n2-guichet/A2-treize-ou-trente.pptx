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courte et très orale. Prévoir de faire écouter beaucoup plus que de faire écrire. Annoncer d'entrée que la confusion 14 / 40 est normale, et qu'elle se règle par une question, pas par de l'oreille.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l'essai de la main sous le nez avec tout le groupe : c'est ce qui reste en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prononcer les trois paires en tenant la dernière syllabe plus longtemps que d'habitude.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faire dire en chœur, puis un élève à la fois, en variant l'ordre pour que le groupe devine.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minutes. Dire les nombres sans les montrer, à vitesse normale — pas plus lentement : c'est la vitesse normale qui pose problème dehors.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: ce n'est pas un aveu d'ignorance, c'est une habitude d'adulte prudent.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Faire varier les montants : 15, 50, 16, 60. Circuler et noter qui n'ose pas encore poser la question de vérification.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Exagérer soi-même la fin en le disant : le groupe imite ce qu'il entend, pas ce qu'on lui explique.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Demander de dire les cinq nombres tout haut chez eux, une fois : la lecture silencieuse ne règle rien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Treize ou trente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Entendre la différence entre les petits nombres et les grands, et savoir lever le doute quand elle échappe.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Je retire de l'argent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fin des nombres de 13 à 16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fin des nombres de 30 à 60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 nombre chiffre par chiffre pour lever un doute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de répéter sans gêne.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familles, deux fins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FAMILLE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QUATRE NOMBRES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petits, fin en 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treize · quatorze · quinze · seize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grands, fin en 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trente · quarante · cinquante · soixante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décide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fin du mot, jamais le début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Mettez la main sous le nez en disant « quarante » : ça vibre. En disant « quatorze », non.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ÉCOUTEZ LA FIN DU MOT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début se ressemble ; la fin décide.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quator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ze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et quar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ante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· quin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ze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et cinqu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ante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· sei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ze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et soix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ante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. Un mot dont la fin est avalée ne se comprend pas.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TROIS PAIRES QUI SE CONFONDENT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dire l'une après l'autre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14 et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2936138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quatorze · quarante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15 et 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499360"/>
            <a:ext cx="2936138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quinze · cinquante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16 et 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499360"/>
            <a:ext cx="2936138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seize · soixante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nombre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L'enseignante dit un nombre ; écrivez-le en chiffres.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Série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Série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Série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POUR LEVER LE DOUTE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donne les chiffres un par 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Quarante ?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Quatre-zéro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? » · « Quatorze ?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Un-quatre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? » Personne ne trouve ça bizarre : les gens d'ici le font aussi au téléphone.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montant, une vérification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deux. L'un donne un montant, l'autre le vérifie.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quaran…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quarante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Avaler la fin du mot rend « quarante » et « quatorze » identiques. La différence est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seulement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dans les dernières lettres : il faut les prononcer en entier, même si ça paraît exagéré.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cinq nombres en lettres, puis dites-les à voix haute.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13 : treize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40 : quarante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60 : soixante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retire de l'argent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