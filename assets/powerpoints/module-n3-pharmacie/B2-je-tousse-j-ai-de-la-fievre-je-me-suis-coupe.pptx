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 orale. Les verbes de la séance sont exactement ceux de la liste du programme : ne pas en ajouter, ils sont déjà nombreux pour un débutant.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entre ce qui dure et ce qui est arrivé est le cœur de la séance. La poser dès le départ, sans grammaire : « c'est fini ? ça continue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« je me suis » : c'est la forme la plus utile de la colonne de droite, et la plus fautive.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construction est très différente de l'anglais et de plusieurs autres langues : prévoir du temps.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employer chaque verbe dans une phrase avant de passer au suivant. Les quatre reviennent dans la production orale de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barrer la forme fautive au tableau par un élève, puis faire produire trois phrases justes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Reprend l'exercice interactif `t1symptomes`. Faire dire les phrases debout, à voix haute : c'est de la production orale, pas de la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items de l'exercice interactif. Faire remarquer que « consulter » reste à l'infinitif après « il faut » : la séance C2 y reviendra.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Ramasser et relever seulement l'auxiliaire du passé composé : c'est la faute à corriger cette semaine.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tousse, j'ai de la fièvre, je me suis coupé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verbes règlent presque tout ce qu'on dit d'un malaise. Trois se disent au présent parce que ça dure ; trois au passé parce que c'est arrivé.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un malaise avec le bon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le présent et le passé composé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« persister », « consulter » et « administrer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trois malaises différents à voix haute.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Comment dites-vous ce qui ne va pas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ça dure encore, ou est-ce arrivé une fois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différence entre « je tousse » et « j'ai toussé »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malaises connaissez-vous déjà nommer en français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dure, et ce qui est arrivé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ÇA DURE ENCORE — LE PRÉSENT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C'EST ARRIVÉ — LE PASSÉ COMPOSÉ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je tousse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suis coupé le doigt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j'ai de la fièvre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me suis fait mal au genou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j'ai mal à la gorge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suis tombée dans l'escalier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ça persiste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a commencé samedi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Les verbes de droite se construisent tous avec être.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UN ACCIDENT DÉJÀ ARRIVÉ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Je me suis coupé le doigt.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petit mot « me » dit que c'est votre doigt : on garde donc « le doigt », pas « mon doigt ». Et l'auxiliaire est toujours être : je me suis coupé, je me suis fait mal.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VERBES DU MALAISE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verbes du programme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tousser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Faire un bruit fort avec la gorge, sans le vouloir. « Je tousse depuis quatre jours » : c'est la phrase la plus dite au comptoir en hiver.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avoir de la fièvre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Avoir le corps trop chaud. On dit « j'ai de la fièvre », jamais « je suis fièvre » — comme « j'ai faim » et « j'ai froid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se couper, se faire 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Deux accidents, deux phrases au passé : « je me suis coupé », « je me suis fait mal au genou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persister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Continuer, ne pas partir. C'est le mot du pharmacien : « si ça persiste, consultez un médecin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j'ai coupé mon doigt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je me suis coupé le doigt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phrase calquée sur l'anglais se comprend, mais elle sonne étrange et elle laisse croire à un geste volontaire. La forme juste met « me » devant et garde l'article : le doigt, la main, le genou.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ASSOCIATION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malaise et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 la phrase qui convient à chaque situation.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Votre corps est trop chaud, vous avez 38,5 degrés.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faites un bruit fort avec la gorge, surtout la nuit.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vous êtes coupé en préparant le souper.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êtes tombé et votre genou est enflé.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Votre nez coule depuis trois jours.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malaise et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6339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2740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Votre corps est trop chaud, vous avez 38,5 degrés.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J'ai de la fièvre depuis hier.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80868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0456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6857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36316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faites un bruit fort avec la gorge, surtout la nuit.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Je tousse et je ne dors pas.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22040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7457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097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777488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vous êtes coupé en préparant le souper.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Je me suis coupé le doigt.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6321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4869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5509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51866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Vous êtes tombé et votre genou est enflé.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Je me suis fait mal au genou.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10438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22808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29209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25983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Votre nez coule depuis trois jours.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« Je pense que j'ai un rhume. 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verbe, à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samedi, je ___ beaucoup la nuit. (tousser)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garçon ___ de la fièvre depuis hier soir. (avoir)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Hier, je me suis ___ le doigt avec un couteau. (couper)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toux ___ depuis plus de sept jours. (persister)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fièvre revient, il faut ___ un médecin. (consulter)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verbe, à la bonne forme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Depuis samedi, je ___ beaucoup la nuit. (tousser)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tousse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garçon ___ de la fièvre depuis hier soir. (avoir)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Hier, je me suis ___ le doigt avec un couteau. (couper)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coupé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toux ___ depuis plus de sept jours. (persister)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persiste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Si la fièvre revient, il faut ___ un médecin. (consulter)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consulter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phrases : deux au présent, une au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qui dure : je tousse, j'ai mal à…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qui est arrivé : je me suis coupé, je me suis fait mal…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