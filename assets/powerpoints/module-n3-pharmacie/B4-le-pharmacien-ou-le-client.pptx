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 et de bilan du défi 1. Prévoir les haut-parleurs et, si possible, un casque par élève pour la deuxième moitié.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les phrases sans les écrire. Faire nommer l'indice : le vouvoiement, la forme interrogative, le « je » qui raconte.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que le client aussi vouvoie : ce n'est pas une marque d'autorité, c'est la distance normale d'un commerce.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huit items de l'exercice interactif. Les dire deux fois, la seconde à vitesse normale. Faire justifier chaque réponse par un indice.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Beaucoup d'élèves n'osent pas demander. Dire clairement que la question fait partie du travail du pharmacien.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Circuler pendant les paires. Corriger seulement deux choses : le vouvoiement et la préposition « depuis ». Le reste attend.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fin de bloc. Ramasser : ces quatre répliques deviendront le brouillon de la production orale de la séance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B4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pharmacien ou le client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comptoir, les deux voix ne disent pas les mêmes choses. L'un pose des questions, l'autre raconte. Reconnaître laquelle parle, c'est déjà comprendre la moitié.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qui parle, du pharmacien ou du client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marques de la question et de la réponse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réemployer les acquis du bloc B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un échange de quatre répliques en paires.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dit cette phrase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Depuis quand est-ce que ça dure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tousse beaucoup et je ne dors pas.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Est-ce que vous prenez d'autres médicaments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a permis de deviner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voix, deux façons de parler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PHARMACIEN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« est-ce que vous…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je tousse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il pose des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répond, et il en 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« allez voir un médecin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qu'est-ce que je fais ?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« persiste », « administrer 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j'ai mal », « depuis 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vouvoiement va dans les deux sens : personne ne se tutoie.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DISCRIMINATION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parle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phrase, puis dites qui la 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Depuis quand est-ce que ça dure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tousse beaucoup et je ne dors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prenez d'autres médicaments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mal à la gorge le matin.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vais vous donner un sirop.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acheter ça sans ordonnance 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ça persiste, allez voir un médecin.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 beaucoup. Bonne journée.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parle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Depuis quand est-ce que ça dure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pharmacien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tousse beaucoup et je ne dors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client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prenez d'autres médicaments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pharmacien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mal à la gorge le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client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vais vous donner un sirop.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pharmacien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acheter ça sans ordonnance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client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ça persiste, allez voir un médecin.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pharmacien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 beaucoup. Bonne journée.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client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LA QUESTION POLIE DU 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Est-ce que je peux…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client aussi pose des questions, et il en a le droit : le prix, la durée, ce qu'il y a dans le médicament, ce qu'il faut faire si ça ne va pas mieux. Un pharmacien s'attend à être questionné.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RÉEMPLOI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Tout le bloc B en quatre répliques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 paires : jouez l'échange, puis changez de rôle.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pharmacien salue et demande ce qu'il peut faire.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client nomme son malaise.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pharmacien demande depuis quand.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client répond et pose une question.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l'échange que vous venez de jouer, en quatre répliques.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répliques pour le pharmacien, deux pour 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« depuis » au moins une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