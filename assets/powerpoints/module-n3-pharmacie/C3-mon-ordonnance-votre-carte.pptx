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 et d'écriture. Le point est simple mais la faute est tenace : beaucoup d'élèves choisissent le petit mot selon leur propre genre. Nommer l'erreur 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le cœur de la séance : non, ça ne change pas. Le faire découvrir plutôt que l'annoncer.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la colonne du milieu par un élève, celle de droite par un autre : c'est le dialogue du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« ma carte » par les hommes du groupe et « mon dossier » par les femmes : le malaise se dissipe en 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L'accord de l'adjectif est un détail d'écrit : le montrer sans insister au niveau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 s au bout du nom dans cinq phrases écrites au tableau. Le geste devient vite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items de l'exercice interactif. Faire nommer chaque fois le genre et le nombre du nom qui suit : c'est là que se prend la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changer les rôles au bout de trois minutes. Corriger seulement les possessifs : le reste du bloc C est déjà acquis.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Relever seulement le choix du petit mot : c'est la seule chose que la séance a enseignée.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Mon ordonnance, votre carte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comptoir, on ne parle que de choses qui appartiennent à quelqu'un. Cinq petits mots, et c'est le nom qui suit qui décide — jamais la personne qui parle.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mon, ma et mes correctement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votre et vos dans la bouche du pharmacien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pourquoi on dit « mon ordonnance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six phrases justes.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« Votre carte, s'il vous plaît. » Que répondez-vous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Voici ___ carte. » Quel petit mot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 pharmacien dit-il « votre » et vous « ma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change si c'est un homme qui parle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à moi, ce qui est à 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À MOI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À VOUS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masculin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dossier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féminin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 carte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carte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devant une voyelle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 ordonnance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ordonnance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pluriel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mes comprimés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comprimés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vous : votre au singulier, vos au pluriel.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N'EST PAS VOUS QUI DÉCIDEZ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ma carte », même pour un homme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petit mot suit le nom qui vient après, jamais la personne qui parle. « Carte » est féminin : c'est « ma carte » pour tout le monde. « Dossier » est masculin : c'est « mon dossier » pour tout le monde.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SEULE EXCEPTION À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mon ordonnance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une voyelle, « ma » devient « mon » : mon ordonnance, mon assurance, mon adresse. Le mot reste féminin — on écrit « mon ordonnance est finie » avec un e à la fin de « finie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CHOIX DU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votre médicaments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vos médicaments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Votre » sert pour une seule chose, « vos » pour plusieurs. L'indice est au bout du nom : s'il y a un s, c'est « vos ». La même règle vaut pour « ma » et « mes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Mon, ma, mes, votre ou vos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___ carte d'assurance maladie. (elle est à moi)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ordonnance est finie depuis samedi. (elle est à moi)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___ nom, s'il vous plaît ? » demande la pharmacienne.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prends ___ comprimés le matin. (ils sont à moi)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___ médicaments seront prêts dans vingt minutes.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pharmacien regarde ___ dossier. (il est à moi)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Mon, ma, mes, votre ou vos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___ carte d'assurance maladie. (elle est à moi)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ordonnance est finie depuis samedi. (elle est à moi)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___ nom, s'il vous plaît ? » demande la pharmacienne.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prends ___ comprimés le matin. (ils sont à moi)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___ médicaments seront prêts dans vingt minutes.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pharmacien regarde ___ dossier. (il est à moi)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échange, des deux côtés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paires : l'un demande, l'autre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pharmacien demande la carte.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la donne.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pharmacien annonce le délai.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demande une précision.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phrases sur vos affaires : mon, ma, 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dossier, ma carte, mes comprimés…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phrase avec « mon » devant une voyelle.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