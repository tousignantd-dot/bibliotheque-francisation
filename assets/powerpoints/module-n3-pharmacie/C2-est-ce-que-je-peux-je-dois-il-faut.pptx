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langue. Le point le plus rentable du module : ces trois verbes servent partout, à la banque comme à l'école. Le dire au groupe en ouvrant.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les deux versions à voix haute : « je veux » et « est-ce que je peux ». La différence de ton se perçoit avant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de la séance ; le laisser affiché pendant les 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faute « il faut je prends » est très fréquente et se corrige vite si elle est nommée 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quatre phrases entières, à voix haute, deux fois. Ce sont des blocs : on ne les fabrique pas mot à mot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formes au tableau, faire barrer la fausse. Puis faire produire trois phrases justes avec trois verbes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items de l'exercice interactif. Faire justifier chaque réponse : qui parle, et de qui parle-t-on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phrases debout, à voix haute. Corriger le second verbe : c'est la seule chose à surveiller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questions produites servent au jeu de rôle de la séance E1, où l'assistant ne répond qu'à ce qu'on lui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Est-ce que je peux, je dois, il faut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verbes suffisent pour presque tout ce qui se dit au comptoir : un pour demander, un pour dire son obligation, un pour la règle de tout le monde.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poliment avec « est-ce que je peux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service avec « est-ce que vous pouvez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obligation avec « je dois » et « il faut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le second verbe à l'infinitif.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Comment demandez-vous un renouvellement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veux mon médicament » — comment cela sonne-t-il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formule est plus polie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entre « je peux » et « je dois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verbes, trois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est-ce que je peux…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demander pour soi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est-ce que vous pouvez…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demander un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je dois…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son obligation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vous devez…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l'obligation, dite poliment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il faut…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règle, pour tout le monde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Derrière chacun, le second verbe ne se conjugue jamais.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QUI NE CHANGE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faut apporter sa carte.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faut » garde toujours la même forme, pour tout le monde. On ne dit jamais « il faut je ». On dit « je dois » ou « il faut », jamais les deux ensemble.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QUATRE DEMANDES UTILES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apprendre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Est-ce que je peux faire renouveler mon ordonnance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demande de base du défi 2. Elle contient la politesse, la demande et le mot exact. À dire telle quelle.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Est-ce que vous pouvez regarder mon dossier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c'est l'autre personne qui doit agir. Ajoutez « s'il vous plaît » à la fin : la demande devient plus polie encore.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Est-ce que vous pouvez répéter, s'il vous plaît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phrase qui sauve toutes les conversations. Personne ne s'en offusque, et elle vaut mieux que de repartir sans avoir compris.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Est-ce que je dois attendre ici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Pour savoir ce qu'on attend de vous. Utile quand le pharmacien dit « ça va prendre vingt minutes » sans préciser où s'asseoir.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dois je prends un comprimé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dois prendre un comprimé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pouvoir, devoir et falloir, le verbe qui suit ne se conjugue pas. On dit « je dois prendre », « il faut apporter », « est-ce que je peux attendre ». Un seul verbe conjugué par phrase.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Peux, pouvez, dois, devez ou faut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___ faire renouveler mon ordonnance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___ regarder mon dossier, s'il vous plaît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prendre un comprimé le matin et un le soir.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___ finir les sept jours, même si ça va mieux.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apporter sa carte d'assurance maladie chaque fois.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Peux, pouvez, dois, devez ou faut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___ faire renouveler mon ordonnance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___ regarder mon dossier, s'il vous plaît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pouvez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prendre un comprimé le matin et un le soir.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___ finir les sept jours, même si ça va mieux.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devez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___ apporter sa carte d'assurance maladie chaque fois.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Demandez-le au comptoir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Faites une phrase complète pour chaque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un renouvellement.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n'avez pas compris ce qu'on vient de dire.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2656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5025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142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8200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savoir si vous devez rester sur place.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connaître l'obligation générale.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Demandez-le au comptoir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un renouvellement.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Est-ce que je peux faire renouveler mon ordonnance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n'avez pas compris ce qu'on vient de dire.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Est-ce que vous pouvez répéter, s'il vous plaît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2656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5025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142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8200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savoir si vous devez rester sur place.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Est-ce que je dois attendre ici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voulez connaître l'obligation générale.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Est-ce qu'il faut apporter la carte chaque fois ?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questions que vous poseriez à un pharmacien.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avec « est-ce que je peux », deux avec « est-ce que vous pouvez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il faut » dans une cinquième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