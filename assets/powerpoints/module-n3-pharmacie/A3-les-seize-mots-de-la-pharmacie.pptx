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Prévoir les cartes mémoire du module interactif pour la fin de la séance. Les seize mots viennent du lexique que le programme rattache à cette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photo répond visuellement à la question de la séance A1 : dix bouteilles sur la tablette, et une seule qui convient. C'est l'argument en faveur du conseil du pharmacien.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avec l'article. « Une » ordonnance, « la » carte : les deux sont féminins et se disent souvent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viennent directement de la liste du programme. « Tousser » et « avoir de la fièvre » sont des verbes : les faire employer dans une phrase, pas seulement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 « dossier » surprend souvent : la pharmacie garde une trace de tout ce qu'on a pris. C'est ce qui lui permet de repérer les mélanges dangereux.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Posologie » est un mot long et savant, mais il est écrit partout : mieux vaut le reconnaître que l'éviter. Le défi 3 lui est consacré.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interactif `prImg` sous forme orale. Les élèves qui hésitent devant l'écran répondent souvent mieux à l'oral, en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phrase juste et complète. Écrire au tableau celles qui serviront au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phrases produites servent d'exemples réels à la séance A4 et au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de la pharmacie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familles : l'endroit, le corps, l'ordonnance, l'étiquette. Seize mots qui reviendront dans les trois défis, et qu'on n'apprendra pas deux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seize mots du module et leur article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mot à une photo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ranger les mots en quatre familles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cinq mots dans une phrase complète.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voit dans cette allée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lee-siro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bouteilles différentes voyez-vous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savoir laquelle prendre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faut une ordonnance pour ces bouteilles-là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L'endroit et les papiers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2630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ordonnance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0017" y="2121408"/>
            <a:ext cx="57889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signé par le médecin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42630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comptoir des ordonnances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0017" y="3106674"/>
            <a:ext cx="57889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comptoir du fond, où on parle au pharmacien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42630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carte d'assurance maladie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0017" y="4091939"/>
            <a:ext cx="57889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carte du gouvernement, à présenter chaque fois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426300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médicament en vente libre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0017" y="5077205"/>
            <a:ext cx="578899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médicament qui s'achète sans ordonnance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corps et les malaises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4737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tousser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0745" y="2121408"/>
            <a:ext cx="75782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un bruit fort avec la gorge, sans le vouloir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4737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avoir de la fièvre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0745" y="3106674"/>
            <a:ext cx="75782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avoir le corps trop chaud parce qu'on est malade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4737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rhume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0745" y="4091939"/>
            <a:ext cx="75782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nez qui coule, la gorge irritée — une semaine environ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47373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pansement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0745" y="5077205"/>
            <a:ext cx="7578261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morceau collant qu'on met sur une coupure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renouvellement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63474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renouvellement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1748" y="2121408"/>
            <a:ext cx="6417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recevoir encore une fois le même médicament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63474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1748" y="3106674"/>
            <a:ext cx="6417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liste que la pharmacie garde de tes médicaments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63474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l'assurance médicaments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1748" y="4091939"/>
            <a:ext cx="6417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paie une partie du prix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63474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pharmacien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1748" y="5077205"/>
            <a:ext cx="6417259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prépare et qui conseille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FAMILLE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L'étiquette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056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posologie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2692" y="2121408"/>
            <a:ext cx="72463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qui dit combien en prendre, et quand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8056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comprimé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2692" y="3106674"/>
            <a:ext cx="72463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petit rond dur qu'on avale avec de l'eau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8056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étiquette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2692" y="4091939"/>
            <a:ext cx="72463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collé sur le flacon, avec ton nom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8056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effet secondaire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2692" y="5077205"/>
            <a:ext cx="7246315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 médicament peut faire d'autre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la 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quel mot va avec chaque photo décrite.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petit flacon orange avec une étiquette blanche.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main qui tend une carte verte par-dessus le comptoir.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pansement collé sur un doigt.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chaises vides près du comptoir du fond.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sac de papier blanc agrafé en haut.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la 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petit flacon orange avec une étiquette blanche.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une étiquette, un comprimé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main qui tend une carte verte par-dessus le comptoir.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carte d'assurance maladie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pansement collé sur un doigt.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pansement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Des chaises vides près du comptoir du fond.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la salle d'attente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sac de papier blanc agrafé en haut.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sac de la pharmacie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avec le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Faites une phrase complète avec chaque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renouvellement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posologie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effet secondaire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avec le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ordonnance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Mon ordonnance est finie depuis samedi.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tousser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Je tousse depuis quatre jours.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renouvellement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Est-ce qu'il me reste un renouvellement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posologie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Je ne comprends pas la posologie.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effet secondaire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« Ce médicament a un effet secondaire : il donne sommeil.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quatre mots de la séance et écrivez une phrase pour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un mot par famille.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« mon », « ma » ou « mes » dans au moins une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