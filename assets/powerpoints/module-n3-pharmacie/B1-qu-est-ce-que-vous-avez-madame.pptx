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C'est l'intention que le programme met au centre de cette situation au niveau 3 : décrire un problème de santé courant. Tout le bloc B y revient.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deviner les questions avant d'écouter le dialogue. Le groupe en trouve souvent trois sur quatre : la séance sert alors à confirmer.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Noter la première phrase de Nadia : elle annonce ce qu'elle veut avant de raconter. C'est la façon la plus rapide de se faire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questions d'affilée : la durée, la fièvre, la douleur. Les faire repérer et compter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sur les autres médicaments n'est pas de la curiosité : c'est la raison pour laquelle le pharmacien tient un dossier. Le dire clairement, certains élèves hésitent à répondre.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de la production orale de la séance E1 : le laisser affiché jusqu'à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le mot et sa traduction simple : « ça continue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Même si l'élève va bien, lui faire inventer un malaise plausible : c'est le brouillon de sa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Qu'est-ce que vous avez, madame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pharmacien pose toujours les mêmes questions, dans le même ordre. Trois phrases courtes suffisent pour y répondre — à condition de les avoir dans la bouche avant d'en avoir besoin.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questions du pharmacien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son malaise en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au sujet de la fièvre et des autres médicaments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conseil « allez voir un médecin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 à ce comptoir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toir-fo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parle en premier, le client ou le pharmacien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Quelles questions le pharmacien va-t-il poser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tout raconter, ou seulement l'essentiel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J'aurais besoin d'un conseil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4771" y="2322576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J'aurais besoin d'un conseil, s'il vous plaît.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4771" y="3071876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Qu'est-ce que je peux faire pour vous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4771" y="3821175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tousse beaucoup. La nuit, je ne dors pas.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4771" y="4570475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quand est-ce que ça dure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questions du pharmacien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4771" y="1901952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quatre jours. Ça a commencé samedi.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4771" y="2651252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avez de la fièvre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4771" y="3400551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peu, hier soir. Aujourd'hui, non.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4771" y="4149851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avez mal à la gorge, ou mal à la tête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si ça continue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4771" y="1901952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prenez d'autres médicaments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4771" y="2651252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un comprimé pour la pression, tous les matins.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4771" y="3400551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Je vais vous donner un sirop. Il n'a rien contre votre comprimé.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3208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ÉTIENNE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4771" y="4149851"/>
            <a:ext cx="871135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la toux persiste plus de sept jours, ou si la fièvre revient, allez voir un médecin.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questions, toujours les mêmes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3928"/>
          </a:xfrm>
          <a:prstGeom prst="roundRect">
            <a:avLst>
              <a:gd name="adj" fmla="val 45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RÉPONDEZ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Qu'est-ce que je peux faire pour vous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tousse, j'ai mal à la gorge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0286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Depuis quand est-ce que ça dure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0286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quatre jours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8198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809999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Avez-vous de la fièvre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809999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peu, hier soir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82439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Prenez-vous d'autres médicaments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82439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oui, un comprimé pour la pression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8218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3821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Quatre questions, quatre réponses courtes. Rien d'autre n'est demandé.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MOT DU PHARMACIEN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si la toux persiste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Persister veut dire : continuer, ne pas partir. Quand le pharmacien dit « si ça persiste », il vous demande de revenir ou d'aller voir un médecin. C'est un mot que le programme nomme pour cette situation.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Nadia tousse depuis quatre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pharmacien demande depuis quand ça dure.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Nadia a de la fièvre aujourd'hui.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mal à la gorge le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ne prend aucun autre médicament.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la toux persiste plus de sept jours, il faut voir un médecin.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Nadia tousse depuis quatre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pharmacien demande depuis quand ça dure.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Nadia a de la fièvre aujourd'hui.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 peu, hier soir seulement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mal à la gorge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ne prend aucun autre médicament.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 comprimé pour la pression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la toux persiste plus de sept jours, il faut voir un médecin.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réponses que vous donneriez, aujourd'hui, au pharmacien.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Qu'est-ce que vous avez ? Depuis quand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 la fièvre ? D'autres médicaments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