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au groupe qui a déjà parlé à un pharmacien en français, et ce qui a été difficile. Beaucoup d'élèves ignorent qu'on peut demander un conseil sans ordonnance et sans payer : c'est la découverte principale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les mots dans n'importe quelle langue, puis les traduire ensemble au tableau. Dans plusieurs pays, le pharmacien vend et ne conseille pas ; au Québec, le conseil fait partie de son travail et il est gratuit. C'est là que se joue toute la différence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situation de Nadia est celle de beaucoup d'élèves : pas encore de médecin de famille, une liste d'attente. Le faire dire par le groupe plutôt que par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découverte centrale de la séance. Faire répéter « le comptoir des ordonnances » : quatre mots, un seul souffle.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à la vraie question de l'élève : si le sirop est en libre-service, pourquoi déranger le pharmacien ? Parce que dix bouteilles se ressemblent et qu'une seule convient à ce qu'on prend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nommer chaque ligne par un élève différent. C'est le plan du module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qui a sa carte sur soi aujourd'hui. Rappeler qu'elle a une date d'expiration et qu'elle se renouvelle avant,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article. Les quatre reviennent dans toutes les séances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A3 sur le vocabulaire et donne des exemples personnels pour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comptoirs, une pharmacie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Devant, la caisse. Au fond, le comptoir des ordonnances. C'est au fond qu'on parle au pharmacien — sans rendez-vous, et sans payer pour le conseil.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deux comptoirs d'une pharmacie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 conseil du pharmacien est gratuit et sans rendez-vous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apporter : la carte d'assurance maladie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médicament en vente libre d'un médicament sur ordonnance.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faut-il aller pour parler au pharmacien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derrière ce comptoir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là qu'on paie son shampooing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un rendez-vous pour parler à cette personne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apporte avec soi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tousse depuis quatre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5909" y="2322576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Moussa, je tousse depuis quatre jours. Je dors 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5909" y="3071876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un médecin de famille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5909" y="3821175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pas encore. Je suis sur la liste d'attente.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932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5909" y="4570475"/>
            <a:ext cx="87502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viens à la pharmacie. On peut parler au pharmacien sans rendez-vous.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Devant, au fond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5909" y="1901952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comptoirs. Je vais 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932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5909" y="2651252"/>
            <a:ext cx="87502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Devant, c'est la caisse. Au fond, à droite, c'est le comptoir des ordonnances.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5909" y="3738371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faut une ordonnance pour parler au pharmacien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5909" y="4487672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Tu peux juste demander un conseil. C'est gratuit.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l'allée deux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5909" y="1901952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sirop pour la toux, il est 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5909" y="2651252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l'allée deux, en vente libre. Tu le prends toi-même.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932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5909" y="3400551"/>
            <a:ext cx="87502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pourquoi aller au comptoir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932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MOUSSA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5909" y="4149851"/>
            <a:ext cx="87502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le pharmacien va te dire lequel prendre. Il y en a dix sur la tablette.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comptoirs, et ce qu'on y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L'ENDROIT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caisse, en 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paie ce qu'on a pris dans les allées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allées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médicaments en vente libre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comptoir du fond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parle au pharmacien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salle d'attente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attend son nom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conseil du pharmacien est gratuit et sans rendez-vous.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APPORTER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ma carte d'assurance maladie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la demande chaque fois, même pour un renouvellement. Elle sert à vérifier qui vous êtes et à savoir ce que l'assurance paie. Le flacon vide de l'ancien médicament aide aussi : il porte le nom exact et le numéro.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DE L'ENDROIT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le comptoir des ordonnances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comptoir du fond, souvent plus haut que les autres. C'est là qu'on dépose son ordonnance, qu'on pose ses questions et qu'on récupère son sac.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une ordonnance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papier signé par un médecin ou une autre professionnelle autorisée. Sans lui, la pharmacie n'a pas le droit de donner certains médicaments.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 médicament en vente libre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s'achète sans papier du médecin : sirop, pastilles, pansements. Certains restent quand même derrière le comptoir, et le pharmacien décide de les donner ou non.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carte du gouvernement du Québec. On la présente chaque fois, à la pharmacie comme à la clinique.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a déjà un médecin de famille.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parler au pharmacien sans rendez-vous.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comptoir des ordonnances est au fond, à droite.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une ordonnance pour demander un conseil.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sa carte d'assurance maladie.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a déjà un médecin de famille.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est sur la liste d'attente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parler au pharmacien sans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comptoir des ordonnances est au fond, à droite.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une ordonnance pour demander un conseil.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le conseil est gratuit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sa carte d'assurance maladie.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où est votre pharmacie et ce que vous y avez déjà acheté.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vous y êtes déjà allé pour un conseil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Avez-vous votre carte d'assurance maladie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