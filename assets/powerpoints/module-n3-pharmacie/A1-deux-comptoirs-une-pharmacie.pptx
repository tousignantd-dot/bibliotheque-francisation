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Première séance du module. Demander au groupe qui a déjà parlé à un pharmacien en français, et ce qui a été difficile. Beaucoup d'élèves ignorent qu'on peut demander un conseil sans ordonnance et sans payer : c'est la découverte principale de la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Laisser venir les mots dans n'importe quelle langue, puis les traduire ensemble au tableau. Dans plusieurs pays, le pharmacien vend et ne conseille pas ; au Québec, le conseil fait partie de son travail et il est gratuit. C'est là que se joue toute la différence du 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situation de Nadia est celle de beaucoup d'élèves : pas encore de médecin de famille, une liste d'attente. Le faire dire par le groupe plutôt que par l'enseignante.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la découverte centrale de la séance. Faire répéter « le comptoir des ordonnances » : quatre mots, un seul souffle.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Répondre à la vraie question de l'élève : si le sirop est en libre-service, pourquoi déranger le pharmacien ? Parce que dix bouteilles se ressemblent et qu'une seule convient à ce qu'on prend déjà.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nommer chaque ligne par un élève différent. C'est le plan du module entier.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Demander qui a sa carte sur soi aujourd'hui. Rappeler qu'elle a une date d'expiration et qu'elle se renouvelle avant, pas après.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dire chaque mot avec son article. Les quatre reviennent dans toutes les séances du 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justifier chaque « faux » par la réplique exacte du dialogue.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Devoir court. Il prépare la séance A3 sur le vocabulaire et donne des exemples personnels pour le défi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SÉANCE A1  ·  MODULE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Deux comptoirs, une pharmacie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Devant, la caisse. Au fond, le comptoir des ordonnances. C'est au fond qu'on parle au pharmacien — sans rendez-vous, et sans payer pour le conseil.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Aller à la pharmacie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les deux comptoirs d'une pharmacie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savoir qu'un conseil du pharmacien est gratuit et sans rendez-vous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savoir ce qu'il faut apporter : la carte d'assurance maladie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1113536"/>
          </a:xfrm>
          <a:prstGeom prst="roundRect">
            <a:avLst>
              <a:gd name="adj" fmla="val 1313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7782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8605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747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distinguer un médicament en vente libre d'un médicament sur ordonnance.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Où faut-il aller pour parler au pharmacien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4927" y="1719072"/>
            <a:ext cx="4199839" cy="4361688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comptoir-fon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3" y="2638339"/>
            <a:ext cx="3760927" cy="2523153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1856232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50976" y="2039112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qu'on voit derrière ce comptoir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642108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2751836"/>
            <a:ext cx="50292" cy="821944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976" y="2824988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que c'est là qu'on paie son shampooing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765804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3875532"/>
            <a:ext cx="50292" cy="821944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0976" y="3948684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qu'il faut un rendez-vous pour parler à cette personne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889500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66928" y="4999228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50976" y="5072380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qu'on apporte avec soi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1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Je tousse depuis quatre jours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d'abord, diapositive masquée.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139322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NADIA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25909" y="2322576"/>
            <a:ext cx="875021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Moussa, je tousse depuis quatre jours. Je dors mal.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9072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3071876"/>
            <a:ext cx="139322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MOUSSA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25909" y="3071876"/>
            <a:ext cx="875021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Tu as un médecin de famille 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6565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3821175"/>
            <a:ext cx="139322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NADIA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5909" y="3821175"/>
            <a:ext cx="875021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Non, pas encore. Je suis sur la liste d'attente.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4405883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32688" y="4570475"/>
            <a:ext cx="1393221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MOUSSA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25909" y="4570475"/>
            <a:ext cx="8750217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Alors viens à la pharmacie. On peut parler au pharmacien sans rendez-vous.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2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Devant, au fond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39322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NADIA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25909" y="1901952"/>
            <a:ext cx="875021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y a deux comptoirs. Je vais où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486659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651252"/>
            <a:ext cx="1393221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MOUSSA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5909" y="2651252"/>
            <a:ext cx="8750217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Devant, c'est la caisse. Au fond, à droite, c'est le comptoir des ordonnances.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57378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738371"/>
            <a:ext cx="139322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NADIA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25909" y="3738371"/>
            <a:ext cx="875021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Et il faut une ordonnance pour parler au pharmacien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32308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487672"/>
            <a:ext cx="139322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MOUSSA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25909" y="4487672"/>
            <a:ext cx="875021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Non. Tu peux juste demander un conseil. C'est gratuit.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3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Dans l'allée deux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39322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NADIA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25909" y="1901952"/>
            <a:ext cx="875021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sirop pour la toux, il est où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4866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651252"/>
            <a:ext cx="139322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MOUSSA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5909" y="2651252"/>
            <a:ext cx="875021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Dans l'allée deux, en vente libre. Tu le prends toi-même.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2359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400551"/>
            <a:ext cx="139322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NADIA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25909" y="3400551"/>
            <a:ext cx="875021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Alors pourquoi aller au comptoir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985259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149851"/>
            <a:ext cx="1393221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MOUSSA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25909" y="4149851"/>
            <a:ext cx="8750217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Parce que le pharmacien va te dire lequel prendre. Il y en a dix sur la tablette.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deux comptoirs, et ce qu'on y fait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L'ENDROIT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QU'ON Y FAIT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caisse, en avant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on paie ce qu'on a pris dans les allées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Les allées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les médicaments en vente libre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comptoir du fond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on parle au pharmacien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salle d'attente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on attend son nom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conseil du pharmacien est gratuit et sans rendez-vous.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CE QU'IL FAUT APPORTER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441196"/>
          </a:xfrm>
          <a:prstGeom prst="roundRect">
            <a:avLst>
              <a:gd name="adj" fmla="val 10151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618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« ma carte d'assurance maladie »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940812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215132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On la demande chaque fois, même pour un renouvellement. Elle sert à vérifier qui vous êtes et à savoir ce que l'assurance paie. Le flacon vide de l'ancien médicament aide aussi : il porte le nom exact et le numéro.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LES MOTS DE L'ENDROIT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mots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571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1D6B8F"/>
                </a:solidFill>
                <a:latin typeface="Verdana"/>
              </a:rPr>
              <a:t>le comptoir des ordonnances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69388"/>
            <a:ext cx="4806543" cy="1119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Le comptoir du fond, souvent plus haut que les autres. C'est là qu'on dépose son ordonnance, qu'on pose ses questions et qu'on récupère son sac.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571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1D6B8F"/>
                </a:solidFill>
                <a:latin typeface="Verdana"/>
              </a:rPr>
              <a:t>une ordonnance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69388"/>
            <a:ext cx="4806543" cy="1119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Le papier signé par un médecin ou une autre professionnelle autorisée. Sans lui, la pharmacie n'a pas le droit de donner certains médicaments.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571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1D6B8F"/>
                </a:solidFill>
                <a:latin typeface="Verdana"/>
              </a:rPr>
              <a:t>un médicament en vente libre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686808"/>
            <a:ext cx="4806543" cy="1119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Il s'achète sans papier du médecin : sirop, pastilles, pansements. Certains restent quand même derrière le comptoir, et le pharmacien décide de les donner ou non.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571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1D6B8F"/>
                </a:solidFill>
                <a:latin typeface="Verdana"/>
              </a:rPr>
              <a:t>la carte d'assurance maladie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686808"/>
            <a:ext cx="4806543" cy="1119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La carte du gouvernement du Québec. On la présente chaque fois, à la pharmacie comme à la clinique.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COMPRÉHENSION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Répondez d'après le dialogue.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Nadia a déjà un médecin de famille.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On peut parler au pharmacien sans rendez-vous.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comptoir des ordonnances est au fond, à droite.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faut une ordonnance pour demander un conseil.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faut apporter sa carte d'assurance maladie.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Nadia a déjà un médecin de famille.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faux — elle est sur la liste d'attente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On peut parler au pharmacien sans rendez-vous.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comptoir des ordonnances est au fond, à droite.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faut une ordonnance pour demander un conseil.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faux — le conseil est gratuit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faut apporter sa carte d'assurance maladie.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où est votre pharmacie et ce que vous y avez déjà acheté.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Est-ce que vous y êtes déjà allé pour un conseil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Avez-vous votre carte d'assurance maladie 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Aller à la pharmacie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