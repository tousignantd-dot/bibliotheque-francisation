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 du défi 2. Elle réunit l'ordre des gestes et le vocabulaire du comptoir. Prévoir de laisser le tableau des étapes affiché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à la dernière question tout de suite : on appelle votre nom, à voix haute. C'est pourquoi il faut l'avoir bien épelé au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nommer chaque étape par un élève différent, puis faire redire la suite complète sans regarder.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phrase, puis la faire reformuler en mots simples par un élève. La reformulation est la vraie preuve de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interactif `t2phrases`. Insister sur « échue » : le mot est rare mais il est écrit sur les étiquettes.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répétition générale du jeu de rôle de la séance E1. Circuler et noter ce qui manque le plus souvent : presque toujours l'étape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fin de bloc. Ramasser : la liste sert de mémo à garder dans le portefeuille, à côté de la carte d'assurance maladie.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C4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étapes du renouvellement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gestes, toujours dans le même ordre, et six phrases qu'on entend chaque fois. Les connaître d'avance, c'est n'avoir qu'à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les six étapes du renouvellement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six phrases fréquentes du comptoir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mot « échue » sur une ordonnance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renouvellement du début à la fin, en paires.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se passe-t-il pendant les vingt minutes d'attente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att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le pharmacien fait pendant ce temps-là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sur l'étiquette qu'il prépare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saurez-vous que c'est prêt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étapes,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PASSE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1. Au comptoir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nom, et pourquoi vous venez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2. Votre carte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vérifie qui vous êtes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3. Votre dossier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voit vos médicaments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4. L'ordonnance finie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peut la prolonger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5. Vingt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prépare le flacon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6. À la caisse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payez votre part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PHRASES DU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à comprendre du premier coup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« Il vous reste un renouvellement.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avoir ce médicament encore une fois, sans nouveau papier du médecin. Le nombre de renouvellements est écrit sur l'étiquette.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« Votre ordonnance est échue.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n'est plus bon : la date est passée. C'est exactement le cas où le pharmacien peut la prolonger en attendant votre rendez-vous.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« C'est couvert par votre assurance.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payez pas tout le prix vous-même. Il reste presque toujours une partie à votre charge : c'est normal, ce n'est pas une erreur.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« Avez-vous des allergies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demande si un médicament vous a déjà rendu malade. Répondez même si vous n'êtes pas certain : le pharmacien vérifiera.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et ce qu'elle veut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chaque phrase signifie.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vous reste un renouvellement.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Votre ordonnance est échue.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peux la prolonger en attendant.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vous appelle quand c'est prêt.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Avez-vous des allergies ?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et ce qu'elle veut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vous reste un renouvellement.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 l'avoir encore une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Votre ordonnance est échue.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date est passée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peux la prolonger en attendant.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pharmacien me dépanne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vous appelle quand c'est prêt.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m'assois et j'attends mon nom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Avez-vous des allergies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médicament vous a-t-il déjà rendu malade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renouvellement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menez l'échange du début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1. Saluez et dites ce qui vous amène.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2. Donnez votre nom, épelé, et votre carte.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3. Demandez si c'est possible sans le médecin.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4. Demandez le délai et le prix.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étapes du renouvellement, dans l'ordre, avec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étape.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la phrase que vous diriez à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