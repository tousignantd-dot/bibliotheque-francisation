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Le fait central de la séance est vérifié et récent : depuis 2021, un pharmacien peut prolonger une ordonnance qui vient à échéance, sans dépasser un an. Beaucoup d'élèves l'ignorent et cessent leur traitement en attendant un rendez-vous.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Recueillir les réponses avant de corriger. La croyance la plus répandue est qu'il faut absolument revoir le médecin : c'est ce que la séance vient défaire.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 épelle son nom sans qu'on le lui demande. Le faire remarquer : c'est le geste qui fait gagner le plus de temps au comptoir. Faire épeler son propre nom à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découverte centrale du défi. La réplique de Nadia est celle que beaucoup d'élèves auraient : la laisser être posée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questions de Nadia sont celles que tout le monde a et que peu de gens osent poser. Les faire répéter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élèves qui viennent de pays où le pharmacien ne fait que vendre sont souvent surpris par la colonne de gauche.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phrase entière par tout le groupe, puis par cinq élèves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Ces phrases servent d'ouverture au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me reste deux comprimés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flacon est presque vide et l'ordonnance est finie. Au Québec, il n'est pas toujours nécessaire de revoir le médecin : le pharmacien peut prolonger l'ordonnance lui-même.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renouvellement d'ordonnance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 et sa carte d'assurance maladie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le dossier de la pharmacie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délai de préparation et ce qu'on aura à payer.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Il vous reste deux comprimés.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c-pharmac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attendre le rendez-vous chez le médecin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peut vous aider en attendant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à la pharmacie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ordonnance est finie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000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780" y="2322576"/>
            <a:ext cx="86433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Il me reste deux comprimés pour la pression, et mon ordonnance est finie.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2780" y="3409696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nom, s'il vous plaît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2780" y="4158995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Belhadj. B, E, L, H, A, D, J.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2780" y="4908296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Votre carte d'assurance maladie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regarde votre dossier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000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780" y="1901952"/>
            <a:ext cx="86433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regarde votre dossier… Le médicament a été servi la dernière fois le 3 mai.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780" y="2989072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rendez-vous chez le médecin est seulement dans six semaines.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000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2780" y="3738371"/>
            <a:ext cx="86433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un problème. Le pharmacien peut prolonger votre ordonnance en attendant.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2780" y="4825491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Vraiment ? Sans revoir le médecin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temps, combien ça coûte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780" y="1901952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pour un certain temps. Jamais plus d'un 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780" y="2651252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prend beaucoup de temps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000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GAÉTANE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2780" y="3400551"/>
            <a:ext cx="86433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vingtaine de minutes. Vous pouvez attendre ou revenir plus 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50009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2780" y="4487671"/>
            <a:ext cx="864334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est-ce que je vais payer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 que le pharmacien peut faire, et ce qu'il ne peut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PEUT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NE PEUT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prolonger une ordonnance qui finit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prolonger plus d'un 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conseiller un médicament en vente libre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poser un diagnostic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80999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voir vos médicaments dans son dossier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80999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deviner ceux d'ailleurs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89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517136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expliquer une posologie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517136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forcer à la suivre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prolongation d'ordonnance par le pharmacien existe au Québec depuis 2021.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PHRASE DU RENOUVELLEMENT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peux faire renouveler mon ordonnance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contient tout : la demande, la politesse, et le mot exact. On peut aussi dire « il me reste deux comprimés » avant : le pharmacien comprend tout de suite l'urgence.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L'ordonnance de Nadia est finie.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lui demande son nom et sa carte d'assurance maladie.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garde un dossier de ses médicaments.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absolument revoir le médecin avant.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pharmacien peut prolonger une ordonnance pour dix 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préparation prend une vingtaine de minutes.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L'ordonnance de Nadia est finie.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lui demande son nom et sa carte d'assurance maladie.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garde un dossier de ses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absolument revoir le médecin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pharmacien peut prolonger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pharmacien peut prolonger une ordonnance pour dix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 plus d'un 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préparation prend une vingtaine de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première phrase que vous diriez au comptoir pour un renouvellement.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ce qui vous reste, et ce que vous demandez.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votre nom, épelé.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