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 et de langue. Prévoir une silhouette du corps au tableau : les mots se retiennent mieux montrés que traduits.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monter les mots connus au tableau avant d'ouvrir la diapositive suivante. Le groupe en connaît toujours plus qu'il ne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la phrase seule, puis avec quatre parties du corps différentes.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de toute la séance ; le laisser affiché pendant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chaque partie sur soi en la nommant. Faire refaire le geste par le groupe : les mots du corps s'apprennent avec le corps.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au tableau et faire barrer la fausse par un élève. Le geste marque davantage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interactif. Les faire d'abord à l'oral, puis les écrire : la faute se voit à l'écrit, pas à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phrases debout, comme au comptoir. Ajouter « depuis » quand un élève est prêt : la séance B3 le reprendra.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ferme le bloc A et ouvre le défi 1, où l'on ajoutera le malaise et la durée.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J'ai mal à la tête, j'ai mal au 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phrase à retenir, et quatre petits mots à choisir : au, à la, à l', aux. C'est la première chose qu'on dit au comptoir.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principales parties du corps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on a mal avec « j'ai mal à…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au, à la, à l' et aux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six phrases justes.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Le pharmacien demande : « Où avez-vous mal ?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répondez, en une phrase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montrer avec la main plutôt que de le dire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parties du corps connaissez-vous déjà en français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PHRASE DE 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J'ai mal à…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mot « à » est obligatoire, et il change de forme selon le mot qui suit : au dos, à la tête, à l'oreille, aux dents. Sans lui, la phrase ne se dit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formes, et quand les employer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mot masculin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mal au 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mot féminin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mal à la tête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l'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mal à l'oreille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mal aux dents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forme au pluriel, masculin comme féminin : aux.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CORPS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à connaître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la tête, la gorge, la bouche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24429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haut du corps. Tous féminins : « j'ai mal à la tête ». La gorge est la partie la plus nommée à la pharmacie, avec la tête.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le dos, le ventre, le cou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24429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tronc. Tous masculins : « j'ai mal au dos ». Le mal de dos est le motif de consultation le plus fréquent chez les adultes qui travaillent debout.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le bras, la main, la jambe, le pied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41850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membres. Attention : « le bras » est masculin, « la main » et « la jambe » sont féminines. On dit au bras, à la main, à la jambe, au pied.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les dents, les yeux, les oreilles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41850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qui va souvent par deux ou par plusieurs : « j'ai mal aux dents », « j'ai mal aux yeux ». Au singulier : à la dent, à l'œil, à l'oreille.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j'ai mal la tête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j'ai mal à la tête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Oublier le « à » est la faute la plus fréquente, et elle vient souvent de la langue d'origine, où la préposition n'existe pas ici. Le « à » est le mot le plus court de la phrase et le plus obligatoire.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Au, à la, à l' ou 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mal ___ tête depuis ce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garçon a mal ___ gorge.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mal ___ dos quand je travaille.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mal ___ dents depuis deux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mal ___ oreille gauche.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mal ___ ventre après les repas.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Au, à la, à l' ou 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mal ___ tête depuis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garçon a mal ___ gorge.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mal ___ dos quand je travaille.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mal ___ dents depuis deux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mal ___ oreille gauche.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mal ___ ventre après les repas.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au pharmacien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Faites une phrase complète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mal en avalant.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soulevé une boîte trop lourde.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enfant tient sa joue depuis hier.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entendez mal d'un côté.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au pharmacien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mal en avalant.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J'ai mal à la gorge.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soulevé une boîte trop lourde.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Je me suis fait mal au dos.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enfant tient sa joue depuis hier.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Il a mal aux dents.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entendez mal d'un côté.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J'ai mal à l'oreille.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: « J'ai mal… » avec les quatre formes.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avec au, une avec à la, une avec à l', une avec aux.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depuis quand, si vous le pouvez déjà.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