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Prévoir les cartes mémoire du module interactif : la révision se fait à l'écran, en paires.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mot avec son article, puis dans une phrase. Les quatre sont ceux du bloc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montrer la partie du corps en même temps que le mot. Les mots du corps s'apprennent avec le corps.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mots du bloc C. Faire redire la phrase de demande par tout le groupe : c'est celle qui servira le plus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mots du bloc D. Faire relire l'étiquette de Nadia une dernière fois, à voix haute, par un 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Changer de rôle à mi-parcours. Noter au tableau les trois plus belles phrases produites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remplir l'autoévaluation à l'écran, dans le module. Relever ce que le groupe évalue le plus bas : c'est là que la révision de la semaine suivante commence.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devoir du module. Demander un retour à la séance suivante : qui y est allé, ce qui s'est passé. C'est la seule évaluation qui compte vraiment.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Seize mots, quatre familles, et une question : qu'est-ce que je suis maintenant capable de faire au comptoir d'une pharmacie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revoir les seize mots du module, par familles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chaque mot dans une phrase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ce qu'on est capable de faire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ce qui reste à travailler.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L'ENDROIT ET LES PAPIERS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une ordonnance, le comptoir des ordonnances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papier du médecin, et le comptoir du fond où on le dépose. Les deux mots vont ensemble : on ne dit pas « le comptoir » tout court, il y en a deux.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la carte d'assurance maladie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29051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présenter chaque fois, même pour un simple renouvellement. Vérifiez sa date d'expiration : elle se renouvelle avant, pas après.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un médicament en vente libre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s'achète sans ordonnance. Certains restent quand même derrière le comptoir : c'est le pharmacien qui décide de les donner.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le pharmacien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46472"/>
            <a:ext cx="4806543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prépare, il conseille, il peut prolonger une ordonnance. Le conseil est gratuit et ne demande pas de rendez-vous.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CORPS ET LES MALAISES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tousser, avoir de la fièvre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deux malaises les plus fréquents à la pharmacie. « Je tousse depuis quatre jours », « j'ai de la fièvre depuis hier soir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 rhume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nez qui coule, la gorge irritée. Ça dure environ une semaine. Un rhume qui persiste plus de sept jours mérite une consultation.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 pansement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Pour une coupure. La phrase qui va avec : « je me suis coupé le doigt », au passé composé, avec être.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j'ai mal à…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phrase de base, et ses quatre formes : au dos, à la tête, à l'oreille, aux dents. C'est le nom qui suit qui décide.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RENOUVELLEMENT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 renouvellement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Recevoir encore une fois le même médicament, sans nouveau papier. Le nombre restant est écrit sur l'étiquette.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le dossier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liste que la pharmacie garde de tous vos médicaments. C'est elle qui permet de repérer un mélange dangereux.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l'assurance médicaments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Elle paie une partie du prix. Il reste presque toujours une somme à votre charge : c'est normal, ce n'est pas une erreur.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est-ce que je peux…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demande de base du module : « Est-ce que je peux faire renouveler mon ordonnance ? » Une phrase, apprise en bloc.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L'ÉTIQUETTE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la posologie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qui dit combien en prendre et quand. Un mot long, mais écrit partout : mieux vaut le reconnaître que l'éviter.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 comprimé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petit rond dur qu'on avale avec de l'eau. « Un comprimé trois fois par jour » n'est pas « trois comprimés une fois par jour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une étiquette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papier collé sur le flacon, avec votre nom et la posologie. Quatre lignes à lire lentement, une seule fois, mais bien.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 effet secondaire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qu'un médicament peut faire d'autre : mal au cœur, sommeil. Si ça vous inquiète, appelez la pharmacie — c'est gratuit.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EMPLOI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avec chaque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 paires : l'un dit le mot, l'autre fait la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ordonnance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renouvellement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posologie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pas plus 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avec chaque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ordonnance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« Mon ordonnance est finie depuis samedi.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« Je tousse depuis quatre jours.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renouvellement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« Est-ce qu'il me reste un renouvellement ?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posologie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« Est-ce que vous pouvez m'expliquer la posologie ?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pas plus de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« Pas plus de quatre comprimés par jour.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AUTOÉVALUATION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je suis capable de faire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0228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JE SUIS CAPABLE DE…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PAS ENCORE · UN PEU · OUI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nommer les deux comptoirs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· — · 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dire où j'ai mal et depuis quand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· — · 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demander un renouvellement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· — · 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lire une posologie et la répéter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· — · 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28548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comprendre « pas plus de 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28548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· — · 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5053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0656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même grille est dans le module, avec neuf énoncés.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ce que vous irez demander à votre pharmacie cette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vraie question, pour une vraie visite.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la phrase entière, comme vous allez la dire.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