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3. Apporter un vrai flacon vide si possible — n'importe quelle étiquette de pharmacie fera l'affaire, en masquant le nom. Rien ne remplace l'objet.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a une réponse simple et il faut la donner : on demande au pharmacien, sur place, avant de partir. Il n'y a pas de question idiote sur une posologie.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réplique de Nadia est la clé du module : elle demande. Faire répéter « Je peux vous poser une question sur l'étiquette ? » par tout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points à retenir : « avec de la nourriture » n'exige pas un gros repas, et on termine le traitement. Le second est le conseil que les pharmaciens répètent le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la meilleure habitude du module : répéter la posologie à voix haute avant de partir. La faire pratiquer par tout le groupe, mot à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vérifier le calcul par le groupe : 3 × 7 = 21. Un compte qui ne tombe pas juste est une raison de reposer une question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ligne exacte de l'étiquette ou la réplique du pharmacien.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prépare la séance D2, où les quatre renseignements deviennent quatre points de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est écrit sur l'étiquette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lignes sur un petit papier blanc : combien, combien de fois, quand, pendant combien de jours. Tout le reste est du décor administratif.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les quatre renseignements d'une posologie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avec de la nourriture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qu'on termine le traitement même si ça va mieux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quoi faire quand un comprimé est oublié.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est écrit sur cette étiquette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c-pharmac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lignes faut-il vraiment lire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 écrit le nombre de comprimés par jour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fait si on ne comprend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fois par jour, c'est quand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ÉTIENNE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4771" y="2322576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Belhadj ? Votre médicament est prêt.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4771" y="3071876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Je peux vous poser une question sur l'étiquette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ÉTIENNE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4771" y="3821175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sûr. Regardons ensemble. « Un comprimé, trois fois par jour. 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4771" y="4570475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fois par jour, c'est quand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de la nourriture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ÉTIENNE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4771" y="1901952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matin, le midi et le soir. À peu près aux huit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4771" y="2651252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ici, c'est écrit « avec de la nourriture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ÉTIENNE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4771" y="3400551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veut dire pendant le repas, ou juste après. Jamais l'estomac vide.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ÉTIENNE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4771" y="4149851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finissez les sept jours, même si vous vous sentez mieux avant.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si j'oublie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4771" y="1901952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j'oublie un comprimé, qu'est-ce que je fais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3208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ÉTIENNE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4771" y="2651252"/>
            <a:ext cx="871135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le prenez quand vous y pensez. Mais jamais deux en même temps.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4771" y="3738371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des effets secondaires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43208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4771" y="4487672"/>
            <a:ext cx="871135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répète : un comprimé, trois fois par jour, avec de la nourriture, pendant sept jours.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L'étiquette de Nadia, ligne par ligne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4112"/>
          </a:xfrm>
          <a:prstGeom prst="roundRect">
            <a:avLst>
              <a:gd name="adj" fmla="val 370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BELHADJ, Nadia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votre nom, votre dossier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21 comprimés de 250 mg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ce qu'il y a dans le flacon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1 comprimé, 3 fois par jour, 7 jours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posologie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Ne pas en prendre 2 ensemble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mise en garde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5598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68782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Renouvellements :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68782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ce qui reste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0657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193792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Température de la pièce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193792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conservation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 et l'étiquette.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prendre trois comprimés en même temps.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traitement dure sept jours.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vingt et un comprimés dans le flacon.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arrêter dès qu'on se sent mieux.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on oublie un comprimé, on peut en prendre deux.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médicament donne parfois mal au cœur.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prendre trois comprimés en même temps.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 comprimé, trois fois par jour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traitement dure sept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vingt et un comprimés dans le flacon.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arrêter dès qu'on se sent mieux.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on termine les sept jours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on oublie un comprimé, on peut en prendre deux.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jamais deux en même temps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médicament donne parfois mal au cœur.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Recopiez la posologie de Nadia et expliquez-la avec vos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Combien de comprimés ? Combien de fois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Quand, par rapport aux repas ? Pendant combien de jours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