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et d'écriture. Les cinq mots servent bien au-delà de la pharmacie : au travail, à l'école, chez le médecin. Le dire au groupe, ça motive.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voter à main levée sur les deux phrases avant d'expliquer. La confusion est presque générale, et c'est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de la séance ; le laisser affiché pendant tous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les deux formes par le groupe : « depuis quatre jours », « depuis samedi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transformer trois phrases avec « depuis » en phrases avec « ça fait…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à donner aux élèves : « est-ce que ça continue en ce moment ? oui → depuis ; non → il y a ». Ça règle presque tous les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items de l'exercice interactif. Les faire à l'écrit, puis corriger à l'oral en demandant chaque fois « ça continue ou c'est fini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et noter au tableau les deux ou trois erreurs les plus fréquentes, sans nommer personne. Les corriger en groupe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phrases personnelles fixent la différence mieux que les phrases de pharmacie : le sens y est vécu.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Depuis quand est-ce que ça dure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toux de deux jours n'est pas une toux de deux semaines : la réponse change le conseil. Cinq petits mots pour la donner, et ils ne sont pas interchangeables.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« depuis quand ?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depuis, ça fait… que, il y a, pendant et dans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six phrases justes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soi-même la question à un camarade.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Je tousse depuis quatre jours » ou « il y a quatre jours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 cas est-ce que ça continue encore aujourd'hui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quel cas est-ce que c'est fini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dit-on la durée dans votre langue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mots, et ce qu'ils disent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depuis quatre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continue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ça fait quatre jours que…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même chose, dite autrement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y a deux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moment fini, dans le passé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pendant sept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toute la durée, du début à la fin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dans six semaines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temps qu'il reste à attendre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servent au comptoir, deux sur l'étiquette et au calendrier.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DURE ENCORE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tousse depuis quatre jours.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depuis », on met soit une durée — quatre jours, deux semaines —, soit un moment de départ : depuis samedi, depuis hier soir. Dans les deux cas, ça continue au moment où l'on parle.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MÊME CHOSE, AUTREMENT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Ça fait quatre jours que je tousse.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morceaux : « ça fait » au début, « que » au milieu. Au Québec, on l'entend au moins autant que « depuis ». Oublier le « que » est la faute la plus fréquente.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 DU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tousse il y a quatre jours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tousse depuis quatre jours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» ferme le moment : l'action est arrivée une fois et c'est fini. « Depuis » l'ouvre jusqu'à aujourd'hui. Si vous toussez encore en parlant, c'est forcément « depuis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Depuis, ça fait, il y a, pendant ou dans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tousse ___ quatre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deux jours que j'ai mal à la gorge.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suis coupé le doigt ___ trois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un comprimé ___ sept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rendez-vous chez le médecin est ___ six semaines.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de la fièvre ___ hier soir.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Depuis, ça fait, il y a, pendant ou dans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tousse ___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deux jours que j'ai mal à la gorge.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me suis coupé le doigt ___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un comprimé ___ sept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rendez-vous chez le médecin est ___ six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de la fièvre ___ hier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Posez la question, répondez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 : l'un joue le pharmacien, l'autre le client.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Depuis quand est-ce que ça dure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Depuis quand avez-vous mal à la gorge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Quand est-ce que vous vous êtes coupé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Quand est votre rendez-vous ?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vous : une avec depuis, une avec il y a, une avec dans.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Depuis quand êtes-vous au Québec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Quand avez-vous commencé votre cours de français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Quand est votre prochain rendez-vous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