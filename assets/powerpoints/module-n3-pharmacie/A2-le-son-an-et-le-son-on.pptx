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phonétique. Prévoir les haut-parleurs : tout se joue à l'oreille. Les deux mots repères sont les deux mots les plus fréquents du module — on ne pouvait pas mieux tomber.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 les deux phrases trois fois chacune, sans les écrire. Faire lever la main quand le groupe entend « sans ». Écrire seulement après.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répéter « ordonnance » lentement, puis « pendant », « avant », « médicament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passage de « ordonnance » à « comprimé » se voit sur les lèvres : les faire regarder de 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chaque ligne à deux voix : un élève la colonne de gauche, un autre celle de droite. Le contraste s'entend mieux ainsi.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exagérer l'ouverture de la bouche une première fois, puis revenir à une prononciation normale. L'exagération sert de repère.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huit items sont ceux de l'exercice interactif. Les dire deux fois chacun, à vitesse normale la seconde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phrase par trois élèves différents. Corriger seulement les deux sons de la séance, rien d'autre.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Il sert de vérification : un élève qui range « comptoir » dans la colonne AN n'a pas encore entendu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AN et le son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Ordonnance, pendant, médicament ; comprimé, comptoir, mon nom. Deux sons qui passent par le nez, et qui séparent « sans » de « son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Aller à la pharmacie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AN et le son 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ces sons passent en partie par le nez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deux écritures du son AN : an et en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les mots du module sans les confondre.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100" b="1" i="0">
                <a:solidFill>
                  <a:srgbClr val="17181A"/>
                </a:solidFill>
                <a:latin typeface="Verdana"/>
              </a:rPr>
              <a:t>« Sans ordonnance » ou « son médicament »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ces deux phrases se ressemblent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: la bouche, la langue, ou le nez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votre langue, est-ce qu'il y a des sons qui passent par le nez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SON 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une ordonnance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bouche est bien ouverte, la langue à plat, et l'air passe en partie par le nez. Il s'écrit de deux façons : an comme dans « pendant », et en comme dans « médicament ». Deux écritures, un seul 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 SON 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un comprimé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bouche est en rond, presque fermée, et l'air passe aussi par le nez. Il s'écrit on ou om. Devant un p ou un b, c'est toujours om : comprimé, comptoir.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paires qui changent le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 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 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dans le sac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don de sang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sans ordonnance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son médicament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combien de temps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sandwich au thon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pendant sept jours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prend le comprimé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Dans le doute, dis le mot à côté de « ordonnance », puis de « comprimé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ordonnonce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ordonnance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Remplacer le son AN par le son ON est le piège le plus fréquent chez les débutants. Le remède est mécanique : ouvrir grand la bouche. Le son AN demande de la place ; le son ON n'en demande presque pas.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DISCRIMINATION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 ou 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mot, puis dites quel son vous entendez.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ordonnance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comprimé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pendant sept jours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comptoir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médicament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nom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le repas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sont prêts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AN ou 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ordonnance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comprimé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pendant sept jours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comptoir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médicament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 — écrit avec e-n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nom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ON, deux fois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avant le repas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ils sont prêts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dire à voix haute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phrase contient les deux sons.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comprimé pendant sept jours.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Sans ordonnance, on ne peut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Mon nom est écrit sur le flacon.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est-ce que ça prend 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Aller à la pharmacie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mots du module avec le son AN et trois avec le son 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Cherchez dans les mots de la séance A1.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les lettres qui font le son.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Aller à la pharmacie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