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d'évaluation formative. Prévoir les tablettes ou les portables pour le jeu de rôle avec l'assistant, et un casque par élève si possible.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plan exact du panneau d'enregistrement du module interactif.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Insister : c'est une répétition, pas un examen. Un élève qui a fait le jeu de rôle deux fois réussit sa production orale du premier coup.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choisir une situation par élève, et changer de situation au second tour. Les trois se recoupent assez pour se renforcer.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la grille de la production écrite du module ; l'élève la retrouve à l'écran.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la vérification en paires avant l'envoi : l'élève voit mieux la note du voisin que la sienne.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Vérifier que chaque élève a bien déposé les deux productions avant la fin de la séance. Les corrections de l'assistant ne sont pas conservées : seul le dépôt l'est.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 le module tient dans un échange d'une minute : dire ce qui ne va pas, depuis quand, répondre aux questions, comprendre la posologie. Puis l'écrire.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Aller à la pharmacie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mener un échange complet avec un pharmacien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s'enregistrer, s'écouter et se corriger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une note claire de cinq à huit phrases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déposer les deux productions à son enseignante.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RAPPEL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trois moments de la production orale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VOUS DITES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1. Dire ce qui ne va pas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Je tousse et j'ai mal à la gorge.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2. Dire depuis quand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Ça dure depuis quatre jours. 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3. Demander la posologie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Combien de fois par jour ? 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Environ quarante-cinq secondes. On peut recommencer.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JEU DE RÔLE, D'ABORD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L'assistant joue le pharmacien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Il ne dit rien qu'on ne lui demande pas : ni le prix, ni le délai, ni ce qu'il peut faire pour vous. Trois situations au choix — la toux qui dure, l'ordonnance finie, l'étiquette à comprendre — et deux rôles.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LES TROIS SITUATIONS DU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choisir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toux qui dure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Vous toussez depuis quatre jours et vous ne dormez plus. Vous n'avez pas de médecin de famille. Vous venez demander un conseil.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L'ordonnance finie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Il vous reste deux comprimés et votre ordonnance est finie. Votre rendez-vous est dans six semaines. Vous avez votre carte d'assurance maladie.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L'étiquette à comprendre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Votre médicament est prêt. Sur l'étiquette : un comprimé, trois fois par jour, avec de la nourriture, pendant sept jours. Vous voulez être certain.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sept sujets à couvrir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Saluer · dire ce qui ne va pas · dire depuis quand · répondre aux questions · sortir sa carte · demander la posologie · répéter avant de partir.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note pour votre voisine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QU'ELLE DOIT CONTENIR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EXEMPLE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qu'il faut demander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Demande un renouvellement.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ce qu'il faut apporter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Apporte ma carte et le flacon vide. 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question au pharmacien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Est-ce que je peux le prendre le soir ? »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la posologie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Un comprimé, trois fois par jour. 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De cinq à huit phrases. Attention : mon, ma, mes, par, pendant.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AUTOCORRECTION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Avant d'envoyer, vérifiez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Relisez votre note et cochez.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Ai-je dit ce qu'il faut demander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Ai-je dit ce qu'il faut apporter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Ai-je posé une question avec « est-ce que »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Mes petits mots sont-ils justes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2808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29209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Ma posologie est-elle complète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Aller à la pharmacie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Déposez votre enregistrement et votre note dans le module.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bouton « Envoyer à mon enseignant » est sous chaque production.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pouvez recommencer l'enregistrement autant de fois que vous voulez.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Aller à la pharmacie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