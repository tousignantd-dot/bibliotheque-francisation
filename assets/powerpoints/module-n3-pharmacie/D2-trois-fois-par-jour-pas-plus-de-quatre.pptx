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de contenu du module. Elle réunit les trois points de langue du défi 3. Prévoir du temps : c'est la séance la plus dense, et la plus utile hors de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Aux huit heures » est une formule d'ici que personne ne devine : la faire répéter et expliquer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différence à voix haute par plusieurs élèves : « un comprimé trois fois » et non « trois comprimés une fois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verbe est toujours en premier : c'est ce qui distingue une consigne d'une phrase ordinaire.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au tableau et faire dire à voix haute laquelle autorise cinq comprimés. Le contraste fait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Prendre un cas concret : un enfant de cinq ans et un sirop marqué « 6 ans et plus ». Faire trancher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de l'exercice interactif `t3frequence`. Corriger à l'oral en faisant redire la phrase entière, pas seulement le mot manquant.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de l'exercice `t3imperatif`. Faire écrire au tableau par cinq élèves différents, puis corriger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de l'exercice `t3plusde`. Exiger l'explication après la réponse : c'est elle qui prouve que la mise en garde est comprise.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fin de bloc. Il sert directement à la production écrite de la séance E1 : la note laissée à la personne qui ira à la pharmacie.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fois par jour, pas plus de quatre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points de langue pour la même étiquette : compter les prises, comprendre les ordres polis, et lire les chiffres qui protègent.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combien de fois par jour et pendant combien de jours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aux huit heures » et « avec de la nourriture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consignes à l'impératif, à la forme positive et négative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pas plus de », « de moins de » et « au moins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Compter les prises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trois fois par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matin, le midi et le soir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deux fois par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jours, pas tous les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aux huit heures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huit heures entre deux comprimés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avec de la nourriture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pendant le repas ou juste après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au coucher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juste avant de dormir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Après « par », le mot reste au singulier.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FORMULE LA PLUS FRÉQUENTE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 comprimé, trois fois par jour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comprimé chaque fois, trois fois dans la journée — jamais trois comprimés d'un coup. C'est la confusion la plus dangereuse de toute l'étiquette.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l'étiquette donne ses ordres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verbe en -ez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Prenez un comprimé.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ne… pas + verbe en -ez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prenez pas deux comprimés.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 pas + infinitif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pas donner aux enfants.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autres verbes utiles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Agitez. Rincez. Terminez.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les boîtes, « ne pas donner » est la forme la plus fréquente.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plus de quatre comprimés par jour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pas plus de quatre comprimés par jour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le mot « pas », la phrase dit exactement le contraire de ce qu'elle veut dire. C'est le mot le plus court de la mise en garde et le plus important : « pas plus de » fixe un maximum.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qui protègent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FIXE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 plus de quatre comprimés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maximum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moins quatre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minimum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moins de six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plus jeunes : interdit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plus de dix-huit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plus âgés : permis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une boîte, « 6 ans + » veut dire six ans et plus.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fois, et quand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un comprimé trois ___ par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comprimé deux fois ___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ce médicament ___ huit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comprimé se prend ___ les repas, l'estomac plein.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sirop se prend ___ les repas, l'estomac vide.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fois, et quand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un comprimé trois ___ par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comprimé deux fois ___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ce médicament ___ huit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comprimé se prend ___ les repas, l'estomac plein.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sirop se prend ___ les repas, l'estomac vide.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chaque consigne comme sur une étiquette.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prendre un comprimé.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ne pas en prendre deux en même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d'agiter le sirop avant de l'ouvrir.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ne pas donner aux enfants.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terminer les sept jours.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prendre un comprimé.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Prenez un comprimé.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ne pas en prendre deux en même temps.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Ne prenez pas deux comprimés en même temps.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d'agiter le sirop avant de l'ouvrir.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Agitez avant d'ouvrir.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ne pas donner aux enfants.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Ne pas donner aux enfants.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de terminer les sept jours.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Terminez le traitement.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mises en garde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Complétez, puis expliquez ce que ça interdit ou permet.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pas donner aux enfants ___ six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sirop est pour les adultes ___ dix-huit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Prendre ___ quatre comprimés par jour.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6917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331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Attendez ___ quatre heures entre deux doses.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mises en garde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pas donner aux enfants ___ six ans.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 moins de — un enfant de cinq ans : interdit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sirop est pour les adultes ___ dix-huit ans.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 plus de — dix-neuf ans : permis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Prendre ___ quatre comprimés par jour.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pas plus de — cinq : trop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6917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331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Attendez ___ quatre heures entre deux doses.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au moins — deux heures : trop tôt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posologie d'un médicament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Combien, combien de fois, quand, pendant combien de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mise en garde avec « pas plus de » ou « de moins de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