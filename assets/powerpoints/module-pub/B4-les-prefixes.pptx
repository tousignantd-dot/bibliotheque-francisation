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« utiliser » au tableau et demander au groupe d'en fabriquer d'autres mots. « Réutiliser » viendra vite : c'est le point de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tableau. Insister sur « devant » : le suffixe, à la séance suivante, se place derrière.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préfixes du contraire — dé- et in- — ne s'emploient pas avec les mêmes mots. C'est l'usage qui décide, pas une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Pré- » et « inter- » sont fréquents dans les documents administratifs. Le signaler : ils servent au-delà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est la plus utile : le préfixe est un outil de lecture autant que d'écriture.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le sens du préfixe avant d'écrire. C'est le sens qui guide, pas la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Aucun de ces mots n'a besoin d'être connu : le préfixe et le mot de base suffisent. C'est la compétence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honnêtement : ici, il n'y a pas de règle à apprendre, seulement des mots. C'est plus rassurant que de chercher une logique qui n'existe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tester trois mots : recevoir, remercier, retourner. Seul le dernier a un vrai préfixe.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difficile et instructif. Le faire en grand groupe plutôt qu'individuellement.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mots sont ceux de l'atelier de réparation. Ils serviront dans les capsules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 sens autant que la forme. Un mot bien formé mais mal compris ne sert à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préfixes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Réutiliser », « débrancher », « irréparable ». Un petit élément devant le mot, et le sens change — parfois jusqu'à devenir son contraire.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Des publicités efficaces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préfixe dans un mot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huit préfixes courants et leur sens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fabriquer un mot nouveau avec un préfixe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deviner le sens d'un mot inconnu grâce à son préfixe.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préfixe se place devant le mot et en change le sens.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Utiliser » devient « réutiliser » : utiliser à nouveau. Le mot de base ne change pas — on ajoute seulement devant. C'est ce qui rend les préfixes faciles à repérer.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préfixes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2588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PRÉFIXE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1004" y="1975104"/>
            <a:ext cx="26719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2373" y="1975104"/>
            <a:ext cx="47371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re-, ré-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1004" y="2395728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nouveau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2373" y="2395728"/>
            <a:ext cx="473717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réutiliser, recoudre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dé-, dés-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1004" y="2935224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contraire 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2373" y="2935224"/>
            <a:ext cx="473717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débrancher, désinstaller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in-, im-, ir-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1004" y="3474720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contraire 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2373" y="3474720"/>
            <a:ext cx="473717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impossible, irréparable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sur-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1004" y="4014215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2373" y="4014215"/>
            <a:ext cx="473717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surchauffer, surcharger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préfixes de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2588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PRÉFIXE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1004" y="1975104"/>
            <a:ext cx="26719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2373" y="1975104"/>
            <a:ext cx="47371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anti-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1004" y="2395728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contre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2373" y="2395728"/>
            <a:ext cx="473717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antibruit, antirouille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en-, em-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1004" y="2935224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2373" y="2935224"/>
            <a:ext cx="473717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emballer, encadrer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inter-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1004" y="3474720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2373" y="3474720"/>
            <a:ext cx="473717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interurbain, international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pré-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1004" y="4014215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2373" y="4014215"/>
            <a:ext cx="473717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préinscription, préavis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préfixe s'adapte au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In- » devient « im- » devant m, b, p (impossible), et « ir- » devant r (irréparable). C'est une question de prononciation.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Deviner un mot inconnu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Irrécupérable » : ir- veut dire le contraire, récupérer veut dire reprendre. Donc : qu'on ne peut pas reprendre. On devine sans dictionnaire.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Les préfixes de la publicité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Réutiliser », « réparer », « recycler », « redonner » : le préfixe re- porte à lui seul l'idée de l'atelier.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Attention aux faux préfixes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Dans « repas », le « re- » n'est pas un préfixe : « pas » n'a aucun rapport. Vérifiez que le mot de base existe seul.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Ajoutez le préfixe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préfixe par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brancher (le contraire)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utiliser (à nouveau)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possible (le contraire)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chauffer (trop)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inscription (avant)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urbain (entre)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Ajoutez le préfixe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brancher (le contraire)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débrancher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utiliser (à nouveau)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réutiliser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possible (le contraire)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impossible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chauffer (trop)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surchauffer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inscription (avant)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préinscription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urbain (entre)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interurbain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Devinez le sens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Servez-vous du préfixe.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irréparable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désinstaller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antirouille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surcharger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préavis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interurbain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Devinez le sens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irréparable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qu'on ne peut pas réparer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désinstaller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faire le contraire d'installer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antirouille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 protège contre la rouille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surcharger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charger trop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préavis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avis donné avant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interurbain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entre deux villes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MAUVAIS PRÉFIXE DU CONTRAIRE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inbrancher, irpossible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débrancher, impossible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préfixes du contraire — dé- et in- — ne se choisissent pas au hasard, mais il n'y a pas de règle : c'est l'usage. En cas de doute, essayez les deux à voix haute — celui qui sonne juste est presque toujours le bon.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FAUX PRÉFIXE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Dans « repas », re- veut dire à nouveau.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Pas » n'a aucun rapport : ce n'est pas un préfixe.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qu'il y ait un préfixe, il faut que le mot de base existe seul et ait un rapport de sens. « Réutiliser » : utiliser existe, et le sens colle. « Repas » : pas existe, mais le sens n'a rien à voir.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préfixe ou non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mot de base existe-t-il, et le sens colle-t-il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réutiliser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repas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retourner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remercier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débrancher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préfixe ou non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réutiliser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 — utiliser à nouveau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repas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 — « pas » n'a aucun rapport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retourner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 — tourner à nouveau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remercier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 — « mercier » n'existe pas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débrancher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 — le contraire de brancher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l'atelier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Fabriquez le mot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Utiliser un objet une deuxième fois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objet qu'on ne peut pas réparer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Coudre à nouveau un vêtement déchiré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Enlever la prise d'un appareil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Mettre un cadre autour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l'atelier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Utiliser un objet une deuxième fois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réutiliser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objet qu'on ne peut pas réparer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irréparable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Coudre à nouveau un vêtement déchiré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recoudre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Enlever la prise d'un appareil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débrancher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Mettre un cadre autour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encadrer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Fabriquez cinq mots avec cinq préfixes différents.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le mot de base, le préfixe, et le mot obtenu.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le sens du mot obtenu, en trois mots.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publicités efficaces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