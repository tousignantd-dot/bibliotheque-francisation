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nouveau. Rendre les billets de A1, A4 et B3 : l'événement, la valeur et les slogans y sont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tableau. C'est le cahier des charges de la production, et il tient en une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lignes, trente secondes. C'est le modèle exact de ce que les élèves vont produire.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 d'écriture. Circuler et vérifier une seule chose : le récepteur est-il écrit en haut de la feuille ? Sans lui, rien ne 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l'étape que tout le monde saute. L'imposer : chacun chronomètre son voisin, puis on échange.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celle qu'on n'enseigne jamais et qui change le plus l'effet. Faire essayer avec et sans la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le moment le plus exposé du module : féliciter chaque passage avant toute remarque. Le groupe note, mais ne corrige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L'évaluation par les pairs est plus formatrice que la vôtre. Insister sur « de mémoire » : c'est le vrai test d'un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Boucler le module sur sa règle centrale. Si un seul élément est acquis en sortant, ce doit être celui-là.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meilleure préparation à la séance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la capsule et le slogan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Écrire une capsule de trente secondes, trouver son slogan, et la dire à voix haute devant le groupe — avec un seul mot mis en avant.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capsule de trente secondes pour un récepteur précis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placer un slogan et un seul mot mis en avant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 dire à voix haute au bon rythme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la capsule d'un autre selon les critères du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LA CAPSULE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récepteur · trois faits · un slogan · un mot mis en avant.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secondes ne permettent rien de plus. Trois faits : quoi, quand, où. Un slogan à la fin. Et un seul mot dit plus fort que les autres — celui qu'on veut qu'on retienne.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capsule de Solange, décomposée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7008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récepteur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0583" y="2395728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gens qui gardent un appareil brisé chez 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583" y="2935224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répare les objets brisés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0583" y="3474720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 12 avril, de 9 h à 16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4014215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sous-sol du centre Sainte-Odile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slogan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0583" y="4553712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ne se jette, tout se répare.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mot mis en avant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0583" y="5093207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gratuit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capsule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faits, un slogan, trente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récepteur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trois faits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slogan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mot à mettre en avant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Chronométrez et coupez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à voix haute et comptez les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de trente-cinq secondes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phrase couper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de vingt secondes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Relisez à voix haute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points avant de lire à voix haute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seul mot mis en 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Syllabe allongée, ton qui monte. Un seul, sinon rien ne ressort. C'est la leçon de A2.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rythme, pas la vitesse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secondes, c'est du texte qu'on dit calmement. Si vous devez accélérer, c'est qu'il y a trop de texte.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pauses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courte pause avant le slogan lui donne du poids. C'est le seul silence de la capsule, et il fait 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fin 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slogan se dit d'un trait, puis on s'arrête. Ne rien ajouter après : c'est la dernière chose qu'on entend.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votre capsule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Devant le groupe, debout, sans se presser.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de commencer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groupe écoute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Évaluez la capsule d'un 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questions,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cette capsule s'adressait-elle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était mis en avant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trois faits avez-vous retenus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était le slogan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valeur portait-elle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Évaluez la capsule d'un 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cette capsule s'adressait-elle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vous ne savez pas, c'est raté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était mis en avant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seul mot doit ressortir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trois faits avez-vous retenus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quoi, quand,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était le slogan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mémoire, sans regarder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valeur portait-elle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écologie, entraide, autonomie…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CAPSULE SANS RÉCEPTEUR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écrivez pour tout le monde, et personne ne se reconnaît.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écrivez pour les gens qui gardent un appareil brisé.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piège de la première séance et c'est celui qui revient à la dernière. Une capsule sans récepteur choisi contient trop de choses, dépasse trente secondes, et ne se retient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remarquez maintenant dans les publicités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cherche toujours à qui elles parlent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