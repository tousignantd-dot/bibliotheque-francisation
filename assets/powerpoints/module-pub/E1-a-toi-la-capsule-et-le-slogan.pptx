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d'application. Aucun contenu nouveau. Rendre les billets de A1, A4 et B3 : l'événement, la valeur et les slogans y sont déjà.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quatre au tableau. C'est le cahier des charges de la production, et il tient en une ligne.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lignes, trente secondes. C'est le modèle exact de ce que les élèves vont produire.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Vingt-cinq minutes d'écriture. Circuler et vérifier une seule chose : le récepteur est-il écrit en haut de la feuille ? Sans lui, rien ne tient.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l'étape que tout le monde saute. L'imposer : chacun chronomètre son voisin, puis on échange.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est celle qu'on n'enseigne jamais et qui change le plus l'effet. Faire essayer avec et sans la pause.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C'est le moment le plus exposé du module : féliciter chaque passage avant toute remarque. Le groupe note, mais ne corrige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L'évaluation par les pairs est plus formatrice que la vôtre. Insister sur « de mémoire » : c'est le vrai test d'un slogan.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Boucler le module sur sa règle centrale. Si un seul élément est acquis en sortant, ce doit être celui-là.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quelques billets à voix haute, sans nommer les auteurs. C'est la meilleure préparation à la séance de bilan.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À toi : la capsule et le slogan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le module en une séance. Écrire une capsule de trente secondes, trouver son slogan, et la dire à voix haute devant le groupe — avec un seul mot mis en avant.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90 minutes  ·  Des publicités efficaces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capsule de trente secondes pour un récepteur précis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y placer un slogan et un seul mot mis en avant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la dire à voix haute au bon rythme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la capsule d'un autre selon les critères du module.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DE LA CAPSULE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récepteur · trois faits · un slogan · un mot mis en avant.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Trente secondes ne permettent rien de plus. Trois faits : quoi, quand, où. Un slogan à la fin. Et un seul mot dit plus fort que les autres — celui qu'on veut qu'on retienne.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capsule de Solange, décomposée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8784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MORCEAU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0583" y="1975104"/>
            <a:ext cx="700896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CONTENU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récepteur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0583" y="2395728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gens qui gardent un appareil brisé chez eux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fait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30583" y="2935224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répare les objets brisés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fait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30583" y="3474720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samedi 12 avril, de 9 h à 16 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fait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30583" y="4014215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sous-sol du centre Sainte-Odile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slogan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30583" y="4553712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Rien ne se jette, tout se répare.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mot mis en avant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30583" y="5093207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gratuit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votre capsule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faits, un slogan, trente secondes.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récepteur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trois faits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slogan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mot à mettre en avant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Chronométrez et coupez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Lisez à voix haute et comptez les secondes.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Plus de trente-cinq secondes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phrase couper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Moins de vingt secondes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Relisez à voix haute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points avant de lire à voix haute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Un seul mot mis en avant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Syllabe allongée, ton qui monte. Un seul, sinon rien ne ressort. C'est la leçon de A2.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rythme, pas la vitesse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Trente secondes, c'est du texte qu'on dit calmement. Si vous devez accélérer, c'est qu'il y a trop de texte.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pauses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courte pause avant le slogan lui donne du poids. C'est le seul silence de la capsule, et il fait tout.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fin nette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slogan se dit d'un trait, puis on s'arrête. Ne rien ajouter après : c'est la dernière chose qu'on entend.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votre capsule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Devant le groupe, debout, sans se presser.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Avant de commencer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Pendant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groupe écoute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Après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Évaluez la capsule d'un autre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Cinq questions, dans l'ordre.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qui cette capsule s'adressait-elle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mot était mis en avant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Quels trois faits avez-vous retenus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était le slogan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valeur portait-elle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Évaluez la capsule d'un autre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qui cette capsule s'adressait-elle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 vous ne savez pas, c'est raté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mot était mis en avant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seul mot doit ressortir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Quels trois faits avez-vous retenus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quoi, quand, où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était le slogan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 mémoire, sans regarder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valeur portait-elle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écologie, entraide, autonomie…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DE LA CAPSULE SANS RÉCEPTEUR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écrivez pour tout le monde, et personne ne se reconnaît.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écrivez pour les gens qui gardent un appareil brisé.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le piège de la première séance et c'est celui qui revient à la dernière. Une capsule sans récepteur choisi contient trop de choses, dépasse trente secondes, et ne se retient pas.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En une phrase : qu'est-ce que vous remarquez maintenant dans les publicités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chose, précise.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je cherche toujours à qui elles parlent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Des publicités efficaces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