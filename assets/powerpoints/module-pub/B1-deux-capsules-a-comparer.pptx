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Faire écouter, si possible, deux vraies capsules de radio communautaire avant le dialogue. La comparaison devient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du défi 1. Faire relever la comparaison de Solange : « plus vite que ». C'est la construction de la séance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 « mais » : plus longue ET plus claire. La longueur n'est pas le problème, la vitesse l'est.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conseils en une réplique : la musique, le rythme, l'accent d'insistance. Ce dernier renvoie à la séance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critères. Faire remarquer que la plus courte perd sur trois d'entre eux : la brièveté n'est pas une qualité en soi.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 du défi. C'est la leçon que Solange retient, et c'est celle qui vaut pour toute prise de parole.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donne la solution positive. Ne pas finir sur les trois problèmes : les élèves doivent repartir avec la méthode.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questions, six réponses courtes. Faire répondre sans notes : le dialogue est court et dense.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les trois conseils sont concrets et applicables tout de suite. C'est ce qui fait un bon conseil.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: lire un texte de quarante secondes en trente. Puis le couper. Le groupe entendra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technique simple mais souvent ignoré. Le relier à l'écoute réelle : personne n'écoute la radio dans le silence.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proposer une correction pour chaque problème. C'est la partie utile de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comparaison prépare directement B2, où l'on apprendra à la formuler avec « plus… que » et « moins…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 et concret. Il installe une écoute active de la publicité, qui est l'objectif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Deux capsules à comparer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Vingt secondes contre quarante. La plus courte n'est pas la plus claire — et c'est ce qui surprend Solange avant d'enregistrer la sienne.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enregistrements sur trois critères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qui nuit à la clarté d'une capsule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des conseils techniques donnés à l'oral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vocabulaire de la comparaison.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Vingt secondes et quarante secondes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1304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OMAR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734" y="2322576"/>
            <a:ext cx="863039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Avant d'enregistrer, écoute les deux capsules du mois passé. Celle de la friperie dure vingt secondes ; celle de la cuisine collective, quarante.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8292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747515"/>
            <a:ext cx="151304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SOLANGE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5734" y="3747515"/>
            <a:ext cx="86303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la friperie, on parle plus vite que sur l'autre capsule. On comprend moins bien, je trouve.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Plus longue, mais plus claire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1304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OMAR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734" y="1901952"/>
            <a:ext cx="86303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as raison. La capsule de la cuisine collective est plus longue, mais elle est aussi plus claire que celle de la friperie.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1304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SOLANGE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5734" y="2989072"/>
            <a:ext cx="863039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la musique ? Celle de la friperie est plus forte que la musique de la cuisine collective. Elle couvre la voix.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Insiste sur un seul mot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05641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OMAR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9105" y="1901952"/>
            <a:ext cx="908702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baisse la musique, ralentis un peu, et insiste sur un seul mot : gratuit. C'est celui-là que les gens vont retenir.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capsules, comparées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2588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CRITÈRE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1004" y="1975104"/>
            <a:ext cx="37045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FRIPERIE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5005" y="1975104"/>
            <a:ext cx="37045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CUISINE COLLECTIVE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durée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1004" y="2395728"/>
            <a:ext cx="3704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vingt secondes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5005" y="2395728"/>
            <a:ext cx="3704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quarante secondes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rythme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1004" y="2935224"/>
            <a:ext cx="3704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parle 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5005" y="2935224"/>
            <a:ext cx="3704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parle plus lentement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clarté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1004" y="3474720"/>
            <a:ext cx="3704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comprend moins bien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5005" y="3474720"/>
            <a:ext cx="3704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 claire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22588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musique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1004" y="4014215"/>
            <a:ext cx="3704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trop forte, couvre la voix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5005" y="4014215"/>
            <a:ext cx="3704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bon niveau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DU DÉFI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capsule courte n'est pas une capsule rapide.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Trente secondes, c'est court : il faut donc dire moins de choses, pas les dire plus vite. Parler vite fait perdre l'auditeur, et une capsule qu'on ne comprend pas ne sert à rien, même en vingt secondes.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qui nuisent à une capsule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débit trop rapide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croit gagner du temps ; on perd l'auditeur. La solution n'est pas de ralentir, mais de couper du texte.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musique trop forte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couvre la voix. Une musique de fond doit s'entendre sans qu'on ait à faire un effort pour comprendre la parole.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Trop d'informations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Six objets nommés, trois adresses, deux heures : personne ne retient. Une capsule porte une idée et trois faits.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Ce qui aide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mot mis en avant, un slogan court, et une seule information par phrase.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questions sur le dialogue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dure la capsule de la friperie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celle de la cuisine collective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capsule est la plus claire, selon Omar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que Solange reproche à la capsule de la friperie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problème pose la musique de la friperie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quel mot Solange devra-t-elle insister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questions sur le dialogue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dure la capsule de la friperie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vingt secondes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celle de la cuisine collective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quarante secondes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capsule est la plus claire, selon Omar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celle de la cuisine collective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246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886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que Solange reproche à la capsule de la friperie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y parle trop vite, alors on comprend moins bien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problème pose la musique de la friperie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est trop forte et elle couvre la voix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quel mot Solange devra-t-elle insister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 le mot « gratuit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conseils d'Omar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Que doit faire Solange avant d'enregistrer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Premier conseil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Deuxième conseil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Troisième conseil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mot choisi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conseils d'Omar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Premier conseil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baisser la musique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Deuxième conseil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ralentir un peu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Troisième conseil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insister sur un seul mot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mot choisi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gratuit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« JE VAIS PARLER PLUS VITE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Mon texte est trop long, je vais le lire plus vite.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Mon texte est trop long, je vais le couper.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Accélérer ne raccourcit presque rien et détruit la compréhension. Couper une phrase gagne quatre secondes sans rien perdre — parce que la phrase coupée était celle que personne n'écoutait.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DE LA MUSIQUE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musique forte rend la capsule dynamique.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musique forte couvre la voix.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musique de fond doit rester en dessous de la parole. À la radio, l'auditeur est souvent en voiture ou dans le bruit : ce qui est déjà difficile à comprendre devient impossible.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ne va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problème par capsule.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y nomme six sortes d'objets en vingt secondes.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musique est au même volume que la voix.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texte de quarante secondes est lu en vingt.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insiste sur quatre mots différents.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ne va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y nomme six sortes d'objets en vingt secondes.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trop d'informations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musique est au même volume que la voix.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musique trop forte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texte de quarante secondes est lu en vingt.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débit trop rapide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insiste sur quatre mots différents.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aucun mot ne ressort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Comparez deux annonces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Sur trois critères : durée, clarté, ce qu'on retient.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est la plus claire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retient de chacune 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Comparez deux annonces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A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vingt secondes, six informations, débit rapide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Annonce B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trente secondes, trois informations, un mot mis en avant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est la plus claire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 — moins d'informations, plus de temps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retient de chacune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 A, rien ; de B, le mot mis en avant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Écoutez une publicité à la radio et notez trois choses.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Sa durée approximative, le mot mis en avant, ce que vous avez retenu.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N'importe quelle radio, n'importe quelle publicité.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