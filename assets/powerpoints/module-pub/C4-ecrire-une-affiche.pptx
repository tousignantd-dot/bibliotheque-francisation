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production écrite. Apporter du papier grand format si possible : une affiche s'écrit à la bonne taille, pas sur une feuille de cahier.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Six informations. Une affiche à laquelle il en manque une oblige les gens à téléphoner — et la plupart ne téléphonent pas.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dessiner les trois niveaux au tableau, en trois tailles de lettres. La démonstration visuelle est immédiate.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quatrième erreur est la plus coûteuse et la moins connue. La souligner.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quatrième exemple n'a qu'un slogan et une promesse. Faire remarquer qu'il ne permet à personne de venir.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dessiner l'affiche au tableau, à main levée, avec les trois tailles. Cela prend deux minutes et cela clarifie tout.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Relier au module 3, où l'on apprend justement les formules du courriel. Chaque support a ses codes.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Montrer deux affiches côte à côte : une chargée, une aérée. Le choix du groupe est immédiat.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Trente minutes. Sur papier grand format si possible. Circuler et vérifier les six informations, pas le dessin.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l'exercice le plus formateur de la séance. Le faire vraiment : afficher, faire circuler le groupe, puis interroger de mémoire.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corrections proposées par le groupe valent mieux que les vôtres. Ramasser et faire refaire l'affiche pour E1 si le temps le permet.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C4  ·  MODULE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Écrire une affiche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Une affiche se lit en trois secondes, debout, dans un corridor. Tout doit y être — et tout doit se voir d'un coup d'œil.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Des publicités efficaces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écrire une affiche qui contient les six informations obligatoires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hiérarchiser : ce qui se lit en premier, en deuxième, en dernier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terminer par un slogan ou une promesse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relire une affiche du point de vue de celui qui passe.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six informations obligatoires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877056"/>
          </a:xfrm>
          <a:prstGeom prst="roundRect">
            <a:avLst>
              <a:gd name="adj" fmla="val 377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28784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L'INFORMATION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30583" y="1975104"/>
            <a:ext cx="700896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UN EXEMPLE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287843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quoi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30583" y="2395728"/>
            <a:ext cx="700896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atelier de réparation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287843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qui organise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30583" y="2935224"/>
            <a:ext cx="700896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centre Sainte-Odile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287843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quand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30583" y="3474720"/>
            <a:ext cx="700896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samedi 12 avril, de 9 h à 16 h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287843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où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30583" y="4014215"/>
            <a:ext cx="700896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au sous-sol du centre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42569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553712"/>
            <a:ext cx="287843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combien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30583" y="4553712"/>
            <a:ext cx="700896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gratuit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32688" y="496519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32688" y="5093207"/>
            <a:ext cx="287843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quoi apporter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30583" y="5093207"/>
            <a:ext cx="700896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votre grille-pain, votre lampe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LA RÈGLE DE LA HIÉRARCHIE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2494788"/>
          </a:xfrm>
          <a:prstGeom prst="roundRect">
            <a:avLst>
              <a:gd name="adj" fmla="val 586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6718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niveaux : ce qu'on voit de loin, ce qu'on lit en s'approchant, ce qu'on retient en partant.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94404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4268724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De loin : le titre et la date, en gros. En s'approchant : l'adresse, l'heure, le prix. En partant : le slogan. Une affiche sans hiérarchie se lit comme une lettre, et personne ne lit une lettre sur un babillard.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erreurs d'affiche fréquentes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Tout de la même taille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Rien ne ressort, donc rien ne se lit. Il faut un titre trois fois plus gros que le reste.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La date en petit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C'est l'information qu'on cherche en premier. Elle doit être visible de trois mètres.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Trop de texte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affiche n'est pas un dépliant. Au-delà de soixante mots, personne ne lit jusqu'au bout.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Pas de « quoi apporter »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Apportez votre vélo » change tout : sans cette phrase, les gens viennent les mains vides et repartent déçus.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1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Trouvez ce qui manque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Six informations obligatoires. Lesquelles manquent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15416"/>
          </a:xfrm>
          <a:prstGeom prst="roundRect">
            <a:avLst>
              <a:gd name="adj" fmla="val 1598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145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7853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« Atelier de réparation, samedi, au centre Sainte-Odile. Gratuit. 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183127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30682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37083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338575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« La Nuit des ateliers, vendredi 7 novembre, de 18 h à 21 h. 5 $. 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24299"/>
            <a:ext cx="11057839" cy="915416"/>
          </a:xfrm>
          <a:prstGeom prst="roundRect">
            <a:avLst>
              <a:gd name="adj" fmla="val 1598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19912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26313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079747"/>
            <a:ext cx="10097719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« Apportez votre vélo au stationnement de l'école Saint-Fidèle, entrée libre. »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967732"/>
            <a:ext cx="11057839" cy="915416"/>
          </a:xfrm>
          <a:prstGeom prst="roundRect">
            <a:avLst>
              <a:gd name="adj" fmla="val 1598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24256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30656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123180"/>
            <a:ext cx="10097719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« Réparation gratuite d'appareils. Rien ne se jette, tout se répare. »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Trouvez ce qui manque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15416"/>
          </a:xfrm>
          <a:prstGeom prst="roundRect">
            <a:avLst>
              <a:gd name="adj" fmla="val 1598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145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7853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« Atelier de réparation, samedi, au centre Sainte-Odile. Gratuit. »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l'heure et quoi apporter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183127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30682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37083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338575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« La Nuit des ateliers, vendredi 7 novembre, de 18 h à 21 h. 5 $. »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où, et quoi apporter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24299"/>
            <a:ext cx="11057839" cy="915416"/>
          </a:xfrm>
          <a:prstGeom prst="roundRect">
            <a:avLst>
              <a:gd name="adj" fmla="val 1598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19912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26313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079747"/>
            <a:ext cx="10097719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« Apportez votre vélo au stationnement de l'école Saint-Fidèle, entrée libre. »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quand, et qui organise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967732"/>
            <a:ext cx="11057839" cy="915416"/>
          </a:xfrm>
          <a:prstGeom prst="roundRect">
            <a:avLst>
              <a:gd name="adj" fmla="val 1598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24256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30656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123180"/>
            <a:ext cx="10097719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« Réparation gratuite d'appareils. Rien ne se jette, tout se répare. »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quand, où, quoi apporter, qui organise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2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Classez par niveau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De loin, en s'approchant, en partant.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Grande Réparation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Samedi 12 avril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 9 h à 16 h, sous-sol du centre Sainte-Odile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Apportez votre grille-pain, votre lampe ou votre chaise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Rien ne se jette, tout se répare !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Classez par niveau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Grande Réparation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de loin — c'est le titre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Samedi 12 avril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de loin — la date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 9 h à 16 h, sous-sol du centre Sainte-Odile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en s'approchant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Apportez votre grille-pain, votre lampe ou votre chaise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en s'approchant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Rien ne se jette, tout se répare !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en partant — le slogan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 PIÈGE DE L'AFFICHE ÉCRITE COMME UNE LETTRE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Bonjour, nous avons le plaisir de vous inviter à notre atelier…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LA GRANDE RÉPARATION — samedi 12 avril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Une affiche n'a ni salutation, ni formule de politesse, ni phrase d'introduction. Elle commence par ce qu'elle annonce. Les formules polies appartiennent au courriel, pas au babillard.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 PIÈGE DU TEXTE QUI DÉBORDE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Quatre-vingts mots serrés sur une feuille.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Quarante mots, avec de l'espace autour.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L'espace vide fait partie de l'affiche : c'est lui qui met en valeur ce qui est écrit. Une feuille pleine de texte se lit comme un règlement, et personne ne s'arrête devant un règlement.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3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votre affiche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Six informations, trois niveaux, un slogan à la fin.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L'événement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titre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informations pratiques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fin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4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test du corridor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Affichez les affiches au mur. Passez devant en trois secondes.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que vous avez vu de loin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qui manquait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vous savez quoi apporter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vous vous souvenez du slogan ?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Après le test du corridor : qu'est-ce que vous changeriez dans votre affiche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seule chose, précise.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Exemple : « la date était trop petite ».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Des publicités efficaces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