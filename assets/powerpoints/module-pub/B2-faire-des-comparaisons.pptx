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Relire le dialogue de B1 et faire souligner toutes les comparaisons. Il y en a quatre : c'est le point de départ.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formule au tableau : PLUS/MOINS + mot + QUE + élément. Elle vaut pour tous les exercices.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insister sur la distinction adjectif et adverbe : elle n'change rien à la construction. La mentionner et passer.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premier élément est avant le verbe, le second après « que ». C'est mécanique.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dernières cartes sont les seules exceptions du système. Les signaler clairement : tout le reste suit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souligner les deux éléments dans chaque phrase. Le motif est toujours le 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Accepter toute comparaison correcte. Vérifier une seule chose : la construction, et la présence de « que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les quatre phrases de l'exercice précédent en vérifiant uniquement la présence de « que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deux phrases avec « meilleur » et deux avec « mieux ». La distinction entre les deux vaut la peine d'être travaillée.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critère : y a-t-il un nom après ? Alors « meilleur ». Y a-t-il un verbe ? Alors « mieux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comparaisons sont celles qu'on emploie pour choisir un canal. Elles serviront en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la construction et la présence de « que ». Rendre avant B3, où l'on comparera des slogans.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Faire des comparaisons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Plus courte que », « moins cher que », « plus vite que ». Trois mots et deux éléments comparés : c'est la construction dont Solange et Omar se servent d'un bout à l'autre du dialogue.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Des publicités efficaces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construire une comparaison avec plus… que et moins… que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comparer avec un adjectif et avec un adverbe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les deux éléments comparés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celui de » et « celle de » pour éviter une répétition.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Plus ou moins + le mot + que + le deuxième élément.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La capsule de la friperie est plus courte que celle de la cuisine collective. » Le mot au milieu peut être un adjectif (courte) ou un adverbe (vite). La construction ne change pas.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Avec un adjectif ou un adverbe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18458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7951" y="1975104"/>
            <a:ext cx="804159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adjectif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7951" y="2395728"/>
            <a:ext cx="804159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capsule est plus courte que l'affiche.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adjectif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7951" y="2935224"/>
            <a:ext cx="804159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L'annonce est moins chère que la publicité du journal.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adverbe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7951" y="3474720"/>
            <a:ext cx="804159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la friperie, on parle plus vite que sur l'autre capsule.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adverbe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7951" y="4014215"/>
            <a:ext cx="804159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bénévoles arrivent plus tôt que ceux du dimanche.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L'adjectif décrit une chose ; l'adverbe décrit une action. La construction reste la même.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deux éléments comparés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163824"/>
          </a:xfrm>
          <a:prstGeom prst="roundRect">
            <a:avLst>
              <a:gd name="adj" fmla="val 462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473717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89321" y="1975104"/>
            <a:ext cx="246538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ÉLÉMENT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4164" y="1975104"/>
            <a:ext cx="246538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ÉLÉMENT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473717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radio du quartier rejoint moins d'auditeurs que la radio de la ville.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89321" y="2395728"/>
            <a:ext cx="246538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radio du quartier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74164" y="2395728"/>
            <a:ext cx="246538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radio de la ville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36976"/>
            <a:ext cx="473717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L'affiche coûte moins cher que l'annonce dans le journal.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89321" y="3236976"/>
            <a:ext cx="246538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l'affiche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4164" y="3236976"/>
            <a:ext cx="246538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l'annonce dans le journal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78224"/>
            <a:ext cx="473717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grille-pain de Solange est plus vieux que celui d'Omar.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89321" y="4078224"/>
            <a:ext cx="246538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grille-pain de Solange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4164" y="4078224"/>
            <a:ext cx="246538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celui d'Omar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OUVRIR LA MINI-LEÇON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« Celui de », « celle de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Le grille-pain de Solange est plus vieux que celui d'Omar. » On évite de répéter « le grille-pain » : « celui » le remplace.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« Ceux de », « celles de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Au pluriel : « les bénévoles du samedi arrivent plus tôt que ceux du dimanche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Bon devient meilleur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On ne dit pas « plus bon » : on dit « meilleur ». « Cette capsule est meilleure que l'autre.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Bien devient mieux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On ne dit pas « plus bien » : on dit « mieux ». « On comprend mieux la deuxième capsule. 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Trouvez les deux éléments comparés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premier avant le verbe, le second après « que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611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251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radio du quartier rejoint moins d'auditeurs que la radio de la ville.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076447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979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619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231895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L'affiche du babillard coûte moins cher que l'annonce dans le journal.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1319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1022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7423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6864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grille-pain de Solange est plus vieux que celui d'Omar.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01031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2251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986527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56479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bénévoles du samedi arrivent plus tôt que ceux du dimanche.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637783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85927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92327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793231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lampe réparée dure plus longtemps qu'une lampe achetée à rabais.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Trouvez les deux éléments comparés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611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251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radio du quartier rejoint moins d'auditeurs que la radio de la ville.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radio du quartier et la radio de la ville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076447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979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619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231895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L'affiche du babillard coûte moins cher que l'annonce dans le journal.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l'affiche du babillard et l'annonce dans le journal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1319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1022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7423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6864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grille-pain de Solange est plus vieux que celui d'Omar.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grille-pain de Solange et celui d'Omar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01031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2251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986527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56479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bénévoles du samedi arrivent plus tôt que ceux du dimanche.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bénévoles du samedi et ceux du dimanche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637783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85927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92327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793231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lampe réparée dure plus longtemps qu'une lampe achetée à rabais.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lampe réparée et une lampe achetée à rabais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Plus ou moins, selon le sens.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capsule à la radio — l'affiche du babillard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réparer un appareil — acheter un appareil neuf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capsule de la friperie — celle de la cuisine collective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les bénévoles du samedi — ceux du dimanche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capsule à la radio — l'affiche du babillard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La capsule à la radio est plus courte que l'affiche du babillard.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réparer un appareil — acheter un appareil neuf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Réparer un appareil coûte moins cher qu'acheter un appareil neuf.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capsule de la friperie — celle de la cuisine collective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La capsule de la friperie est moins claire que celle de la cuisine collective.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les bénévoles du samedi — ceux du dimanche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Les bénévoles du samedi arrivent plus tôt que ceux du dimanche.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« QUE » OUBLIÉ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capsule est plus courte l'affiche.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capsule est plus courte que l'affiche.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mot « que » relie les deux éléments comparés. Sans lui, la phrase reste en suspens : on ne sait pas par rapport à quoi. C'est l'oubli le plus fréquent, et il vient de langues où ce mot n'existe pas.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« PLUS BON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Cette capsule est plus bonne que l'autre.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Cette capsule est meilleure que l'autre.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Bon » et « bien » ont des formes de comparaison à part : meilleur et mieux. Ce sont les deux seules exceptions du système, et elles sont très fréquentes — il faut donc les apprendre par cœur.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Meilleur ou mieux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Meilleur décrit une chose, mieux décrit une action.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Cette capsule est ___ que l'autre.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comprend ___ la deuxième capsule.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musique est ___ réglée sur celle de la cuisine collective.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le ___ slogan des trois.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Meilleur ou mieux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Cette capsule est ___ que l'autre.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meilleure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comprend ___ la deuxième capsule.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mieux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musique est ___ réglée sur celle de la cuisine collective.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mieux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le ___ slogan des trois.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meilleur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Comparez deux publicités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comparaisons, sur trois critères différents.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durée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coût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portée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clarté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Comparez deux publicités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durée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capsule radio est plus courte que l'affiche.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coût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L'affiche coûte moins cher que l'annonce dans le journal.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portée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radio rejoint plus de gens que le babillard.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clarté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L'affiche est plus claire que la capsule, parce qu'on peut la relire.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comparaisons sur deux publicités que vous connaissez.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un adjectif, une avec un adverbe, une avec « meilleur » ou « mieux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les deux éléments comparés dans chacune.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