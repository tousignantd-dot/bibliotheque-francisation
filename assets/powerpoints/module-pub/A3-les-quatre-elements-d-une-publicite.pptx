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d'analyse. Apporter deux ou trois vraies publicités : un dépliant, une affiche, une page de journal. Les élèves les démonteront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au tableau et les y laisser tout le module. C'est la grille d'analyse de toutes les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l'affiche en silence avant d'afficher les deux dernières cartes. Ce sont elles qui enseignent.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chercher « votre vélo », « vos freins », « votre chaîne » : trois indices du récepteur.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pointer, pour chaque réponse, ce qui l'a permis dans le texte. Le récepteur demandera une déduction.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informations sont le minimum vital d'une affiche. Les faire vérifier dans les vraies publicités apportées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lien avec A1 est direct. Le faire remarquer : ce n'est pas moins d'information, c'est une autre répartition.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qu'une vraie campagne emploie plusieurs canaux, chacun pour ce qu'il fait le mieux.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 récepteur de trois vraies publicités. Il est toujours plus précis qu'il n'en a l'air.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minutes, en équipes de deux. Chaque équipe présente sa publicité au groupe en une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publicités choisies par le groupe sont souvent plus intéressantes que celles du module : en garder quelques-unes.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A3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quatre éléments d'une publicité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 parle, à qui, pour dire quoi, et par quel moyen. Quatre questions qui permettent de démonter n'importe quelle publicité — celles du quartier comme celles de la télévision.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l'émetteur, le récepteur, le message et le canal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ces quatre éléments dans une affiche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dit de ce qui est sous-entendu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canal choisi et son effet.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éléments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l'émetteur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envoie le message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récepteur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qui s'adresse-t-il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qu'on annonce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canal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quel moyen le message circule-t-il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récepteur est le seul des quatre qui n'est presque jamais écrit. Il faut le déduire.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L'AFFICHE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L'Atelier Roues Libres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L'Atelier Roues Libres ouvre sa clinique de printemps. Apportez votre vélo : nos mécaniciens bénévoles vous montreront à régler vos freins et à graisser votre chaîne.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Le samedi 26 avril, de 10 h à 15 h, dans le stationnement de l'école Saint-Fidèle. Entrée libre.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qu'on remarque d'abord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L'organisme se nomme dès le premier mot. C'est presque toujours le cas : l'émetteur signe son message.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qu'il faut déduire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récepteur n'est pas nommé. C'est en lisant « apportez votre vélo » qu'on comprend à qui l'affiche parle.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récepteur se déduit du message, il est rarement 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affiche ne dit pas « ce message s'adresse aux gens qui ont un vélo ». Elle dit « apportez votre vélo » — et c'est ainsi qu'on sait à qui elle parle. Cherchez les verbes à l'impératif et les possessifs.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éléments de l'affiche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l'affiche de l'Atelier Roues Libres.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organisme envoie ce message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l'affiche s'adresse-t-elle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annonce exactement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quel moyen le message est-il diffusé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éléments de l'affiche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organisme envoie ce message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l'Atelier Roues Libres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l'affiche s'adresse-t-elle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aux gens du quartier qui ont un vélo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annonce exactement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clinique où des bénévoles montrent à régler ses freins et graisser sa chaîne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quel moyen le message est-il diffusé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par une affiche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informations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Quand, où, à quelles conditions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jour et à quelle heure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endroit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ça coûte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faut apporter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informations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jour et à quelle heure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samedi 26 avril, de 10 h à 15 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quel endroit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dans le stationnement de l'école Saint-Fidèle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ça coûte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rien — entrée libre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faut apporter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son vélo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canaux et leur longueur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39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6899" y="1975104"/>
            <a:ext cx="64926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LONGUEUR POSSIBLE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capsule radio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899" y="2395728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secondes, une seule idée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l'affiche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899" y="2935224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coup d'œil, toutes les informations pratiques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l'infolettre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6899" y="3474720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paragraphe, avec un lien pour en savoir plus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39475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bouche-à-oreille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899" y="4014215"/>
            <a:ext cx="649265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aussi long qu'on veut, mais peu de gens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Chaque canal a sa longueur. C'est pour ça qu'Omar dit à Solange : « le reste, tu l'écriras sur l'affiche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canal pour quel message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Et pourquoi celui-là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Annoncer un atelier à tout le quartier, vite.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Donner l'heure, l'adresse et le prix.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Rejoindre les gens qui sont déjà venus.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Convaincre un voisin qui hésite.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canal pour quel message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Annoncer un atelier à tout le quartier, vite.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radio communautaire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Donner l'heure, l'adresse et le prix.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l'affiche, qu'on peut relire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Rejoindre les gens qui sont déjà venus.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l'infolettre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Convaincre un voisin qui hésite.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bouche-à-oreille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RÉCEPTEUR « TOUT LE MONDE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Cette affiche s'adresse à tout le monde.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s'adresse aux gens du quartier qui ont un vélo.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Aucune publicité ne s'adresse à tout le monde, même celles qui en ont l'air. Cherchez les indices : un objet nommé, un lieu, une heure, un prix. Chacun réduit le public visé, et c'est voulu.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Démontez une publicité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vraie publicité, apportée en classe.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L'émetteur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récepteur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une publicité vue cette semaine et nommez ses quatre éléments.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L'émetteur, le récepteur, le message, le canal.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chacun.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