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Distribuer les deux affiches et laisser cinq minutes de lecture silencieuse avant toute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« devant vous » : c'est un détail, et c'est ce qui distingue cet atelier d'un service de réparation ordinaire.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affiche n'a pas de slogan : elle finit par une promesse. Le faire remarquer — c'est une autre façon de terminer.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déduire le récepteur de chaque affiche : le samedi de jour vise les familles, le vendredi soir vise les adultes qui travaillent.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à la séance A3 : le récepteur se déduit. Ici, ce sont l'heure et le prix qui le donnent.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pointer la phrase exacte pour chaque réponse. C'est la méthode de lecture qu'on installe depuis le début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futur d'une publicité fait imaginer le résultat. C'est une technique, pas seulement une question de temps verbal.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est le plus fin : la gratuité sous seize ans vise aussi les jeunes. Une affiche peut avoir deux récepteurs.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chercher, dans les deux affiches, tous les mots qui posent une condition : « pour les moins de », « à tous », « sur place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d'analyse critique. Faire séparer, dans les deux affiches, les faits des promesses.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introduit une troisième catégorie. Le slogan n'est pas une information : c'est une idée.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révision de B2 dans une situation nouvelle. Corriger la construction de la comparaison.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Deux affiches sur le babillard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activités du même quartier, deux affiches côte à côte. Elles annoncent presque la même chose — et pourtant elles ne s'adressent pas aux mêmes gens.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affiche et en tirer les informations pratiques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deux affiches sur plusieurs critères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un slogan dans un texte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verbe au futur simple dans une publicité.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AFFICHE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Grande Réparation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qu'on annonce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Apportez votre grille-pain, votre lampe ou votre chaise bancale : dix bénévoles répareront vos objets devant vous.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Quand et où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Le samedi 12 avril, de 9 h à 16 h, au sous-sol du centre Sainte-Odile.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qui est offert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Café et biscuits offerts à tous.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slogan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Rien ne se jette, tout se répare ! » — placé à la fin, comme il se doit.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AFFICHE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Nuit des ateliers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qu'on annonce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La bibliothèque Saint-Charles ouvre ses ateliers : couture, vélo, petits appareils.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Quand et où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Le vendredi 7 novembre, de 18 h à 21 h, à la bibliothèque Saint-Charles.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prix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Entrée : 5 $, gratuite pour les moins de 16 ans.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promesse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Vous repartirez avec un objet remis en état et l'envie de recommencer. 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affiches, comparées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CRITÈRE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7951" y="1975104"/>
            <a:ext cx="391107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GRANDE RÉPARATION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8479" y="1975104"/>
            <a:ext cx="391107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NUIT DES ATELIERS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moment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7951" y="2395728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samedi, de 9 h à 16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28479" y="2395728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vendredi, de 18 h à 21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prix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7951" y="2935224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gratuit pour tous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28479" y="2935224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5 $, gratuit sous 16 ans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lieu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7951" y="3474720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centre Sainte-Odile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28479" y="3474720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bibliothèque Saint-Charles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fin du texte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7951" y="4014215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slogan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28479" y="4014215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promesse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DE 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moment et le prix disent à qui l'affiche s'adresse.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samedi de neuf à seize heures, gratuit : les familles. Un vendredi de dix-huit à vingt et une heures, cinq dollars : les adultes qui travaillent le jour. Le récepteur n'est jamais nommé, mais il est décidé.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 sur les deux affiches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les textes.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affiche annonce une activité le soir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Laquelle est gratuite pour tout le monde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qu'on peut apporter à La Grande Réparation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Dans quelle affiche parle-t-on de couture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affiche se termine par un slogan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bénévoles à La Grande Réparation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 sur les deux affiches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affiche annonce une activité le soir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Nuit des ateliers, 18 h à 21 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Laquelle est gratuite pour tout le monde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Grande Réparation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qu'on peut apporter à La Grande Réparation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grille-pain, une lampe ou une chaise bancale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Dans quelle affiche parle-t-on de couture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Nuit des ateliers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affiche se termine par un slogan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Grande Réparation : « Rien ne se jette, tout se répare !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bénévoles à La Grande Réparation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le 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verbe au futur dans chaque affiche.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La Grande Réparation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La Nuit des ateliers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le futur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effet ça produit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le 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La Grande Réparation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répareront — dix bénévoles répareront vos objets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La Nuit des ateliers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repartirez — vous repartirez avec un objet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le futur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l'événement n'a pas encore eu lieu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effet ça produit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imagine déjà ce qui va se passer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qui chaque affiche s'adresse-t-elle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Déduisez le récepteur du moment et du prix.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Grande Réparation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Nuit des ateliers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indice vous l'a fait deviner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affiche pour les adolescents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qui chaque affiche s'adresse-t-elle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Grande Réparation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familles du quartier — samedi de jour, gratuit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Nuit des ateliers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adultes qui travaillent le jour — vendredi soir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indice vous l'a fait deviner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l'heure et le prix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affiche pour les adolescents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Nuit — gratuite pour les moins de 16 ans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L'AFFICHE LUE EN DIAGONALE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gratuit, j'y vais.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Cinq dollars, gratuit pour les moins de 16 ans.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mot « gratuit » attire l'œil, mais il est souvent accompagné d'une condition. Lisez la phrase entière avant de conclure : c'est vrai des affiches de quartier comme des publicités commerciales.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LA PROMESSE PRISE POUR UN FAIT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Vous repartirez avec l'envie de recommencer.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une promesse, pas une information.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affiche mélange des faits — la date, le prix, l'adresse — et des promesses. « Vous repartirez avec un objet remis en état » est un fait vérifiable ; « l'envie de recommencer » est un espoir. Les deux sont dans la même phrase.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Fait ou promesse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Vérifiable, ou espéré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Dix bénévoles répareront vos objets.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repartirez avec l'envie de recommencer.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Café et biscuits offerts à tous.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Rien ne se jette, tout se répare. 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Fait ou promesse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Dix bénévoles répareront vos objets.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fait — on peut les compter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repartirez avec l'envie de recommencer.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promesse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Café et biscuits offerts à tous.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Rien ne se jette, tout se répare.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ni l'un ni l'autre — c'est un slogan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Comparez les deux affiches en trois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« plus… que » ou « moins… que » dans chaque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critères différents : le moment, le prix, ce qu'on y fait.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