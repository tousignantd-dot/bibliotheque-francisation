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bilan. Ton différent des autres : on ne présente rien de nouveau. Laisser beaucoup de place aux questions restées en suspens.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Cacher la colonne de droite et faire donner les définitions. Ces cinq mots sont l'outil d'analyse de tout le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nommer, pour chaque support, sa longueur habituelle. C'est le lien avec la séance A3.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fabriquer trois mots de plus avec les préfixes et suffixes vus en B4 et B5. C'est la révision la plus efficace.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retrouver la règle avant d'afficher la colonne du milieu. Ce qui ne revient pas est ce qu'il faut retravailler.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la dernière colonne. Le module reste ouvert dans le portail : chacun peut y revenir seul.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à chacun lequel des quatre lui paraît le plus solide, et lequel le moins. Personne ne doit répondre « tous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individuel, cahier fermé, cinq minutes. Corriger ensemble sans compter les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colonne de droite n'est pas une correction : c'est l'adresse où retourner. Le dire clairement au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 du module. Ces billets disent ce qui est vraiment passé de la classe à la vie — c'est le seul bilan qui compte.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SÉANCE E2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retiens des mots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Dernière séance du module. On rassemble le vocabulaire, on revoit les savoirs, et chacun fait le point sur ce qu'il est maintenant capable de faire.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Des publicités efficaces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revoir les mots essentiels du module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retrouver les savoirs travaillés et savoir où chacun sert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évaluer honnêtement ce que je suis capable de faire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où retourner chercher ce qui n'est pas encore acquis.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VOCABULAIRE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éléments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180822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l'émetteur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5234" y="2121408"/>
            <a:ext cx="824377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personne ou l'organisme qui envoie le message publicitaire.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180822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récepteur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5234" y="2909620"/>
            <a:ext cx="824377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gens à qui le message publicitaire est destiné.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180822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canal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5234" y="3697833"/>
            <a:ext cx="824377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moyen choisi pour diffuser le message.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180822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message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5234" y="4486046"/>
            <a:ext cx="824377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qu'on annonce : un événement, un produit ou un service.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180822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slogan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5234" y="5274259"/>
            <a:ext cx="824377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phrase courte et facile à retenir, placée à la fin.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VOCABULAIRE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supports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65509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capsule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62101" y="2121408"/>
            <a:ext cx="739690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très courte annonce diffusée à la radio.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265509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affiche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62101" y="2909620"/>
            <a:ext cx="739690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feuille avec un message, placée pour être vue de tous.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265509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infolettre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62101" y="3697833"/>
            <a:ext cx="739690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courriel envoyé régulièrement aux personnes inscrites.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265509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babillard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62101" y="4486046"/>
            <a:ext cx="739690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panneau où l'on affiche les annonces d'un quartier.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265509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valeur morale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62101" y="5274259"/>
            <a:ext cx="739690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Ce qu'une personne ou une société considère comme important.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VOCABULAIRE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mots de la formation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182118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préfixe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28188" y="2121408"/>
            <a:ext cx="823081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élément placé devant un mot pour en changer le sens.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182118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suffixe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28188" y="2909620"/>
            <a:ext cx="823081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élément placé à la fin d'un mot pour former un nouveau mot.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182118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bénévole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8188" y="3697833"/>
            <a:ext cx="823081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personne qui donne son temps sans être payée.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182118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réutiliser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28188" y="4486046"/>
            <a:ext cx="823081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Utiliser une deuxième fois.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182118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irréparable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28188" y="5274259"/>
            <a:ext cx="823081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Qu'on ne peut pas réparer.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RÉVISION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savoirs du module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589020"/>
          </a:xfrm>
          <a:prstGeom prst="roundRect">
            <a:avLst>
              <a:gd name="adj" fmla="val 407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SAVOIR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RÈGLE EN UNE PHRASE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SÉANCE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L'accent d'insistance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 seul mot, allongé, ton qui monte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A2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30083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136392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Les quatre éléments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3136392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qui, à qui, quoi, par quel moyen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3136392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A3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4975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625596"/>
            <a:ext cx="322265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Les valeurs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625596"/>
            <a:ext cx="322265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elles sont suggérées, jamais nommées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625596"/>
            <a:ext cx="322265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A4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42382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366259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La comparaison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366259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plus ou moins, le mot, puis que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366259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B2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" y="47274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32688" y="4855464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Le slogan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4794" y="4855464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court, rythmé, il porte une idée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6900" y="4855464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B3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RÉVISION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savoirs du module, suite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26719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SAVOIR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24057" y="1975104"/>
            <a:ext cx="56665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RÈGLE EN UNE PHRASE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0059" y="1975104"/>
            <a:ext cx="132949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SÉANCE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267191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66534"/>
                </a:solidFill>
                <a:latin typeface="Verdana"/>
              </a:rPr>
              <a:t>Les préfixes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24057" y="2395728"/>
            <a:ext cx="566654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devant le mot, ils changent le sens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0059" y="2395728"/>
            <a:ext cx="132949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267191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66534"/>
                </a:solidFill>
                <a:latin typeface="Verdana"/>
              </a:rPr>
              <a:t>Les suffixes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24057" y="2935224"/>
            <a:ext cx="566654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la fin, ils changent la nature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0059" y="2935224"/>
            <a:ext cx="132949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267191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66534"/>
                </a:solidFill>
                <a:latin typeface="Verdana"/>
              </a:rPr>
              <a:t>Général ou précis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24057" y="3474720"/>
            <a:ext cx="566654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qui suit le nom décide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10059" y="3474720"/>
            <a:ext cx="132949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014215"/>
            <a:ext cx="267191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66534"/>
                </a:solidFill>
                <a:latin typeface="Verdana"/>
              </a:rPr>
              <a:t>La négation au passé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24057" y="4014215"/>
            <a:ext cx="566654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ne et pas encadrent l'auxiliaire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0059" y="4014215"/>
            <a:ext cx="13294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148072"/>
            <a:ext cx="11057839" cy="825119"/>
          </a:xfrm>
          <a:prstGeom prst="roundRect">
            <a:avLst>
              <a:gd name="adj" fmla="val 1773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264" y="5404104"/>
            <a:ext cx="10234879" cy="367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Neuf savoirs pour un module. Chacun renvoie à une séance : c'est là qu'il faut retourner.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LES QUATRE GESTES DU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sait faire maintenant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66534"/>
                </a:solidFill>
                <a:latin typeface="Verdana"/>
              </a:rPr>
              <a:t>Choisir son récepteur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qui je parle, exactement. C'est le premier geste, et il commande tous les autres.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66534"/>
                </a:solidFill>
                <a:latin typeface="Verdana"/>
              </a:rPr>
              <a:t>Analyser une publicité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quatre éléments, la valeur, le slogan. Et les trois niveaux : les faits, la promesse, la valeur.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66534"/>
                </a:solidFill>
                <a:latin typeface="Verdana"/>
              </a:rPr>
              <a:t>Écrire court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Trente secondes à la radio, quarante mots sur une affiche. Couper, jamais accélérer.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66534"/>
                </a:solidFill>
                <a:latin typeface="Verdana"/>
              </a:rPr>
              <a:t>Dire à voix haute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seul mot mis en avant, une pause avant le slogan, une fin nette.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BILAN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vocabulaire, sans regarder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Donnez le mot qui correspond à la définition.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gens à qui le message est destiné.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moyen choisi pour diffuser le message.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phrase courte, facile à retenir, à la fin.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élément placé devant un mot.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très courte annonce à la radio.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personne qui donne son temps sans être payée.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vocabulaire, sans regarder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gens à qui le message est destiné.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récepteur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moyen choisi pour diffuser le message.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canal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phrase courte, facile à retenir, à la fin.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slogan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élément placé devant un mot.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préfixe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très courte annonce à la radio.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capsule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personne qui donne son temps sans être payée.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bénévole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BILAN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Autoévaluation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Pour chaque énoncé : je sais faire, presque, ou pas encore.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dire à qui une publicité s'adresse.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nommer la valeur d'une publicité.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comparer deux publicités.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écrire un slogan.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fabriquer un mot avec un préfixe ou un suffixe.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écrire et dire une capsule de trente secondes.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Autoévaluation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dire à qui une publicité s'adresse.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séances A1, A3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nommer la valeur d'une publicité.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séance A4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comparer deux publicités.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séance B2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écrire un slogan.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séance B3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fabriquer un mot avec un préfixe ou un suffixe.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séances B4, B5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écrire et dire une capsule de trente secondes.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séance E1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Nommez une publicité que vous ne regardiez pas de la même façon avant ce module.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À la radio, dans l'autobus, sur un babillard, à la télévision.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 pour dire ce que vous y voyez maintenant.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Des publicités efficaces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