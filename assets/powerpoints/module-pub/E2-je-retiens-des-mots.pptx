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Ces cinq mots sont l'outil d'analyse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nommer, pour chaque support, sa longueur habituelle. C'est le lien avec la séance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fabriquer trois mots de plus avec les préfixes et suffixes vus en B4 et B5. C'est la révision la plus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l'émetteur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5234" y="2121408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ou l'organisme qui envoie le message publicitaire.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récepteur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5234" y="2909620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gens à qui le message publicitaire est destiné.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canal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5234" y="3697833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choisi pour diffuser le message.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234" y="4486046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annonce : un événement, un produit ou un service.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slogan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234" y="5274259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phrase courte et facile à retenir, placée à la fin.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supports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capsule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2101" y="2121408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très courte annonce diffusée à la radio.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affiche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2101" y="2909620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feuille avec un message, placée pour être vue de tous.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infolettre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2101" y="3697833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courriel envoyé régulièrement aux personnes inscrites.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babillard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2101" y="4486046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où l'on affiche les annonces d'un quartier.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valeur morale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2101" y="5274259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qu'une personne ou une société considère comme important.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8188" y="2121408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devant un mot pour en changer le sens.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suffixe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8188" y="2909620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à la fin d'un mot pour former un nouveau mot.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188" y="3697833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donne son temps sans être payée.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réutiliser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8188" y="4486046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Utiliser une deuxième fois.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irréparable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8188" y="5274259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Qu'on ne peut pas réparer.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589020"/>
          </a:xfrm>
          <a:prstGeom prst="roundRect">
            <a:avLst>
              <a:gd name="adj" fmla="val 407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L'accent d'insistance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seul mot, allongé, ton qui monte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Les quatre éléments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qui, à qui, quoi, par quel moyen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975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Les valeurs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elles sont suggérées, jamais nommées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La comparaison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plus ou moins, le mot, puis 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slogan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court, rythmé, il porte une idée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préfixes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le mot, ils changent le sens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suffixes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fin, ils changent la 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Général ou précis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suit le nom décide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négation au passé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et pas encadrent l'auxiliaire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Choisir son récepteur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je parle, exactement. C'est le premier geste, et il commande tous les autres.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Analyser une publicité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quatre éléments, la valeur, le slogan. Et les trois niveaux : les faits, la promesse, la valeur.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Écrire court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secondes à la radio, quarante mots sur une affiche. Couper, jamais accélérer.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Dire à voix haute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mot mis en avant, une pause avant le slogan, une fin nette.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à qui le message est destiné.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choisi pour diffuser le message.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courte, facile à retenir, 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élément placé devant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très courte annonce à la radio.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donne son temps sans être payée.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à qui le message est destiné.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récepteur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choisi pour diffuser le message.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courte, facile à retenir, 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slogan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élément placé devant un mot.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préfixe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très courte annonce à la radio.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capsule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donne son temps sans être payée.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bénévole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à qui une publicité s'adresse.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la valeur d'une publicité.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comparer deux publicités.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slogan.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fabriquer un mot avec un préfixe ou un suffixe.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et dire une capsule de trente secondes.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à qui une publicité s'adresse.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la valeur d'une publicité.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comparer deux publicités.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slogan.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fabriquer un mot avec un préfixe ou un suffixe.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B4, B5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et dire une capsule de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publicité que vous ne regardiez pas de la même façon avant ce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dans l'autobus, sur un babillard, à la télévision.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dire ce que vous y voyez maintenant.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