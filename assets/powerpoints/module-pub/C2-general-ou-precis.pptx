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Écrire les deux phrases du chapeau au tableau et demander la différence. Le groupe la sentira sans pouvoir la nommer : c'est la séance.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Écrire la règle au tableau. Le critère est simple : y a-t-il une précision après le nom 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Relier à « qui » et « que », vus aux modules 3 et 4. C'est le même mécanisme, employé ici pour préciser.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quatrième carte explique la structure d'une affiche : du général au précis. Le faire vérifier sur les deux affiches de C1.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souligner la précision quand il y en a une. Là où rien n'est souligné, c'est général.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relire les six phrases de l'exercice en cachant tout ce qui suit le nom. Elles deviennent toutes générales.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Point d'analyse critique. Apporter une vraie publicité commerciale : la précision est presque toujours là, en bas.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Cinq façons de préciser. Faire remarquer qu'elles se combinent souvent dans une vraie affiche.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Accepter toute précision correcte. Vérifier une seule chose : est-ce qu'elle limite vraiment le groupe 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remarquer que le slogan est le seul général. C'est ce qui lui permet de parler à tout le monde.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la présence et la nature de la précision. C'est le savoir de la séance.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SÉANCE C2  ·  MODULE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Général ou précis 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J'aime les vieux objets » et « j'aime les vieux objets que tu répares ». Le même déterminant, et deux sens très différents : tous, ou ceux-là seulement.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60 minutes  ·  Des publicités efficaces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distinguer un emploi général d'un emploi précis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reconnaître ce qui rend un groupe du nom précis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comprendre pourquoi une publicité emploie souvent le général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choisir le bon sens à la lecture.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LA RÈGLE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Le, la, les peuvent désigner tout un ensemble, ou des choses précises.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J'aime les objets bien faits » : tous les objets bien faits, en général. « J'aime les objets que ton grand-père a fabriqués » : ceux-là précisément. C'est ce qui suit qui décide.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qui rend un groupe précis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099816"/>
          </a:xfrm>
          <a:prstGeom prst="roundRect">
            <a:avLst>
              <a:gd name="adj" fmla="val 471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39475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PRÉCISION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46899" y="1975104"/>
            <a:ext cx="649265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UN EXEMPLE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394755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une phrase avec « que 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46899" y="2395728"/>
            <a:ext cx="6492651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les objets que tu répares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394755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une phrase avec « qui »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46899" y="2935224"/>
            <a:ext cx="6492651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les bénévoles qui arrivent tôt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39475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un complément avec « de »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46899" y="3474720"/>
            <a:ext cx="6492651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capsule de Solange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418795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315968"/>
            <a:ext cx="3394755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un moment ou un lieu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46899" y="4315968"/>
            <a:ext cx="6492651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cours du vendredi soir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5148072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404104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Sans aucune de ces quatre précisions, le groupe reste général.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Pourquoi la publicité emploie le général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Pour parler à plus de gens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« On répare les petits appareils » vise tout le monde. « On répare les petits appareils de la marque X » réduit le public.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Pour poser une valeur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« Je déteste le gaspillage » nomme une idée générale. C'est ainsi qu'on porte une valeur, vue en A4.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Pour créer une habitude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« On écoute la radio le matin » décrit une routine, pas un moment précis. C'est très employé en publicité.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Le précis vient ensuite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L'affiche commence par le général — « tout se répare » — et donne ensuite le précis : la date, l'adresse, l'heure.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1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Général ou précis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Y a-t-il une précision après le nom 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J'aime les objets bien faits.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J'aime les objets que ton grand-père a fabriqués.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On écoute la radio le matin.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On écoute la capsule que Solange a enregistrée.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déteste le gaspillage.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prends le cours de couture du vendredi soir.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Général ou précis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J'aime les objets bien faits.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général — tous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J'aime les objets que ton grand-père a fabriqués.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précis — ceux-là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On écoute la radio le matin.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général — une habitude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On écoute la capsule que Solange a enregistrée.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précis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déteste le gaspillage.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général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prends le cours de couture du vendredi soir.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précis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 PIÈGE DU DÉTERMINANT SEUL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« Les » veut toujours dire tous.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C'est ce qui suit le nom qui décide.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Le déterminant est le même dans les deux cas : c'est la suite de la phrase qui dit s'il s'agit de tous ou de quelques-uns. Regardez toujours après le nom avant de conclure.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 PIÈGE DE LA PUBLICITÉ TROMPEUSE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« Les meilleurs prix de la ville » — tous les prix sont les meilleurs.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Cherchez la précision cachée en petits caractères.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Une publicité emploie le général pour paraître large, puis ajoute une précision en petits caractères : « sur les articles sélectionnés », « pour les nouveaux clients ». Le général attire, le précis limite.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2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Trouvez la précision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Qu'est-ce qui limite le groupe du nom 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les objets que tu répares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capsule de Solange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cours du vendredi soir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les bénévoles qui arrivent tôt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les ateliers de la bibliothèque Saint-Charles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Trouvez la précision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les objets que tu répares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la phrase avec « que 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capsule de Solange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le complément avec « de »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cours du vendredi soir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le moment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les bénévoles qui arrivent tôt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la phrase avec « qui »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les ateliers de la bibliothèque Saint-Charles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le complément avec « de »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3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Rendez la phrase précise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Ajoutez une précision après le nom.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J'aime les vieux objets.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On répare les appareils.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prends le cours.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Écoutez la capsule.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Rendez la phrase précise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J'aime les vieux objets.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J'aime les vieux objets que mon père a gardés.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On répare les appareils.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On répare les appareils qu'on nous apporte.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prends le cours.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Je prends le cours du vendredi soir.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Écoutez la capsule.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Écoutez la capsule de Radio Limoilou.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4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Dans les affiches du module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Général ou précis 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722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362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« Rien ne se jette, tout se répare. 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98648"/>
            <a:ext cx="11057839" cy="95097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1912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25526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54096"/>
            <a:ext cx="10097719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« Apportez votre grille-pain, votre lampe ou votre chaise bancale. »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977639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110227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17423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133087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« La bibliothèque Saint-Charles ouvre ses ateliers. »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736592"/>
            <a:ext cx="11057839" cy="95097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502920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09320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892040"/>
            <a:ext cx="10097719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« Nos mécaniciens bénévoles vous montreront à régler vos freins. »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Dans les affiches du module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722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362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« Rien ne se jette, tout se répare. »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général — une valeur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98648"/>
            <a:ext cx="11057839" cy="950976"/>
          </a:xfrm>
          <a:prstGeom prst="roundRect">
            <a:avLst>
              <a:gd name="adj" fmla="val 1538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1912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25526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54096"/>
            <a:ext cx="10097719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« Apportez votre grille-pain, votre lampe ou votre chaise bancale. »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précis — ces objets-là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977639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110227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17423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133087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« La bibliothèque Saint-Charles ouvre ses ateliers. »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précis — cette bibliothèque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736592"/>
            <a:ext cx="11057839" cy="950976"/>
          </a:xfrm>
          <a:prstGeom prst="roundRect">
            <a:avLst>
              <a:gd name="adj" fmla="val 1538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502920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09320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892040"/>
            <a:ext cx="10097719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« Nos mécaniciens bénévoles vous montreront à régler vos freins. »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précis — vos freins à vous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16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quatre phrases : deux générales, deux précises.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Sur le même sujet, pour que la différence se voie.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Soulignez la précision dans les deux dernières.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Des publicités efficaces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