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du chapeau au tableau et demander la différence. Le groupe la sentira sans pouvoir la nommer : c'est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Le critère est simple : y a-t-il une précision après le nom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« qui » et « que », vus aux modules 3 et 4. C'est le même mécanisme, employé ici pour préciser.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explique la structure d'une affiche : du général au précis. Le faire vérifier sur les deux affiches de C1.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la précision quand il y en a une. Là où rien n'est souligné, c'est général.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six phrases de l'exercice en cachant tout ce qui suit le nom. Elles deviennent toutes générales.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d'analyse critique. Apporter une vraie publicité commerciale : la précision est presque toujours là, en 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façons de préciser. Faire remarquer qu'elles se combinent souvent dans une vraie affiche.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précision correcte. Vérifier une seule chose : est-ce qu'elle limite vraiment le groupe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 slogan est le seul général. C'est ce qui lui permet de parler à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présence et la nature de la précision. C'est le savoir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Général ou précis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J'aime les vieux objets » et « j'aime les vieux objets que tu répares ». Le même déterminant, et deux sens très différents : tous, ou ceux-là seulement.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emploi général d'un emploi précis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qui rend un groupe du nom précis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une publicité emploie souvent le général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bon sens à la lecture.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Le, la, les peuvent désigner tout un ensemble, ou des choses précises.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J'aime les objets bien faits » : tous les objets bien faits, en général. « J'aime les objets que ton grand-père a fabriqués » : ceux-là précisément. C'est ce qui suit qui décide.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rend un groupe précis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394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PRÉCISION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6899" y="1975104"/>
            <a:ext cx="64926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phrase avec « que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6899" y="239572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objets que tu répares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phrase avec « qui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899" y="2935224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bénévoles qui arrivent tôt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3947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complément avec « de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6899" y="3474720"/>
            <a:ext cx="649265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capsule de Solange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moment ou un lieu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899" y="431596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cours du vendredi soir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Sans aucune de ces quatre précisions, le groupe reste général.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Pourquoi la publicité emploie le général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Pour parler à plus de gens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On répare les petits appareils » vise tout le monde. « On répare les petits appareils de la marque X » réduit le public.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Pour poser une valeur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Je déteste le gaspillage » nomme une idée générale. C'est ainsi qu'on porte une valeur, vue en A4.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Pour créer une habitude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On écoute la radio le matin » décrit une routine, pas un moment précis. C'est très employé en publicité.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précis vient ensuite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L'affiche commence par le général — « tout se répare » — et donne ensuite le précis : la date, l'adresse, l'heure.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Général ou précis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Y a-t-il une précision après le nom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 les objets bien faits.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 les objets que ton grand-père a fabriqués.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écoute la radio le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écoute la capsule que Solange a enregistrée.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déteste le gaspillage.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prends le cours de couture du vendredi soir.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Général ou précis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 les objets bien faits.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général — tous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 les objets que ton grand-père a fabriqués.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précis — ceux-là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écoute la radio le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général — une habitude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écoute la capsule que Solange a enregistrée.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précis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déteste le gaspillage.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général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prends le cours de couture du vendredi soir.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précis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DÉTERMINANT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Les » veut toujours dire tous.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ce qui suit le nom qui décide.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déterminant est le même dans les deux cas : c'est la suite de la phrase qui dit s'il s'agit de tous ou de quelques-uns. Regardez toujours après le nom avant de conclure.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PUBLICITÉ TROMPEUSE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Les meilleurs prix de la ville » — tous les prix sont les meilleurs.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Cherchez la précision cachée en petits caractères.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publicité emploie le général pour paraître large, puis ajoute une précision en petits caractères : « sur les articles sélectionnés », « pour les nouveaux clients ». Le général attire, le précis limite.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la précision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Qu'est-ce qui limite le groupe du nom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objets que tu répares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capsule de Solange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du vendredi soir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bénévoles qui arrivent tôt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ateliers de la bibliothèque Saint-Charles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la précision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objets que tu répares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phrase avec « que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capsule de Solange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complément avec « de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du vendredi soir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moment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bénévoles qui arrivent tôt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phrase avec « qui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ateliers de la bibliothèque Saint-Charles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complément avec « de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Rendez la phrase précise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Ajoutez une précision après le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 les vieux objets.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répare les appareils.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le cours.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la capsule.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Rendez la phrase précise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 les vieux objets.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J'aime les vieux objets que mon père a gardés.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répare les appareils.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répare les appareils qu'on nous apporte.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le cours.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prends le cours du vendredi soir.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la capsule.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Écoutez la capsule de Radio Limoilou.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les affiches du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Général ou précis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Rien ne se jette, tout se répare.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Apportez votre grille-pain, votre lampe ou votre chaise bancale.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La bibliothèque Saint-Charles ouvre ses ateliers.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Nos mécaniciens bénévoles vous montreront à régler vos freins. 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les affiches du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Rien ne se jette, tout se répare.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général — une valeur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Apportez votre grille-pain, votre lampe ou votre chaise bancale.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précis — ces objets-là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La bibliothèque Saint-Charles ouvre ses ateliers.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précis — cette bibliothèque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Nos mécaniciens bénévoles vous montreront à régler vos freins.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précis — vos freins à vous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: deux générales, deux précises.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Sur le même sujet, pour que la différence se voie.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précision dans les deux dernières.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