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réparer » au tableau et demander au groupe tous les mots de la même famille. Il en viendra quatre ou cinq : c'est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avec le préfixe : celui-ci change le sens, celui-là change la nature.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des cinq fabriquent des noms. Le faire remarquer : le suffixe sert surtout à transformer une action en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outil de lecture : reconnaître la nature d'un mot inconnu permet de comprendre la structure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la nature du mot demandé avant d'écrire. C'est ce qui guide le choix du suffixe.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Certaines cases restent vides ou rares : c'est normal. Tous les verbes ne donnent pas les trois.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honnêtement. Chercher une règle ici ferait perdre du temps : ce sont des mots à mémoriser.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utile et rarement enseignée : le critère est le complément. L'expliquer avec trois exemples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 exercice est un outil de lecture. Faire remarquer qu'on peut identifier la nature d'un mot sans en connaître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phrases à voix haute. Un mot bien formé mais mal employé se repère tout de suite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forme et l'emploi. Rendre avant C1 : les affiches du défi 2 contiennent plusieurs mots dérivés.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B5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suffixes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Réparer » donne « réparable », « réparateur », « réparation ». Un verbe, et trois mots nouveaux — sans jamais ouvrir de dictionnaire.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suffixe et ce qu'il fabrique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cinq suffixes courants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un adjectif ou un nom à partir d'un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deviner la nature d'un mot grâce à son suffixe.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suffixe se place à la fin et fabrique un mot d'une autre 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Réparer » est un verbe. « Réparable » est un adjectif. « Réparation » est un nom. Le suffixe ne change pas seulement le sens : il change ce que le mot 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suffixes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SUFFIXE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47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FABRIQUE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47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adjectif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réparer donne réparable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-eur, -euse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447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de personne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2935224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bricoler donne bricoleur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447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7" y="3474720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solide donne solidité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447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4014215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confiant donne confiance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4478" y="455371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5847" y="4553712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coller donne collage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-able » veut dire « qu'on peut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Réparable : qu'on peut réparer. Jetable : qu'on peut jeter. Lavable, buvable, faisable. Le sens est toujours le 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-eur » a un féminin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Bricoleur donne bricoleuse. Réparateur donne réparatrice. Animateur donne animatrice. Les deux formes existent.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radical change parfois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Solide » donne « solidité », pas « solideté ». Le mot de base s'ajuste un peu. C'est fréquent avec -té.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Deviner la nature d'un mot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mot en -able est un adjectif. Un mot en -tion, -té, -ance, -age est un nom. Cela aide à lire une phrase difficile.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Ajoutez le suffixe demandé.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réparer (un adjectif)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bricoler (un nom de personne)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solide (un nom)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confiant (un nom)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jeter (un adjectif)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animer (un nom de personne)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réparer (un adjectif)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bricoler (un nom de personne)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bricoleur, bricoleuse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solide (un nom)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solidité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confiant (un nom)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confiance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jeter (un adjectif)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animer (un nom de personne)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animateur, animatrice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par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adjectif, un nom de personne, un nom d'action.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animer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par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réparable · réparateur ·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animer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animable (rare) · animateur · animation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collable (rare) · colleur · collage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laver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lavable · laveur · lavage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SUFFIXE QUI N'EXISTE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solideté, confiantance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solidité, confiance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de base s'ajuste souvent avant le suffixe : « solide » perd son e et devient « solidi- », « confiant » perd son t et devient « confi- ». Il n'y a pas de règle simple : ces mots s'apprennent un par 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-ABLE » SYSTÉMATIQUE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Tous les verbes donnent un adjectif en -able.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Beaucoup, mais pas tous.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Réparable », « lavable », « jetable » existent. « Marchable » ou « dormable » n'existent pas. Le suffixe -able s'emploie surtout avec les verbes qui ont un complément : on répare quelque chose, on lave quelque chose.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la nature du mot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son suffixe.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réparatrice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la nature du mot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adjectif — suffixe -able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— suffixe -tion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réparatrice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de personne — suffixe -trice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— suffixe -té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— suffixe -age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le mot formé.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grille-pain est encore réparable.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bricoleuse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 voisine est une excellente bricoleuse.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solidité de cette chaise m'étonne.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collage a tenu toute la semaine.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 verbe et fabriquez-en trois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adjectif, un nom de personne, un nom d'action.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une phrase avec chacun des trois.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