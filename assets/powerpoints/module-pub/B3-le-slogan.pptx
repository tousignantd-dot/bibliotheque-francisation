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au tableau trois slogans connus du groupe, dans n'importe quelle langue. Demander pourquoi on s'en souvient. Les réponses donneront la leçon.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la définition au tableau. Faire vérifier sur les slogans donnés par le groupe : combien nomment le produit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quatrième carte est le test pratique. Faire dire à voix haute chaque slogan de la séance : ceux qui accrochent se sentent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chercher, dans chaque slogan, le mot qui met sur la piste. Il y en a toujours un : pneus, pain, vêtements, plantes.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Aucun de ces quatre ne nomme le service. C'est ce qui les rend intéressants : ils demandent un petit effort, et l'effort fait retenir.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Relier à la séance A4 : le slogan est l'endroit où la valeur se condense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transformer trois descriptions en slogans. C'est difficile, et c'est justement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mots de chaque slogan de la séance. Aucun ne dépasse huit.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Plusieurs réponses se défendent. Accepter toute proposition justifiée : c'est le raisonnement qu'on évalue.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corrigés sont des exemples, pas des modèles à copier. Les slogans du groupe seront souvent meilleurs.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Les slogans seront repris en E1, dans la capsule complète. Demander de garder le brouillon.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B3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slogan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Rien ne se jette, tout se répare. » Cinq mots, et l'atelier tout entier tient dedans. Un bon slogan ne décrit pas un service : il donne une raison d'y croire.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 slogan et sa place dans une publicité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slogan à un produit ou à un service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la valeur portée par un slogan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slogan court et facile à retenir.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LA DÉFINITION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courte, facile à retenir, placée le plus souvent à la fin.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slogan ne nomme pas toujours le produit. Il met en avant une idée ou une valeur : c'est ce qui le rend mémorable. « Rien ne se jette, tout se répare » ne dit ni l'atelier, ni la date, ni l'adresse.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qualités d'un bon slogan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 est court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Cinq à huit mots. Assez court pour être dit d'une traite et retenu après une seule écoute.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 a un rythme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Rien ne se jette, tout se répare. » Deux moitiés de même longueur, qui se répondent. C'est ce qui le fixe dans la mémoire.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 porte une idée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Pas une description. « Réparez aujourd'hui, gardez pour longtemps » propose une façon de voir, pas une liste de services.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A5335F"/>
                </a:solidFill>
                <a:latin typeface="Verdana"/>
              </a:rPr>
              <a:t>Il se dit à voix haute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slogan qu'on n'arrive pas à prononcer d'un trait est trop long ou mal construit. Le test se fait toujours à voix haute.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Huit slogans, huit services.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le slogan et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Réparez aujourd'hui, gardez pour longtemps.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s'occupe de vos pneus, occupez-vous de la route.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garage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pain d'ici, chaque matin.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boulangerie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deuxième vie pour vos vêtements.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friperie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Vos plantes vous diront merci.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terreau de jardinage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Dormez, nous veillons sur la maison.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 système d'alarme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service n'est jamais nommé.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slogans de 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mille livres vous attendent, sans un sou.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bibliothèque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Sortez du froid, entrez au chaud.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 de quartier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Rien ne se jette, tout se répare.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 de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Vos vieux outils ont encore du travail.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service de prêt d'outils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slogan et la valeur qu'il porte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337560"/>
          </a:xfrm>
          <a:prstGeom prst="roundRect">
            <a:avLst>
              <a:gd name="adj" fmla="val 4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618286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SLOGAN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35005" y="1975104"/>
            <a:ext cx="370454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VALEUR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35005" y="2395728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l'écologie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Vos vieux outils ont encore du travail.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5005" y="2935224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simplicité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Sortez du froid, entrez au chaud.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35005" y="3474720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l'ouverture à l'autre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Vos mains savent plus que vous croyez.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35005" y="4014215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l'autonomie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618286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Dormez, nous veillons sur la maison.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5005" y="4553712"/>
            <a:ext cx="3704545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sécurité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SLOGAN QUI DÉCRIT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Atelier de réparation gratuit ouvert le samedi de 9 h à 16 h.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description n'est pas un slogan : elle donne des faits, que l'affiche porte déjà. Le slogan doit ajouter quelque chose — une idée, une image, une raison. Sinon, il est inutile.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PIÈGE DU SLOGAN TROP LONG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17181A"/>
                </a:solidFill>
                <a:latin typeface="Verdana"/>
              </a:rPr>
              <a:t>Venez réparer vos objets brisés avec nos bénévoles au centre du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Rien ne se jette, tout se répare.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Au-delà de huit ou dix mots, un slogan cesse d'être retenu : il devient une phrase ordinaire. Comptez les mots. Si vous ne pouvez pas le dire d'un seul souffle, il est trop long.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slogan ne le nomme pas.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Devinez le service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Rien ne se jette, tout se répare.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atelier de réparation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vieux outils ont encore du travail.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prêt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froid dehors, la chaleur dedans.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manteau d'hiver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croyez.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salon des métiers manuels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à huit mots. Un rythme, une idée.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un slogan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atelier de couture de quartier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 qui est déchiré peut être recousu.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bibliothèque d'outils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Empruntez la scie, gardez le savoir-faire.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café communautaire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café, une place, tout le monde.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Votre propre événement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celui de votre billet de A1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slogans pour votre événement.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Cinq à huit mots chacun.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Dites-les à voix haute avant de les écrire. Gardez celui qui se dit le mieux.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B3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