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Écrire au tableau trois slogans connus du groupe, dans n'importe quelle langue. Demander pourquoi on s'en souvient. Les réponses donneront la leçon.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Lire les objectifs à voix haute. Y revenir au billet de sortie.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Écrire la définition au tableau. Faire vérifier sur les slogans donnés par le groupe : combien nomment le produit 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quatrième carte est le test pratique. Faire dire à voix haute chaque slogan de la séance : ceux qui accrochent se sentent tout de suite.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chercher, dans chaque slogan, le mot qui met sur la piste. Il y en a toujours un : pneus, pain, vêtements, plantes.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Aucun de ces quatre ne nomme le service. C'est ce qui les rend intéressants : ils demandent un petit effort, et l'effort fait retenir.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Relier à la séance A4 : le slogan est l'endroit où la valeur se condense en une phrase.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transformer trois descriptions en slogans. C'est difficile, et c'est justement l'exercice.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compter les mots de chaque slogan de la séance. Aucun ne dépasse huit.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Plusieurs réponses se défendent. Accepter toute proposition justifiée : c'est le raisonnement qu'on évalue.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Les corrigés sont des exemples, pas des modèles à copier. Les slogans du groupe seront souvent meilleurs.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Ramasser. Les slogans seront repris en E1, dans la capsule complète. Demander de garder le brouillon.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66534"/>
                </a:solidFill>
                <a:latin typeface="Verdana"/>
              </a:rPr>
              <a:t>SÉANCE B3  ·  MODULE 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Le slogan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1763268"/>
          </a:xfrm>
          <a:prstGeom prst="roundRect">
            <a:avLst>
              <a:gd name="adj" fmla="val 829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« Rien ne se jette, tout se répare. » Cinq mots, et l'atelier tout entier tient dedans. Un bon slogan ne décrit pas un service : il donne une raison d'y croire.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60 minutes  ·  Des publicités efficaces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B3 · Des publicités efficaces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66534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reconnaître un slogan et sa place dans une publicité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28285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29108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associer un slogan à un produit ou à un service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366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37144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7967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737864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repérer la valeur portée par un slogan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226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6004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46827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623816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écrire un slogan court et facile à retenir.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B3 · Des publicités efficaces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66534"/>
                </a:solidFill>
                <a:latin typeface="Verdana"/>
              </a:rPr>
              <a:t>LA DÉFINITION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967991"/>
          </a:xfrm>
          <a:prstGeom prst="roundRect">
            <a:avLst>
              <a:gd name="adj" fmla="val 7434"/>
            </a:avLst>
          </a:prstGeom>
          <a:solidFill>
            <a:srgbClr val="E3F1E7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145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Une phrase courte, facile à retenir, placée le plus souvent à la fin.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467607"/>
            <a:ext cx="11057839" cy="1671827"/>
          </a:xfrm>
          <a:prstGeom prst="roundRect">
            <a:avLst>
              <a:gd name="adj" fmla="val 875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741927"/>
            <a:ext cx="10234879" cy="12146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Le slogan ne nomme pas toujours le produit. Il met en avant une idée ou une valeur : c'est ce qui le rend mémorable. « Rien ne se jette, tout se répare » ne dit ni l'atelier, ni la date, ni l'adresse.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B3 · Des publicités efficaces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66534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Quatre qualités d'un bon slogan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86968" y="2084831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166534"/>
                </a:solidFill>
                <a:latin typeface="Verdana"/>
              </a:rPr>
              <a:t>Il est court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249936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Cinq à huit mots. Assez court pour être dit d'une traite et retenu après une seule écoute.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8143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498183" y="2084831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166534"/>
                </a:solidFill>
                <a:latin typeface="Verdana"/>
              </a:rPr>
              <a:t>Il a un rythme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8183" y="249936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« Rien ne se jette, tout se répare. » Deux moitiés de même longueur, qui se répondent. C'est ce qui le fixe dans la mémoire.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86968" y="4302252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166534"/>
                </a:solidFill>
                <a:latin typeface="Verdana"/>
              </a:rPr>
              <a:t>Il porte une idée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6968" y="471678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Pas une description. « Réparez aujourd'hui, gardez pour longtemps » propose une façon de voir, pas une liste de services.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78143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6498183" y="4302252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166534"/>
                </a:solidFill>
                <a:latin typeface="Verdana"/>
              </a:rPr>
              <a:t>Il se dit à voix haute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8183" y="471678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Un slogan qu'on n'arrive pas à prononcer d'un trait est trop long ou mal construit. Le test se fait toujours à voix haute.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B3 · Des publicités efficaces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66534"/>
                </a:solidFill>
                <a:latin typeface="Verdana"/>
              </a:rPr>
              <a:t>PRATIQUE · 1 DE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Associez le slogan et le service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Huit slogans, huit services.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Réparez aujourd'hui, gardez pour longtemps.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On s'occupe de vos pneus, occupez-vous de la route.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pain d'ici, chaque matin.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Une deuxième vie pour vos vêtements.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Vos plantes vous diront merci.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Dormez, nous veillons sur la maison.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B3 · Des publicités efficaces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66534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Associez le slogan et le service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Réparez aujourd'hui, gardez pour longtemps.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un atelier de réparation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On s'occupe de vos pneus, occupez-vous de la route.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un garage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pain d'ici, chaque matin.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une boulangerie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Une deuxième vie pour vos vêtements.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une friperie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Vos plantes vous diront merci.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un terreau de jardinage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Dormez, nous veillons sur la maison.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un système d'alarme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B3 · Des publicités efficaces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66534"/>
                </a:solidFill>
                <a:latin typeface="Verdana"/>
              </a:rPr>
              <a:t>PRATIQUE · 2 DE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Deux slogans de plus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Le service n'est jamais nommé.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Deux mille livres vous attendent, sans un sou.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Sortez du froid, entrez au chaud.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Rien ne se jette, tout se répare.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Vos vieux outils ont encore du travail.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B3 · Des publicités efficaces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66534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Deux slogans de plus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Deux mille livres vous attendent, sans un sou.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une bibliothèque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Sortez du froid, entrez au chaud.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un café de quartier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Rien ne se jette, tout se répare.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un atelier de réparation de quartier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Vos vieux outils ont encore du travail.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un service de prêt d'outils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B3 · Des publicités efficaces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66534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slogan et la valeur qu'il porte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3337560"/>
          </a:xfrm>
          <a:prstGeom prst="roundRect">
            <a:avLst>
              <a:gd name="adj" fmla="val 4383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618286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LE SLOGAN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35005" y="1975104"/>
            <a:ext cx="3704545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LA VALEUR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6182861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166534"/>
                </a:solidFill>
                <a:latin typeface="Verdana"/>
              </a:rPr>
              <a:t>Rien ne se jette, tout se répare.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35005" y="2395728"/>
            <a:ext cx="3704545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l'écologie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28072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2935224"/>
            <a:ext cx="6182861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166534"/>
                </a:solidFill>
                <a:latin typeface="Verdana"/>
              </a:rPr>
              <a:t>Vos vieux outils ont encore du travail.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35005" y="2935224"/>
            <a:ext cx="3704545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la simplicité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34670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474720"/>
            <a:ext cx="6182861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166534"/>
                </a:solidFill>
                <a:latin typeface="Verdana"/>
              </a:rPr>
              <a:t>Sortez du froid, entrez au chaud.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35005" y="3474720"/>
            <a:ext cx="3704545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l'ouverture à l'autre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388620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4014215"/>
            <a:ext cx="6182861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166534"/>
                </a:solidFill>
                <a:latin typeface="Verdana"/>
              </a:rPr>
              <a:t>Vos mains savent plus que vous croyez.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35005" y="4014215"/>
            <a:ext cx="3704545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l'autonomie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32688" y="4425696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932688" y="4553712"/>
            <a:ext cx="6182861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166534"/>
                </a:solidFill>
                <a:latin typeface="Verdana"/>
              </a:rPr>
              <a:t>Dormez, nous veillons sur la maison.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35005" y="4553712"/>
            <a:ext cx="3704545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la sécurité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B3 · Des publicités efficaces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66534"/>
                </a:solidFill>
                <a:latin typeface="Verdana"/>
              </a:rPr>
              <a:t>LE PIÈGE DU SLOGAN QUI DÉCRIT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Atelier de réparation gratuit ouvert le samedi de 9 h à 16 h.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Rien ne se jette, tout se répare.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618487"/>
          </a:xfrm>
          <a:prstGeom prst="roundRect">
            <a:avLst>
              <a:gd name="adj" fmla="val 903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Une description n'est pas un slogan : elle donne des faits, que l'affiche porte déjà. Le slogan doit ajouter quelque chose — une idée, une image, une raison. Sinon, il est inutile.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B3 · Des publicités efficaces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66534"/>
                </a:solidFill>
                <a:latin typeface="Verdana"/>
              </a:rPr>
              <a:t>LE PIÈGE DU SLOGAN TROP LONG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400" b="1" i="0">
                <a:solidFill>
                  <a:srgbClr val="17181A"/>
                </a:solidFill>
                <a:latin typeface="Verdana"/>
              </a:rPr>
              <a:t>Venez réparer vos objets brisés avec nos bénévoles au centre du quartier.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Rien ne se jette, tout se répare.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618487"/>
          </a:xfrm>
          <a:prstGeom prst="roundRect">
            <a:avLst>
              <a:gd name="adj" fmla="val 903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Au-delà de huit ou dix mots, un slogan cesse d'être retenu : il devient une phrase ordinaire. Comptez les mots. Si vous ne pouvez pas le dire d'un seul souffle, il est trop long.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B3 · Des publicités efficaces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66534"/>
                </a:solidFill>
                <a:latin typeface="Verdana"/>
              </a:rPr>
              <a:t>PRATIQUE · 3 DE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Devinez le service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Le slogan ne le nomme pas.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« Rien ne se jette, tout se répare. »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« Vos vieux outils ont encore du travail. »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« Le froid dehors, la chaleur dedans. »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« Vos mains savent plus que vous croyez. »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B3 · Des publicités efficaces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66534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Devinez le service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« Rien ne se jette, tout se répare. »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un atelier de réparation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« Vos vieux outils ont encore du travail. »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un prêt d'outils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« Le froid dehors, la chaleur dedans. »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un manteau d'hiver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« Vos mains savent plus que vous croyez. »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un salon des métiers manuels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B3 · Des publicités efficaces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66534"/>
                </a:solidFill>
                <a:latin typeface="Verdana"/>
              </a:rPr>
              <a:t>PRATIQUE · 4 DE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Écrivez un slogan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Cinq à huit mots. Un rythme, une idée.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Un atelier de couture de quartier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Une bibliothèque d'outils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Un café communautaire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Votre propre événement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B3 · Des publicités efficaces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66534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Écrivez un slogan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Un atelier de couture de quartier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Ce qui est déchiré peut être recousu.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Une bibliothèque d'outils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Empruntez la scie, gardez le savoir-faire.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Un café communautaire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Un café, une place, tout le monde.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Votre propre événement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celui de votre billet de A1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B3 · Des publicités efficaces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16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Écrivez deux slogans pour votre événement.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Cinq à huit mots chacun.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80712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4836160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Dites-les à voix haute avant de les écrire. Gardez celui qui se dit le mieux.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B3 · Des publicités efficaces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