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la phrase du chapeau trois fois, en insistant chaque fois sur un mot différent. Demander au groupe ce qui change. Tout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l'accent sur un seul mot par tout le groupe, en même temps. C'est bruyant et cela fonctionne.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trois versions par trois élèves différents. Le groupe devine à chaque fois sur quel mot on a insisté.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la règle pratique. C'est ce qu'Omar conseille en B1 : « insiste sur un seul mot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chaque phrase deux fois, sans montrer le texte. C'est un exercice d'oreille avant d'être un exercice d'analyse.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même phrase deux fois : une fois avec l'accent sur « belle », une fois en exclamative. La différence s'entend.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chaque phrase avant de la classer. C'est en la disant qu'on sait ce qu'elle 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: dire une annonce avec trois insistances, puis avec une seule. Demander au groupe ce qu'il a retenu.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essayer les deux : crier, puis allonger. La deuxième version est plus efficace et plus agréable.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choix. Plusieurs réponses se défendent : c'est la justification qu'on évalue.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annonce par trois élèves. Le groupe devine sur quel mot l'accent a été mis : si personne ne devine, c'est raté.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la main sur la gorge. « ch » ne vibre pas, « j » vibre. C'est le seul critère fiable, et il se sent au doigt.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classer trois mots supplémentaires trouvés par le groupe avant de montrer la note du 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à voix haute « les gens profitent d'un atelier gratuit » : les deux valeurs du g sont dans la même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huit mots de l'exercice de sons du module en ligne, dans le même ordre. Faire garder la main sur la gorge pendant l'écoute.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phrase est la plus utile : elle oppose le son « ch », le son « j » et le g dur en une seule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justification est le vrai contenu du billet. Un choix expliqué vaut mieux qu'un bon choix inexpliqué.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SÉANCE A2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L'accent d'insistance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Cet atelier est complètement gratuit. » Un mot est dit plus long et plus haut que les autres : c'est celui qu'on retiendra. En publicité, ce choix vaut la moitié du message.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mot sur lequel on insiste dans une phrase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produire un accent d'insistance : syllabe allongée, ton qui monte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le mot à mettre en avant dans une annonce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l'intonation d'une phrase exclamative 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08600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804672" y="5486400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672" y="5568696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08176" y="5509768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 son « ch » du son « j » dans le vocabulaire de la publicité.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F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allonge la dernière syllabe du mot et on fait monter le ton.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gra-TUIT. » La syllabe dure plus longtemps et la voix monte. Le reste de la phrase reste au même niveau : c'est le contraste qui fait entendre l'insistance.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même énoncé, trois insistances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INSISTE SUR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gratuit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compte, c'est que ça ne coûte rien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cet atelier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celui-là, pas un autre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complètement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n'y a aucun frais caché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phrase ne change pas d'un mot. Seule l'insistance change — et le sens avec elle.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placer l'insistance dans une annonce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Sur le prix, s'il est avantageux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C'est gratuit. » « C'est cinq dollars. » Si le prix est un argument, c'est lui qu'on met en avant.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Sur la date, si elle approche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C'est samedi. » « C'est la dernière occasion avant l'été. » L'urgence fait agir.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Sur le résultat, s'il est concret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Vous repartirez avec un grille-pain qui fonctionne. » Ce qu'on obtient est plus fort que ce qu'on propose.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Un seul mot par annonce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Insister sur trois mots revient à n'insister sur aucun. Omar le dit à Solange : un seul mot, et c'est « gratuit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1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Sur quel mot insiste-t-on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la phrase, écrivez le mot allongé.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 atelier est complètement gratuit.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Nos bénévoles réparent absolument tout.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dernière occasion avant l'été.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repartirez avec un grille-pain qui fonctionne.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belle idée de quartier 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Sur quel mot insiste-t-on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 atelier est complètement gratuit.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gratuit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Nos bénévoles réparent absolument tout.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absolument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dernière occasion avant l'été.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dernière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repartirez avec un grille-pain qui fonctionne.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fonctionne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belle idée de quartier !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belle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LA PHRASE EXCLAMATIVE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F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ton monte à la fin, sans qu'un mot soit allongé.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Quelle belle idée de quartier ! » L'intonation monte sur toute la fin de la phrase. C'est différent de l'accent d'insistance, qui porte sur un seul mot.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2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Insistance ou exclamation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mot allongé, ou tout le ton qui monte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complètement gratuit.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belle idée 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dernière occasion.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 c'est bien organisé !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Nos bénévoles réparent tout.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Insistance ou exclamation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complètement gratuit.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insistance sur « gratuit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belle idée !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exclamation — le ton monte à la fin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dernière occasion.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insistance sur « dernière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 c'est bien organisé !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exclamation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Nos bénévoles réparent tout.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insistance sur « tout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PIÈGE DES TROIS INSISTANCES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COMPLÈTEMENT GRATUIT, SAMEDI, au CENTRE SAINTE-ODILE.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complètement GRATUIT, samedi, au centre Sainte-Odile.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Insister sur tout revient à n'insister sur rien : l'auditeur ne sait plus quoi retenir. Une capsule de trente secondes a droit à un mot mis en avant, un seul.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PIÈGE DU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criez le mot au lieu de l'allonger.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allongez la syllabe et vous montez le ton.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L'accent d'insistance n'est pas une question de volume. Crier fatigue l'auditeur et sonne agressif à la radio. C'est la durée et la hauteur qui font le travail, pas la force.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3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le mot à mettre en avant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seul mot par annonce. Lequel, et pourquoi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Atelier de réparation, samedi, gratuit, au centre Sainte-Odile.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623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263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Dernière soirée de couture avant l'été, vendredi, cinq dollars.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7096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2800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920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2640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repartez avec votre vélo réglé, dimanche, à l'école Saint-Fidèle.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7883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358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998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03428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Trente artisans vous ouvrent leur atelier, du 3 au 5 octobre.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le mot à mettre en avant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Atelier de réparation, samedi, gratuit, au centre Sainte-Odile.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gratuit — c'est l'argument le plus fort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623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263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Dernière soirée de couture avant l'été, vendredi, cinq dollars.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dernière — l'urgence fait agir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7096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2800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920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2640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repartez avec votre vélo réglé, dimanche, à l'école Saint-Fidèle.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réglé — le résultat concret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7883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358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998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03428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Trente artisans vous ouvrent leur atelier, du 3 au 5 octobre.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trente — la quantité impressionne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4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l'annonce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voix haute, avec un seul accent d'insistance.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l'annonce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1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L'atelier de réparation, c'est samedi, et c'est GRATUIT.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2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la DERNIÈRE soirée de couture avant l'été.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3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repartirez avec un vélo qui ROULE.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DEUX SONS PROCHES DE LA CAPSULE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F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son « ch » souffle sans voix ; le son « j » fait vibrer la gorge.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Affiche » et « message » sont les deux supports du module. Leurs deux sons se font au même endroit de la bouche : seule la vibration les sépare.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sons dans les mots de la publicité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322576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S'ÉCRIT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MOTS DU MODULE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le son « ch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affiche, choisis, chaîne, déchirés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le son « j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j, ou g devant e, i, 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gens, justement, message, rejoindre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70831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626864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Devant a, o et u, le g ne fait pas le son « j » mais le son « g » : gratuit, garde, légume.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PIÈGE DU G DE « GRATUIT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jratuit, avec le son « j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gratuit — le son « g », parce que le g précède un 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g ne se ramollit qu'avant e, i ou y : gens, agence, budget. Partout ailleurs il reste dur : gratuit, garde, légume. Dans une publicité, « gratuit » est le mot qu'on répète le plus : il vaut la peine d'être juste.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5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mot, écrivez « ch » ou « j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affiche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message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choisis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gens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chaîne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justement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déchirés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rejoindre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affiche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ch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message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j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choisis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ch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gens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j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chaîne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ch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justement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j 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déchirés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ch 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rejoindre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j 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6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de capsule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 lit une phrase. Le groupe ne corrige que les « ch » et les « j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Choisis une seule idée par capsule.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message doit rejoindre les gens du quartier.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L'affiche annonce un atelier gratuit.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de capsule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Choisis une seule idée par capsule.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message doit rejoindre les gens du quartier.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 · j · j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L'affiche annonce un atelier gratuit.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 · g dur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annonce de deux phrases et soulignez le mot sur lequel vous insisterez.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seul mot souligné.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à côté pourquoi vous avez choisi celui-là.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