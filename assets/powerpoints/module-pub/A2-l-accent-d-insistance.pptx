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la phrase du chapeau trois fois, en insistant chaque fois sur un mot différent. Demander au groupe ce qui change. Tout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l'accent sur un seul mot par tout le groupe, en même temps. C'est bruyant et cela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versions par trois élèves différents. Le groupe devine à chaque fois sur quel mot on a insisté.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pratique. C'est ce qu'Omar conseille en B1 : « insiste sur un seul mot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phrase deux fois, sans montrer le texte. C'est un exercice d'oreille avant d'être un exercice d'analyse.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même phrase deux fois : une fois avec l'accent sur « belle », une fois en exclamative. La différence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chaque phrase avant de la classer. C'est en la disant qu'on sait ce qu'elle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une annonce avec trois insistances, puis avec une seule. Demander au groupe ce qu'il a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: crier, puis allonger. La deuxième version est plus efficace et plus agréable.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Plusieurs réponses se défendent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annonce par trois élèves. Le groupe devine sur quel mot l'accent a été mis : si personne ne devine, c'est raté.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justification est le vrai contenu du billet. Un choix expliqué vaut mieux qu'un bon choix inexpliqué.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L'accent d'insistance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Cet atelier est complètement gratuit. » Un mot est dit plus long et plus haut que les autres : c'est celui qu'on retiendra. En publicité, ce choix vaut la moitié du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mot sur lequel on insiste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un accent d'insistance : syllabe allongée, ton qui monte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à mettre en avant dans une annonce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l'intonation d'une phrase exclamative.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allonge la dernière syllabe du mot et on fait monter le 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gra-TUIT. » La syllabe dure plus longtemps et la voix monte. Le reste de la phrase reste au même niveau : c'est le contraste qui fait entendre l'insistance.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énoncé, trois insistances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INSISTE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gratuit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compte, c'est que ça ne coûte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cet atelier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celui-là, pas un 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complètement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aucun frais caché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ne change pas d'un mot. Seule l'insistance change — et le sens avec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placer l'insistance dans une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prix, s'il est avantageux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gratuit. » « C'est cinq dollars. » Si le prix est un argument, c'est lui qu'on met en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la date, si elle approche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samedi. » « C'est la dernière occasion avant l'été. » L'urgence fait agir.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Sur le résultat, s'il est concret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repartirez avec un grille-pain qui fonctionne. » Ce qu'on obtient est plus fort que ce qu'on propose.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Un seul mot par annonce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Insister sur trois mots revient à n'insister sur aucun. Omar le dit à Solange : un seul mot, et c'est « gratuit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phrase, écrivez le mot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absolument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dernière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fonctionne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belle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PHRASE EXCLAMATIVE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ton monte à la fin, sans qu'un mot soit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Quelle belle idée de quartier ! » L'intonation monte sur toute la fin de la phrase. C'est différent de l'accent d'insistance, qui porte sur un seul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allongé, ou tout le ton qui monte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gratuit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 — le ton monte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dernière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tout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DES TROIS INSISTANCES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Insister sur tout revient à n'insister sur rien : l'auditeur ne sait plus quoi retenir. Une capsule de trente secondes a droit à un mot mis en avant, un seul.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criez le mot au lieu de l'allonger.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allongez la syllabe et vous montez le 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L'accent d'insistance n'est pas une question de volume. Crier fatigue l'auditeur et sonne agressif à la radio. C'est la durée et la hauteur qui font le travail, pas la force.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annonce. Lequel,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gratuit — c'est l'argument le plus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dernière — l'urgence fait agir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réglé — le résultat concret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trente — la quantité impressionne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avec un seul accent d'insistance.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de réparation, c'est samedi, et c'est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DERNIÈRE soirée de couture avant l'été.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repartirez avec un vélo qui ROULE.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annonce de deux phrases et soulignez le mot sur lequel vous insisterez.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mot souligné.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pourquoi vous avez choisi celui-là.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