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d'analyse. Le mot « valeur » est abstrait : partir d'exemples concrets et remonter au mot,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définition au tableau. Demander deux ou trois exemples au groupe avant d'afficher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classement en trois colonnes est une aide, pas une règle. Certaines valeurs pourraient aller dans deux colonnes.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méthodes, toutes valables. Faire essayer les quatre sur une même publicité : elles donnent parfois des valeurs différentes.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se défendent pour chaque item. Accepter toute valeur justifiée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deux valeurs séparément : celle du geste, et celle de la manière dont il se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les valeurs vagues à éviter : le bonheur, le bien-être, la qualité. Elles ne disent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important. Faire chercher, dans les vraies publicités, si la valeur est nommée. Presque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seul où la valeur est presque nommée. Faire remarquer que c'est aussi le moins convaincant.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la préparation directe de E1 : garder les feuilles.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contraste entre les deux est instructif. Lire quelques billets : les raisons de ne pas aimer sont souvent les plus 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valeurs des publicités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ne vend pas seulement un service : elle propose une façon de voir les choses. Réparer plutôt que jeter, c'est un geste — et c'est aussi une valeur.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valeur morale mise en avant par une publicité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une quinzaine de valeurs courantes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dit de ce qui est suggéré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valeur qui convient à son propre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DÉFINITION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valeur morale, c'est ce qu'une personne ou une société considère comme important et bien.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L'entraide, l'autonomie, l'écologie, la famille, la sécurité. Ce ne sont pas des objets ni des services : ce sont des raisons de faire quelque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Quinze valeurs courantes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DE SOI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DES AUTRES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DU MONDE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l'autonomie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l'entraide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courage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coopération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justice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liberté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famille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sécurité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plaisir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l'ouverture à l'autre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simplicité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découverte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partage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travail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trouver la valeur d'une publicité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ce qu'on montre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voisins qui réparent ensemble un vélo : ce n'est pas le vélo qui compte, c'est le « ensemble ». La valeur est la coopération.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ce qu'on évite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service qui remet en état plutôt que de remplacer met en avant l'écologie — sans forcément prononcer le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à qui on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invitation aux personnes nouvellement arrivées met en avant l'ouverture à l'autre. Le récepteur choisi porte la valeur.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ce qu'on promet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Apprenez à faire vos réparations vous-même » promet l'autonomie. Ce qu'on gagne est souvent la valeur.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valeur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valeur par publicité.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voisins réparent ensemble une bicyclette.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remet en état les appareils au lieu de les remplacer.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personnes nouvellement arrivées sont invitées à prendre un café.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cours du soir apprend à faire ses réparations soi-même.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grand-mère enseigne la couture à des adolescents.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valeur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voisins réparent ensemble une bicyclette.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coopération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remet en état les appareils au lieu de les remplacer.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l'écologie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personnes nouvellement arrivées sont invitées à prendre un café.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l'ouverture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cours du soir apprend à faire ses réparations soi-même.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l'autonomie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grand-mère enseigne la couture à des adolescents.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partage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valeurs par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publicités en portent souvent plus d'une.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de réparation du quartier.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salon des métiers manuels.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d'outils.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de vélo bénévole.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valeurs par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de réparation du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l'écologie et l'entraide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salon des métiers manuels.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l'autonomie et la découverte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d'outils.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partage et la simplicité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de vélo bénévole.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coopération et l'autonomie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LA VALEUR INVENTÉE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publicité met en avant le bonheur.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ce qui est montré, pas ce qui est agréable.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Presque toutes les publicités promettent d'être heureux : ce n'est donc pas une valeur qui les distingue. Cherchez ce qui est propre à celle-ci : qu'est-ce qu'on montre, et qu'est-ce qu'on évite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LA VALEUR NON DITE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mot « écologie » n'est pas dans le texte, donc ce n'est pas la valeur.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valeur est presque toujours suggérée, pas nommée.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qui dirait « nous mettons en avant l'écologie » serait maladroite. Elle montre plutôt un objet réparé, un bénévole, un geste. La valeur se lit entre les lignes — et c'est ce qui la rend efficace.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 ou suggéré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valeur est-elle écrite dans le texte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lieu ouvert à tous, sans exception.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 ou suggéré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l'écologie, sans le mot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l'autonomie et l'entraide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lieu ouvert à tous, sans exception.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dit — l'ouverture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l'autonomie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votre valeur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l'événement de votre billet de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valeur principale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montrer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slogan possible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la valeur d'une publicité que vous aimez, et celle d'une publicité que vous n'aimez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valeur par publicité, avec ce qui vous l'a fait deviner.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publicité : télévision, autobus, téléphone.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