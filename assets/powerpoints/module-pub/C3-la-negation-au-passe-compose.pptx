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n'ai pas entendu » et « je n'ai entendu pas » au tableau. Demander laquelle est correcte. Beaucoup hésiteront.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avec l'auxiliaire encadré par deux traits. L'image visuelle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 tableau colonne par colonne. La régularité est totale,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difficile. La montrer sans l'exiger : elle apparaîtra en lecture bien avant d'être produite.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l'auxiliaire avant d'ajouter la négation. C'est l'étape qui évite l'erreur.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: on entoure ce qu'on croit être le verbe principal. Expliquer que l'auxiliaire est le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jugement : l'oral et l'écrit ne suivent pas les mêmes règles, et les deux sont corrects dans leur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élisions sur cinq. Faire remarquer que « ne sont » est le seul cas sans élision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rappelle que l'auxiliaire avoir n'accorde pas. La négation n'y change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phrase : « n'est pas passée » avec accord. C'est la synthèse des deux règles.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de la négation avant l'accord.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négation au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 la capsule. » Les deux morceaux de la négation encadrent l'auxiliaire, pas le participe. Une question de place, et elle décide de toute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ne et pas autour de l'auxiliaire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négation avec avoir et avec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malgré la négation.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et pas encadrent l'auxiliaire, jamais le participe.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entendu. » « Ils ne sont pas arrivés. » Le verbe conjugué du passé composé, c'est l'auxiliaire : c'est donc lui que la négation entoure. Le participe reste après, intact.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place des trois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215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AUXILIAIRE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8479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3743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PARTICIPE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215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8479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3743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entendu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3215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8479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3743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7951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3215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8479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3743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51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3215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8479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3743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arrivés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ne change jamais. Seul l'auxiliaire varie, et « ne » devient « n' » devant une voyelle.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 » devient « n'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Devant ai, as, a, avons, avez, ont, est, êtes : toutes des voyelles. Seul « ne sont » et « ne suis » gardent le 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L'accord se fait quand même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Elles ne sont pas arrivées » — le participe s'accorde comme d'habitude. La négation ne change rien à l'accord.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un pronom complément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ne l'ai pas entendue. » Le pronom se glisse entre « ne » et l'auxiliaire. L'ordre reste : ne, pronom, auxiliaire, pas, participe.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Ne… jamais », « ne… plus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Même construction : « je n'ai jamais entendu », « il n'est plus venu ». Seul le second mot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et pas autour de l'auxiliaire.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Je n'ai pas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Tu n'as pas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Les bénévoles ne sont pas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Vous n'êtes pas venus à la clinique de vélo.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PARTICIPE ENCADRÉ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entendu pas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l'auxiliaire qui est encadré, pas le participe. Au passé composé, le verbe conjugué est « ai », « as », « est » : c'est lui que la négation entoure. Le participe reste après, sans rien autour.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pas entendu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le « ne » tombe presque toujours : « j'ai pas entendu » s'entend partout au Québec. À l'écrit, il faut le remettre. C'est la même différence que pour les consonnes finales du module 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se fait devant une voyelle.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participe s'accorde comme d'habitude avec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annoncé — pas d'accord avec avoir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négatives sur ce qui n'a pas été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n'est pas passée à l'heure prévue.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posé d'affiche au dépanneur.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bénévoles ne sont pas venus samedi.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avoir, une avec être, une avec « ne… jamais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l'auxiliaire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