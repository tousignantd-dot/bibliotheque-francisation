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module 7. Écrire au tableau : TRENTE SECONDES. Faire chronométrer trente secondes en silence : c'est plus long qu'on croit, et beaucoup plus court qu'un texte de cent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en grand groupe. La première question est celle qui compte : presque personne n'y pense, et c'est elle qui décide de tout le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le moment décisif du dialogue. Une fois le récepteur nommé, le texte se coupe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l'audio de « Je découvre ». Faire compter les objets nommés par Solange : six. C'est exactement le problème.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d'Omar est la question de tout le module. L'écrire au tableau : À QUI VEUX-TU PARLER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éléments gardés : l'objet, la date, l'adresse. Plus un slogan. C'est le contenu d'une capsule de trente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règle au tableau et l'y laisser tout le module. C'est elle qui revient dans les seize séances.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note : chaque canal a sa longueur. Ce n'est pas moins d'information, c'est une autre répartition.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mots sont le vocabulaire d'analyse du module. Ils reviennent dans toutes les séances : les installer solidement.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Préfixe » et « suffixe » sont les mots des séances B4 et B5. Les installer ici, les travailler là-bas.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cinquième énoncé inverse le conseil d'Omar. C'est le piège utile : il vérifie qu'on a compris la logique, pas seulement les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Contre-intuitif et important. Faire chercher, dans les publicités connues du groupe, à qui elles s'adressent vraiment.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récepteurs serviront en E1, où chacun écrira une capsule pour 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Trente secondes en ondes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Solange a écrit une minute quarante pour annoncer l'atelier de réparation du quartier. La radio en accorde trente secondes. Il va falloir choisir — et choisir, c'est décider à qui l'on parle.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Des publicités efficaces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à quoi sert une publicité et à qui elle s'adresse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l'émetteur du récepteur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qu'on garde et ce qu'on coupe dans un message court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slogan.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avez trente secondes pour annoncer un événement. Que dites-vous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parlez-vous, exactement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Quelles trois informations sont indispensables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laissez tomber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finissez-vous, pour qu'on s'en souvienne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de Solange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qu'elle veut annoncer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L'atelier de réparation du quartier : des bénévoles réparent gratuitement les objets qu'on apporte.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Son problème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Son texte dure une minute quarante. La capsule à Radio Limoilou doit durer trente secondes, pas une de plus.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qu'Omar lui demande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Non pas de couper au hasard, mais de choisir à qui elle parle. Le reste découle de ce choix.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qu'elle trouve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Son récepteur : les gens qui gardent un appareil brisé dans une armoire parce qu'ils n'osent pas le jeter.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minute quarante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 l'enregistrement, diapo masquée. Lisez ensuite.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1304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SOLANGE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5734" y="2322576"/>
            <a:ext cx="863039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Omar, j'ai écrit le texte pour annoncer notre atelier de réparation. Je l'ai lu à voix haute : il dure une minute quarante.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51304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5734" y="3409696"/>
            <a:ext cx="863039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minute quarante ! Solange, une capsule à Radio Limoilou, c'est trente secondes, pas une de plus. Il va falloir couper.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51304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SOLANGE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5734" y="4496816"/>
            <a:ext cx="863039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Couper quoi ? Je parle des grille-pain, des lampes, des vélos, des vêtements déchirés, des bénévoles, du café gratuit…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qui veux-tu parler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1304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5734" y="1901952"/>
            <a:ext cx="863039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Justement, tu parles de tout. À qui veux-tu parler, au juste ? Choisis les gens que tu veux rejoindre, puis garde seulement ce qui les touche.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6229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326892"/>
            <a:ext cx="151304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SOLANGE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5734" y="3326892"/>
            <a:ext cx="863039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Aux gens du quartier qui gardent un appareil brisé dans une armoire parce qu'ils n'osent pas le jeter. C'est eux, mon récepteur.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Rien ne se jette, tout se répare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1304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5734" y="1901952"/>
            <a:ext cx="863039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garde l'objet brisé, la date et l'adresse. Termine par une phrase courte, facile à retenir. Le reste, tu l'écriras sur l'affiche.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51304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SOLANGE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5734" y="2989072"/>
            <a:ext cx="863039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Rien ne se jette, tout se répare. » Voilà, je viens de la trouver, ma phrase courte 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DU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choisit d'abord à qui l'on parle. Le reste suit.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publicité qui parle à tout le monde ne touche personne. Une fois le récepteur choisi, on sait quoi garder : ce qui le concerne. Et on sait quoi couper : tout le reste.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Solange garde et ce qu'elle coupe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ELLE GARDE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ELLE COUPE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l'objet brisé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liste des six sortes d'objets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nom des bénévoles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l'adresse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café gratuit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slogan court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détails d'organisation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est coupé n'est pas perdu : ça se retrouve sur l'affiche, où il y a de la place.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éléments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8082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l'émetteur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5234" y="2121408"/>
            <a:ext cx="824377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ou l'organisme qui envoie le message publicitaire.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18082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récepteur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5234" y="2909620"/>
            <a:ext cx="824377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gens à qui le message publicitaire est destiné.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18082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canal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5234" y="3697833"/>
            <a:ext cx="824377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moyen choisi pour diffuser le message : radio, affiche, courriel.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18082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5234" y="4486046"/>
            <a:ext cx="824377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annonce : un événement, un produit ou un service.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18082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slogan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5234" y="5274259"/>
            <a:ext cx="824377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phrase courte et facile à retenir, placée à la fin.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quartier et la radio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65509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capsule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62101" y="2121408"/>
            <a:ext cx="739690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très courte annonce diffusée à la radio.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65509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infolettre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2101" y="2778252"/>
            <a:ext cx="739690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courriel envoyé régulièrement aux personnes inscrites.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65509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bénévole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2101" y="3435096"/>
            <a:ext cx="739690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personne qui donne son temps sans être payée.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65509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valeur morale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62101" y="4091939"/>
            <a:ext cx="739690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Ce qu'une personne ou une société considère comme important.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65509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préfixe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62101" y="4748784"/>
            <a:ext cx="739690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élément placé devant un mot pour en changer le sens.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65509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suffixe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2101" y="5405628"/>
            <a:ext cx="739690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élément placé à la fin d'un mot pour former un nouveau mot.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sans relire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capsule de Solange doit durer trente secondes.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premier texte de Solange était beaucoup trop court.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Solange veut rejoindre les gens qui gardent un appareil brisé chez eux.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Omar conseille de garder la date et l'adresse.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Omar demande de nommer tous les objets qu'on répare.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détails coupés se retrouveront sur l'affiche.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Solange trouve son slogan à la fin de la discussion.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capsule de Solange doit durer trente secondes.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premier texte de Solange était beaucoup trop court.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une minute quarante, trop long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Solange veut rejoindre les gens qui gardent un appareil brisé chez eux.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Omar conseille de garder la date et l'adresse.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Omar demande de nommer tous les objets qu'on répare.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le contraire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détails coupés se retrouveront sur l'affiche.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Solange trouve son slogan à la fin de la discussion.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MESSAGE POUR TOUT LE MONDE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parle des grille-pain, des lampes, des vélos, des vêtements…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parle aux gens qui gardent un appareil brisé dans une armoire.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Vouloir toucher tout le monde donne un message que personne ne retient. Choisir un récepteur précis paraît réduire la portée ; en réalité, cela l'augmente, parce que ceux qui sont visés se reconnaissent.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un événement et nommez son récepteur en une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événement de votre quartier, de votre école, de votre travail.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récepteur : qui, exactement, et pourquoi ça les touche.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publicités efficaces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