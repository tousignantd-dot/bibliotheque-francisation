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synthèse du défi 2. Distribuer le texte et laisser lire cinq minutes sans consigne : on veut d'abord une lecture ordinaire.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troisième carte : « repartez avec votre première pièce ». C'est une promesse concrète, comme dans La Nuit des ateliers.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questions, six réponses dans le texte. Faire pointer chaque fois la phrase exacte.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récepteur demande une déduction : « gratuits pour les moins de 16 ans » indique que les jeunes sont visés.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justifier le rejet des trois autres autant que le choix du bon. C'est là que le raisonnement se voit.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item est utile : nommer ce qui n'y est pas aide à préciser ce qui y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les quatre propositions et demander à quoi chacune ferait penser. L'exercice est rapide et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même piège qu'en C1. Le répéter volontairement : c'est une habitude de lecture, et une habitude demande des répétitions.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synthèse du défi. L'écrire au tableau : elle servira directement en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analyses montrent si les trois niveaux sont acquis, et elles préparent directement la production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C5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Rendez-vous des mains habiles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publicité de salon, plus longue que les affiches du quartier. Tout ce qu'on a appris s'y applique d'un coup : les quatre éléments, les valeurs, le slogan.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Des publicités efficaces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analyser une publicité avec les quatre éléments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relever les informations pratiques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un slogan qui convient au message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valeurs mises en avant.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TEXTE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Rendez-vous des mains habiles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Quand et où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Du 3 au 5 octobre, à l'aréna de Beauport.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y trouve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Trente artisans vous ouvrent leur atelier : ébénisterie, poterie, remise en état de meubles, couture.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Ce qu'on peut faire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Essayez le tour de potier et repartez avec votre première pièce.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conditions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ateliers pour débutants sont gratuits pour les moins de 16 ans. Information : mainshabiles.qc.ca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l'événement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endroit se tient-il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d'artisans y participent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quelles dates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gratuit, et pour qui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trouver plus d'information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informations pratiques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Comment s'appelle l'événement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Rendez-vous des mains habiles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 endroit se tient-il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à l'aréna de Beauport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d'artisans y participent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trente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Pendant quelles dates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du 3 au 5 octobre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Qu'est-ce qui est gratuit, et pour qui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ateliers pour débutants, pour les moins de 16 ans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Où trouver plus d'information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sur mainshabiles.qc.ca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Émetteur, récepteur, message, canal.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L'émetteur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canal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quatre éléments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L'émetteur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organisateurs du salon — le nom du site le confirme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récepteur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les gens curieux des métiers manuels, et les familles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message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salon de trois jours où trente artisans ouvrent leur 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canal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publicité écrite — affiche, journal ou site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slogan conviendrait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Quatre propositions. Laquelle, et pourquoi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confort d'abord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Roulez plus loin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Dormez sur vos deux oreilles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 slogan conviendrait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confort d'abord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rien à voir avec le sujet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Vos mains savent plus que vous croyez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oui — l'autonomie, les métiers manuels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Roulez plus loin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c'est un slogan de garage ou de vélo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Dormez sur vos deux oreilles »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non — c'est la sécurité, pas le sujet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valeurs du salon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valeurs, avec ce qui vous les a fait deviner.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Première valeur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valeur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troisième possible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n'est pas une valeur ici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valeurs du salon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Première valeur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l'autonomie — on apprend à faire soi-même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Deuxième valeur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découverte — on essaie le tour de potier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troisième possible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partage — les artisans ouvrent leur atelier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Ce qui n'est pas une valeur ici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sécurité, le confort, la rapidité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SLOGAN QUI SONNE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Le confort d'abord » — ça sonne bien, je le prends.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Un slogan doit correspondre au message et à la valeur.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slogan bien tourné mais hors sujet ne sert à rien : il fait penser à autre chose. Vérifiez toujours qu'il porte la valeur de la publicité — ici, l'autonomie et la découverte, pas le confort.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DE L'INFORMATION INCOMPLÈTE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gratuit, j'emmène toute la famille.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Gratuit pour les moins de 16 ans, et seulement les ateliers débutants.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limites dans une seule phrase : l'âge, et le type d'atelier. Une publicité place souvent le mot « gratuit » en évidence et les conditions juste après. Lisez la phrase entière.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DÉFI 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Une publicité se lit à trois niveaux : les faits, la promesse, la valeur.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faits : trente artisans, du 3 au 5 octobre, à Beauport. La promesse : repartez avec votre première pièce. La valeur : vos mains savent plus que vous croyez. Les trois ensemble font une publicité complète.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Analysez une publicité de votre choix aux trois niveaux.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faits, la promesse, la valeur.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N'importe quelle publicité vue cette semaine.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C5 · Des publicités efficaces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