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Commencer par une petite mise en scène : poser trois livres sur le bureau et demander à un élève d'en désigner un sans dire son titre ni le montrer du doigt. Il trouvera « celui qui… » ou il butera — dans les deux cas, la séance est lancée.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savoir du programme : les pronoms démonstratifs complexes non déictiques — non déictique voulant dire qu'on ne pointe rien. Le mot n'a pas à être dit aux élèves ; la chose,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celle qui surprend : en anglais, « this one » se suffit ; en français, il faut dire lequel. C'est la difficulté principale pour les élèves qui passent par l'anglais.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les quatre formes à voix haute avec un complément différent chacune. Trois minutes, et le réflexe est 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rangée est la règle d'accord. Faire le geste : chercher le nom d'abord, à voix basse, puis choisir la forme. Les quatre formes se prononcent différemment — celui, celle, ceux, celles — donc l'accord s'entend, ce qui est une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faute la plus répandue et la plus discrète. Si la chose n'est pas devant vous, « celui-ci » sonne faux sans qu'on sache pourquoi. Employer « celui que », « celui qui », « celui 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`t2demo` du module interactif. Faire dire à chaque fois le nom remplacé avant de donner la réponse : « albums, masculin pluriel… non, un seul, masculin singulier : celui ». C'est le raisonnement qu'on veut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nom remplacé au crayon dans les six phrases de l'exercice. Le geste vaut mieux que la règle : là où le nom est souligné, la faute ne se produit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et vivant. La deuxième consigne est la vraie : quand le voisin se trompe, l'élève doit ajouter une caractéristique, donc produire une seconde relative. C'est là que la structure s'installe.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phrases servent directement à la production écrite du bloc E, où l'élève compare souvent son œuvre à une autre. Relire les billets : l'accord est le point à vérifier, et il se voit d'un coup d'œil.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Celui, celle, ceux, celles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Prenez celui qui a la couverture bleue. » « Celle que vous avez rapportée hier a une suite. » Écoutez deux minutes de conversation au comptoir d'une bibliothèque : ces quatre mots y reviennent vingt fois, et sans eux on ne comprend rien.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nom déjà dit par celui, celle, ceux ou celles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avec le nom remplacé, jamais avec ce qui suit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jamais laisser le pronom seul : qui, que, de, -ci ou -là derrière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désigner par une caractéristique plutôt qu'en montrant du doigt.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J'ai lu deux albums. Le deuxième album était meilleur. » Comment éviter de répéter « album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mettriez-vous à la place du second « album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l'on parlait de deux planches, au féminin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de plusieurs personnages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dire « celui » tout seul, à la fin d'une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NE VIT JAMAIS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celui, celle, ceux, celles, il faut toujours quelque chose : qui, que, de, ou -ci et -là.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Celui qui parle. » « Celle que je préfère. » « Ceux de la première planche. » « Celui-là. » Un « celui » posé tout seul au bout d'une phrase laisse l'autre en attente d'une suite qui ne vient pas. C'est ce qui distingue le français de l'anglais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L'accord se fait avec le nom remplacé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 REMPLACÉ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l'album (masc. sing.)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celui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celui que j'ai lu la semaine passée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planche (fém. sing.)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celle qui m'a le plus marquée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personnages (masc. plur.)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ceux qu'on voit au début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bulles (fém. plur.)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celles qui ont une pointe en ronds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décide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jamais le verbe ni le sujet qui suit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MONTRER, OU DÉSIGNER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emplois qu'on ne mélange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On montre du doigt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celui-ci, sur la tablette · prenez celui-là · celles-là, en bas.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On désigne par ce qu'on en 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que je préfère · celle qui a gagné un prix · ceux de la fin.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qu'il ne faut pas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« celui-ci » d'un livre resté à la maison : rien n'est montré.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COMPLÉTEZ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celui, celle, ceux ou celles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d'abord le nom remplacé, puis accordez.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lu deux albums ; ___ que je préfère est le deuxième.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planche-ci est belle, mais ___ de la fin est encore mieux.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personnages ___ qu'on voit au début reviennent au dernier tome.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qui a la couverture bleue : c'est le premier tome.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bulles ___ qui ont une pointe en petits ronds sont des pensées.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série ___ que Nadia recommande compte quatre albums.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celui, celle, ceux ou celles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lu deux albums ; ___ que je préfère est le deuxième.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planche-ci est belle, mais ___ de la fin est encore mieux.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personnages ___ qu'on voit au début reviennent au dernier tome.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qui a la couverture bleue : c'est le premier tome.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bulles ___ qui ont une pointe en petits ronds sont des pensées.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série ___ que Nadia recommande compte quatre albums.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ACCORDER AVEC CE QUI SUIT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lu deux albums ; celle que je préfère est le deuxième.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lu deux albums ; celui que je préfère est le deuxième.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L'accord se fait avec le nom remplacé — album, masculin —, jamais avec le verbe ni avec le sujet de la relative. Cherchez toujours le nom d'abord : il est souvent deux ou trois mots plus tôt.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Désignez sans nommer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trois livres sur la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Désignez un livre sans dire son titre et sans le montrer du doigt.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voisin doit le prendre. S'il se trompe, précisez autrement.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Recommencez avec une planche, puis avec un personnage.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Faites une phrase avec « ceux de… » ou « celles de…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qui comparent deux œuvres, avec « celui » ou « celle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lu deux romans ; celui que je préfère est…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Cette planche-ci est belle, mais celle de la fin…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