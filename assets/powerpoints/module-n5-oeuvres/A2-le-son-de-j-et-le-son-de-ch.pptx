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Commencer la main sur la gorge, tout le groupe en même temps : dire « jjjj », puis « chhhh ». La différence se sent avant de s'entendre. C'est l'exercice le plus rentable de la séance et il prend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difficile et le plus utile. En fin de mot, la voix a tendance à s'éteindre avant le son : « personnache » au lieu de « personnage ». Y revenir à chaque séance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chercher avant de donner la réponse. Les trois premières pistes mènent toutes à « rien ne change » — c'est voulu. Seule la quatrième donne la vraie différence, et elle ne se voit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l'aller-retour dix fois, la main sur la gorge, sans changer la position des lèvres : jjj-chhh-jjj-chhh. C'est le seul exercice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rangée porte les deux exceptions à signaler. À gauche, le g reste dur devant u : « intrigue » ne se dit pas « intrijue ». À droite, quelques mots venus du grec disent « k » : un chœur, une chorale, la technologie. Rares, mais « chœur » revient dès qu'on parle de musique.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quatre paires par tout le groupe, puis par des élèves seuls. Ceux dont la langue première n'a pas le son de « j » — plusieurs langues n'ont que « ch » — ont besoin de la main sur la gorge plus longtemps que les autres. Ne pas presser.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`prPhon` du module interactif, à cartes écoutables. Le faire d'abord ici, à la voix de l'enseignante, puis le laisser refaire à l'écran avec les enregistrements. La neuvième ligne est un piège utile : le mot contient le son de « j », mais pas là où on le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correction : faire dire « image, page, passage, village, personnage » en tenant la main sur la gorge pendant toute la dernière syllabe. Si la vibration s'arrête avant le mot, le mot est faux.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phrases viennent du module. La dernière est un piège : le « ç » de « façon » n'est pas un « ch », c'est le son de « s ». Personne ne le remarque avant de l'avoir dit à voix haute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donnent la liste des mots à reprendre en A3 avec le vocabulaire. Un élève qui n'en trouve aucun peut prendre les mots du module — un personnage, un chapitre, une planche.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de « j » et le son de « ch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personnage, un passage, une image d'un côté ; un chapitre, une planche, une chanson de l'autre. Deux sons faits au même endroit dans la bouche, que rien ne distingue sur le visage de la personne qui parle — et un seul geste pour passer de l'un à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sentir la différence entre le son de « j » et le son de « ch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orthographes qui donnent le son de « j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mots du module qui contiennent l'un ou l'autre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éteindre la voix en fin de mot : image, page, passage, village.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Les gens, les champs. J'ai, chez. Qu'est-ce qui change entre les deux mots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les lèvres bougent différemment ? Regardez-vous l'un l'autre.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langue change de place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Posez deux doigts sur votre gorge et redites les deux mots.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sons fait bourdonner la gorge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MÊME BOUCHE, MÊME LANGUE — SEULE LA VOIX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 » sans voix devient « ch » ; « ch » avec la voix devient « j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lèvres avancent un peu, la langue monte vers l'avant du palais, l'air passe par une fente étroite : identique pour les deux. La gorge vibre pour « j », elle ne vibre pas pour « ch ». C'est tout, et c'est la seule chose à retenir.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COMMENT ÇA S'ÉCRIT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Quatre façons pour un son, une seule pour l'autre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DE « J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DE « CH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j — j'ai, déjà, toujours, jamais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 — un chapitre, chaque, chez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g devant e — une page, une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 — une planche, une chanson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g devant i — la gigue, agir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 — chercher, toucher, marcher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ge devant a, o — nous mangeons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 — une chaise, un chien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22427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Et jamais : l'intrigue, une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22427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Sauf : un chœur, une chorale (« k »)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PAIRES À SENTIR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mots, une seule différence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les gens / les champs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gorge vibre, puis elle ne vibre plus. Rien d'autre ne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j'ai / chez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mots très courts : c'est là que la différence s'entend le mieux.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bouger / boucher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consonne au milieu, deux fois. À dire lentement.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la cage / la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fin de mot : c'est le cas le plus difficile du français.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entendez « j » ou « ch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 et dites lequel des deux sons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personnage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chapitre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76447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231895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076447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231895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planche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13199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2346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2986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168647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passage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013199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2346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2986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168647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chanson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949951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1714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2354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105399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déjà lu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949951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1714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2354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105399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toucher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886703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61081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61721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6042151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l'intrigue est jolie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59855" y="5886703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6434175" y="61081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34175" y="61721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7095" y="6042151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chercher un album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entendez « j » ou « ch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personnage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j » — g devant 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chapitre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ch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76447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231895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image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j » — g devant 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076447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231895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planche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ch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13199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2346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2986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168647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passage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j » — g devant 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013199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2346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2986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168647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chanson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ch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949951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1714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2354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105399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déjà lu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j » — écrit avec j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949951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1714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2354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105399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toucher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ch 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886703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61081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61721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6042151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l'intrigue est jolie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j » — mais le g de « intrigue » reste dur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59855" y="5886703"/>
            <a:ext cx="5464911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6434175" y="61081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34175" y="61721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7095" y="6042151"/>
            <a:ext cx="4504791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chercher un album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ch » deux fois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ÉTEINDRE LA VOIX EN FIN DE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personnache · une imache · un passache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personnage · une image · un passage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fin de mot, la voix s'arrête souvent avant le son, et « j » devient « ch ». Il faut tenir la voix jusqu'au bout : la dernière syllabe de « personnage » bourdonne encore quand elle s'arrête.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PHRASES À RÉPÉTER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sons dans la même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chaque phrase lentement, puis vite.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lu ce roman en deux soirées.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chapitre commence par une chanson.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personnage-là m'a touchée.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planche du milieu ne contient aucune image.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l'album que j'ai déjà lu.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belle façon de le dire 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de votre œuvre qui contiennent le son de « j » ou celui de « ch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lequel des deux, et comment il s'écrit : j, g, ge ou 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Choisissez-en un et dites-le à voix haute avant de sortir.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