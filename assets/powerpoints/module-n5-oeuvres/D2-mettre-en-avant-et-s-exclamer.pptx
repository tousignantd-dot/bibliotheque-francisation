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». Rendre les billets de D1 au début : chacun a déjà son adjectif et sa raison, et la séance d'aujourd'hui lui apprend à les placer.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« moi » détaché n'est pas une faute : c'est du français parlé du Québec parfaitement correct. À l'écrit, il se remplace par « personnellement » ou « à mon avis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du sujet est le seul à retenir : il règle « qui / que » ici comme au Défi 1, et les élèves qui l'ont compris là-bas le retrouvent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`t3disl`. Faire dire chaque phrase à voix haute une fois corrigée : la tournure s'installe par l'oreille, pas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Dans une présentation de deux minutes, une seule exclamation bien placée fait plus qu'un paragraphe d'adjectifs. Le dire au groupe : une, pas cinq.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phrases au groupe, l'une après l'autre, sans les écrire. La différence de voix s'entend tout de suite et ne s'oublie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`t3quel`. Faire souligner le nom dans chaque phrase avant de choisir : l'accord se décide là, jamais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cinq étapes de l'exercice `t3nuance`. Les corrigés sont des amorces, pas des réponses : lire trois productions d'élèves à voix haute avant de les afficher. Ces cinq phrases sont le temps 4 et le temps 5 de la présentation de E1 — le dire au groupe, ça change l'effort qu'on y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au début de E1 : ils sont deux des cinq temps de la présentation, déjà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Mettre en avant, et s'exclamer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silence entre les deux sœurs m'a touchée » est correct. « Moi, ce qui m'a touchée, c'est le silence entre les deux sœurs » se retient. Deux tournures, et une présentation change de niveau.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moi, ce qui…, c'est… » pour mettre son avis en avant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ce qui » et « 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quel, quelle, quels, quelles avec le nom qui suit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avis en cinq phrases, réserve comprise.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MOI, CE QUI M'A TOUCHÉE, C'EST…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tournure déplace vers la fin le mot qui compte, et prévient qu'il s'en 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Comparez : « Le silence entre les deux sœurs m'a touchée » et « Moi, ce qui m'a touchée, c'est le silence entre les deux sœurs ». La seconde annonce clairement que ce qui suit est un avis, et elle vous donne une seconde pour penser à la suite — ce qui, devant un groupe, n'est pas rien.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qui, ou ce que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m'a plu, c'est le dessin.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dessin plaît : il fait l'action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que j'ai aimé, c'est la fin.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c'est moi qui aime : un sujet suit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me dérange, c'est que…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suite = phrase complète, d'où le 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que les gens remarquent, c'est…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les gens remarquent : sujet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Même test que pour les relatives du Défi 1 : après « que », il y a toujours un sujet.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qui, ce que, c'est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Moi, ___ m'a touchée, c'est le silence entre les deux sœurs.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j'ai le moins aimé, c'est la longueur des trois derniers chapitres.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m'a surprise, ___ la lenteur du début.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me dérange, c'est que la fin arrive trop vite.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les gens remarquent d'abord, ___ le dessin.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fait la force de cet album, c'est le silence des cases.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qui, ce que, c'est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Moi, ___ m'a touchée, c'est le silence entre les deux sœurs.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j'ai le moins aimé, c'est la longueur des trois derniers chapitres.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m'a surprise, ___ la lenteur du début.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me dérange, c'est que la fin arrive trop vite.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les gens remarquent d'abord, ___ le dessin.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fait la force de cet album, c'est le silence des cases.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 S'ACCORDE AVEC LE NOM QUI SUIT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personnage ! Quelle histoire ! Quels dessins ! Quelles couleurs 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quatre se prononcent exactement pareil : l'accord ne s'entend pas, il s'écrit. Et si un adjectif se glisse au milieu — quelle belle planche —, c'est toujours le nom, à la fin, qui commande tout le groupe.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 DES MÊMES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œuvre préférée ? La voix monte à la fin, et la phrase attend une réponse.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L'exclamation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œuvre ! La voix tombe, et la phrase n'attend rien : elle dit le degré.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S'exclamer : quel, quelle, quels, quelles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exclamation.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belle façon de le dire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personnage ! Je ne l'oublierai pas de sitôt.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couleurs dans le dernier tome de la série 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beaux dessins il y a dans cet album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histoire ! Je l'ai lue en deux soirées.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dénouement ! Je ne vous en dis pas un mot.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S'exclamer : quel, quelle, quels, quelles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belle façon de le dire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personnage ! Je ne l'oublierai pas de sitôt.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couleurs dans le dernier tome de la série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beaux dessins il y a dans cet album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histoire ! Je l'ai lue en deux soirées.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dénouement ! Je ne vous en dis pas un mot.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votre avis, et tenez-le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phrases, sur l'œuvre du Défi 1. Interdiction d'écrire « c'est bon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 — Ce que vous avez aimé, avec un adjectif précis.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2 — La raison qui vient derrière.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3 — Une chose moins aimée, dite sans démolir l'œuvre.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4 — Quelqu'un trouve ça trop lent : accordez, puis tournez.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014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654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5 — À qui vous le recommandez, et pourquoi à cette personne-là.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votre avis, et tenez-le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 — Ce que vous avez aimé, avec un adjectif précis.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Moi, ce qui m'a touché, c'est…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2 — La raison qui vient derrière.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…parce que le temps du livre est le temps du village.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3 — Une chose moins aimée, dite sans démolir l'œuvre.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Ce que j'ai le moins aimé, c'est…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4 — Quelqu'un trouve ça trop lent : accordez, puis tournez.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C'est vrai que c'est lent. Par contre,…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014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654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5 — À qui vous le recommandez, et pourquoi à cette personne-là.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Je le recommande à quelqu'un qui…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Réécrivez votre avis de D1 avec « moi, ce qui…, c'est… » et une exclamation.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exclamation, bien placée.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Relisez-vous : est-ce qu'on sait ce qui est bon, et pour qui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