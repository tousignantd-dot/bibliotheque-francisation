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avant « Je me lance ». Rendre les billets de D1 au début : chacun a déjà son adjectif et sa raison, et la séance d'aujourd'hui lui apprend à les placer.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« moi » détaché n'est pas une faute : c'est du français parlé du Québec parfaitement correct. À l'écrit, il se remplace par « personnellement » ou « à mon avis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test du sujet est le seul à retenir : il règle « qui / que » ici comme au Défi 1, et les élèves qui l'ont compris là-bas le retrouvent tout de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les six items de l'exercice `t3disl`. Faire dire chaque phrase à voix haute une fois corrigée : la tournure s'installe par l'oreille, pas par la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Dans une présentation de deux minutes, une seule exclamation bien placée fait plus qu'un paragraphe d'adjectifs. Le dire au groupe : une, pas cinq.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les deux phrases au groupe, l'une après l'autre, sans les écrire. La différence de voix s'entend tout de suite et ne s'oublie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les six items de `t3quel`. Faire souligner le nom dans chaque phrase avant de choisir : l'accord se décide là, jamais ailleurs.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les cinq étapes de l'exercice `t3nuance`. Les corrigés sont des amorces, pas des réponses : lire trois productions d'élèves à voix haute avant de les afficher. Ces cinq phrases sont le temps 4 et le temps 5 de la présentation de E1 — le dire au groupe, ça change l'effort qu'on y met.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 et les rendre au début de E1 : ils sont deux des cinq temps de la présentation, déjà écrits.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D2  ·  MODULE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Mettre en avant, et s'exclamer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Le silence entre les deux sœurs m'a touchée » est correct. « Moi, ce qui m'a touchée, c'est le silence entre les deux sœurs » se retient. Deux tournures, et une présentation change de niveau.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club du jeudi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moi, ce qui…, c'est… » pour mettre son avis en avant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entre « ce qui » et « ce que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accorder quel, quelle, quels, quelles avec le nom qui suit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 avis en cinq phrases, réserve comprise.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MOI, CE QUI M'A TOUCHÉE, C'EST…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tournure déplace vers la fin le mot qui compte, et prévient qu'il s'en vient.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Comparez : « Le silence entre les deux sœurs m'a touchée » et « Moi, ce qui m'a touchée, c'est le silence entre les deux sœurs ». La seconde annonce clairement que ce qui suit est un avis, et elle vous donne une seconde pour penser à la suite — ce qui, devant un groupe, n'est pas rien.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qui, ou ce que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932176"/>
          </a:xfrm>
          <a:prstGeom prst="roundRect">
            <a:avLst>
              <a:gd name="adj" fmla="val 498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POURQUOI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Ce qui m'a plu, c'est le dessin.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le dessin plaît : il fait l'action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0169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Ce que j'ai aimé, c'est la fin.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0169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c'est moi qui aime : un sujet suit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796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07664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Ce qui me dérange, c'est que…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07664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suite = phrase complète, d'où le que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785615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13631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Ce que les gens remarquent, c'est…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13631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les gens remarquent : sujet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98043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23646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Même test que pour les relatives du Défi 1 : après « que », il y a toujours un sujet.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qui, ce que, c'est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chaque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Moi, ___ m'a touchée, c'est le silence entre les deux sœurs.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___ j'ai le moins aimé, c'est la longueur des trois derniers chapitres.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83127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5795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5219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38575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Ce qui m'a surprise, ___ la lenteur du début.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83127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5795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5219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38575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___ me dérange, c'est que la fin arrive trop vite.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226560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5013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5653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82008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Ce que les gens remarquent d'abord, ___ le dessin.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226560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5013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5653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82008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___ fait la force de cet album, c'est le silence des cases.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qui, ce que, c'est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Moi, ___ m'a touchée, c'est le silence entre les deux sœurs.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ce qui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___ j'ai le moins aimé, c'est la longueur des trois derniers chapitres.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Ce que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83127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45795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5219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38575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Ce qui m'a surprise, ___ la lenteur du début.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c'est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183127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45795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52196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38575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___ me dérange, c'est que la fin arrive trop vite.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Ce qui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226560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5013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5653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382008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Ce que les gens remarquent d'abord, ___ le dessin.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c'est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226560"/>
            <a:ext cx="5464911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50138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5653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382008"/>
            <a:ext cx="4504791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___ fait la force de cet album, c'est le silence des cases.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Ce qui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QUEL S'ACCORDE AVEC LE NOM QUI SUIT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personnage ! Quelle histoire ! Quels dessins ! Quelles couleurs 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quatre se prononcent exactement pareil : l'accord ne s'entend pas, il s'écrit. Et si un adjectif se glisse au milieu — quelle belle planche —, c'est toujours le nom, à la fin, qui commande tout le groupe.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DEUX EMPLOIS DES MÊMES MOTS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les distingue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La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330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Quelle est votre œuvre préférée ? La voix monte à la fin, et la phrase attend une réponse.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L'exclamation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330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Quelle œuvre ! La voix tombe, et la phrase n'attend rien : elle dit le degré.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S'exclamer : quel, quelle, quels, quelles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chaque exclamation.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belle façon de le dire 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personnage ! Je ne l'oublierai pas de sitôt.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couleurs dans le dernier tome de la série !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beaux dessins il y a dans cet album !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histoire ! Je l'ai lue en deux soirées.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dénouement ! Je ne vous en dis pas un mot.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S'exclamer : quel, quelle, quels, quelles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belle façon de le dire !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Quelle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personnage ! Je ne l'oublierai pas de sitôt.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couleurs dans le dernier tome de la série !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Quelles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beaux dessins il y a dans cet album !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Quels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histoire ! Je l'ai lue en deux soirées.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Quelle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dénouement ! Je ne vous en dis pas un mot.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Donnez votre avis, et tenez-le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Cinq phrases, sur l'œuvre du Défi 1. Interdiction d'écrire « c'est bon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4561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962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1 — Ce que vous avez aimé, avec un adjectif précis.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45307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512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152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00755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2 — La raison qui vient derrière.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50920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568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7208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06368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3 — Une chose moins aimée, dite sans démolir l'œuvre.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56532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6245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42645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411980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4 — Quelqu'un trouve ça trop lent : accordez, puis tournez.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962144"/>
            <a:ext cx="11057839" cy="844296"/>
          </a:xfrm>
          <a:prstGeom prst="roundRect">
            <a:avLst>
              <a:gd name="adj" fmla="val 173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0141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26542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117592"/>
            <a:ext cx="10097719" cy="569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5 — À qui vous le recommandez, et pourquoi à cette personne-là.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Donnez votre avis, et tenez-le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4561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962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1 — Ce que vous avez aimé, avec un adjectif précis.   </a:t>
            </a:r>
            <a:r>
              <a:rPr sz="1500" b="1" i="0">
                <a:solidFill>
                  <a:srgbClr val="07734A"/>
                </a:solidFill>
                <a:latin typeface="Verdana"/>
              </a:rPr>
              <a:t>» Moi, ce qui m'a touché, c'est…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45307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512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152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00755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2 — La raison qui vient derrière.   </a:t>
            </a:r>
            <a:r>
              <a:rPr sz="1500" b="1" i="0">
                <a:solidFill>
                  <a:srgbClr val="07734A"/>
                </a:solidFill>
                <a:latin typeface="Verdana"/>
              </a:rPr>
              <a:t>» …parce que le temps du livre est le temps du village.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50920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568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7208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06368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3 — Une chose moins aimée, dite sans démolir l'œuvre.   </a:t>
            </a:r>
            <a:r>
              <a:rPr sz="1500" b="1" i="0">
                <a:solidFill>
                  <a:srgbClr val="07734A"/>
                </a:solidFill>
                <a:latin typeface="Verdana"/>
              </a:rPr>
              <a:t>» Ce que j'ai le moins aimé, c'est…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56532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6245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42645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411980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4 — Quelqu'un trouve ça trop lent : accordez, puis tournez.   </a:t>
            </a:r>
            <a:r>
              <a:rPr sz="1500" b="1" i="0">
                <a:solidFill>
                  <a:srgbClr val="07734A"/>
                </a:solidFill>
                <a:latin typeface="Verdana"/>
              </a:rPr>
              <a:t>» C'est vrai que c'est lent. Par contre,…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962144"/>
            <a:ext cx="11057839" cy="844296"/>
          </a:xfrm>
          <a:prstGeom prst="roundRect">
            <a:avLst>
              <a:gd name="adj" fmla="val 173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0141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26542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117592"/>
            <a:ext cx="10097719" cy="569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5 — À qui vous le recommandez, et pourquoi à cette personne-là.   </a:t>
            </a:r>
            <a:r>
              <a:rPr sz="1500" b="1" i="0">
                <a:solidFill>
                  <a:srgbClr val="07734A"/>
                </a:solidFill>
                <a:latin typeface="Verdana"/>
              </a:rPr>
              <a:t>» Je le recommande à quelqu'un qui…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Réécrivez votre avis de D1 avec « moi, ce qui…, c'est… » et une exclamation.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exclamation, bien placée.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Relisez-vous : est-ce qu'on sait ce qui est bon, et pour qui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Le club du jeudi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