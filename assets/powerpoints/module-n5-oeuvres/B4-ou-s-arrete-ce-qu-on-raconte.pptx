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Rendre les billets de B3 et lire deux ou trois phrases réécrites à voix haute — anonymement. Puis annoncer la séance : aujourd'hui, on apprend à ne pas tout dire, et c'est plus difficile qu'il n'y paraît.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le plus fin de la séance. « Vous allez pleurer à la fin » ne raconte rien et annonce tout : c'est la faute que personne ne voit en la commettant.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discussion sort toujours bien : tout le monde a une histoire. La troisième piste est importante — il y a réellement des personnes que ça ne dérange pas, et la règle du club n'est pas une vérité morale, c'est une convention qui protège ceux que ça dérange.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trouver au groupe, pour l'œuvre de chacun, le moment du choix. Certains ne le trouvent pas du premier coup : c'est un bon signe, ça veut dire qu'ils y réfléchissent.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rangée est la plus utile : « la fin m'a touchée » dit votre émotion sans annoncer celle de l'autre. C'est une nuance de niveau 5, et elle prépare directement le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trois à voix haute, avec le sourire. Le ton compte autant que les mots : dites sèchement, elles ferment la conversation ; dites en souriant, elles l'ouvrent.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`t1tri` du module interactif. La huitième ligne est celle qui fait discuter : plusieurs élèves la trouvent permise. Faire remarquer qu'elle annonce que ça finit mal — c'est ce qui la disqualifie.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la scène deux par deux : l'un insiste trois fois, l'autre tient. C'est un exercice court et il fait rire, mais il installe une façon de dire non qui servira bien au-delà du 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`t1red` du module interactif. Vingt minutes d'écriture, puis échange deux par deux : le voisin lit et dit s'il a envie de lire l'œuvre — et s'il sait déjà comment elle finit.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ferme le défi 1. Les quatre temps écrits en séance et cette phrase de sortie forment la moitié de la production orale du bloc E : le dire au groupe, ça change la façon dont ils écrivent.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s'arrête ce qu'on raconte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met l'histoire en marche se raconte. Tout ce qui la termine se tait. Entre les deux, il y a une frontière nette : le moment où le personnage doit choisir. C'est la seule chose que Gilberte interrompt au milieu d'une phrase, en onze ans d'animation.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donne envie de ce qui en dit trop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phrases qui trahissent la fin sans la raconter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limite poliment : « je m'arrête ici », « lisez-le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quatre temps de son récit d'un seul tenant.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Quelqu'un vous a-t-il déjà raconté la fin d'un film avant que vous le voyiez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l'avez vu quand même ? Est-ce que c'était pareil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personne pensait mal faire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des gens à qui ça ne dérange pas ? Pourquoi, à votre avis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auriez-vous voulu qu'elle vous en parle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ON S'ARRÊTE AU MOMENT DU CHOIX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racontez jusqu'à ce que le personnage doive décider quelque chose — et pas une phrase de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« la fin du livre » : c'est plus tôt que ça. Une révélation du chapitre douze compte autant que la dernière page. La question à se poser : est-ce que ce que je vais dire enlève quelque chose à découvrir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D'EN DIRE TROP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qu'on dit à la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EN DIT TROP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 À LA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fin, elle brûle les lettres.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trouve une boîte de lettres.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apprend que sa sœur est morte.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 quelque chose qu'elle ignore.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allez pleurer à la fin.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fin m'a beaucoup touchée.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Finalement, elle reste au village.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doit choisir. Je m'arrête ici.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330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58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coupable, c'est le voisin.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458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soupçonne tout le monde, à un moment.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PHRASES POUR TOUTE UNE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refuser de dire la fin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ne vous dis pas la fin.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Annonce la limite d'avance : personne ne se sent floué.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m'arrête ici.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dit au milieu d'une phrase, s'il le faut. Ferme et polie.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Lisez-le, vous verrez.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réponse du club à « comment ça finit ? ». Elle donne encore plus envie.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peut le dire, ou ça en dit trop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phrase, dites si elle a sa place au club.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un roman de trois cents pages, une histoire de famille.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Ça se passe dans un village au bord de la mer,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la dernière page, elle brûle toutes les lettres.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femme revient au village pour vendre la maison de sa mère.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apprend au chapitre douze que sa sœur est morte.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trouve une boîte de lettres dans le grenier.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Finalement, elle décide de rester au village pour de bon.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allez pleurer aux vingt dernières pages, c'est certain.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peut le dire, ou ça en dit trop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un roman de trois cents pages, une histoire de famille.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on peut le dire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Ça se passe dans un village au bord de la mer, aujourd'hui.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on peut le dire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la dernière page, elle brûle toutes les lettres.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ça en dit trop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femme revient au village pour vendre la maison de sa mère.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on peut le dire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apprend au chapitre douze que sa sœur est morte.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ça en dit trop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trouve une boîte de lettres dans le grenier.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on peut le dire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Finalement, elle décide de rester au village pour de bon.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ça en dit trop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allez pleurer aux vingt dernières pages, c'est certain.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ça en dit trop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RÉPONDRE À « COMMENT ÇA FINIT ? » PAR GENTILLESSE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Bon, d'accord, mais ne le répète pas : à la fin, elle…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finit d'une façon que je n'avais pas vue venir.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personne insiste, mais elle ne veut pas vraiment savoir : elle veut savoir si ça vaut la peine. Répondez à cette question-là, et tout le monde est content.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votre œuvre en quatre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 par temps. Restez au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 — le support, le genre, une mesure.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 — où et quand ça se passe.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 — le personnage principal et ce qu'il veut, avec « qui » ou « que 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4 — ce qui complique tout, puis la phrase où vous vous arrêtez.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par laquelle vous arrêterez votre récit.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Nommez le moment du choix : « elle doit décider si…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l'une des trois phrases de sortie : « je m'arrête ici », « lisez-le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