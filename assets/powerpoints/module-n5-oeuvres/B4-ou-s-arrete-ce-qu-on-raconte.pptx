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 du défi 1. Rendre les billets de B3 et lire deux ou trois phrases réécrites à voix haute — anonymement. Puis annoncer la séance : aujourd'hui, on apprend à ne pas tout dire, et c'est plus difficile qu'il n'y paraît.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deuxième objectif est le plus fin de la séance. « Vous allez pleurer à la fin » ne raconte rien et annonce tout : c'est la faute que personne ne voit en la commettant.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Cette discussion sort toujours bien : tout le monde a une histoire. La troisième piste est importante — il y a réellement des personnes que ça ne dérange pas, et la règle du club n'est pas une vérité morale, c'est une convention qui protège ceux que ça dérange.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trouver au groupe, pour l'œuvre de chacun, le moment du choix. Certains ne le trouvent pas du premier coup : c'est un bon signe, ça veut dire qu'ils y réfléchissent.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troisième rangée est la plus utile : « la fin m'a touchée » dit votre émotion sans annoncer celle de l'autre. C'est une nuance de niveau 5, et elle prépare directement le défi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répéter les trois à voix haute, avec le sourire. Le ton compte autant que les mots : dites sèchement, elles ferment la conversation ; dites en souriant, elles l'ouvrent.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`t1tri` du module interactif. La huitième ligne est celle qui fait discuter : plusieurs élèves la trouvent permise. Faire remarquer qu'elle annonce que ça finit mal — c'est ce qui la disqualifie.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jouer la scène deux par deux : l'un insiste trois fois, l'autre tient. C'est un exercice court et il fait rire, mais il installe une façon de dire non qui servira bien au-delà du club.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`t1red` du module interactif. Vingt minutes d'écriture, puis échange deux par deux : le voisin lit et dit s'il a envie de lire l'œuvre — et s'il sait déjà comment elle finit.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 billet ferme le défi 1. Les quatre temps écrits en séance et cette phrase de sortie forment la moitié de la production orale du bloc E : le dire au groupe, ça change la façon dont ils écrivent.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B4  ·  MODULE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Où s'arrête ce qu'on raconte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213156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Tout ce qui met l'histoire en marche se raconte. Tout ce qui la termine se tait. Entre les deux, il y a une frontière nette : le moment où le personnage doit choisir. C'est la seule chose que Gilberte interrompt au milieu d'une phrase, en onze ans d'animation.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Le club du jeudi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Le club du jeudi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ce qui donne envie de ce qui en dit trop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les phrases qui trahissent la fin sans la raconter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poser la limite poliment : « je m'arrête ici », « lisez-le »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les quatre temps de son récit d'un seul tenant.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Le club du jeudi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Quelqu'un vous a-t-il déjà raconté la fin d'un film avant que vous le voyiez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vous l'avez vu quand même ? Est-ce que c'était pareil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la personne pensait mal faire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Y a-t-il des gens à qui ça ne dérange pas ? Pourquoi, à votre avis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Comment auriez-vous voulu qu'elle vous en parle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Le club du jeudi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ON S'ARRÊTE AU MOMENT DU CHOIX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Vous racontez jusqu'à ce que le personnage doive décider quelque chose — et pas une phrase de plus.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Ce n'est pas « la fin du livre » : c'est plus tôt que ça. Une révélation du chapitre douze compte autant que la dernière page. La question à se poser : est-ce que ce que je vais dire enlève quelque chose à découvrir 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Le club du jeudi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TROIS FAÇONS D'EN DIRE TROP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Et ce qu'on dit à la place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42816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QUI EN DIT TROP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DIT À LA PLACE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À la fin, elle brûle les lettres.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Elle trouve une boîte de lettres.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236976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On apprend que sa sœur est morte.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236976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Il y a quelque chose qu'elle ignore.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950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4078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allez pleurer à la fin.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4078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La fin m'a beaucoup touchée.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489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617720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Finalement, elle reste au village.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617720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Elle doit choisir. Je m'arrête ici.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53309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545896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coupable, c'est le voisin.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545896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On soupçonne tout le monde, à un moment.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Le club du jeudi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TROIS PHRASES POUR TOUTE UNE VIE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Comment refuser de dire la fin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« Je ne vous dis pas la fin. 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85902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Annonce la limite d'avance : personne ne se sent floué.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« Je m'arrête ici. 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85902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Se dit au milieu d'une phrase, s'il le faut. Ferme et polie.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« Lisez-le, vous verrez. 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507644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réponse du club à « comment ça finit ? ». Elle donne encore plus envie.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Le club du jeudi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TRI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On peut le dire, ou ça en dit trop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Pour chaque phrase, dites si elle a sa place au club.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3967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6075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C'est un roman de trois cents pages, une histoire de famille.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3967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46075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Ça se passe dans un village au bord de la mer, aujourd'hui.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147568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4046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4686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303016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À la dernière page, elle brûle toutes les lettres.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147568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4046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4686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303016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Une femme revient au village pour vendre la maison de sa mère.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155440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4124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4764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310888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On apprend au chapitre douze que sa sœur est morte.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155440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4124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4764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310888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Elle trouve une boîte de lettres dans le grenier.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5163312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54203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54843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5318760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Finalement, elle décide de rester au village pour de bon.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59855" y="5163312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6434175" y="54203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434175" y="54843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37095" y="5318760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Vous allez pleurer aux vingt dernières pages, c'est certain.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Le club du jeudi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On peut le dire, ou ça en dit trop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3967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6075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C'est un roman de trois cents pages, une histoire de famille.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on peut le dire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3967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46075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Ça se passe dans un village au bord de la mer, aujourd'hui.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on peut le dire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147568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4046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4686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303016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À la dernière page, elle brûle toutes les lettres.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ça en dit trop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147568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4046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4686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303016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Une femme revient au village pour vendre la maison de sa mère.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on peut le dire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155440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4124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4764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310888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On apprend au chapitre douze que sa sœur est morte.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ça en dit trop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155440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4124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4764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310888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Elle trouve une boîte de lettres dans le grenier.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on peut le dire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5163312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54203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54843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5318760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Finalement, elle décide de rester au village pour de bon.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ça en dit trop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59855" y="5163312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6434175" y="54203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434175" y="54843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37095" y="5318760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Vous allez pleurer aux vingt dernières pages, c'est certain.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ça en dit trop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Le club du jeudi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RÉPONDRE À « COMMENT ÇA FINIT ? » PAR GENTILLESSE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Bon, d'accord, mais ne le répète pas : à la fin, elle…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Ça finit d'une façon que je n'avais pas vue venir.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285240"/>
          </a:xfrm>
          <a:prstGeom prst="roundRect">
            <a:avLst>
              <a:gd name="adj" fmla="val 11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personne insiste, mais elle ne veut pas vraiment savoir : elle veut savoir si ça vaut la peine. Répondez à cette question-là, et tout le monde est content.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Le club du jeudi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PRODUCTION ÉCRITE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Racontez votre œuvre en quatre temps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Une phrase complète par temps. Restez au présent.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TEMPS 1 — le support, le genre, une mesure.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TEMPS 2 — où et quand ça se passe.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TEMPS 3 — le personnage principal et ce qu'il veut, avec « qui » ou « que ».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TEMPS 4 — ce qui complique tout, puis la phrase où vous vous arrêtez.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Le club du jeudi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la phrase par laquelle vous arrêterez votre récit.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Nommez le moment du choix : « elle doit décider si… 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Ajoutez l'une des trois phrases de sortie : « je m'arrête ici », « lisez-le ».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Le club du jeudi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