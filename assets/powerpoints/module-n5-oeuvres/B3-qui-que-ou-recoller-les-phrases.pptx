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langue. Écrire au tableau les trois phrases courtes du chapeau et demander au groupe de les dire d'un seul souffle. Quelqu'un trouvera « qui » ou « que » tout seul : partir de là plutôt que de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derniers objectifs sont les fautes réelles du niveau 5. « Qu'a quitté un pays » et « le jour que je l'ai fini » s'entendent partout, y compris chez des locuteurs de naissance. À l'écrit corrigé, elles comptent.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cas donnent qui, que, où — dans cet ordre. Laisser le groupe essayer et se tromper : les erreurs qui sortent ici sont exactement celles que la règle va régler, et il vaut mieux les avoir entendues avant.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appliquer le test à voix haute sur cinq ou six exemples avant l'exercice écrit : c'est un réflexe à installer, pas une connaissance à retenir.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cinquième rangée est la seule contraction du tableau : que devient qu' devant une voyelle. Qui ne change jamais, et c'est l'objet du piège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celle qui fait le plus d'effet dans une présentation : « le jour où… » annonce que quelque chose bascule, sans dire quoi. C'est exactement l'endroit où l'on s'arrête de raconter.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`t1rel` du module interactif. La cinquième ligne demande l'élision ; la sixième est celle où l'oreille dit « que » et où l'écrit demande « où ». Les deux méritent qu'on s'y arrête.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au tableau les deux formes côte à côte et faire dire la phrase juste trois fois. À l'oral, la différence s'entend à peine — c'est pour ça que la faute passe à l'écrit sans que personne la voie.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dire que la forme entendue est fautive en soi : elle est très répandue à l'oral au Québec comme ailleurs. La règle vaut pour la production écrite, qui est ce qui sera corrigé.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par deux, puis quelques passages devant le groupe. Consigne à l'auditeur : compter les relatives entendues. Deux par présentation suffisent — six la rendent illisible, et il vaut mieux le dire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billet transforme du matériel que l'élève a déjà écrit en B1 : c'est ce qui rend la règle concrète. Ramasser et relire avant B4 — les phrases réécrites font d'excellents exemples de départ.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B3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Qui, que, où — recoller les phrases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une femme. Elle revient au village. Elle a quitté ce village il y a vingt ans. » Trois phrases correctes, et l'auditeur perd le fil. Trois petits mots suffisent à n'en faire qu'une, sans rien perdre.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club du jeudi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relier deux phrases avec « qui », « que » ou « où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les trois par ce qui suit le trou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jamais élider « qui » devant une voyelle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où » après un nom de temps : le jour où, la fois où.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MISE EN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Comment dire en une seule phrase : « C'est une femme. Elle revient au village. »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petit mot mettriez-vous entre les deux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pour : « le roman » + « j'ai lu ce roman »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pour : « le village » + « elle est née dans ce village »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 même mot sert dans les trois cas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REGARDEZ CE QUI VIENT JUSTE APRÈS LE TROU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verbe tout seul, c'est qui. Un sujet, c'est que. Un lieu ou un moment devant, c'est où.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secondes de test valent mieux qu'une règle apprise par cœur. « Une femme ___ revient » : après le trou, un verbe sans sujet, donc qui. « Le roman ___ j'ai lu » : après le trou, un sujet — j' —, donc que. « Le village ___ elle est née » : devant le trou, un lieu, donc où.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TROIS 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suit, ce qui précède, et le mot qui 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108704"/>
          </a:xfrm>
          <a:prstGeom prst="roundRect">
            <a:avLst>
              <a:gd name="adj" fmla="val 35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VOIT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 DU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verbe suit, sans sujet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qui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femme qui revient au village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07543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03448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sujet suit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03448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03448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roman que j'ai lu la semaine passée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3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116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lieu précède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401116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où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401116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village où elle est née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4058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53390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moment précède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53390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où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53390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jour où elle ouvre la boîte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9286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5056632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voyelle suit « que 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5056632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qu'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5056632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boîte qu'elle trouve au grenier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QUE LES RELATIVES PERMETTENT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en une phrase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Décrire un personnage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personnage qui ne parle presque jamais, c'est difficile à raconter.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Situer une œuvre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histoire qui se passe en hiver, dans un village au bord de la mer.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Désigner ce qu'on a lu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L'album que vous tenez est le premier tome de la série.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Marquer le moment qui bascule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jour où elle ouvre la boîte, tout change pour 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COMPLÉTEZ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qui, que ou où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Appliquez le test : regardez ce qui vient juste après le trou.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une femme ___ revient au village après vingt ans.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roman ___ j'ai lu la semaine passée fait trois cents pages.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village ___ elle est née se trouve au bord de la mer.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personnage ___ ne parle presque jamais est difficile à raconter.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boîte ___ elle trouve dans le grenier contient des lettres.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 ___ elle ouvre la boîte, tout change pour elle.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qui, que ou où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une femme ___ revient au village après vingt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roman ___ j'ai lu la semaine passée fait trois cents pages.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village ___ elle est née se trouve au bord de la mer.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personnage ___ ne parle presque jamais est difficile à raconter.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boîte ___ elle trouve dans le grenier contient des lettres.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 ___ elle ouvre la boîte, tout change pour elle.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ÉLIDER « QUI » DEVANT UNE VOYELLE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le recommande à quelqu'un qu'a quitté un pays.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le recommande à quelqu'un qui a quitté un pays.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Que » s'élide, « qui » ne s'élide jamais, dans aucun cas. C'est la faute d'écriture la plus fréquente du niveau 5, et elle se corrige une fois pour toutes : le i de « qui » ne tombe pas.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EMPLOYER « QUE » APRÈS UN NOM DE TEMPS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jour que je l'ai fini, j'ai pleuré.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jour où je l'ai fini, j'ai pleuré.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un nom qui dit le temps — le jour, l'année, la fois, le moment —, c'est « où » qu'il faut. L'oreille dit le contraire parce que « le jour que » s'entend partout ; l'écrit corrigé demande « où 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À L'ORAL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phrase, deux informations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Reprenez votre présentation et collez deux phrases en une.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une femme… » — ajoutez « qui » et ce qu'elle fait.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un roman… » — ajoutez « que » et ce que vous en avez fait.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Ça se passe dans… » — ajoutez « où » et ce qui s'y passe.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Redites les trois phrases d'affilée, sans regarder vos notes.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Réécrivez le temps 3 de votre présentation avec « qui » ou « que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Avant : « C'est une femme. Elle revient au village. Elle l'a quitté il y a vingt ans.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Après : « C'est une femme qui revient dans le village qu'elle a quitté il y a vingt ans.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Le club du jeudi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